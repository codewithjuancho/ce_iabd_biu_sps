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351" r:id="rId4"/>
    <p:sldId id="352" r:id="rId5"/>
    <p:sldId id="353" r:id="rId6"/>
    <p:sldId id="354" r:id="rId7"/>
    <p:sldId id="355" r:id="rId8"/>
    <p:sldId id="356" r:id="rId9"/>
    <p:sldId id="359" r:id="rId10"/>
    <p:sldId id="358" r:id="rId11"/>
    <p:sldId id="259" r:id="rId12"/>
    <p:sldId id="260" r:id="rId13"/>
    <p:sldId id="360" r:id="rId14"/>
    <p:sldId id="261" r:id="rId15"/>
    <p:sldId id="262" r:id="rId16"/>
    <p:sldId id="361" r:id="rId17"/>
    <p:sldId id="362" r:id="rId18"/>
    <p:sldId id="363" r:id="rId19"/>
    <p:sldId id="364" r:id="rId20"/>
    <p:sldId id="365" r:id="rId21"/>
    <p:sldId id="366" r:id="rId22"/>
    <p:sldId id="263" r:id="rId23"/>
    <p:sldId id="367" r:id="rId24"/>
    <p:sldId id="264" r:id="rId25"/>
    <p:sldId id="265" r:id="rId26"/>
    <p:sldId id="368" r:id="rId27"/>
    <p:sldId id="266" r:id="rId28"/>
    <p:sldId id="369" r:id="rId29"/>
    <p:sldId id="267" r:id="rId30"/>
    <p:sldId id="370" r:id="rId31"/>
    <p:sldId id="269" r:id="rId32"/>
    <p:sldId id="270" r:id="rId33"/>
    <p:sldId id="371" r:id="rId34"/>
    <p:sldId id="372" r:id="rId35"/>
    <p:sldId id="271" r:id="rId36"/>
    <p:sldId id="272" r:id="rId37"/>
    <p:sldId id="273" r:id="rId38"/>
    <p:sldId id="274" r:id="rId39"/>
    <p:sldId id="275" r:id="rId40"/>
    <p:sldId id="276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373" r:id="rId50"/>
    <p:sldId id="286" r:id="rId51"/>
    <p:sldId id="287" r:id="rId52"/>
    <p:sldId id="288" r:id="rId53"/>
    <p:sldId id="289" r:id="rId54"/>
    <p:sldId id="291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79" r:id="rId65"/>
    <p:sldId id="313" r:id="rId66"/>
    <p:sldId id="314" r:id="rId67"/>
    <p:sldId id="315" r:id="rId68"/>
    <p:sldId id="316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80" r:id="rId82"/>
    <p:sldId id="330" r:id="rId83"/>
    <p:sldId id="331" r:id="rId84"/>
    <p:sldId id="334" r:id="rId85"/>
    <p:sldId id="335" r:id="rId86"/>
    <p:sldId id="338" r:id="rId87"/>
    <p:sldId id="339" r:id="rId88"/>
    <p:sldId id="340" r:id="rId89"/>
    <p:sldId id="341" r:id="rId90"/>
    <p:sldId id="342" r:id="rId91"/>
    <p:sldId id="381" r:id="rId92"/>
    <p:sldId id="382" r:id="rId93"/>
    <p:sldId id="343" r:id="rId94"/>
    <p:sldId id="344" r:id="rId95"/>
    <p:sldId id="383" r:id="rId96"/>
    <p:sldId id="384" r:id="rId97"/>
    <p:sldId id="385" r:id="rId98"/>
    <p:sldId id="345" r:id="rId99"/>
    <p:sldId id="347" r:id="rId100"/>
    <p:sldId id="348" r:id="rId101"/>
    <p:sldId id="349" r:id="rId102"/>
    <p:sldId id="377" r:id="rId103"/>
    <p:sldId id="378" r:id="rId104"/>
  </p:sldIdLst>
  <p:sldSz cx="9144000" cy="5143500" type="screen16x9"/>
  <p:notesSz cx="9144000" cy="51435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E1CE4595-6F38-D349-BED5-9BCDB58AAED3}">
          <p14:sldIdLst>
            <p14:sldId id="256"/>
            <p14:sldId id="257"/>
            <p14:sldId id="351"/>
            <p14:sldId id="352"/>
            <p14:sldId id="353"/>
            <p14:sldId id="354"/>
            <p14:sldId id="355"/>
            <p14:sldId id="356"/>
            <p14:sldId id="359"/>
            <p14:sldId id="358"/>
            <p14:sldId id="259"/>
            <p14:sldId id="260"/>
            <p14:sldId id="360"/>
            <p14:sldId id="261"/>
            <p14:sldId id="262"/>
            <p14:sldId id="361"/>
            <p14:sldId id="362"/>
            <p14:sldId id="363"/>
            <p14:sldId id="364"/>
            <p14:sldId id="365"/>
            <p14:sldId id="366"/>
            <p14:sldId id="263"/>
            <p14:sldId id="367"/>
            <p14:sldId id="264"/>
            <p14:sldId id="265"/>
            <p14:sldId id="368"/>
            <p14:sldId id="266"/>
            <p14:sldId id="369"/>
            <p14:sldId id="267"/>
            <p14:sldId id="370"/>
            <p14:sldId id="269"/>
            <p14:sldId id="270"/>
            <p14:sldId id="371"/>
            <p14:sldId id="372"/>
            <p14:sldId id="271"/>
            <p14:sldId id="272"/>
            <p14:sldId id="273"/>
            <p14:sldId id="274"/>
            <p14:sldId id="275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373"/>
            <p14:sldId id="286"/>
            <p14:sldId id="287"/>
            <p14:sldId id="288"/>
            <p14:sldId id="289"/>
            <p14:sldId id="291"/>
          </p14:sldIdLst>
        </p14:section>
        <p14:section name="Next day" id="{D2680B9B-A887-AC48-BC68-1723917CF02D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79"/>
            <p14:sldId id="313"/>
            <p14:sldId id="314"/>
            <p14:sldId id="315"/>
            <p14:sldId id="316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80"/>
            <p14:sldId id="330"/>
            <p14:sldId id="331"/>
            <p14:sldId id="334"/>
            <p14:sldId id="335"/>
            <p14:sldId id="338"/>
            <p14:sldId id="339"/>
            <p14:sldId id="340"/>
            <p14:sldId id="341"/>
            <p14:sldId id="342"/>
            <p14:sldId id="381"/>
            <p14:sldId id="382"/>
            <p14:sldId id="343"/>
            <p14:sldId id="344"/>
            <p14:sldId id="383"/>
            <p14:sldId id="384"/>
            <p14:sldId id="385"/>
            <p14:sldId id="345"/>
            <p14:sldId id="347"/>
            <p14:sldId id="348"/>
            <p14:sldId id="349"/>
            <p14:sldId id="377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85"/>
    <p:restoredTop sz="65078"/>
  </p:normalViewPr>
  <p:slideViewPr>
    <p:cSldViewPr>
      <p:cViewPr varScale="1">
        <p:scale>
          <a:sx n="79" d="100"/>
          <a:sy n="79" d="100"/>
        </p:scale>
        <p:origin x="216" y="12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sanchez sanchez" userId="bf9c9b758c35a626" providerId="LiveId" clId="{1DE54C44-D130-AE47-97D4-3034909457D1}"/>
    <pc:docChg chg="undo custSel addSld delSld modSld sldOrd modSection">
      <pc:chgData name="juan jose sanchez sanchez" userId="bf9c9b758c35a626" providerId="LiveId" clId="{1DE54C44-D130-AE47-97D4-3034909457D1}" dt="2026-10-27T15:52:22.732" v="1732" actId="2696"/>
      <pc:docMkLst>
        <pc:docMk/>
      </pc:docMkLst>
      <pc:sldChg chg="del">
        <pc:chgData name="juan jose sanchez sanchez" userId="bf9c9b758c35a626" providerId="LiveId" clId="{1DE54C44-D130-AE47-97D4-3034909457D1}" dt="2026-10-27T15:24:38.034" v="59" actId="2696"/>
        <pc:sldMkLst>
          <pc:docMk/>
          <pc:sldMk cId="0" sldId="292"/>
        </pc:sldMkLst>
      </pc:sldChg>
      <pc:sldChg chg="del">
        <pc:chgData name="juan jose sanchez sanchez" userId="bf9c9b758c35a626" providerId="LiveId" clId="{1DE54C44-D130-AE47-97D4-3034909457D1}" dt="2026-10-27T15:24:38.033" v="58" actId="2696"/>
        <pc:sldMkLst>
          <pc:docMk/>
          <pc:sldMk cId="0" sldId="293"/>
        </pc:sldMkLst>
      </pc:sldChg>
      <pc:sldChg chg="del">
        <pc:chgData name="juan jose sanchez sanchez" userId="bf9c9b758c35a626" providerId="LiveId" clId="{1DE54C44-D130-AE47-97D4-3034909457D1}" dt="2026-10-27T15:24:38.032" v="57" actId="2696"/>
        <pc:sldMkLst>
          <pc:docMk/>
          <pc:sldMk cId="0" sldId="294"/>
        </pc:sldMkLst>
      </pc:sldChg>
      <pc:sldChg chg="del">
        <pc:chgData name="juan jose sanchez sanchez" userId="bf9c9b758c35a626" providerId="LiveId" clId="{1DE54C44-D130-AE47-97D4-3034909457D1}" dt="2026-10-27T15:24:38.031" v="56" actId="2696"/>
        <pc:sldMkLst>
          <pc:docMk/>
          <pc:sldMk cId="0" sldId="295"/>
        </pc:sldMkLst>
      </pc:sldChg>
      <pc:sldChg chg="del">
        <pc:chgData name="juan jose sanchez sanchez" userId="bf9c9b758c35a626" providerId="LiveId" clId="{1DE54C44-D130-AE47-97D4-3034909457D1}" dt="2026-10-27T15:24:38.030" v="55" actId="2696"/>
        <pc:sldMkLst>
          <pc:docMk/>
          <pc:sldMk cId="0" sldId="296"/>
        </pc:sldMkLst>
      </pc:sldChg>
      <pc:sldChg chg="del">
        <pc:chgData name="juan jose sanchez sanchez" userId="bf9c9b758c35a626" providerId="LiveId" clId="{1DE54C44-D130-AE47-97D4-3034909457D1}" dt="2026-10-27T15:24:38.029" v="54" actId="2696"/>
        <pc:sldMkLst>
          <pc:docMk/>
          <pc:sldMk cId="0" sldId="297"/>
        </pc:sldMkLst>
      </pc:sldChg>
      <pc:sldChg chg="del">
        <pc:chgData name="juan jose sanchez sanchez" userId="bf9c9b758c35a626" providerId="LiveId" clId="{1DE54C44-D130-AE47-97D4-3034909457D1}" dt="2026-10-27T15:24:38.027" v="53" actId="2696"/>
        <pc:sldMkLst>
          <pc:docMk/>
          <pc:sldMk cId="0" sldId="298"/>
        </pc:sldMkLst>
      </pc:sldChg>
      <pc:sldChg chg="del">
        <pc:chgData name="juan jose sanchez sanchez" userId="bf9c9b758c35a626" providerId="LiveId" clId="{1DE54C44-D130-AE47-97D4-3034909457D1}" dt="2026-10-27T15:24:38.026" v="52" actId="2696"/>
        <pc:sldMkLst>
          <pc:docMk/>
          <pc:sldMk cId="0" sldId="299"/>
        </pc:sldMkLst>
      </pc:sldChg>
      <pc:sldChg chg="del">
        <pc:chgData name="juan jose sanchez sanchez" userId="bf9c9b758c35a626" providerId="LiveId" clId="{1DE54C44-D130-AE47-97D4-3034909457D1}" dt="2026-10-27T15:24:38.025" v="51" actId="2696"/>
        <pc:sldMkLst>
          <pc:docMk/>
          <pc:sldMk cId="0" sldId="300"/>
        </pc:sldMkLst>
      </pc:sldChg>
      <pc:sldChg chg="del">
        <pc:chgData name="juan jose sanchez sanchez" userId="bf9c9b758c35a626" providerId="LiveId" clId="{1DE54C44-D130-AE47-97D4-3034909457D1}" dt="2026-10-27T15:24:38.023" v="50" actId="2696"/>
        <pc:sldMkLst>
          <pc:docMk/>
          <pc:sldMk cId="0" sldId="301"/>
        </pc:sldMkLst>
      </pc:sldChg>
      <pc:sldChg chg="del">
        <pc:chgData name="juan jose sanchez sanchez" userId="bf9c9b758c35a626" providerId="LiveId" clId="{1DE54C44-D130-AE47-97D4-3034909457D1}" dt="2026-10-27T15:24:38.022" v="49" actId="2696"/>
        <pc:sldMkLst>
          <pc:docMk/>
          <pc:sldMk cId="0" sldId="302"/>
        </pc:sldMkLst>
      </pc:sldChg>
      <pc:sldChg chg="modSp mod">
        <pc:chgData name="juan jose sanchez sanchez" userId="bf9c9b758c35a626" providerId="LiveId" clId="{1DE54C44-D130-AE47-97D4-3034909457D1}" dt="2026-10-26T15:41:56.196" v="0" actId="14100"/>
        <pc:sldMkLst>
          <pc:docMk/>
          <pc:sldMk cId="0" sldId="309"/>
        </pc:sldMkLst>
        <pc:spChg chg="mod">
          <ac:chgData name="juan jose sanchez sanchez" userId="bf9c9b758c35a626" providerId="LiveId" clId="{1DE54C44-D130-AE47-97D4-3034909457D1}" dt="2026-10-26T15:41:56.196" v="0" actId="14100"/>
          <ac:spMkLst>
            <pc:docMk/>
            <pc:sldMk cId="0" sldId="309"/>
            <ac:spMk id="5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6T15:42:02.535" v="3" actId="14100"/>
        <pc:sldMkLst>
          <pc:docMk/>
          <pc:sldMk cId="0" sldId="310"/>
        </pc:sldMkLst>
        <pc:spChg chg="mod">
          <ac:chgData name="juan jose sanchez sanchez" userId="bf9c9b758c35a626" providerId="LiveId" clId="{1DE54C44-D130-AE47-97D4-3034909457D1}" dt="2026-10-26T15:42:02.535" v="3" actId="14100"/>
          <ac:spMkLst>
            <pc:docMk/>
            <pc:sldMk cId="0" sldId="310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6T15:42:05.527" v="4" actId="14100"/>
        <pc:sldMkLst>
          <pc:docMk/>
          <pc:sldMk cId="0" sldId="311"/>
        </pc:sldMkLst>
        <pc:spChg chg="mod">
          <ac:chgData name="juan jose sanchez sanchez" userId="bf9c9b758c35a626" providerId="LiveId" clId="{1DE54C44-D130-AE47-97D4-3034909457D1}" dt="2026-10-26T15:42:05.527" v="4" actId="14100"/>
          <ac:spMkLst>
            <pc:docMk/>
            <pc:sldMk cId="0" sldId="311"/>
            <ac:spMk id="5" creationId="{00000000-0000-0000-0000-000000000000}"/>
          </ac:spMkLst>
        </pc:spChg>
      </pc:sldChg>
      <pc:sldChg chg="delSp modSp mod modNotesTx">
        <pc:chgData name="juan jose sanchez sanchez" userId="bf9c9b758c35a626" providerId="LiveId" clId="{1DE54C44-D130-AE47-97D4-3034909457D1}" dt="2026-10-27T15:32:21.662" v="178"/>
        <pc:sldMkLst>
          <pc:docMk/>
          <pc:sldMk cId="0" sldId="312"/>
        </pc:sldMkLst>
        <pc:spChg chg="mod">
          <ac:chgData name="juan jose sanchez sanchez" userId="bf9c9b758c35a626" providerId="LiveId" clId="{1DE54C44-D130-AE47-97D4-3034909457D1}" dt="2026-10-27T15:32:16.829" v="175" actId="20577"/>
          <ac:spMkLst>
            <pc:docMk/>
            <pc:sldMk cId="0" sldId="312"/>
            <ac:spMk id="13" creationId="{00000000-0000-0000-0000-000000000000}"/>
          </ac:spMkLst>
        </pc:spChg>
        <pc:spChg chg="del">
          <ac:chgData name="juan jose sanchez sanchez" userId="bf9c9b758c35a626" providerId="LiveId" clId="{1DE54C44-D130-AE47-97D4-3034909457D1}" dt="2026-10-27T15:32:11.490" v="172" actId="478"/>
          <ac:spMkLst>
            <pc:docMk/>
            <pc:sldMk cId="0" sldId="312"/>
            <ac:spMk id="18" creationId="{00000000-0000-0000-0000-000000000000}"/>
          </ac:spMkLst>
        </pc:spChg>
        <pc:spChg chg="del mod">
          <ac:chgData name="juan jose sanchez sanchez" userId="bf9c9b758c35a626" providerId="LiveId" clId="{1DE54C44-D130-AE47-97D4-3034909457D1}" dt="2026-10-27T15:32:21.662" v="178"/>
          <ac:spMkLst>
            <pc:docMk/>
            <pc:sldMk cId="0" sldId="312"/>
            <ac:spMk id="23" creationId="{00000000-0000-0000-0000-000000000000}"/>
          </ac:spMkLst>
        </pc:spChg>
        <pc:grpChg chg="del">
          <ac:chgData name="juan jose sanchez sanchez" userId="bf9c9b758c35a626" providerId="LiveId" clId="{1DE54C44-D130-AE47-97D4-3034909457D1}" dt="2026-10-27T15:32:19.055" v="176" actId="478"/>
          <ac:grpSpMkLst>
            <pc:docMk/>
            <pc:sldMk cId="0" sldId="312"/>
            <ac:grpSpMk id="14" creationId="{00000000-0000-0000-0000-000000000000}"/>
          </ac:grpSpMkLst>
        </pc:grpChg>
        <pc:picChg chg="del">
          <ac:chgData name="juan jose sanchez sanchez" userId="bf9c9b758c35a626" providerId="LiveId" clId="{1DE54C44-D130-AE47-97D4-3034909457D1}" dt="2026-10-27T15:32:13.513" v="173" actId="478"/>
          <ac:picMkLst>
            <pc:docMk/>
            <pc:sldMk cId="0" sldId="312"/>
            <ac:picMk id="17" creationId="{00000000-0000-0000-0000-000000000000}"/>
          </ac:picMkLst>
        </pc:picChg>
      </pc:sldChg>
      <pc:sldChg chg="modNotesTx">
        <pc:chgData name="juan jose sanchez sanchez" userId="bf9c9b758c35a626" providerId="LiveId" clId="{1DE54C44-D130-AE47-97D4-3034909457D1}" dt="2026-10-27T15:32:54.351" v="260" actId="20577"/>
        <pc:sldMkLst>
          <pc:docMk/>
          <pc:sldMk cId="0" sldId="314"/>
        </pc:sldMkLst>
      </pc:sldChg>
      <pc:sldChg chg="modNotesTx">
        <pc:chgData name="juan jose sanchez sanchez" userId="bf9c9b758c35a626" providerId="LiveId" clId="{1DE54C44-D130-AE47-97D4-3034909457D1}" dt="2026-10-27T15:35:19.378" v="381" actId="20577"/>
        <pc:sldMkLst>
          <pc:docMk/>
          <pc:sldMk cId="0" sldId="320"/>
        </pc:sldMkLst>
      </pc:sldChg>
      <pc:sldChg chg="modSp mod modNotesTx">
        <pc:chgData name="juan jose sanchez sanchez" userId="bf9c9b758c35a626" providerId="LiveId" clId="{1DE54C44-D130-AE47-97D4-3034909457D1}" dt="2026-10-27T15:47:03.836" v="1496" actId="20577"/>
        <pc:sldMkLst>
          <pc:docMk/>
          <pc:sldMk cId="0" sldId="321"/>
        </pc:sldMkLst>
        <pc:spChg chg="mod">
          <ac:chgData name="juan jose sanchez sanchez" userId="bf9c9b758c35a626" providerId="LiveId" clId="{1DE54C44-D130-AE47-97D4-3034909457D1}" dt="2026-10-26T15:42:27.435" v="5" actId="14100"/>
          <ac:spMkLst>
            <pc:docMk/>
            <pc:sldMk cId="0" sldId="321"/>
            <ac:spMk id="11" creationId="{00000000-0000-0000-0000-000000000000}"/>
          </ac:spMkLst>
        </pc:spChg>
      </pc:sldChg>
      <pc:sldChg chg="modNotesTx">
        <pc:chgData name="juan jose sanchez sanchez" userId="bf9c9b758c35a626" providerId="LiveId" clId="{1DE54C44-D130-AE47-97D4-3034909457D1}" dt="2026-10-27T15:48:05.545" v="1528" actId="20577"/>
        <pc:sldMkLst>
          <pc:docMk/>
          <pc:sldMk cId="0" sldId="322"/>
        </pc:sldMkLst>
      </pc:sldChg>
      <pc:sldChg chg="modNotesTx">
        <pc:chgData name="juan jose sanchez sanchez" userId="bf9c9b758c35a626" providerId="LiveId" clId="{1DE54C44-D130-AE47-97D4-3034909457D1}" dt="2026-10-27T15:39:49.886" v="996" actId="20577"/>
        <pc:sldMkLst>
          <pc:docMk/>
          <pc:sldMk cId="0" sldId="323"/>
        </pc:sldMkLst>
      </pc:sldChg>
      <pc:sldChg chg="modNotesTx">
        <pc:chgData name="juan jose sanchez sanchez" userId="bf9c9b758c35a626" providerId="LiveId" clId="{1DE54C44-D130-AE47-97D4-3034909457D1}" dt="2026-10-27T15:40:01.287" v="1027" actId="20577"/>
        <pc:sldMkLst>
          <pc:docMk/>
          <pc:sldMk cId="0" sldId="324"/>
        </pc:sldMkLst>
      </pc:sldChg>
      <pc:sldChg chg="delSp modSp mod modNotesTx">
        <pc:chgData name="juan jose sanchez sanchez" userId="bf9c9b758c35a626" providerId="LiveId" clId="{1DE54C44-D130-AE47-97D4-3034909457D1}" dt="2026-10-27T15:43:00.812" v="1185" actId="20577"/>
        <pc:sldMkLst>
          <pc:docMk/>
          <pc:sldMk cId="0" sldId="325"/>
        </pc:sldMkLst>
        <pc:spChg chg="del mod">
          <ac:chgData name="juan jose sanchez sanchez" userId="bf9c9b758c35a626" providerId="LiveId" clId="{1DE54C44-D130-AE47-97D4-3034909457D1}" dt="2026-10-27T15:41:37.866" v="1030"/>
          <ac:spMkLst>
            <pc:docMk/>
            <pc:sldMk cId="0" sldId="325"/>
            <ac:spMk id="13" creationId="{00000000-0000-0000-0000-000000000000}"/>
          </ac:spMkLst>
        </pc:spChg>
        <pc:spChg chg="mod">
          <ac:chgData name="juan jose sanchez sanchez" userId="bf9c9b758c35a626" providerId="LiveId" clId="{1DE54C44-D130-AE47-97D4-3034909457D1}" dt="2026-10-27T15:42:46.795" v="1131" actId="20577"/>
          <ac:spMkLst>
            <pc:docMk/>
            <pc:sldMk cId="0" sldId="325"/>
            <ac:spMk id="14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7T15:43:20.839" v="1186" actId="14100"/>
        <pc:sldMkLst>
          <pc:docMk/>
          <pc:sldMk cId="0" sldId="326"/>
        </pc:sldMkLst>
        <pc:spChg chg="mod">
          <ac:chgData name="juan jose sanchez sanchez" userId="bf9c9b758c35a626" providerId="LiveId" clId="{1DE54C44-D130-AE47-97D4-3034909457D1}" dt="2026-10-27T15:43:20.839" v="1186" actId="14100"/>
          <ac:spMkLst>
            <pc:docMk/>
            <pc:sldMk cId="0" sldId="326"/>
            <ac:spMk id="14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7T15:43:24.141" v="1187" actId="14100"/>
        <pc:sldMkLst>
          <pc:docMk/>
          <pc:sldMk cId="0" sldId="327"/>
        </pc:sldMkLst>
        <pc:spChg chg="mod">
          <ac:chgData name="juan jose sanchez sanchez" userId="bf9c9b758c35a626" providerId="LiveId" clId="{1DE54C44-D130-AE47-97D4-3034909457D1}" dt="2026-10-27T15:43:24.141" v="1187" actId="14100"/>
          <ac:spMkLst>
            <pc:docMk/>
            <pc:sldMk cId="0" sldId="327"/>
            <ac:spMk id="15" creationId="{00000000-0000-0000-0000-000000000000}"/>
          </ac:spMkLst>
        </pc:spChg>
      </pc:sldChg>
      <pc:sldChg chg="delSp modSp mod">
        <pc:chgData name="juan jose sanchez sanchez" userId="bf9c9b758c35a626" providerId="LiveId" clId="{1DE54C44-D130-AE47-97D4-3034909457D1}" dt="2026-10-27T15:43:59.843" v="1194"/>
        <pc:sldMkLst>
          <pc:docMk/>
          <pc:sldMk cId="0" sldId="329"/>
        </pc:sldMkLst>
        <pc:spChg chg="del mod">
          <ac:chgData name="juan jose sanchez sanchez" userId="bf9c9b758c35a626" providerId="LiveId" clId="{1DE54C44-D130-AE47-97D4-3034909457D1}" dt="2026-10-27T15:43:59.843" v="1194"/>
          <ac:spMkLst>
            <pc:docMk/>
            <pc:sldMk cId="0" sldId="329"/>
            <ac:spMk id="10" creationId="{00000000-0000-0000-0000-000000000000}"/>
          </ac:spMkLst>
        </pc:spChg>
        <pc:spChg chg="del mod">
          <ac:chgData name="juan jose sanchez sanchez" userId="bf9c9b758c35a626" providerId="LiveId" clId="{1DE54C44-D130-AE47-97D4-3034909457D1}" dt="2026-10-27T15:43:59.482" v="1192"/>
          <ac:spMkLst>
            <pc:docMk/>
            <pc:sldMk cId="0" sldId="329"/>
            <ac:spMk id="11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6T15:42:56.035" v="7" actId="14100"/>
        <pc:sldMkLst>
          <pc:docMk/>
          <pc:sldMk cId="0" sldId="331"/>
        </pc:sldMkLst>
        <pc:spChg chg="mod">
          <ac:chgData name="juan jose sanchez sanchez" userId="bf9c9b758c35a626" providerId="LiveId" clId="{1DE54C44-D130-AE47-97D4-3034909457D1}" dt="2026-10-26T15:42:56.035" v="7" actId="14100"/>
          <ac:spMkLst>
            <pc:docMk/>
            <pc:sldMk cId="0" sldId="331"/>
            <ac:spMk id="12" creationId="{00000000-0000-0000-0000-000000000000}"/>
          </ac:spMkLst>
        </pc:spChg>
      </pc:sldChg>
      <pc:sldChg chg="modSp del mod">
        <pc:chgData name="juan jose sanchez sanchez" userId="bf9c9b758c35a626" providerId="LiveId" clId="{1DE54C44-D130-AE47-97D4-3034909457D1}" dt="2026-10-27T15:44:58.520" v="1195" actId="2696"/>
        <pc:sldMkLst>
          <pc:docMk/>
          <pc:sldMk cId="0" sldId="332"/>
        </pc:sldMkLst>
        <pc:spChg chg="mod">
          <ac:chgData name="juan jose sanchez sanchez" userId="bf9c9b758c35a626" providerId="LiveId" clId="{1DE54C44-D130-AE47-97D4-3034909457D1}" dt="2026-10-26T15:42:59.101" v="8" actId="14100"/>
          <ac:spMkLst>
            <pc:docMk/>
            <pc:sldMk cId="0" sldId="332"/>
            <ac:spMk id="2" creationId="{00000000-0000-0000-0000-000000000000}"/>
          </ac:spMkLst>
        </pc:spChg>
      </pc:sldChg>
      <pc:sldChg chg="modSp del mod">
        <pc:chgData name="juan jose sanchez sanchez" userId="bf9c9b758c35a626" providerId="LiveId" clId="{1DE54C44-D130-AE47-97D4-3034909457D1}" dt="2026-10-27T15:44:58.743" v="1196" actId="2696"/>
        <pc:sldMkLst>
          <pc:docMk/>
          <pc:sldMk cId="0" sldId="333"/>
        </pc:sldMkLst>
        <pc:spChg chg="mod">
          <ac:chgData name="juan jose sanchez sanchez" userId="bf9c9b758c35a626" providerId="LiveId" clId="{1DE54C44-D130-AE47-97D4-3034909457D1}" dt="2026-10-26T15:43:01.576" v="9" actId="14100"/>
          <ac:spMkLst>
            <pc:docMk/>
            <pc:sldMk cId="0" sldId="333"/>
            <ac:spMk id="2" creationId="{00000000-0000-0000-0000-000000000000}"/>
          </ac:spMkLst>
        </pc:spChg>
      </pc:sldChg>
      <pc:sldChg chg="modNotesTx">
        <pc:chgData name="juan jose sanchez sanchez" userId="bf9c9b758c35a626" providerId="LiveId" clId="{1DE54C44-D130-AE47-97D4-3034909457D1}" dt="2026-10-27T15:45:37.541" v="1347" actId="20577"/>
        <pc:sldMkLst>
          <pc:docMk/>
          <pc:sldMk cId="0" sldId="335"/>
        </pc:sldMkLst>
      </pc:sldChg>
      <pc:sldChg chg="del">
        <pc:chgData name="juan jose sanchez sanchez" userId="bf9c9b758c35a626" providerId="LiveId" clId="{1DE54C44-D130-AE47-97D4-3034909457D1}" dt="2026-10-27T15:48:14.174" v="1529" actId="2696"/>
        <pc:sldMkLst>
          <pc:docMk/>
          <pc:sldMk cId="0" sldId="336"/>
        </pc:sldMkLst>
      </pc:sldChg>
      <pc:sldChg chg="modNotesTx">
        <pc:chgData name="juan jose sanchez sanchez" userId="bf9c9b758c35a626" providerId="LiveId" clId="{1DE54C44-D130-AE47-97D4-3034909457D1}" dt="2026-10-27T15:48:44.357" v="1592" actId="20577"/>
        <pc:sldMkLst>
          <pc:docMk/>
          <pc:sldMk cId="0" sldId="338"/>
        </pc:sldMkLst>
      </pc:sldChg>
      <pc:sldChg chg="modNotesTx">
        <pc:chgData name="juan jose sanchez sanchez" userId="bf9c9b758c35a626" providerId="LiveId" clId="{1DE54C44-D130-AE47-97D4-3034909457D1}" dt="2026-10-27T15:49:02.678" v="1662" actId="20577"/>
        <pc:sldMkLst>
          <pc:docMk/>
          <pc:sldMk cId="0" sldId="340"/>
        </pc:sldMkLst>
      </pc:sldChg>
      <pc:sldChg chg="delSp modSp mod modNotesTx">
        <pc:chgData name="juan jose sanchez sanchez" userId="bf9c9b758c35a626" providerId="LiveId" clId="{1DE54C44-D130-AE47-97D4-3034909457D1}" dt="2026-10-27T15:49:41.018" v="1667"/>
        <pc:sldMkLst>
          <pc:docMk/>
          <pc:sldMk cId="0" sldId="342"/>
        </pc:sldMkLst>
        <pc:spChg chg="del mod">
          <ac:chgData name="juan jose sanchez sanchez" userId="bf9c9b758c35a626" providerId="LiveId" clId="{1DE54C44-D130-AE47-97D4-3034909457D1}" dt="2026-10-27T15:49:41.018" v="1667"/>
          <ac:spMkLst>
            <pc:docMk/>
            <pc:sldMk cId="0" sldId="342"/>
            <ac:spMk id="25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7T15:50:00.870" v="1677" actId="14100"/>
        <pc:sldMkLst>
          <pc:docMk/>
          <pc:sldMk cId="0" sldId="343"/>
        </pc:sldMkLst>
        <pc:spChg chg="mod">
          <ac:chgData name="juan jose sanchez sanchez" userId="bf9c9b758c35a626" providerId="LiveId" clId="{1DE54C44-D130-AE47-97D4-3034909457D1}" dt="2026-10-27T15:50:00.870" v="1677" actId="14100"/>
          <ac:spMkLst>
            <pc:docMk/>
            <pc:sldMk cId="0" sldId="343"/>
            <ac:spMk id="27" creationId="{00000000-0000-0000-0000-000000000000}"/>
          </ac:spMkLst>
        </pc:spChg>
      </pc:sldChg>
      <pc:sldChg chg="modSp mod">
        <pc:chgData name="juan jose sanchez sanchez" userId="bf9c9b758c35a626" providerId="LiveId" clId="{1DE54C44-D130-AE47-97D4-3034909457D1}" dt="2026-10-27T15:51:51.965" v="1726" actId="20577"/>
        <pc:sldMkLst>
          <pc:docMk/>
          <pc:sldMk cId="0" sldId="344"/>
        </pc:sldMkLst>
        <pc:spChg chg="mod">
          <ac:chgData name="juan jose sanchez sanchez" userId="bf9c9b758c35a626" providerId="LiveId" clId="{1DE54C44-D130-AE47-97D4-3034909457D1}" dt="2026-10-27T15:51:51.965" v="1726" actId="20577"/>
          <ac:spMkLst>
            <pc:docMk/>
            <pc:sldMk cId="0" sldId="344"/>
            <ac:spMk id="3" creationId="{00000000-0000-0000-0000-000000000000}"/>
          </ac:spMkLst>
        </pc:spChg>
        <pc:spChg chg="mod">
          <ac:chgData name="juan jose sanchez sanchez" userId="bf9c9b758c35a626" providerId="LiveId" clId="{1DE54C44-D130-AE47-97D4-3034909457D1}" dt="2026-10-27T15:51:37.787" v="1698" actId="20577"/>
          <ac:spMkLst>
            <pc:docMk/>
            <pc:sldMk cId="0" sldId="344"/>
            <ac:spMk id="6" creationId="{00000000-0000-0000-0000-000000000000}"/>
          </ac:spMkLst>
        </pc:spChg>
        <pc:picChg chg="mod">
          <ac:chgData name="juan jose sanchez sanchez" userId="bf9c9b758c35a626" providerId="LiveId" clId="{1DE54C44-D130-AE47-97D4-3034909457D1}" dt="2026-10-26T15:43:29.312" v="12" actId="1076"/>
          <ac:picMkLst>
            <pc:docMk/>
            <pc:sldMk cId="0" sldId="344"/>
            <ac:picMk id="4" creationId="{00000000-0000-0000-0000-000000000000}"/>
          </ac:picMkLst>
        </pc:picChg>
      </pc:sldChg>
      <pc:sldChg chg="addSp modSp del mod">
        <pc:chgData name="juan jose sanchez sanchez" userId="bf9c9b758c35a626" providerId="LiveId" clId="{1DE54C44-D130-AE47-97D4-3034909457D1}" dt="2026-10-27T15:52:22.732" v="1732" actId="2696"/>
        <pc:sldMkLst>
          <pc:docMk/>
          <pc:sldMk cId="0" sldId="346"/>
        </pc:sldMkLst>
        <pc:spChg chg="mod">
          <ac:chgData name="juan jose sanchez sanchez" userId="bf9c9b758c35a626" providerId="LiveId" clId="{1DE54C44-D130-AE47-97D4-3034909457D1}" dt="2026-10-27T15:52:09.421" v="1727" actId="21"/>
          <ac:spMkLst>
            <pc:docMk/>
            <pc:sldMk cId="0" sldId="346"/>
            <ac:spMk id="6" creationId="{00000000-0000-0000-0000-000000000000}"/>
          </ac:spMkLst>
        </pc:spChg>
        <pc:spChg chg="add mod">
          <ac:chgData name="juan jose sanchez sanchez" userId="bf9c9b758c35a626" providerId="LiveId" clId="{1DE54C44-D130-AE47-97D4-3034909457D1}" dt="2026-10-27T15:52:18.800" v="1731" actId="1076"/>
          <ac:spMkLst>
            <pc:docMk/>
            <pc:sldMk cId="0" sldId="346"/>
            <ac:spMk id="10" creationId="{01CB8009-E097-445B-DF46-70877DC1381D}"/>
          </ac:spMkLst>
        </pc:spChg>
      </pc:sldChg>
      <pc:sldChg chg="del">
        <pc:chgData name="juan jose sanchez sanchez" userId="bf9c9b758c35a626" providerId="LiveId" clId="{1DE54C44-D130-AE47-97D4-3034909457D1}" dt="2026-10-27T15:24:38.035" v="60" actId="2696"/>
        <pc:sldMkLst>
          <pc:docMk/>
          <pc:sldMk cId="978319082" sldId="375"/>
        </pc:sldMkLst>
      </pc:sldChg>
      <pc:sldChg chg="modSp add del mod">
        <pc:chgData name="juan jose sanchez sanchez" userId="bf9c9b758c35a626" providerId="LiveId" clId="{1DE54C44-D130-AE47-97D4-3034909457D1}" dt="2026-10-26T15:53:38.093" v="46" actId="2696"/>
        <pc:sldMkLst>
          <pc:docMk/>
          <pc:sldMk cId="4290769216" sldId="376"/>
        </pc:sldMkLst>
        <pc:spChg chg="mod">
          <ac:chgData name="juan jose sanchez sanchez" userId="bf9c9b758c35a626" providerId="LiveId" clId="{1DE54C44-D130-AE47-97D4-3034909457D1}" dt="2026-10-26T15:52:48.863" v="15" actId="20577"/>
          <ac:spMkLst>
            <pc:docMk/>
            <pc:sldMk cId="4290769216" sldId="376"/>
            <ac:spMk id="3" creationId="{35033D9B-847E-3E0D-9B61-A41EE0C56D07}"/>
          </ac:spMkLst>
        </pc:spChg>
      </pc:sldChg>
      <pc:sldChg chg="addSp delSp modSp add mod">
        <pc:chgData name="juan jose sanchez sanchez" userId="bf9c9b758c35a626" providerId="LiveId" clId="{1DE54C44-D130-AE47-97D4-3034909457D1}" dt="2026-10-26T15:53:35.028" v="45" actId="14100"/>
        <pc:sldMkLst>
          <pc:docMk/>
          <pc:sldMk cId="1956477487" sldId="377"/>
        </pc:sldMkLst>
        <pc:spChg chg="mod">
          <ac:chgData name="juan jose sanchez sanchez" userId="bf9c9b758c35a626" providerId="LiveId" clId="{1DE54C44-D130-AE47-97D4-3034909457D1}" dt="2026-10-26T15:53:32.577" v="44" actId="1076"/>
          <ac:spMkLst>
            <pc:docMk/>
            <pc:sldMk cId="1956477487" sldId="377"/>
            <ac:spMk id="2" creationId="{1FE42362-D9C2-147A-1943-D3962DD7BC7E}"/>
          </ac:spMkLst>
        </pc:spChg>
        <pc:spChg chg="mod">
          <ac:chgData name="juan jose sanchez sanchez" userId="bf9c9b758c35a626" providerId="LiveId" clId="{1DE54C44-D130-AE47-97D4-3034909457D1}" dt="2026-10-26T15:53:35.028" v="45" actId="14100"/>
          <ac:spMkLst>
            <pc:docMk/>
            <pc:sldMk cId="1956477487" sldId="377"/>
            <ac:spMk id="3" creationId="{016DA99B-78B3-3A26-2010-01FC01FA3706}"/>
          </ac:spMkLst>
        </pc:spChg>
        <pc:spChg chg="add del">
          <ac:chgData name="juan jose sanchez sanchez" userId="bf9c9b758c35a626" providerId="LiveId" clId="{1DE54C44-D130-AE47-97D4-3034909457D1}" dt="2026-10-26T15:53:23.324" v="40" actId="22"/>
          <ac:spMkLst>
            <pc:docMk/>
            <pc:sldMk cId="1956477487" sldId="377"/>
            <ac:spMk id="9" creationId="{298FA487-E25C-4A30-E602-4FD1E11F92AD}"/>
          </ac:spMkLst>
        </pc:spChg>
      </pc:sldChg>
      <pc:sldChg chg="addSp modSp add">
        <pc:chgData name="juan jose sanchez sanchez" userId="bf9c9b758c35a626" providerId="LiveId" clId="{1DE54C44-D130-AE47-97D4-3034909457D1}" dt="2026-10-26T15:53:54.611" v="48"/>
        <pc:sldMkLst>
          <pc:docMk/>
          <pc:sldMk cId="383294619" sldId="378"/>
        </pc:sldMkLst>
        <pc:picChg chg="add mod">
          <ac:chgData name="juan jose sanchez sanchez" userId="bf9c9b758c35a626" providerId="LiveId" clId="{1DE54C44-D130-AE47-97D4-3034909457D1}" dt="2026-10-26T15:53:54.611" v="48"/>
          <ac:picMkLst>
            <pc:docMk/>
            <pc:sldMk cId="383294619" sldId="378"/>
            <ac:picMk id="8" creationId="{0ECE66B4-BEF5-ED95-76E0-9C02A3B8FDEB}"/>
          </ac:picMkLst>
        </pc:picChg>
      </pc:sldChg>
      <pc:sldChg chg="add">
        <pc:chgData name="juan jose sanchez sanchez" userId="bf9c9b758c35a626" providerId="LiveId" clId="{1DE54C44-D130-AE47-97D4-3034909457D1}" dt="2026-10-27T15:32:05.623" v="167" actId="2890"/>
        <pc:sldMkLst>
          <pc:docMk/>
          <pc:sldMk cId="2508835722" sldId="379"/>
        </pc:sldMkLst>
      </pc:sldChg>
      <pc:sldChg chg="add">
        <pc:chgData name="juan jose sanchez sanchez" userId="bf9c9b758c35a626" providerId="LiveId" clId="{1DE54C44-D130-AE47-97D4-3034909457D1}" dt="2026-10-27T15:43:43.786" v="1188" actId="2890"/>
        <pc:sldMkLst>
          <pc:docMk/>
          <pc:sldMk cId="1495030944" sldId="380"/>
        </pc:sldMkLst>
      </pc:sldChg>
      <pc:sldChg chg="modSp add mod">
        <pc:chgData name="juan jose sanchez sanchez" userId="bf9c9b758c35a626" providerId="LiveId" clId="{1DE54C44-D130-AE47-97D4-3034909457D1}" dt="2026-10-27T15:49:47.863" v="1676" actId="1076"/>
        <pc:sldMkLst>
          <pc:docMk/>
          <pc:sldMk cId="1115868676" sldId="381"/>
        </pc:sldMkLst>
        <pc:spChg chg="mod">
          <ac:chgData name="juan jose sanchez sanchez" userId="bf9c9b758c35a626" providerId="LiveId" clId="{1DE54C44-D130-AE47-97D4-3034909457D1}" dt="2026-10-27T15:49:47.863" v="1676" actId="1076"/>
          <ac:spMkLst>
            <pc:docMk/>
            <pc:sldMk cId="1115868676" sldId="381"/>
            <ac:spMk id="25" creationId="{6431A744-7228-12C9-799D-C31DF3B51697}"/>
          </ac:spMkLst>
        </pc:spChg>
      </pc:sldChg>
      <pc:sldChg chg="addSp delSp modSp add mod ord">
        <pc:chgData name="juan jose sanchez sanchez" userId="bf9c9b758c35a626" providerId="LiveId" clId="{1DE54C44-D130-AE47-97D4-3034909457D1}" dt="2026-10-27T15:50:56.415" v="1694"/>
        <pc:sldMkLst>
          <pc:docMk/>
          <pc:sldMk cId="3331322436" sldId="382"/>
        </pc:sldMkLst>
        <pc:spChg chg="mod">
          <ac:chgData name="juan jose sanchez sanchez" userId="bf9c9b758c35a626" providerId="LiveId" clId="{1DE54C44-D130-AE47-97D4-3034909457D1}" dt="2026-10-27T15:50:35.732" v="1687" actId="20577"/>
          <ac:spMkLst>
            <pc:docMk/>
            <pc:sldMk cId="3331322436" sldId="382"/>
            <ac:spMk id="8" creationId="{136351DC-BA06-CB32-FA0E-D1E5F1F1A450}"/>
          </ac:spMkLst>
        </pc:spChg>
        <pc:spChg chg="del">
          <ac:chgData name="juan jose sanchez sanchez" userId="bf9c9b758c35a626" providerId="LiveId" clId="{1DE54C44-D130-AE47-97D4-3034909457D1}" dt="2026-10-27T15:50:17.670" v="1682" actId="478"/>
          <ac:spMkLst>
            <pc:docMk/>
            <pc:sldMk cId="3331322436" sldId="382"/>
            <ac:spMk id="14" creationId="{F52AAD2F-0760-B5F5-4699-855C3FE3B259}"/>
          </ac:spMkLst>
        </pc:spChg>
        <pc:spChg chg="del mod">
          <ac:chgData name="juan jose sanchez sanchez" userId="bf9c9b758c35a626" providerId="LiveId" clId="{1DE54C44-D130-AE47-97D4-3034909457D1}" dt="2026-10-27T15:50:56.415" v="1694"/>
          <ac:spMkLst>
            <pc:docMk/>
            <pc:sldMk cId="3331322436" sldId="382"/>
            <ac:spMk id="18" creationId="{2782BFCE-65E3-89DA-EE0B-4A7AB55F54C5}"/>
          </ac:spMkLst>
        </pc:spChg>
        <pc:spChg chg="del">
          <ac:chgData name="juan jose sanchez sanchez" userId="bf9c9b758c35a626" providerId="LiveId" clId="{1DE54C44-D130-AE47-97D4-3034909457D1}" dt="2026-10-27T15:50:27.153" v="1686" actId="478"/>
          <ac:spMkLst>
            <pc:docMk/>
            <pc:sldMk cId="3331322436" sldId="382"/>
            <ac:spMk id="23" creationId="{2CB905D8-5E9B-910E-52D3-77A56C4024F3}"/>
          </ac:spMkLst>
        </pc:spChg>
        <pc:spChg chg="del">
          <ac:chgData name="juan jose sanchez sanchez" userId="bf9c9b758c35a626" providerId="LiveId" clId="{1DE54C44-D130-AE47-97D4-3034909457D1}" dt="2026-10-27T15:50:19.718" v="1683" actId="478"/>
          <ac:spMkLst>
            <pc:docMk/>
            <pc:sldMk cId="3331322436" sldId="382"/>
            <ac:spMk id="25" creationId="{24269B1C-9662-786D-76C2-5CACE042D2C4}"/>
          </ac:spMkLst>
        </pc:spChg>
        <pc:grpChg chg="del">
          <ac:chgData name="juan jose sanchez sanchez" userId="bf9c9b758c35a626" providerId="LiveId" clId="{1DE54C44-D130-AE47-97D4-3034909457D1}" dt="2026-10-27T15:50:07.430" v="1679" actId="478"/>
          <ac:grpSpMkLst>
            <pc:docMk/>
            <pc:sldMk cId="3331322436" sldId="382"/>
            <ac:grpSpMk id="10" creationId="{E1A873F8-F457-3F9E-6EC6-67E03BD53C19}"/>
          </ac:grpSpMkLst>
        </pc:grpChg>
        <pc:grpChg chg="del">
          <ac:chgData name="juan jose sanchez sanchez" userId="bf9c9b758c35a626" providerId="LiveId" clId="{1DE54C44-D130-AE47-97D4-3034909457D1}" dt="2026-10-27T15:50:14.958" v="1681" actId="478"/>
          <ac:grpSpMkLst>
            <pc:docMk/>
            <pc:sldMk cId="3331322436" sldId="382"/>
            <ac:grpSpMk id="15" creationId="{25F2F354-A50A-30F3-ECC2-0C5433B16D98}"/>
          </ac:grpSpMkLst>
        </pc:grpChg>
        <pc:picChg chg="del">
          <ac:chgData name="juan jose sanchez sanchez" userId="bf9c9b758c35a626" providerId="LiveId" clId="{1DE54C44-D130-AE47-97D4-3034909457D1}" dt="2026-10-27T15:50:25.545" v="1685" actId="478"/>
          <ac:picMkLst>
            <pc:docMk/>
            <pc:sldMk cId="3331322436" sldId="382"/>
            <ac:picMk id="20" creationId="{2C0150F6-0182-E40F-6FD2-0EC3990907B2}"/>
          </ac:picMkLst>
        </pc:picChg>
        <pc:picChg chg="del">
          <ac:chgData name="juan jose sanchez sanchez" userId="bf9c9b758c35a626" providerId="LiveId" clId="{1DE54C44-D130-AE47-97D4-3034909457D1}" dt="2026-10-27T15:50:23.461" v="1684" actId="478"/>
          <ac:picMkLst>
            <pc:docMk/>
            <pc:sldMk cId="3331322436" sldId="382"/>
            <ac:picMk id="22" creationId="{E4D7A47C-6590-5594-3325-40C644881A8C}"/>
          </ac:picMkLst>
        </pc:picChg>
        <pc:picChg chg="add mod">
          <ac:chgData name="juan jose sanchez sanchez" userId="bf9c9b758c35a626" providerId="LiveId" clId="{1DE54C44-D130-AE47-97D4-3034909457D1}" dt="2026-10-27T15:50:51.296" v="1691" actId="1076"/>
          <ac:picMkLst>
            <pc:docMk/>
            <pc:sldMk cId="3331322436" sldId="382"/>
            <ac:picMk id="29" creationId="{B48A8A07-D22E-37A0-5936-DB846335C77F}"/>
          </ac:picMkLst>
        </pc:picChg>
      </pc:sldChg>
      <pc:sldChg chg="add">
        <pc:chgData name="juan jose sanchez sanchez" userId="bf9c9b758c35a626" providerId="LiveId" clId="{1DE54C44-D130-AE47-97D4-3034909457D1}" dt="2026-10-27T15:51:43.920" v="1699" actId="2890"/>
        <pc:sldMkLst>
          <pc:docMk/>
          <pc:sldMk cId="444543136" sldId="383"/>
        </pc:sldMkLst>
      </pc:sldChg>
      <pc:sldChg chg="add">
        <pc:chgData name="juan jose sanchez sanchez" userId="bf9c9b758c35a626" providerId="LiveId" clId="{1DE54C44-D130-AE47-97D4-3034909457D1}" dt="2026-10-27T15:51:44.133" v="1700" actId="2890"/>
        <pc:sldMkLst>
          <pc:docMk/>
          <pc:sldMk cId="3023204676" sldId="384"/>
        </pc:sldMkLst>
      </pc:sldChg>
      <pc:sldChg chg="add">
        <pc:chgData name="juan jose sanchez sanchez" userId="bf9c9b758c35a626" providerId="LiveId" clId="{1DE54C44-D130-AE47-97D4-3034909457D1}" dt="2026-10-27T15:51:44.673" v="1701" actId="2890"/>
        <pc:sldMkLst>
          <pc:docMk/>
          <pc:sldMk cId="2131397656" sldId="385"/>
        </pc:sldMkLst>
      </pc:sldChg>
    </pc:docChg>
  </pc:docChgLst>
  <pc:docChgLst>
    <pc:chgData name="juan jose sanchez sanchez" userId="bf9c9b758c35a626" providerId="LiveId" clId="{74C11EBE-4E26-D44E-900E-10C644FED24A}"/>
    <pc:docChg chg="undo redo custSel addSld delSld modSld sldOrd addSection modSection">
      <pc:chgData name="juan jose sanchez sanchez" userId="bf9c9b758c35a626" providerId="LiveId" clId="{74C11EBE-4E26-D44E-900E-10C644FED24A}" dt="2026-10-21T15:26:08.572" v="2321" actId="2696"/>
      <pc:docMkLst>
        <pc:docMk/>
      </pc:docMkLst>
      <pc:sldChg chg="modSp mod">
        <pc:chgData name="juan jose sanchez sanchez" userId="bf9c9b758c35a626" providerId="LiveId" clId="{74C11EBE-4E26-D44E-900E-10C644FED24A}" dt="2026-10-21T15:24:39.133" v="2309" actId="1036"/>
        <pc:sldMkLst>
          <pc:docMk/>
          <pc:sldMk cId="0" sldId="256"/>
        </pc:sldMkLst>
        <pc:spChg chg="mod">
          <ac:chgData name="juan jose sanchez sanchez" userId="bf9c9b758c35a626" providerId="LiveId" clId="{74C11EBE-4E26-D44E-900E-10C644FED24A}" dt="2026-10-21T15:24:39.133" v="2309" actId="1036"/>
          <ac:spMkLst>
            <pc:docMk/>
            <pc:sldMk cId="0" sldId="256"/>
            <ac:spMk id="2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0:45:41.968" v="160" actId="20577"/>
        <pc:sldMkLst>
          <pc:docMk/>
          <pc:sldMk cId="0" sldId="257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258"/>
        </pc:sldMkLst>
      </pc:sldChg>
      <pc:sldChg chg="modNotesTx">
        <pc:chgData name="juan jose sanchez sanchez" userId="bf9c9b758c35a626" providerId="LiveId" clId="{74C11EBE-4E26-D44E-900E-10C644FED24A}" dt="2026-10-19T10:51:08.602" v="459" actId="20577"/>
        <pc:sldMkLst>
          <pc:docMk/>
          <pc:sldMk cId="0" sldId="259"/>
        </pc:sldMkLst>
      </pc:sldChg>
      <pc:sldChg chg="delSp modSp mod">
        <pc:chgData name="juan jose sanchez sanchez" userId="bf9c9b758c35a626" providerId="LiveId" clId="{74C11EBE-4E26-D44E-900E-10C644FED24A}" dt="2026-10-19T10:51:27.097" v="466"/>
        <pc:sldMkLst>
          <pc:docMk/>
          <pc:sldMk cId="0" sldId="260"/>
        </pc:sldMkLst>
        <pc:spChg chg="del">
          <ac:chgData name="juan jose sanchez sanchez" userId="bf9c9b758c35a626" providerId="LiveId" clId="{74C11EBE-4E26-D44E-900E-10C644FED24A}" dt="2026-10-19T10:51:18.482" v="461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0:51:19.956" v="462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juan jose sanchez sanchez" userId="bf9c9b758c35a626" providerId="LiveId" clId="{74C11EBE-4E26-D44E-900E-10C644FED24A}" dt="2026-10-19T10:51:27.097" v="466"/>
          <ac:spMkLst>
            <pc:docMk/>
            <pc:sldMk cId="0" sldId="260"/>
            <ac:spMk id="15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0:52:03.416" v="524" actId="20577"/>
        <pc:sldMkLst>
          <pc:docMk/>
          <pc:sldMk cId="0" sldId="261"/>
        </pc:sldMkLst>
      </pc:sldChg>
      <pc:sldChg chg="modSp mod">
        <pc:chgData name="juan jose sanchez sanchez" userId="bf9c9b758c35a626" providerId="LiveId" clId="{74C11EBE-4E26-D44E-900E-10C644FED24A}" dt="2026-10-19T10:52:14.318" v="526" actId="21"/>
        <pc:sldMkLst>
          <pc:docMk/>
          <pc:sldMk cId="0" sldId="262"/>
        </pc:sldMkLst>
        <pc:spChg chg="mod">
          <ac:chgData name="juan jose sanchez sanchez" userId="bf9c9b758c35a626" providerId="LiveId" clId="{74C11EBE-4E26-D44E-900E-10C644FED24A}" dt="2026-10-19T10:52:14.318" v="526" actId="21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13.615" v="553"/>
        <pc:sldMkLst>
          <pc:docMk/>
          <pc:sldMk cId="0" sldId="265"/>
        </pc:sldMkLst>
        <pc:spChg chg="del mod">
          <ac:chgData name="juan jose sanchez sanchez" userId="bf9c9b758c35a626" providerId="LiveId" clId="{74C11EBE-4E26-D44E-900E-10C644FED24A}" dt="2026-10-19T10:56:13.615" v="553"/>
          <ac:spMkLst>
            <pc:docMk/>
            <pc:sldMk cId="0" sldId="265"/>
            <ac:spMk id="9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18.936" v="557"/>
        <pc:sldMkLst>
          <pc:docMk/>
          <pc:sldMk cId="0" sldId="266"/>
        </pc:sldMkLst>
        <pc:spChg chg="del mod">
          <ac:chgData name="juan jose sanchez sanchez" userId="bf9c9b758c35a626" providerId="LiveId" clId="{74C11EBE-4E26-D44E-900E-10C644FED24A}" dt="2026-10-19T10:56:18.936" v="557"/>
          <ac:spMkLst>
            <pc:docMk/>
            <pc:sldMk cId="0" sldId="266"/>
            <ac:spMk id="7" creationId="{00000000-0000-0000-0000-000000000000}"/>
          </ac:spMkLst>
        </pc:spChg>
      </pc:sldChg>
      <pc:sldChg chg="delSp modSp mod">
        <pc:chgData name="juan jose sanchez sanchez" userId="bf9c9b758c35a626" providerId="LiveId" clId="{74C11EBE-4E26-D44E-900E-10C644FED24A}" dt="2026-10-19T10:56:26.617" v="561"/>
        <pc:sldMkLst>
          <pc:docMk/>
          <pc:sldMk cId="0" sldId="267"/>
        </pc:sldMkLst>
        <pc:spChg chg="del mod">
          <ac:chgData name="juan jose sanchez sanchez" userId="bf9c9b758c35a626" providerId="LiveId" clId="{74C11EBE-4E26-D44E-900E-10C644FED24A}" dt="2026-10-19T10:56:26.617" v="561"/>
          <ac:spMkLst>
            <pc:docMk/>
            <pc:sldMk cId="0" sldId="267"/>
            <ac:spMk id="9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19T10:54:02.878" v="549" actId="2696"/>
        <pc:sldMkLst>
          <pc:docMk/>
          <pc:sldMk cId="0" sldId="268"/>
        </pc:sldMkLst>
      </pc:sldChg>
      <pc:sldChg chg="modNotesTx">
        <pc:chgData name="juan jose sanchez sanchez" userId="bf9c9b758c35a626" providerId="LiveId" clId="{74C11EBE-4E26-D44E-900E-10C644FED24A}" dt="2026-10-19T11:17:13.263" v="1331" actId="20577"/>
        <pc:sldMkLst>
          <pc:docMk/>
          <pc:sldMk cId="0" sldId="269"/>
        </pc:sldMkLst>
      </pc:sldChg>
      <pc:sldChg chg="modNotesTx">
        <pc:chgData name="juan jose sanchez sanchez" userId="bf9c9b758c35a626" providerId="LiveId" clId="{74C11EBE-4E26-D44E-900E-10C644FED24A}" dt="2026-10-19T11:05:37.947" v="962" actId="20577"/>
        <pc:sldMkLst>
          <pc:docMk/>
          <pc:sldMk cId="0" sldId="270"/>
        </pc:sldMkLst>
      </pc:sldChg>
      <pc:sldChg chg="modSp mod modNotesTx">
        <pc:chgData name="juan jose sanchez sanchez" userId="bf9c9b758c35a626" providerId="LiveId" clId="{74C11EBE-4E26-D44E-900E-10C644FED24A}" dt="2026-10-19T11:20:03.067" v="1671" actId="20577"/>
        <pc:sldMkLst>
          <pc:docMk/>
          <pc:sldMk cId="0" sldId="271"/>
        </pc:sldMkLst>
        <pc:spChg chg="mod">
          <ac:chgData name="juan jose sanchez sanchez" userId="bf9c9b758c35a626" providerId="LiveId" clId="{74C11EBE-4E26-D44E-900E-10C644FED24A}" dt="2026-10-19T11:10:19.350" v="1181" actId="20577"/>
          <ac:spMkLst>
            <pc:docMk/>
            <pc:sldMk cId="0" sldId="271"/>
            <ac:spMk id="5" creationId="{00000000-0000-0000-0000-000000000000}"/>
          </ac:spMkLst>
        </pc:spChg>
      </pc:sldChg>
      <pc:sldChg chg="addSp delSp modSp mod modNotesTx">
        <pc:chgData name="juan jose sanchez sanchez" userId="bf9c9b758c35a626" providerId="LiveId" clId="{74C11EBE-4E26-D44E-900E-10C644FED24A}" dt="2026-10-19T11:21:26.617" v="1844"/>
        <pc:sldMkLst>
          <pc:docMk/>
          <pc:sldMk cId="0" sldId="272"/>
        </pc:sldMkLst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2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3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4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5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7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6.617" v="1844"/>
          <ac:spMkLst>
            <pc:docMk/>
            <pc:sldMk cId="0" sldId="272"/>
            <ac:spMk id="8" creationId="{00000000-0000-0000-0000-000000000000}"/>
          </ac:spMkLst>
        </pc:spChg>
        <pc:spChg chg="add del">
          <ac:chgData name="juan jose sanchez sanchez" userId="bf9c9b758c35a626" providerId="LiveId" clId="{74C11EBE-4E26-D44E-900E-10C644FED24A}" dt="2026-10-19T11:21:24.825" v="1838" actId="478"/>
          <ac:spMkLst>
            <pc:docMk/>
            <pc:sldMk cId="0" sldId="272"/>
            <ac:spMk id="9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4.885" v="1840"/>
          <ac:spMkLst>
            <pc:docMk/>
            <pc:sldMk cId="0" sldId="272"/>
            <ac:spMk id="10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26.344" v="1842"/>
          <ac:spMkLst>
            <pc:docMk/>
            <pc:sldMk cId="0" sldId="272"/>
            <ac:spMk id="11" creationId="{00000000-0000-0000-0000-000000000000}"/>
          </ac:spMkLst>
        </pc:spChg>
        <pc:spChg chg="add del mod">
          <ac:chgData name="juan jose sanchez sanchez" userId="bf9c9b758c35a626" providerId="LiveId" clId="{74C11EBE-4E26-D44E-900E-10C644FED24A}" dt="2026-10-19T11:21:16.051" v="1832" actId="478"/>
          <ac:spMkLst>
            <pc:docMk/>
            <pc:sldMk cId="0" sldId="272"/>
            <ac:spMk id="13" creationId="{DF656E4C-6FFF-8AAF-859F-B1E311FA1BA1}"/>
          </ac:spMkLst>
        </pc:spChg>
      </pc:sldChg>
      <pc:sldChg chg="modSp mod modNotesTx">
        <pc:chgData name="juan jose sanchez sanchez" userId="bf9c9b758c35a626" providerId="LiveId" clId="{74C11EBE-4E26-D44E-900E-10C644FED24A}" dt="2026-10-19T11:27:56.418" v="2085" actId="20577"/>
        <pc:sldMkLst>
          <pc:docMk/>
          <pc:sldMk cId="0" sldId="273"/>
        </pc:sldMkLst>
        <pc:spChg chg="mod">
          <ac:chgData name="juan jose sanchez sanchez" userId="bf9c9b758c35a626" providerId="LiveId" clId="{74C11EBE-4E26-D44E-900E-10C644FED24A}" dt="2026-10-19T11:13:01.123" v="1271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3:05.358" v="1272" actId="1410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3:07.441" v="1273" actId="14100"/>
          <ac:spMkLst>
            <pc:docMk/>
            <pc:sldMk cId="0" sldId="273"/>
            <ac:spMk id="1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28:35.514" v="2124" actId="20577"/>
        <pc:sldMkLst>
          <pc:docMk/>
          <pc:sldMk cId="0" sldId="274"/>
        </pc:sldMkLst>
        <pc:spChg chg="mod">
          <ac:chgData name="juan jose sanchez sanchez" userId="bf9c9b758c35a626" providerId="LiveId" clId="{74C11EBE-4E26-D44E-900E-10C644FED24A}" dt="2026-10-19T11:28:35.514" v="2124" actId="20577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14:57.591" v="1283" actId="14100"/>
        <pc:sldMkLst>
          <pc:docMk/>
          <pc:sldMk cId="0" sldId="275"/>
        </pc:sldMkLst>
        <pc:spChg chg="mod">
          <ac:chgData name="juan jose sanchez sanchez" userId="bf9c9b758c35a626" providerId="LiveId" clId="{74C11EBE-4E26-D44E-900E-10C644FED24A}" dt="2026-10-19T11:14:23.061" v="1276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53.060" v="1282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57.591" v="1283" actId="14100"/>
          <ac:spMkLst>
            <pc:docMk/>
            <pc:sldMk cId="0" sldId="275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4:49.654" v="1281" actId="21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16:27.812" v="1286" actId="20577"/>
        <pc:sldMkLst>
          <pc:docMk/>
          <pc:sldMk cId="0" sldId="276"/>
        </pc:sldMkLst>
        <pc:spChg chg="mod">
          <ac:chgData name="juan jose sanchez sanchez" userId="bf9c9b758c35a626" providerId="LiveId" clId="{74C11EBE-4E26-D44E-900E-10C644FED24A}" dt="2026-10-19T11:14:30.150" v="1279" actId="20577"/>
          <ac:spMkLst>
            <pc:docMk/>
            <pc:sldMk cId="0" sldId="276"/>
            <ac:spMk id="4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19.714" v="1284" actId="14100"/>
          <ac:spMkLst>
            <pc:docMk/>
            <pc:sldMk cId="0" sldId="276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27.812" v="1286" actId="20577"/>
          <ac:spMkLst>
            <pc:docMk/>
            <pc:sldMk cId="0" sldId="276"/>
            <ac:spMk id="7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16:21.281" v="1285" actId="14100"/>
          <ac:spMkLst>
            <pc:docMk/>
            <pc:sldMk cId="0" sldId="276"/>
            <ac:spMk id="8" creationId="{00000000-0000-0000-0000-000000000000}"/>
          </ac:spMkLst>
        </pc:spChg>
      </pc:sldChg>
      <pc:sldChg chg="add del">
        <pc:chgData name="juan jose sanchez sanchez" userId="bf9c9b758c35a626" providerId="LiveId" clId="{74C11EBE-4E26-D44E-900E-10C644FED24A}" dt="2026-10-19T11:00:19.568" v="564" actId="2696"/>
        <pc:sldMkLst>
          <pc:docMk/>
          <pc:sldMk cId="0" sldId="277"/>
        </pc:sldMkLst>
      </pc:sldChg>
      <pc:sldChg chg="modSp mod">
        <pc:chgData name="juan jose sanchez sanchez" userId="bf9c9b758c35a626" providerId="LiveId" clId="{74C11EBE-4E26-D44E-900E-10C644FED24A}" dt="2026-10-19T11:29:16.735" v="2128" actId="20577"/>
        <pc:sldMkLst>
          <pc:docMk/>
          <pc:sldMk cId="0" sldId="279"/>
        </pc:sldMkLst>
        <pc:spChg chg="mod">
          <ac:chgData name="juan jose sanchez sanchez" userId="bf9c9b758c35a626" providerId="LiveId" clId="{74C11EBE-4E26-D44E-900E-10C644FED24A}" dt="2026-10-19T11:29:16.735" v="2128" actId="20577"/>
          <ac:spMkLst>
            <pc:docMk/>
            <pc:sldMk cId="0" sldId="279"/>
            <ac:spMk id="6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2:17.841" v="2168" actId="1038"/>
        <pc:sldMkLst>
          <pc:docMk/>
          <pc:sldMk cId="0" sldId="280"/>
        </pc:sldMkLst>
        <pc:spChg chg="mod">
          <ac:chgData name="juan jose sanchez sanchez" userId="bf9c9b758c35a626" providerId="LiveId" clId="{74C11EBE-4E26-D44E-900E-10C644FED24A}" dt="2026-10-19T11:32:09.730" v="2162" actId="6549"/>
          <ac:spMkLst>
            <pc:docMk/>
            <pc:sldMk cId="0" sldId="280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2:17.841" v="2168" actId="1038"/>
          <ac:spMkLst>
            <pc:docMk/>
            <pc:sldMk cId="0" sldId="280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2:17.841" v="2168" actId="1038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3:22.255" v="2182" actId="14100"/>
        <pc:sldMkLst>
          <pc:docMk/>
          <pc:sldMk cId="0" sldId="282"/>
        </pc:sldMkLst>
        <pc:spChg chg="mod">
          <ac:chgData name="juan jose sanchez sanchez" userId="bf9c9b758c35a626" providerId="LiveId" clId="{74C11EBE-4E26-D44E-900E-10C644FED24A}" dt="2026-10-19T11:33:22.255" v="2182" actId="14100"/>
          <ac:spMkLst>
            <pc:docMk/>
            <pc:sldMk cId="0" sldId="282"/>
            <ac:spMk id="5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3:09.354" v="2175" actId="1038"/>
          <ac:spMkLst>
            <pc:docMk/>
            <pc:sldMk cId="0" sldId="282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3:09.354" v="2175" actId="1038"/>
          <ac:spMkLst>
            <pc:docMk/>
            <pc:sldMk cId="0" sldId="282"/>
            <ac:spMk id="7" creationId="{00000000-0000-0000-0000-000000000000}"/>
          </ac:spMkLst>
        </pc:spChg>
      </pc:sldChg>
      <pc:sldChg chg="modNotesTx">
        <pc:chgData name="juan jose sanchez sanchez" userId="bf9c9b758c35a626" providerId="LiveId" clId="{74C11EBE-4E26-D44E-900E-10C644FED24A}" dt="2026-10-19T11:35:06.403" v="2215" actId="20577"/>
        <pc:sldMkLst>
          <pc:docMk/>
          <pc:sldMk cId="0" sldId="283"/>
        </pc:sldMkLst>
      </pc:sldChg>
      <pc:sldChg chg="modNotesTx">
        <pc:chgData name="juan jose sanchez sanchez" userId="bf9c9b758c35a626" providerId="LiveId" clId="{74C11EBE-4E26-D44E-900E-10C644FED24A}" dt="2026-10-19T11:35:00.601" v="2190" actId="20577"/>
        <pc:sldMkLst>
          <pc:docMk/>
          <pc:sldMk cId="0" sldId="284"/>
        </pc:sldMkLst>
      </pc:sldChg>
      <pc:sldChg chg="delSp mod">
        <pc:chgData name="juan jose sanchez sanchez" userId="bf9c9b758c35a626" providerId="LiveId" clId="{74C11EBE-4E26-D44E-900E-10C644FED24A}" dt="2026-10-19T11:35:20.639" v="2217" actId="478"/>
        <pc:sldMkLst>
          <pc:docMk/>
          <pc:sldMk cId="0" sldId="285"/>
        </pc:sldMkLst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juan jose sanchez sanchez" userId="bf9c9b758c35a626" providerId="LiveId" clId="{74C11EBE-4E26-D44E-900E-10C644FED24A}" dt="2026-10-19T11:35:20.639" v="2217" actId="478"/>
          <ac:spMkLst>
            <pc:docMk/>
            <pc:sldMk cId="0" sldId="285"/>
            <ac:spMk id="12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5:46.672" v="2262" actId="20577"/>
        <pc:sldMkLst>
          <pc:docMk/>
          <pc:sldMk cId="0" sldId="286"/>
        </pc:sldMkLst>
        <pc:spChg chg="mod">
          <ac:chgData name="juan jose sanchez sanchez" userId="bf9c9b758c35a626" providerId="LiveId" clId="{74C11EBE-4E26-D44E-900E-10C644FED24A}" dt="2026-10-19T11:35:46.672" v="2262" actId="20577"/>
          <ac:spMkLst>
            <pc:docMk/>
            <pc:sldMk cId="0" sldId="286"/>
            <ac:spMk id="7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7:46.309" v="2263" actId="14100"/>
        <pc:sldMkLst>
          <pc:docMk/>
          <pc:sldMk cId="0" sldId="288"/>
        </pc:sldMkLst>
        <pc:spChg chg="mod">
          <ac:chgData name="juan jose sanchez sanchez" userId="bf9c9b758c35a626" providerId="LiveId" clId="{74C11EBE-4E26-D44E-900E-10C644FED24A}" dt="2026-10-19T11:37:46.309" v="2263" actId="14100"/>
          <ac:spMkLst>
            <pc:docMk/>
            <pc:sldMk cId="0" sldId="288"/>
            <ac:spMk id="4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38:13.348" v="2268" actId="20577"/>
        <pc:sldMkLst>
          <pc:docMk/>
          <pc:sldMk cId="0" sldId="289"/>
        </pc:sldMkLst>
        <pc:spChg chg="mod">
          <ac:chgData name="juan jose sanchez sanchez" userId="bf9c9b758c35a626" providerId="LiveId" clId="{74C11EBE-4E26-D44E-900E-10C644FED24A}" dt="2026-10-19T11:38:13.348" v="2268" actId="20577"/>
          <ac:spMkLst>
            <pc:docMk/>
            <pc:sldMk cId="0" sldId="289"/>
            <ac:spMk id="6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1:38:09.972" v="2267" actId="20577"/>
          <ac:spMkLst>
            <pc:docMk/>
            <pc:sldMk cId="0" sldId="289"/>
            <ac:spMk id="10" creationId="{00000000-0000-0000-0000-000000000000}"/>
          </ac:spMkLst>
        </pc:spChg>
      </pc:sldChg>
      <pc:sldChg chg="add del">
        <pc:chgData name="juan jose sanchez sanchez" userId="bf9c9b758c35a626" providerId="LiveId" clId="{74C11EBE-4E26-D44E-900E-10C644FED24A}" dt="2026-10-19T11:31:34.152" v="2133" actId="2696"/>
        <pc:sldMkLst>
          <pc:docMk/>
          <pc:sldMk cId="0" sldId="290"/>
        </pc:sldMkLst>
      </pc:sldChg>
      <pc:sldChg chg="modSp mod">
        <pc:chgData name="juan jose sanchez sanchez" userId="bf9c9b758c35a626" providerId="LiveId" clId="{74C11EBE-4E26-D44E-900E-10C644FED24A}" dt="2026-10-19T12:01:04.468" v="2302" actId="20577"/>
        <pc:sldMkLst>
          <pc:docMk/>
          <pc:sldMk cId="0" sldId="291"/>
        </pc:sldMkLst>
        <pc:spChg chg="mod">
          <ac:chgData name="juan jose sanchez sanchez" userId="bf9c9b758c35a626" providerId="LiveId" clId="{74C11EBE-4E26-D44E-900E-10C644FED24A}" dt="2026-10-19T12:01:04.468" v="2302" actId="20577"/>
          <ac:spMkLst>
            <pc:docMk/>
            <pc:sldMk cId="0" sldId="291"/>
            <ac:spMk id="2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19T12:00:58.859" v="2301" actId="14100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19T11:43:48.124" v="2269" actId="14100"/>
        <pc:sldMkLst>
          <pc:docMk/>
          <pc:sldMk cId="0" sldId="293"/>
        </pc:sldMkLst>
        <pc:spChg chg="mod">
          <ac:chgData name="juan jose sanchez sanchez" userId="bf9c9b758c35a626" providerId="LiveId" clId="{74C11EBE-4E26-D44E-900E-10C644FED24A}" dt="2026-10-19T11:43:48.124" v="2269" actId="14100"/>
          <ac:spMkLst>
            <pc:docMk/>
            <pc:sldMk cId="0" sldId="293"/>
            <ac:spMk id="6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19T16:06:19.111" v="2306" actId="2696"/>
        <pc:sldMkLst>
          <pc:docMk/>
          <pc:sldMk cId="0" sldId="303"/>
        </pc:sldMkLst>
      </pc:sldChg>
      <pc:sldChg chg="modSp mod">
        <pc:chgData name="juan jose sanchez sanchez" userId="bf9c9b758c35a626" providerId="LiveId" clId="{74C11EBE-4E26-D44E-900E-10C644FED24A}" dt="2026-10-19T16:06:08.165" v="2305" actId="1076"/>
        <pc:sldMkLst>
          <pc:docMk/>
          <pc:sldMk cId="0" sldId="310"/>
        </pc:sldMkLst>
        <pc:picChg chg="mod">
          <ac:chgData name="juan jose sanchez sanchez" userId="bf9c9b758c35a626" providerId="LiveId" clId="{74C11EBE-4E26-D44E-900E-10C644FED24A}" dt="2026-10-19T16:06:08.165" v="2305" actId="1076"/>
          <ac:picMkLst>
            <pc:docMk/>
            <pc:sldMk cId="0" sldId="310"/>
            <ac:picMk id="4" creationId="{00000000-0000-0000-0000-000000000000}"/>
          </ac:picMkLst>
        </pc:picChg>
      </pc:sldChg>
      <pc:sldChg chg="add del">
        <pc:chgData name="juan jose sanchez sanchez" userId="bf9c9b758c35a626" providerId="LiveId" clId="{74C11EBE-4E26-D44E-900E-10C644FED24A}" dt="2026-10-21T15:26:08.572" v="2321" actId="2696"/>
        <pc:sldMkLst>
          <pc:docMk/>
          <pc:sldMk cId="0" sldId="317"/>
        </pc:sldMkLst>
      </pc:sldChg>
      <pc:sldChg chg="del">
        <pc:chgData name="juan jose sanchez sanchez" userId="bf9c9b758c35a626" providerId="LiveId" clId="{74C11EBE-4E26-D44E-900E-10C644FED24A}" dt="2026-10-21T15:25:22.920" v="2312" actId="2696"/>
        <pc:sldMkLst>
          <pc:docMk/>
          <pc:sldMk cId="0" sldId="337"/>
        </pc:sldMkLst>
      </pc:sldChg>
      <pc:sldChg chg="modSp mod">
        <pc:chgData name="juan jose sanchez sanchez" userId="bf9c9b758c35a626" providerId="LiveId" clId="{74C11EBE-4E26-D44E-900E-10C644FED24A}" dt="2026-10-21T15:25:36.457" v="2315" actId="14100"/>
        <pc:sldMkLst>
          <pc:docMk/>
          <pc:sldMk cId="0" sldId="341"/>
        </pc:sldMkLst>
        <pc:spChg chg="mod">
          <ac:chgData name="juan jose sanchez sanchez" userId="bf9c9b758c35a626" providerId="LiveId" clId="{74C11EBE-4E26-D44E-900E-10C644FED24A}" dt="2026-10-21T15:25:36.457" v="2315" actId="14100"/>
          <ac:spMkLst>
            <pc:docMk/>
            <pc:sldMk cId="0" sldId="341"/>
            <ac:spMk id="3" creationId="{00000000-0000-0000-0000-000000000000}"/>
          </ac:spMkLst>
        </pc:spChg>
        <pc:spChg chg="mod">
          <ac:chgData name="juan jose sanchez sanchez" userId="bf9c9b758c35a626" providerId="LiveId" clId="{74C11EBE-4E26-D44E-900E-10C644FED24A}" dt="2026-10-21T15:25:32.994" v="2314" actId="14100"/>
          <ac:spMkLst>
            <pc:docMk/>
            <pc:sldMk cId="0" sldId="341"/>
            <ac:spMk id="9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21T15:25:28.981" v="2313" actId="14100"/>
        <pc:sldMkLst>
          <pc:docMk/>
          <pc:sldMk cId="0" sldId="342"/>
        </pc:sldMkLst>
        <pc:spChg chg="mod">
          <ac:chgData name="juan jose sanchez sanchez" userId="bf9c9b758c35a626" providerId="LiveId" clId="{74C11EBE-4E26-D44E-900E-10C644FED24A}" dt="2026-10-21T15:25:28.981" v="2313" actId="14100"/>
          <ac:spMkLst>
            <pc:docMk/>
            <pc:sldMk cId="0" sldId="342"/>
            <ac:spMk id="20" creationId="{00000000-0000-0000-0000-000000000000}"/>
          </ac:spMkLst>
        </pc:spChg>
      </pc:sldChg>
      <pc:sldChg chg="modSp mod">
        <pc:chgData name="juan jose sanchez sanchez" userId="bf9c9b758c35a626" providerId="LiveId" clId="{74C11EBE-4E26-D44E-900E-10C644FED24A}" dt="2026-10-21T15:25:54.311" v="2318" actId="14100"/>
        <pc:sldMkLst>
          <pc:docMk/>
          <pc:sldMk cId="0" sldId="346"/>
        </pc:sldMkLst>
        <pc:spChg chg="mod">
          <ac:chgData name="juan jose sanchez sanchez" userId="bf9c9b758c35a626" providerId="LiveId" clId="{74C11EBE-4E26-D44E-900E-10C644FED24A}" dt="2026-10-21T15:25:54.311" v="2318" actId="14100"/>
          <ac:spMkLst>
            <pc:docMk/>
            <pc:sldMk cId="0" sldId="346"/>
            <ac:spMk id="6" creationId="{00000000-0000-0000-0000-000000000000}"/>
          </ac:spMkLst>
        </pc:spChg>
      </pc:sldChg>
      <pc:sldChg chg="del">
        <pc:chgData name="juan jose sanchez sanchez" userId="bf9c9b758c35a626" providerId="LiveId" clId="{74C11EBE-4E26-D44E-900E-10C644FED24A}" dt="2026-10-21T15:25:45.100" v="2316" actId="2696"/>
        <pc:sldMkLst>
          <pc:docMk/>
          <pc:sldMk cId="0" sldId="350"/>
        </pc:sldMkLst>
      </pc:sldChg>
      <pc:sldChg chg="addSp delSp modSp add mod ord">
        <pc:chgData name="juan jose sanchez sanchez" userId="bf9c9b758c35a626" providerId="LiveId" clId="{74C11EBE-4E26-D44E-900E-10C644FED24A}" dt="2026-10-19T10:50:20.926" v="307"/>
        <pc:sldMkLst>
          <pc:docMk/>
          <pc:sldMk cId="2931120762" sldId="351"/>
        </pc:sldMkLst>
        <pc:spChg chg="mod">
          <ac:chgData name="juan jose sanchez sanchez" userId="bf9c9b758c35a626" providerId="LiveId" clId="{74C11EBE-4E26-D44E-900E-10C644FED24A}" dt="2026-10-19T10:45:56.389" v="168" actId="14100"/>
          <ac:spMkLst>
            <pc:docMk/>
            <pc:sldMk cId="2931120762" sldId="351"/>
            <ac:spMk id="9" creationId="{434576AE-5305-A6B0-B9FB-BE7D52333391}"/>
          </ac:spMkLst>
        </pc:spChg>
        <pc:spChg chg="mod">
          <ac:chgData name="juan jose sanchez sanchez" userId="bf9c9b758c35a626" providerId="LiveId" clId="{74C11EBE-4E26-D44E-900E-10C644FED24A}" dt="2026-10-19T10:46:25.143" v="182" actId="20577"/>
          <ac:spMkLst>
            <pc:docMk/>
            <pc:sldMk cId="2931120762" sldId="351"/>
            <ac:spMk id="11" creationId="{F836C707-09BC-E07C-BCA1-3962C3E064AF}"/>
          </ac:spMkLst>
        </pc:spChg>
        <pc:spChg chg="del mod">
          <ac:chgData name="juan jose sanchez sanchez" userId="bf9c9b758c35a626" providerId="LiveId" clId="{74C11EBE-4E26-D44E-900E-10C644FED24A}" dt="2026-10-19T10:46:40.751" v="194" actId="478"/>
          <ac:spMkLst>
            <pc:docMk/>
            <pc:sldMk cId="2931120762" sldId="351"/>
            <ac:spMk id="12" creationId="{6F752D39-B7AC-2252-0471-229F6E7D04CB}"/>
          </ac:spMkLst>
        </pc:spChg>
        <pc:spChg chg="del mod">
          <ac:chgData name="juan jose sanchez sanchez" userId="bf9c9b758c35a626" providerId="LiveId" clId="{74C11EBE-4E26-D44E-900E-10C644FED24A}" dt="2026-10-19T10:50:20.926" v="307"/>
          <ac:spMkLst>
            <pc:docMk/>
            <pc:sldMk cId="2931120762" sldId="351"/>
            <ac:spMk id="22" creationId="{662FC506-EBD7-7EA3-8CE5-42FB99FFCE30}"/>
          </ac:spMkLst>
        </pc:spChg>
        <pc:spChg chg="mod">
          <ac:chgData name="juan jose sanchez sanchez" userId="bf9c9b758c35a626" providerId="LiveId" clId="{74C11EBE-4E26-D44E-900E-10C644FED24A}" dt="2026-10-19T10:50:19.714" v="305" actId="20577"/>
          <ac:spMkLst>
            <pc:docMk/>
            <pc:sldMk cId="2931120762" sldId="351"/>
            <ac:spMk id="23" creationId="{F7F5981E-ED9D-C59D-5EDE-1439B751D3DF}"/>
          </ac:spMkLst>
        </pc:spChg>
        <pc:grpChg chg="add del">
          <ac:chgData name="juan jose sanchez sanchez" userId="bf9c9b758c35a626" providerId="LiveId" clId="{74C11EBE-4E26-D44E-900E-10C644FED24A}" dt="2026-10-19T10:46:45.274" v="196" actId="478"/>
          <ac:grpSpMkLst>
            <pc:docMk/>
            <pc:sldMk cId="2931120762" sldId="351"/>
            <ac:grpSpMk id="13" creationId="{A70F3A5A-843E-371E-384D-C7A877AA52E3}"/>
          </ac:grpSpMkLst>
        </pc:grpChg>
      </pc:sldChg>
      <pc:sldChg chg="delSp modSp add mod">
        <pc:chgData name="juan jose sanchez sanchez" userId="bf9c9b758c35a626" providerId="LiveId" clId="{74C11EBE-4E26-D44E-900E-10C644FED24A}" dt="2026-10-19T10:50:14.842" v="300"/>
        <pc:sldMkLst>
          <pc:docMk/>
          <pc:sldMk cId="1353642986" sldId="352"/>
        </pc:sldMkLst>
        <pc:spChg chg="mod">
          <ac:chgData name="juan jose sanchez sanchez" userId="bf9c9b758c35a626" providerId="LiveId" clId="{74C11EBE-4E26-D44E-900E-10C644FED24A}" dt="2026-10-19T10:46:52.690" v="197" actId="21"/>
          <ac:spMkLst>
            <pc:docMk/>
            <pc:sldMk cId="1353642986" sldId="352"/>
            <ac:spMk id="12" creationId="{B18DEF63-9D39-1A0D-3FBD-120549CD9F94}"/>
          </ac:spMkLst>
        </pc:spChg>
        <pc:spChg chg="del mod">
          <ac:chgData name="juan jose sanchez sanchez" userId="bf9c9b758c35a626" providerId="LiveId" clId="{74C11EBE-4E26-D44E-900E-10C644FED24A}" dt="2026-10-19T10:50:14.842" v="300"/>
          <ac:spMkLst>
            <pc:docMk/>
            <pc:sldMk cId="1353642986" sldId="352"/>
            <ac:spMk id="22" creationId="{16B09AD3-A906-FE45-3883-4567A0DE7F1F}"/>
          </ac:spMkLst>
        </pc:spChg>
        <pc:spChg chg="mod">
          <ac:chgData name="juan jose sanchez sanchez" userId="bf9c9b758c35a626" providerId="LiveId" clId="{74C11EBE-4E26-D44E-900E-10C644FED24A}" dt="2026-10-19T10:50:14.179" v="298" actId="20577"/>
          <ac:spMkLst>
            <pc:docMk/>
            <pc:sldMk cId="1353642986" sldId="352"/>
            <ac:spMk id="23" creationId="{8A33AC3C-230D-E720-99D4-9DC3FC6712EF}"/>
          </ac:spMkLst>
        </pc:spChg>
      </pc:sldChg>
      <pc:sldChg chg="add del">
        <pc:chgData name="juan jose sanchez sanchez" userId="bf9c9b758c35a626" providerId="LiveId" clId="{74C11EBE-4E26-D44E-900E-10C644FED24A}" dt="2026-10-19T10:46:32.355" v="185" actId="2696"/>
        <pc:sldMkLst>
          <pc:docMk/>
          <pc:sldMk cId="3705326444" sldId="352"/>
        </pc:sldMkLst>
      </pc:sldChg>
      <pc:sldChg chg="delSp modSp add mod">
        <pc:chgData name="juan jose sanchez sanchez" userId="bf9c9b758c35a626" providerId="LiveId" clId="{74C11EBE-4E26-D44E-900E-10C644FED24A}" dt="2026-10-19T10:50:09.943" v="293"/>
        <pc:sldMkLst>
          <pc:docMk/>
          <pc:sldMk cId="1154820292" sldId="353"/>
        </pc:sldMkLst>
        <pc:spChg chg="mod">
          <ac:chgData name="juan jose sanchez sanchez" userId="bf9c9b758c35a626" providerId="LiveId" clId="{74C11EBE-4E26-D44E-900E-10C644FED24A}" dt="2026-10-19T10:46:57.773" v="198" actId="20577"/>
          <ac:spMkLst>
            <pc:docMk/>
            <pc:sldMk cId="1154820292" sldId="353"/>
            <ac:spMk id="12" creationId="{05E943E7-21C6-0BC1-158B-D344A935555C}"/>
          </ac:spMkLst>
        </pc:spChg>
        <pc:spChg chg="del mod">
          <ac:chgData name="juan jose sanchez sanchez" userId="bf9c9b758c35a626" providerId="LiveId" clId="{74C11EBE-4E26-D44E-900E-10C644FED24A}" dt="2026-10-19T10:50:09.943" v="293"/>
          <ac:spMkLst>
            <pc:docMk/>
            <pc:sldMk cId="1154820292" sldId="353"/>
            <ac:spMk id="22" creationId="{FDF2600B-2DF9-1A40-0254-6E6FF7A04BDB}"/>
          </ac:spMkLst>
        </pc:spChg>
        <pc:spChg chg="mod">
          <ac:chgData name="juan jose sanchez sanchez" userId="bf9c9b758c35a626" providerId="LiveId" clId="{74C11EBE-4E26-D44E-900E-10C644FED24A}" dt="2026-10-19T10:50:08.322" v="291" actId="20577"/>
          <ac:spMkLst>
            <pc:docMk/>
            <pc:sldMk cId="1154820292" sldId="353"/>
            <ac:spMk id="23" creationId="{57C38B11-2624-CF54-4E9A-D5301932F337}"/>
          </ac:spMkLst>
        </pc:spChg>
      </pc:sldChg>
      <pc:sldChg chg="add del">
        <pc:chgData name="juan jose sanchez sanchez" userId="bf9c9b758c35a626" providerId="LiveId" clId="{74C11EBE-4E26-D44E-900E-10C644FED24A}" dt="2026-10-19T10:46:32.609" v="186" actId="2696"/>
        <pc:sldMkLst>
          <pc:docMk/>
          <pc:sldMk cId="1603712837" sldId="353"/>
        </pc:sldMkLst>
      </pc:sldChg>
      <pc:sldChg chg="add del">
        <pc:chgData name="juan jose sanchez sanchez" userId="bf9c9b758c35a626" providerId="LiveId" clId="{74C11EBE-4E26-D44E-900E-10C644FED24A}" dt="2026-10-19T10:46:32.858" v="187" actId="2696"/>
        <pc:sldMkLst>
          <pc:docMk/>
          <pc:sldMk cId="1606857811" sldId="354"/>
        </pc:sldMkLst>
      </pc:sldChg>
      <pc:sldChg chg="delSp modSp add mod">
        <pc:chgData name="juan jose sanchez sanchez" userId="bf9c9b758c35a626" providerId="LiveId" clId="{74C11EBE-4E26-D44E-900E-10C644FED24A}" dt="2026-10-19T10:50:16.541" v="302"/>
        <pc:sldMkLst>
          <pc:docMk/>
          <pc:sldMk cId="3945736322" sldId="354"/>
        </pc:sldMkLst>
        <pc:spChg chg="mod">
          <ac:chgData name="juan jose sanchez sanchez" userId="bf9c9b758c35a626" providerId="LiveId" clId="{74C11EBE-4E26-D44E-900E-10C644FED24A}" dt="2026-10-19T10:47:01.513" v="199" actId="20577"/>
          <ac:spMkLst>
            <pc:docMk/>
            <pc:sldMk cId="3945736322" sldId="354"/>
            <ac:spMk id="12" creationId="{96C2B11C-958F-BFF2-007C-CEF51D7A404C}"/>
          </ac:spMkLst>
        </pc:spChg>
        <pc:spChg chg="del mod">
          <ac:chgData name="juan jose sanchez sanchez" userId="bf9c9b758c35a626" providerId="LiveId" clId="{74C11EBE-4E26-D44E-900E-10C644FED24A}" dt="2026-10-19T10:50:16.541" v="302"/>
          <ac:spMkLst>
            <pc:docMk/>
            <pc:sldMk cId="3945736322" sldId="354"/>
            <ac:spMk id="22" creationId="{87787BC1-5F3B-2531-C9B9-8B40CCC794FB}"/>
          </ac:spMkLst>
        </pc:spChg>
        <pc:spChg chg="mod">
          <ac:chgData name="juan jose sanchez sanchez" userId="bf9c9b758c35a626" providerId="LiveId" clId="{74C11EBE-4E26-D44E-900E-10C644FED24A}" dt="2026-10-19T10:50:02.455" v="287" actId="20577"/>
          <ac:spMkLst>
            <pc:docMk/>
            <pc:sldMk cId="3945736322" sldId="354"/>
            <ac:spMk id="23" creationId="{FB448C97-5E57-FA4B-812F-DF7E18B69C2E}"/>
          </ac:spMkLst>
        </pc:spChg>
      </pc:sldChg>
      <pc:sldChg chg="delSp modSp add mod">
        <pc:chgData name="juan jose sanchez sanchez" userId="bf9c9b758c35a626" providerId="LiveId" clId="{74C11EBE-4E26-D44E-900E-10C644FED24A}" dt="2026-10-19T10:50:01.273" v="285"/>
        <pc:sldMkLst>
          <pc:docMk/>
          <pc:sldMk cId="670951490" sldId="355"/>
        </pc:sldMkLst>
        <pc:spChg chg="mod">
          <ac:chgData name="juan jose sanchez sanchez" userId="bf9c9b758c35a626" providerId="LiveId" clId="{74C11EBE-4E26-D44E-900E-10C644FED24A}" dt="2026-10-19T10:47:05.459" v="201" actId="20577"/>
          <ac:spMkLst>
            <pc:docMk/>
            <pc:sldMk cId="670951490" sldId="355"/>
            <ac:spMk id="12" creationId="{9795A911-2915-F106-5112-0A19442F1561}"/>
          </ac:spMkLst>
        </pc:spChg>
        <pc:spChg chg="del mod">
          <ac:chgData name="juan jose sanchez sanchez" userId="bf9c9b758c35a626" providerId="LiveId" clId="{74C11EBE-4E26-D44E-900E-10C644FED24A}" dt="2026-10-19T10:50:01.273" v="285"/>
          <ac:spMkLst>
            <pc:docMk/>
            <pc:sldMk cId="670951490" sldId="355"/>
            <ac:spMk id="22" creationId="{0AD8F60D-6117-DE34-E337-FD22FF1E7FD7}"/>
          </ac:spMkLst>
        </pc:spChg>
        <pc:spChg chg="mod">
          <ac:chgData name="juan jose sanchez sanchez" userId="bf9c9b758c35a626" providerId="LiveId" clId="{74C11EBE-4E26-D44E-900E-10C644FED24A}" dt="2026-10-19T10:49:59.755" v="283" actId="20577"/>
          <ac:spMkLst>
            <pc:docMk/>
            <pc:sldMk cId="670951490" sldId="355"/>
            <ac:spMk id="23" creationId="{0FDFD473-9E63-15ED-CC77-7F61DE4414C5}"/>
          </ac:spMkLst>
        </pc:spChg>
      </pc:sldChg>
      <pc:sldChg chg="add del">
        <pc:chgData name="juan jose sanchez sanchez" userId="bf9c9b758c35a626" providerId="LiveId" clId="{74C11EBE-4E26-D44E-900E-10C644FED24A}" dt="2026-10-19T10:46:33.359" v="188" actId="2696"/>
        <pc:sldMkLst>
          <pc:docMk/>
          <pc:sldMk cId="3107039448" sldId="355"/>
        </pc:sldMkLst>
      </pc:sldChg>
      <pc:sldChg chg="delSp modSp add mod">
        <pc:chgData name="juan jose sanchez sanchez" userId="bf9c9b758c35a626" providerId="LiveId" clId="{74C11EBE-4E26-D44E-900E-10C644FED24A}" dt="2026-10-19T10:49:55.147" v="280" actId="20577"/>
        <pc:sldMkLst>
          <pc:docMk/>
          <pc:sldMk cId="745521000" sldId="356"/>
        </pc:sldMkLst>
        <pc:spChg chg="del">
          <ac:chgData name="juan jose sanchez sanchez" userId="bf9c9b758c35a626" providerId="LiveId" clId="{74C11EBE-4E26-D44E-900E-10C644FED24A}" dt="2026-10-19T10:49:52.586" v="278" actId="478"/>
          <ac:spMkLst>
            <pc:docMk/>
            <pc:sldMk cId="745521000" sldId="356"/>
            <ac:spMk id="22" creationId="{80885FB9-6833-ADBA-B874-167F9C7D7CE2}"/>
          </ac:spMkLst>
        </pc:spChg>
        <pc:spChg chg="mod">
          <ac:chgData name="juan jose sanchez sanchez" userId="bf9c9b758c35a626" providerId="LiveId" clId="{74C11EBE-4E26-D44E-900E-10C644FED24A}" dt="2026-10-19T10:49:55.147" v="280" actId="20577"/>
          <ac:spMkLst>
            <pc:docMk/>
            <pc:sldMk cId="745521000" sldId="356"/>
            <ac:spMk id="23" creationId="{62B5766B-B3A6-67BE-237B-DA3FF04DFC2A}"/>
          </ac:spMkLst>
        </pc:spChg>
      </pc:sldChg>
      <pc:sldChg chg="add del">
        <pc:chgData name="juan jose sanchez sanchez" userId="bf9c9b758c35a626" providerId="LiveId" clId="{74C11EBE-4E26-D44E-900E-10C644FED24A}" dt="2026-10-19T10:48:24.249" v="276" actId="2696"/>
        <pc:sldMkLst>
          <pc:docMk/>
          <pc:sldMk cId="3020111033" sldId="357"/>
        </pc:sldMkLst>
      </pc:sldChg>
      <pc:sldChg chg="add del">
        <pc:chgData name="juan jose sanchez sanchez" userId="bf9c9b758c35a626" providerId="LiveId" clId="{74C11EBE-4E26-D44E-900E-10C644FED24A}" dt="2026-10-19T10:47:24.788" v="204" actId="2696"/>
        <pc:sldMkLst>
          <pc:docMk/>
          <pc:sldMk cId="1860116807" sldId="358"/>
        </pc:sldMkLst>
      </pc:sldChg>
      <pc:sldChg chg="addSp delSp modSp add mod ord">
        <pc:chgData name="juan jose sanchez sanchez" userId="bf9c9b758c35a626" providerId="LiveId" clId="{74C11EBE-4E26-D44E-900E-10C644FED24A}" dt="2026-10-19T10:48:11.004" v="275" actId="1076"/>
        <pc:sldMkLst>
          <pc:docMk/>
          <pc:sldMk cId="4230308876" sldId="358"/>
        </pc:sldMkLst>
        <pc:spChg chg="add mod">
          <ac:chgData name="juan jose sanchez sanchez" userId="bf9c9b758c35a626" providerId="LiveId" clId="{74C11EBE-4E26-D44E-900E-10C644FED24A}" dt="2026-10-19T10:48:11.004" v="275" actId="1076"/>
          <ac:spMkLst>
            <pc:docMk/>
            <pc:sldMk cId="4230308876" sldId="358"/>
            <ac:spMk id="16" creationId="{0C5CA5CB-9CE2-F7B2-A4E5-43CD3FB913D5}"/>
          </ac:spMkLst>
        </pc:spChg>
        <pc:grpChg chg="del">
          <ac:chgData name="juan jose sanchez sanchez" userId="bf9c9b758c35a626" providerId="LiveId" clId="{74C11EBE-4E26-D44E-900E-10C644FED24A}" dt="2026-10-19T10:47:36.713" v="207" actId="478"/>
          <ac:grpSpMkLst>
            <pc:docMk/>
            <pc:sldMk cId="4230308876" sldId="358"/>
            <ac:grpSpMk id="10" creationId="{A0E97CE5-DE9B-6FCC-8824-2C8FB0612F3A}"/>
          </ac:grpSpMkLst>
        </pc:grpChg>
      </pc:sldChg>
      <pc:sldChg chg="add">
        <pc:chgData name="juan jose sanchez sanchez" userId="bf9c9b758c35a626" providerId="LiveId" clId="{74C11EBE-4E26-D44E-900E-10C644FED24A}" dt="2026-10-19T10:49:46.075" v="277" actId="2890"/>
        <pc:sldMkLst>
          <pc:docMk/>
          <pc:sldMk cId="2089423757" sldId="359"/>
        </pc:sldMkLst>
      </pc:sldChg>
      <pc:sldChg chg="add modNotesTx">
        <pc:chgData name="juan jose sanchez sanchez" userId="bf9c9b758c35a626" providerId="LiveId" clId="{74C11EBE-4E26-D44E-900E-10C644FED24A}" dt="2026-10-19T10:51:37.180" v="467"/>
        <pc:sldMkLst>
          <pc:docMk/>
          <pc:sldMk cId="193232317" sldId="360"/>
        </pc:sldMkLst>
      </pc:sldChg>
      <pc:sldChg chg="modSp add mod">
        <pc:chgData name="juan jose sanchez sanchez" userId="bf9c9b758c35a626" providerId="LiveId" clId="{74C11EBE-4E26-D44E-900E-10C644FED24A}" dt="2026-10-19T10:52:28.301" v="534" actId="20577"/>
        <pc:sldMkLst>
          <pc:docMk/>
          <pc:sldMk cId="4025014110" sldId="361"/>
        </pc:sldMkLst>
        <pc:spChg chg="mod">
          <ac:chgData name="juan jose sanchez sanchez" userId="bf9c9b758c35a626" providerId="LiveId" clId="{74C11EBE-4E26-D44E-900E-10C644FED24A}" dt="2026-10-19T10:52:28.301" v="534" actId="20577"/>
          <ac:spMkLst>
            <pc:docMk/>
            <pc:sldMk cId="4025014110" sldId="361"/>
            <ac:spMk id="4" creationId="{F6E12B2E-B321-5A16-7D5F-9405BA4633C7}"/>
          </ac:spMkLst>
        </pc:spChg>
      </pc:sldChg>
      <pc:sldChg chg="modSp add mod">
        <pc:chgData name="juan jose sanchez sanchez" userId="bf9c9b758c35a626" providerId="LiveId" clId="{74C11EBE-4E26-D44E-900E-10C644FED24A}" dt="2026-10-19T10:52:32.860" v="535" actId="20577"/>
        <pc:sldMkLst>
          <pc:docMk/>
          <pc:sldMk cId="2407250330" sldId="362"/>
        </pc:sldMkLst>
        <pc:spChg chg="mod">
          <ac:chgData name="juan jose sanchez sanchez" userId="bf9c9b758c35a626" providerId="LiveId" clId="{74C11EBE-4E26-D44E-900E-10C644FED24A}" dt="2026-10-19T10:52:32.860" v="535" actId="20577"/>
          <ac:spMkLst>
            <pc:docMk/>
            <pc:sldMk cId="2407250330" sldId="362"/>
            <ac:spMk id="4" creationId="{B0803F29-9705-5535-5F6D-51AA1462BCEA}"/>
          </ac:spMkLst>
        </pc:spChg>
      </pc:sldChg>
      <pc:sldChg chg="modSp add mod">
        <pc:chgData name="juan jose sanchez sanchez" userId="bf9c9b758c35a626" providerId="LiveId" clId="{74C11EBE-4E26-D44E-900E-10C644FED24A}" dt="2026-10-19T10:52:36.674" v="538" actId="5793"/>
        <pc:sldMkLst>
          <pc:docMk/>
          <pc:sldMk cId="1680747082" sldId="363"/>
        </pc:sldMkLst>
        <pc:spChg chg="mod">
          <ac:chgData name="juan jose sanchez sanchez" userId="bf9c9b758c35a626" providerId="LiveId" clId="{74C11EBE-4E26-D44E-900E-10C644FED24A}" dt="2026-10-19T10:52:36.674" v="538" actId="5793"/>
          <ac:spMkLst>
            <pc:docMk/>
            <pc:sldMk cId="1680747082" sldId="363"/>
            <ac:spMk id="4" creationId="{D8185C47-0254-320D-4338-FBCD37AC996F}"/>
          </ac:spMkLst>
        </pc:spChg>
      </pc:sldChg>
      <pc:sldChg chg="modSp add mod">
        <pc:chgData name="juan jose sanchez sanchez" userId="bf9c9b758c35a626" providerId="LiveId" clId="{74C11EBE-4E26-D44E-900E-10C644FED24A}" dt="2026-10-19T10:52:39.724" v="539" actId="20577"/>
        <pc:sldMkLst>
          <pc:docMk/>
          <pc:sldMk cId="3274491939" sldId="364"/>
        </pc:sldMkLst>
        <pc:spChg chg="mod">
          <ac:chgData name="juan jose sanchez sanchez" userId="bf9c9b758c35a626" providerId="LiveId" clId="{74C11EBE-4E26-D44E-900E-10C644FED24A}" dt="2026-10-19T10:52:39.724" v="539" actId="20577"/>
          <ac:spMkLst>
            <pc:docMk/>
            <pc:sldMk cId="3274491939" sldId="364"/>
            <ac:spMk id="4" creationId="{9345A3AB-9F15-1B9B-7D93-FAA5AE9F54DE}"/>
          </ac:spMkLst>
        </pc:spChg>
      </pc:sldChg>
      <pc:sldChg chg="modSp add mod">
        <pc:chgData name="juan jose sanchez sanchez" userId="bf9c9b758c35a626" providerId="LiveId" clId="{74C11EBE-4E26-D44E-900E-10C644FED24A}" dt="2026-10-19T10:52:42.091" v="540" actId="20577"/>
        <pc:sldMkLst>
          <pc:docMk/>
          <pc:sldMk cId="137197557" sldId="365"/>
        </pc:sldMkLst>
        <pc:spChg chg="mod">
          <ac:chgData name="juan jose sanchez sanchez" userId="bf9c9b758c35a626" providerId="LiveId" clId="{74C11EBE-4E26-D44E-900E-10C644FED24A}" dt="2026-10-19T10:52:42.091" v="540" actId="20577"/>
          <ac:spMkLst>
            <pc:docMk/>
            <pc:sldMk cId="137197557" sldId="365"/>
            <ac:spMk id="4" creationId="{7614F725-C947-C963-9DEB-255EE44F7374}"/>
          </ac:spMkLst>
        </pc:spChg>
      </pc:sldChg>
      <pc:sldChg chg="modSp add mod">
        <pc:chgData name="juan jose sanchez sanchez" userId="bf9c9b758c35a626" providerId="LiveId" clId="{74C11EBE-4E26-D44E-900E-10C644FED24A}" dt="2026-10-19T10:52:50.596" v="547" actId="20577"/>
        <pc:sldMkLst>
          <pc:docMk/>
          <pc:sldMk cId="388457011" sldId="366"/>
        </pc:sldMkLst>
        <pc:spChg chg="mod">
          <ac:chgData name="juan jose sanchez sanchez" userId="bf9c9b758c35a626" providerId="LiveId" clId="{74C11EBE-4E26-D44E-900E-10C644FED24A}" dt="2026-10-19T10:52:50.596" v="547" actId="20577"/>
          <ac:spMkLst>
            <pc:docMk/>
            <pc:sldMk cId="388457011" sldId="366"/>
            <ac:spMk id="4" creationId="{FAED7214-ED40-01DE-0E3C-1F7FCE09E973}"/>
          </ac:spMkLst>
        </pc:spChg>
      </pc:sldChg>
      <pc:sldChg chg="add">
        <pc:chgData name="juan jose sanchez sanchez" userId="bf9c9b758c35a626" providerId="LiveId" clId="{74C11EBE-4E26-D44E-900E-10C644FED24A}" dt="2026-10-19T10:53:28.123" v="548"/>
        <pc:sldMkLst>
          <pc:docMk/>
          <pc:sldMk cId="3633823163" sldId="367"/>
        </pc:sldMkLst>
      </pc:sldChg>
      <pc:sldChg chg="add">
        <pc:chgData name="juan jose sanchez sanchez" userId="bf9c9b758c35a626" providerId="LiveId" clId="{74C11EBE-4E26-D44E-900E-10C644FED24A}" dt="2026-10-19T10:56:08.392" v="550" actId="2890"/>
        <pc:sldMkLst>
          <pc:docMk/>
          <pc:sldMk cId="96847708" sldId="368"/>
        </pc:sldMkLst>
      </pc:sldChg>
      <pc:sldChg chg="add">
        <pc:chgData name="juan jose sanchez sanchez" userId="bf9c9b758c35a626" providerId="LiveId" clId="{74C11EBE-4E26-D44E-900E-10C644FED24A}" dt="2026-10-19T10:56:13.654" v="554" actId="2890"/>
        <pc:sldMkLst>
          <pc:docMk/>
          <pc:sldMk cId="296106049" sldId="369"/>
        </pc:sldMkLst>
      </pc:sldChg>
      <pc:sldChg chg="add">
        <pc:chgData name="juan jose sanchez sanchez" userId="bf9c9b758c35a626" providerId="LiveId" clId="{74C11EBE-4E26-D44E-900E-10C644FED24A}" dt="2026-10-19T10:56:21.011" v="558" actId="2890"/>
        <pc:sldMkLst>
          <pc:docMk/>
          <pc:sldMk cId="562660681" sldId="370"/>
        </pc:sldMkLst>
      </pc:sldChg>
      <pc:sldChg chg="addSp delSp modSp add mod ord modNotesTx">
        <pc:chgData name="juan jose sanchez sanchez" userId="bf9c9b758c35a626" providerId="LiveId" clId="{74C11EBE-4E26-D44E-900E-10C644FED24A}" dt="2026-10-19T11:09:38.712" v="1179" actId="20577"/>
        <pc:sldMkLst>
          <pc:docMk/>
          <pc:sldMk cId="3597722057" sldId="371"/>
        </pc:sldMkLst>
        <pc:spChg chg="mod">
          <ac:chgData name="juan jose sanchez sanchez" userId="bf9c9b758c35a626" providerId="LiveId" clId="{74C11EBE-4E26-D44E-900E-10C644FED24A}" dt="2026-10-19T11:08:37.414" v="1036" actId="122"/>
          <ac:spMkLst>
            <pc:docMk/>
            <pc:sldMk cId="3597722057" sldId="371"/>
            <ac:spMk id="3" creationId="{175F4795-A958-30F3-C174-7BEE1745C239}"/>
          </ac:spMkLst>
        </pc:spChg>
        <pc:spChg chg="del mod">
          <ac:chgData name="juan jose sanchez sanchez" userId="bf9c9b758c35a626" providerId="LiveId" clId="{74C11EBE-4E26-D44E-900E-10C644FED24A}" dt="2026-10-19T11:07:48.372" v="982"/>
          <ac:spMkLst>
            <pc:docMk/>
            <pc:sldMk cId="3597722057" sldId="371"/>
            <ac:spMk id="4" creationId="{03581846-830C-DF57-CCDF-9314295A3B41}"/>
          </ac:spMkLst>
        </pc:spChg>
        <pc:spChg chg="del mod">
          <ac:chgData name="juan jose sanchez sanchez" userId="bf9c9b758c35a626" providerId="LiveId" clId="{74C11EBE-4E26-D44E-900E-10C644FED24A}" dt="2026-10-19T11:08:05.609" v="1015"/>
          <ac:spMkLst>
            <pc:docMk/>
            <pc:sldMk cId="3597722057" sldId="371"/>
            <ac:spMk id="5" creationId="{00C35720-8EA6-6438-388F-C04419685C51}"/>
          </ac:spMkLst>
        </pc:spChg>
        <pc:spChg chg="del mod">
          <ac:chgData name="juan jose sanchez sanchez" userId="bf9c9b758c35a626" providerId="LiveId" clId="{74C11EBE-4E26-D44E-900E-10C644FED24A}" dt="2026-10-19T11:07:48.243" v="980"/>
          <ac:spMkLst>
            <pc:docMk/>
            <pc:sldMk cId="3597722057" sldId="371"/>
            <ac:spMk id="6" creationId="{D07C5498-93E4-AEA3-8E6E-52D2C98BFF58}"/>
          </ac:spMkLst>
        </pc:spChg>
        <pc:spChg chg="mod">
          <ac:chgData name="juan jose sanchez sanchez" userId="bf9c9b758c35a626" providerId="LiveId" clId="{74C11EBE-4E26-D44E-900E-10C644FED24A}" dt="2026-10-19T11:09:38.712" v="1179" actId="20577"/>
          <ac:spMkLst>
            <pc:docMk/>
            <pc:sldMk cId="3597722057" sldId="371"/>
            <ac:spMk id="8" creationId="{B318E556-BFF3-E590-91D6-D2127079D9F5}"/>
          </ac:spMkLst>
        </pc:spChg>
        <pc:spChg chg="add del mod">
          <ac:chgData name="juan jose sanchez sanchez" userId="bf9c9b758c35a626" providerId="LiveId" clId="{74C11EBE-4E26-D44E-900E-10C644FED24A}" dt="2026-10-19T11:07:34.730" v="971" actId="478"/>
          <ac:spMkLst>
            <pc:docMk/>
            <pc:sldMk cId="3597722057" sldId="371"/>
            <ac:spMk id="10" creationId="{02CD333C-883E-F386-1A6C-E32F85E0468C}"/>
          </ac:spMkLst>
        </pc:spChg>
        <pc:spChg chg="add del mod">
          <ac:chgData name="juan jose sanchez sanchez" userId="bf9c9b758c35a626" providerId="LiveId" clId="{74C11EBE-4E26-D44E-900E-10C644FED24A}" dt="2026-10-19T11:08:38.658" v="1038"/>
          <ac:spMkLst>
            <pc:docMk/>
            <pc:sldMk cId="3597722057" sldId="371"/>
            <ac:spMk id="11" creationId="{402DB82C-E388-4B89-41BF-AE8E0163A176}"/>
          </ac:spMkLst>
        </pc:spChg>
        <pc:graphicFrameChg chg="del">
          <ac:chgData name="juan jose sanchez sanchez" userId="bf9c9b758c35a626" providerId="LiveId" clId="{74C11EBE-4E26-D44E-900E-10C644FED24A}" dt="2026-10-19T11:07:15.663" v="966" actId="478"/>
          <ac:graphicFrameMkLst>
            <pc:docMk/>
            <pc:sldMk cId="3597722057" sldId="371"/>
            <ac:graphicFrameMk id="9" creationId="{1A315B13-87E0-1574-C8AF-A24CB978ED04}"/>
          </ac:graphicFrameMkLst>
        </pc:graphicFrameChg>
      </pc:sldChg>
      <pc:sldChg chg="add modNotesTx">
        <pc:chgData name="juan jose sanchez sanchez" userId="bf9c9b758c35a626" providerId="LiveId" clId="{74C11EBE-4E26-D44E-900E-10C644FED24A}" dt="2026-10-19T11:18:47.792" v="1332"/>
        <pc:sldMkLst>
          <pc:docMk/>
          <pc:sldMk cId="1325378013" sldId="372"/>
        </pc:sldMkLst>
      </pc:sldChg>
      <pc:sldChg chg="add modNotesTx">
        <pc:chgData name="juan jose sanchez sanchez" userId="bf9c9b758c35a626" providerId="LiveId" clId="{74C11EBE-4E26-D44E-900E-10C644FED24A}" dt="2026-10-19T11:35:28.124" v="2253" actId="20577"/>
        <pc:sldMkLst>
          <pc:docMk/>
          <pc:sldMk cId="3147302555" sldId="373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4"/>
        </pc:sldMkLst>
      </pc:sldChg>
      <pc:sldChg chg="add del">
        <pc:chgData name="juan jose sanchez sanchez" userId="bf9c9b758c35a626" providerId="LiveId" clId="{74C11EBE-4E26-D44E-900E-10C644FED24A}" dt="2026-10-19T12:00:08.396" v="2280" actId="2696"/>
        <pc:sldMkLst>
          <pc:docMk/>
          <pc:sldMk cId="468099117" sldId="374"/>
        </pc:sldMkLst>
      </pc:sldChg>
      <pc:sldChg chg="add del">
        <pc:chgData name="juan jose sanchez sanchez" userId="bf9c9b758c35a626" providerId="LiveId" clId="{74C11EBE-4E26-D44E-900E-10C644FED24A}" dt="2026-10-19T12:00:46.654" v="2285" actId="2696"/>
        <pc:sldMkLst>
          <pc:docMk/>
          <pc:sldMk cId="3217027486" sldId="374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5"/>
        </pc:sldMkLst>
      </pc:sldChg>
      <pc:sldChg chg="add">
        <pc:chgData name="juan jose sanchez sanchez" userId="bf9c9b758c35a626" providerId="LiveId" clId="{74C11EBE-4E26-D44E-900E-10C644FED24A}" dt="2026-10-19T12:00:45.184" v="2284" actId="2890"/>
        <pc:sldMkLst>
          <pc:docMk/>
          <pc:sldMk cId="978319082" sldId="375"/>
        </pc:sldMkLst>
      </pc:sldChg>
      <pc:sldChg chg="addSp modSp add del">
        <pc:chgData name="juan jose sanchez sanchez" userId="bf9c9b758c35a626" providerId="LiveId" clId="{74C11EBE-4E26-D44E-900E-10C644FED24A}" dt="2026-10-19T12:00:16.829" v="2282"/>
        <pc:sldMkLst>
          <pc:docMk/>
          <pc:sldMk cId="0" sldId="376"/>
        </pc:sldMkLst>
        <pc:picChg chg="add mod">
          <ac:chgData name="juan jose sanchez sanchez" userId="bf9c9b758c35a626" providerId="LiveId" clId="{74C11EBE-4E26-D44E-900E-10C644FED24A}" dt="2026-10-19T11:59:40.355" v="2276"/>
          <ac:picMkLst>
            <pc:docMk/>
            <pc:sldMk cId="0" sldId="376"/>
            <ac:picMk id="3" creationId="{18EDB059-D5B1-7084-55A8-11BB69D8BF25}"/>
          </ac:picMkLst>
        </pc:picChg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7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8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79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0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1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2"/>
        </pc:sldMkLst>
      </pc:sldChg>
      <pc:sldChg chg="add del">
        <pc:chgData name="juan jose sanchez sanchez" userId="bf9c9b758c35a626" providerId="LiveId" clId="{74C11EBE-4E26-D44E-900E-10C644FED24A}" dt="2026-10-19T12:00:16.829" v="2282"/>
        <pc:sldMkLst>
          <pc:docMk/>
          <pc:sldMk cId="0" sldId="383"/>
        </pc:sldMkLst>
      </pc:sldChg>
      <pc:sldChg chg="add del">
        <pc:chgData name="juan jose sanchez sanchez" userId="bf9c9b758c35a626" providerId="LiveId" clId="{74C11EBE-4E26-D44E-900E-10C644FED24A}" dt="2026-10-19T12:00:06.667" v="2279"/>
        <pc:sldMkLst>
          <pc:docMk/>
          <pc:sldMk cId="0" sldId="3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ADFDA-6548-2F4C-A98A-006F5466F8D8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03968-15A9-0249-9B5F-4A949916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Multiples </a:t>
            </a:r>
            <a:r>
              <a:rPr lang="en-US" dirty="0" err="1"/>
              <a:t>definiciones</a:t>
            </a:r>
            <a:r>
              <a:rPr lang="en-US" dirty="0"/>
              <a:t> de Big Data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a la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caracterísitca</a:t>
            </a:r>
            <a:r>
              <a:rPr lang="en-US" dirty="0"/>
              <a:t> de </a:t>
            </a:r>
            <a:r>
              <a:rPr lang="en-US" dirty="0" err="1"/>
              <a:t>ellas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, la gran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se </a:t>
            </a:r>
            <a:r>
              <a:rPr lang="en-US" dirty="0" err="1"/>
              <a:t>manejan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48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4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CA4F-0B05-9D55-B33E-A29FD7C1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75269-F477-6C6C-B471-0892A20D4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CF395-D1BF-EE8D-6616-E64AE9756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8CE23-AEC9-3AF5-F8FB-6B74383D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01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556B-AC3A-5896-A1FD-B6914D16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41FB-E2C5-DB6B-B3CB-291E25E17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C9945-D36A-973F-01C1-9AD23FC34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3D1F3-4EB6-14EB-1597-3A488F4FD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2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6195-D754-11D5-8E29-8A198BB6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E91EF-4D7A-239D-9FC6-958D20F4D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BD1CD-B3DF-4415-E1BA-DEDD17919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402AA-A888-C44A-66CB-B42A10C86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01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BA26-03DD-1D70-9315-79B16D68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BD8D2-355F-059B-3296-A0A2496D4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6AFAB-8F78-3E0B-9CF4-BB512D32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91FD1-EC2D-60D4-14A2-691E4F97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23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07CC-23CF-9D17-BC29-C7C60027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EE05B-4A1A-572E-0F1C-1226207EA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4CF3D-FDAE-C516-A489-59284102C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60520-4689-CDAD-6DBD-1854D7730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7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6F07E-4FE3-8644-97B7-CE4722EA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BE3EA-A36A-35EB-D955-2D27E0349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ED5E5-BAE1-00E9-1C27-F65967AA1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25DC5-111D-7B80-8F6E-13F5614EC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70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9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impone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generen</a:t>
            </a:r>
            <a:r>
              <a:rPr lang="en-US" dirty="0"/>
              <a:t> </a:t>
            </a:r>
            <a:r>
              <a:rPr lang="en-US" dirty="0" err="1"/>
              <a:t>constantemente</a:t>
            </a:r>
            <a:r>
              <a:rPr lang="en-US" dirty="0"/>
              <a:t>,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cómputo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58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Velocidad</a:t>
            </a:r>
            <a:r>
              <a:rPr lang="en-US" dirty="0"/>
              <a:t> </a:t>
            </a:r>
            <a:r>
              <a:rPr lang="en-US" dirty="0" err="1"/>
              <a:t>impone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generen</a:t>
            </a:r>
            <a:r>
              <a:rPr lang="en-US" dirty="0"/>
              <a:t> </a:t>
            </a:r>
            <a:r>
              <a:rPr lang="en-US" dirty="0" err="1"/>
              <a:t>constantemente</a:t>
            </a:r>
            <a:r>
              <a:rPr lang="en-US" dirty="0"/>
              <a:t>, </a:t>
            </a:r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la </a:t>
            </a:r>
            <a:r>
              <a:rPr lang="en-US" dirty="0" err="1"/>
              <a:t>capacidad</a:t>
            </a:r>
            <a:r>
              <a:rPr lang="en-US" dirty="0"/>
              <a:t> de </a:t>
            </a:r>
            <a:r>
              <a:rPr lang="en-US" dirty="0" err="1"/>
              <a:t>cómputo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23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y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sabemos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9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46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63FEB-8D55-7B4C-EADE-FD17F7EB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AAD57-51FD-7865-5356-CC7EE72E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01674-D1C9-501B-1E6F-08279FFE8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66D0-F045-B3A1-6CB6-935A9A329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76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770C5-9538-9460-463E-7AE798A4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917CC-DE97-ECC1-36D3-15A3B24E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C8D81-8CF5-A1EA-90D8-BE221B7CA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05550-39AB-BE46-F4C8-146459ABB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4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21300-7110-F7C8-25E5-648BA98F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E8986-DA75-5CCD-ADA6-126213C5C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8ABD7-AA7E-EF00-66D3-F423745E6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C0E22-3A02-3B45-324D-DF980B13C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04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74C3-252E-52F4-D842-EA7CC29E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FBE76-5845-F2DE-59E2-B85BACEFD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601DB-726C-2705-2DF5-2A5F8CA9F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8FE42-7913-E96B-2F94-6158C65C4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46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8950-5A62-A1D1-9DE3-251247F7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36F5C-FA72-7E56-B99F-3F2B86215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67253-295F-849C-6A01-5861D251E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7E800-228B-A440-E09D-1F80A8331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50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7628-0AFA-FD8C-CDC6-F0AB7776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89A-EAAE-D8EC-96BC-98369E6D8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9ADA0-527E-093E-53CC-D8D4F823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y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sabemos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EB364-AF98-FB5F-5D9A-B032C9288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71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7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Cuantas</a:t>
            </a:r>
            <a:r>
              <a:rPr lang="en-US" dirty="0"/>
              <a:t>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realiza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Vamos a introducer la </a:t>
            </a:r>
            <a:r>
              <a:rPr lang="en-US" dirty="0" err="1"/>
              <a:t>complejidad</a:t>
            </a:r>
            <a:r>
              <a:rPr lang="en-US" dirty="0"/>
              <a:t> polynomial y de </a:t>
            </a:r>
            <a:r>
              <a:rPr lang="en-US" dirty="0" err="1"/>
              <a:t>manera</a:t>
            </a:r>
            <a:r>
              <a:rPr lang="en-US" dirty="0"/>
              <a:t> no </a:t>
            </a:r>
            <a:r>
              <a:rPr lang="en-US" dirty="0" err="1"/>
              <a:t>polinomial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42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exponencial</a:t>
            </a:r>
            <a:r>
              <a:rPr lang="en-US" dirty="0"/>
              <a:t> </a:t>
            </a:r>
            <a:r>
              <a:rPr lang="en-US" dirty="0" err="1"/>
              <a:t>duplica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intervalos</a:t>
            </a:r>
            <a:r>
              <a:rPr lang="en-US" dirty="0"/>
              <a:t> de </a:t>
            </a:r>
            <a:r>
              <a:rPr lang="en-US" dirty="0" err="1"/>
              <a:t>tiempo</a:t>
            </a:r>
            <a:r>
              <a:rPr lang="en-US" dirty="0"/>
              <a:t> de la </a:t>
            </a:r>
            <a:r>
              <a:rPr lang="en-US" dirty="0" err="1"/>
              <a:t>misma</a:t>
            </a:r>
            <a:r>
              <a:rPr lang="en-US" dirty="0"/>
              <a:t> longitude</a:t>
            </a:r>
          </a:p>
          <a:p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 que </a:t>
            </a:r>
            <a:r>
              <a:rPr lang="en-US" dirty="0" err="1"/>
              <a:t>vemos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Vemos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duplican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12 meses </a:t>
            </a:r>
          </a:p>
          <a:p>
            <a:endParaRPr lang="en-US" dirty="0"/>
          </a:p>
          <a:p>
            <a:r>
              <a:rPr lang="en-US" dirty="0"/>
              <a:t>¿Que </a:t>
            </a:r>
            <a:r>
              <a:rPr lang="en-US" dirty="0" err="1"/>
              <a:t>pasa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procesamiento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También</a:t>
            </a:r>
            <a:r>
              <a:rPr lang="en-US" dirty="0"/>
              <a:t> se </a:t>
            </a:r>
            <a:r>
              <a:rPr lang="en-US" dirty="0" err="1"/>
              <a:t>duplica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18 meses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29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tiempo</a:t>
            </a:r>
            <a:r>
              <a:rPr lang="en-US" dirty="0"/>
              <a:t> de </a:t>
            </a:r>
            <a:r>
              <a:rPr lang="en-US" dirty="0" err="1"/>
              <a:t>ejecucion</a:t>
            </a:r>
            <a:r>
              <a:rPr lang="en-US" dirty="0"/>
              <a:t> </a:t>
            </a:r>
            <a:r>
              <a:rPr lang="en-US" dirty="0" err="1"/>
              <a:t>dependerá</a:t>
            </a:r>
            <a:r>
              <a:rPr lang="en-US" dirty="0"/>
              <a:t> de la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dónde</a:t>
            </a:r>
            <a:r>
              <a:rPr lang="en-US" dirty="0"/>
              <a:t> se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ejecutando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05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DD90-0C0A-7F1E-6BE8-A7ED00DE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E1D4F-6D1D-1222-6AD8-BA19A6F4B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42BE1-82F8-8339-E33D-6893C09D9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spc="625" dirty="0">
                <a:latin typeface="Times New Roman"/>
                <a:cs typeface="Times New Roman"/>
              </a:rPr>
              <a:t>f</a:t>
            </a:r>
            <a:r>
              <a:rPr lang="en-US" sz="1400" spc="937" baseline="-19943" dirty="0">
                <a:latin typeface="Apple Symbols"/>
                <a:cs typeface="Apple Symbols"/>
              </a:rPr>
              <a:t>𝒜</a:t>
            </a:r>
            <a:r>
              <a:rPr lang="en-US" sz="1200" spc="625" dirty="0">
                <a:latin typeface="Apple Symbols"/>
                <a:cs typeface="Apple Symbols"/>
              </a:rPr>
              <a:t>(</a:t>
            </a:r>
            <a:r>
              <a:rPr lang="en-US" sz="1200" i="1" spc="625" dirty="0">
                <a:latin typeface="Times New Roman"/>
                <a:cs typeface="Times New Roman"/>
              </a:rPr>
              <a:t>n</a:t>
            </a:r>
            <a:r>
              <a:rPr lang="en-US" sz="1200" spc="625" dirty="0">
                <a:latin typeface="Apple Symbols"/>
                <a:cs typeface="Apple Symbols"/>
              </a:rPr>
              <a:t>)</a:t>
            </a:r>
            <a:r>
              <a:rPr lang="en-US" sz="1200" spc="-275" dirty="0">
                <a:latin typeface="Apple Symbols"/>
                <a:cs typeface="Apple Symbols"/>
              </a:rPr>
              <a:t> 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opraciones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peor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B99F2-7830-5B97-08B6-CD5247283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403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sencillo</a:t>
            </a:r>
            <a:r>
              <a:rPr lang="en-US" dirty="0"/>
              <a:t> de </a:t>
            </a:r>
            <a:r>
              <a:rPr lang="en-US" dirty="0" err="1"/>
              <a:t>ordenamiento</a:t>
            </a:r>
            <a:r>
              <a:rPr lang="en-US" dirty="0"/>
              <a:t> las Podemos </a:t>
            </a:r>
            <a:r>
              <a:rPr lang="en-US" dirty="0" err="1"/>
              <a:t>acotar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polinomio</a:t>
            </a:r>
            <a:r>
              <a:rPr lang="en-US" dirty="0"/>
              <a:t> de </a:t>
            </a:r>
            <a:r>
              <a:rPr lang="en-US" dirty="0" err="1"/>
              <a:t>grado</a:t>
            </a:r>
            <a:r>
              <a:rPr lang="en-US" dirty="0"/>
              <a:t> 2 </a:t>
            </a:r>
            <a:r>
              <a:rPr lang="en-US" dirty="0" err="1"/>
              <a:t>ya</a:t>
            </a:r>
            <a:r>
              <a:rPr lang="en-US" dirty="0"/>
              <a:t> que temenos un </a:t>
            </a:r>
            <a:r>
              <a:rPr lang="en-US" dirty="0" err="1"/>
              <a:t>límite</a:t>
            </a:r>
            <a:r>
              <a:rPr lang="en-US" dirty="0"/>
              <a:t> polynomial de </a:t>
            </a:r>
            <a:r>
              <a:rPr lang="en-US" dirty="0" err="1"/>
              <a:t>operaciones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complejidad</a:t>
            </a:r>
            <a:r>
              <a:rPr lang="en-US" dirty="0"/>
              <a:t> es </a:t>
            </a:r>
            <a:r>
              <a:rPr lang="en-US" dirty="0" err="1"/>
              <a:t>cuadrática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peor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n de </a:t>
            </a:r>
            <a:r>
              <a:rPr lang="en-US" dirty="0" err="1"/>
              <a:t>operaciones</a:t>
            </a:r>
            <a:r>
              <a:rPr lang="en-US" dirty="0"/>
              <a:t> es un </a:t>
            </a:r>
            <a:r>
              <a:rPr lang="en-US" dirty="0" err="1"/>
              <a:t>polinomio</a:t>
            </a:r>
            <a:r>
              <a:rPr lang="en-US" dirty="0"/>
              <a:t> de </a:t>
            </a:r>
            <a:r>
              <a:rPr lang="en-US" dirty="0" err="1"/>
              <a:t>grado</a:t>
            </a:r>
            <a:r>
              <a:rPr lang="en-US" dirty="0"/>
              <a:t> 2 y es </a:t>
            </a:r>
            <a:r>
              <a:rPr lang="en-US" dirty="0" err="1"/>
              <a:t>independiente</a:t>
            </a:r>
            <a:r>
              <a:rPr lang="en-US" dirty="0"/>
              <a:t> de la </a:t>
            </a:r>
            <a:r>
              <a:rPr lang="en-US" dirty="0" err="1"/>
              <a:t>máquina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59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algoritmos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propiedad</a:t>
            </a:r>
            <a:r>
              <a:rPr lang="en-US" dirty="0"/>
              <a:t>, </a:t>
            </a:r>
          </a:p>
          <a:p>
            <a:endParaRPr lang="en-US" dirty="0"/>
          </a:p>
          <a:p>
            <a:r>
              <a:rPr lang="en-US" dirty="0"/>
              <a:t>Fa (n) Si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crecen</a:t>
            </a:r>
            <a:r>
              <a:rPr lang="en-US" dirty="0"/>
              <a:t>, </a:t>
            </a:r>
          </a:p>
          <a:p>
            <a:endParaRPr lang="en-US" dirty="0"/>
          </a:p>
          <a:p>
            <a:r>
              <a:rPr lang="en-US" dirty="0"/>
              <a:t>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operaciones</a:t>
            </a:r>
            <a:r>
              <a:rPr lang="en-US" dirty="0"/>
              <a:t> </a:t>
            </a:r>
            <a:r>
              <a:rPr lang="en-US" dirty="0" err="1"/>
              <a:t>tiende</a:t>
            </a:r>
            <a:r>
              <a:rPr lang="en-US" dirty="0"/>
              <a:t> a </a:t>
            </a:r>
            <a:r>
              <a:rPr lang="en-US" dirty="0" err="1"/>
              <a:t>infinito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0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polinomiales</a:t>
            </a:r>
            <a:r>
              <a:rPr lang="en-US" dirty="0"/>
              <a:t> – un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n de </a:t>
            </a:r>
            <a:r>
              <a:rPr lang="en-US" dirty="0" err="1"/>
              <a:t>operaciones</a:t>
            </a:r>
            <a:r>
              <a:rPr lang="en-US" dirty="0"/>
              <a:t> es polynomial</a:t>
            </a:r>
          </a:p>
          <a:p>
            <a:endParaRPr lang="en-US" dirty="0"/>
          </a:p>
          <a:p>
            <a:r>
              <a:rPr lang="en-US" dirty="0"/>
              <a:t>NP </a:t>
            </a:r>
            <a:r>
              <a:rPr lang="en-US" dirty="0" err="1"/>
              <a:t>completo</a:t>
            </a:r>
            <a:r>
              <a:rPr lang="en-US" dirty="0"/>
              <a:t> es especial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lograramos</a:t>
            </a:r>
            <a:r>
              <a:rPr lang="en-US" dirty="0"/>
              <a:t> resolver y transformer uno </a:t>
            </a:r>
            <a:r>
              <a:rPr lang="en-US" dirty="0" err="1"/>
              <a:t>en</a:t>
            </a:r>
            <a:r>
              <a:rPr lang="en-US" dirty="0"/>
              <a:t> polynomial </a:t>
            </a:r>
            <a:r>
              <a:rPr lang="en-US" dirty="0" err="1"/>
              <a:t>podriamos</a:t>
            </a:r>
            <a:r>
              <a:rPr lang="en-US" dirty="0"/>
              <a:t> transformer </a:t>
            </a:r>
            <a:r>
              <a:rPr lang="en-US" dirty="0" err="1"/>
              <a:t>cualquiera</a:t>
            </a:r>
            <a:r>
              <a:rPr lang="en-US" dirty="0"/>
              <a:t> – es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llave</a:t>
            </a:r>
            <a:r>
              <a:rPr lang="en-US" dirty="0"/>
              <a:t> </a:t>
            </a:r>
            <a:r>
              <a:rPr lang="en-US" dirty="0" err="1"/>
              <a:t>maestra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62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063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1000 </a:t>
            </a:r>
            <a:r>
              <a:rPr lang="en-US" dirty="0" err="1"/>
              <a:t>billones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segundo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29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155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menos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milésima</a:t>
            </a:r>
            <a:r>
              <a:rPr lang="en-US" dirty="0"/>
              <a:t> de </a:t>
            </a:r>
            <a:r>
              <a:rPr lang="en-US" dirty="0" err="1"/>
              <a:t>segundo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00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28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788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954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las </a:t>
            </a:r>
            <a:r>
              <a:rPr lang="en-US" dirty="0" err="1"/>
              <a:t>especificaciones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que </a:t>
            </a:r>
            <a:r>
              <a:rPr lang="en-US" dirty="0" err="1"/>
              <a:t>guardamos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BBDD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95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8795A-7D36-F530-A179-FC573700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9AE58-E5C1-3792-1635-2D478BE5B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852EA-1433-177E-283D-78898684E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transformar</a:t>
            </a:r>
            <a:r>
              <a:rPr lang="en-US" dirty="0"/>
              <a:t> las </a:t>
            </a:r>
            <a:r>
              <a:rPr lang="en-US" dirty="0" err="1"/>
              <a:t>especificaciones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que </a:t>
            </a:r>
            <a:r>
              <a:rPr lang="en-US" dirty="0" err="1"/>
              <a:t>guardamos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BBDD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CC71B-7330-56A7-C03F-1E1D6B7BE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577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Notacion</a:t>
            </a:r>
            <a:r>
              <a:rPr lang="en-US" dirty="0"/>
              <a:t>, </a:t>
            </a:r>
            <a:r>
              <a:rPr lang="en-US" dirty="0" err="1"/>
              <a:t>tipos</a:t>
            </a:r>
            <a:endParaRPr lang="en-US" dirty="0"/>
          </a:p>
          <a:p>
            <a:r>
              <a:rPr lang="en-US" dirty="0" err="1"/>
              <a:t>Restricciones</a:t>
            </a:r>
            <a:r>
              <a:rPr lang="en-US" dirty="0"/>
              <a:t> de </a:t>
            </a:r>
            <a:r>
              <a:rPr lang="en-US" dirty="0" err="1"/>
              <a:t>integridad</a:t>
            </a:r>
            <a:r>
              <a:rPr lang="en-US" dirty="0"/>
              <a:t>, BBDD not null,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053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615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modelo</a:t>
            </a:r>
            <a:r>
              <a:rPr lang="en-US" dirty="0"/>
              <a:t> de AA </a:t>
            </a:r>
            <a:r>
              <a:rPr lang="en-US" dirty="0" err="1"/>
              <a:t>actúa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caja</a:t>
            </a:r>
            <a:r>
              <a:rPr lang="en-US" dirty="0"/>
              <a:t> Negra, e </a:t>
            </a:r>
            <a:r>
              <a:rPr lang="en-US" dirty="0" err="1"/>
              <a:t>intenta</a:t>
            </a:r>
            <a:r>
              <a:rPr lang="en-US" dirty="0"/>
              <a:t> </a:t>
            </a:r>
            <a:r>
              <a:rPr lang="en-US" dirty="0" err="1"/>
              <a:t>emular</a:t>
            </a:r>
            <a:r>
              <a:rPr lang="en-US" dirty="0"/>
              <a:t> </a:t>
            </a:r>
          </a:p>
          <a:p>
            <a:r>
              <a:rPr lang="en-US" dirty="0"/>
              <a:t>V </a:t>
            </a:r>
            <a:r>
              <a:rPr lang="en-US" dirty="0" err="1"/>
              <a:t>entra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endParaRPr lang="en-US" dirty="0"/>
          </a:p>
          <a:p>
            <a:r>
              <a:rPr lang="en-US" dirty="0"/>
              <a:t>V </a:t>
            </a:r>
            <a:r>
              <a:rPr lang="en-US" dirty="0" err="1"/>
              <a:t>salida</a:t>
            </a:r>
            <a:r>
              <a:rPr lang="en-US" dirty="0"/>
              <a:t> </a:t>
            </a:r>
            <a:r>
              <a:rPr lang="en-US" dirty="0" err="1"/>
              <a:t>etiquetas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868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variables las </a:t>
            </a:r>
            <a:r>
              <a:rPr lang="en-US" dirty="0" err="1"/>
              <a:t>codificamos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, a </a:t>
            </a:r>
            <a:r>
              <a:rPr lang="en-US" dirty="0" err="1"/>
              <a:t>cada</a:t>
            </a:r>
            <a:r>
              <a:rPr lang="en-US" dirty="0"/>
              <a:t> variable que </a:t>
            </a:r>
            <a:r>
              <a:rPr lang="en-US" dirty="0" err="1"/>
              <a:t>entra</a:t>
            </a:r>
            <a:r>
              <a:rPr lang="en-US" dirty="0"/>
              <a:t> se le </a:t>
            </a:r>
            <a:r>
              <a:rPr lang="en-US" dirty="0" err="1"/>
              <a:t>asigna</a:t>
            </a:r>
            <a:r>
              <a:rPr lang="en-US" dirty="0"/>
              <a:t> un </a:t>
            </a:r>
            <a:r>
              <a:rPr lang="en-US" dirty="0" err="1"/>
              <a:t>numero</a:t>
            </a:r>
            <a:r>
              <a:rPr lang="en-US" dirty="0"/>
              <a:t> o valor</a:t>
            </a:r>
          </a:p>
          <a:p>
            <a:endParaRPr lang="en-US" dirty="0"/>
          </a:p>
          <a:p>
            <a:r>
              <a:rPr lang="en-US" dirty="0" err="1"/>
              <a:t>Cuantitativa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especificando</a:t>
            </a:r>
            <a:r>
              <a:rPr lang="en-US" dirty="0"/>
              <a:t> magnitudes, </a:t>
            </a:r>
            <a:r>
              <a:rPr lang="en-US" dirty="0" err="1"/>
              <a:t>edad</a:t>
            </a:r>
            <a:r>
              <a:rPr lang="en-US" dirty="0"/>
              <a:t>, peso, </a:t>
            </a:r>
          </a:p>
          <a:p>
            <a:r>
              <a:rPr lang="en-US" dirty="0"/>
              <a:t>Ordinal,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preferencia</a:t>
            </a:r>
            <a:r>
              <a:rPr lang="en-US" dirty="0"/>
              <a:t>, </a:t>
            </a:r>
          </a:p>
          <a:p>
            <a:r>
              <a:rPr lang="en-US" dirty="0" err="1"/>
              <a:t>Cualitativa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son </a:t>
            </a:r>
            <a:r>
              <a:rPr lang="en-US" dirty="0" err="1"/>
              <a:t>objetos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analizando</a:t>
            </a:r>
            <a:r>
              <a:rPr lang="en-US" dirty="0"/>
              <a:t> </a:t>
            </a:r>
            <a:r>
              <a:rPr lang="en-US" dirty="0" err="1"/>
              <a:t>imagenes</a:t>
            </a:r>
            <a:r>
              <a:rPr lang="en-US" dirty="0"/>
              <a:t>, 1- arbol, 2-perro,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26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 no </a:t>
            </a:r>
            <a:r>
              <a:rPr lang="en-US" dirty="0" err="1"/>
              <a:t>supervisado</a:t>
            </a:r>
            <a:r>
              <a:rPr lang="en-US" dirty="0"/>
              <a:t>, no </a:t>
            </a:r>
            <a:r>
              <a:rPr lang="en-US" dirty="0" err="1"/>
              <a:t>sabemos</a:t>
            </a:r>
            <a:r>
              <a:rPr lang="en-US" dirty="0"/>
              <a:t> las </a:t>
            </a:r>
            <a:r>
              <a:rPr lang="en-US" dirty="0" err="1"/>
              <a:t>etiquetas</a:t>
            </a:r>
            <a:endParaRPr lang="en-US" dirty="0"/>
          </a:p>
          <a:p>
            <a:endParaRPr lang="en-US" dirty="0"/>
          </a:p>
          <a:p>
            <a:r>
              <a:rPr lang="en-US" dirty="0"/>
              <a:t>AA </a:t>
            </a:r>
            <a:r>
              <a:rPr lang="en-US" dirty="0" err="1"/>
              <a:t>supervisado</a:t>
            </a:r>
            <a:r>
              <a:rPr lang="en-US" dirty="0"/>
              <a:t>, </a:t>
            </a:r>
            <a:r>
              <a:rPr lang="en-US" dirty="0" err="1"/>
              <a:t>sabemos</a:t>
            </a:r>
            <a:r>
              <a:rPr lang="en-US" dirty="0"/>
              <a:t> las </a:t>
            </a:r>
            <a:r>
              <a:rPr lang="en-US" dirty="0" err="1"/>
              <a:t>etiquetas</a:t>
            </a:r>
            <a:r>
              <a:rPr lang="en-US" dirty="0"/>
              <a:t> y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naturaleza</a:t>
            </a:r>
            <a:r>
              <a:rPr lang="en-US" dirty="0"/>
              <a:t> - </a:t>
            </a:r>
          </a:p>
          <a:p>
            <a:r>
              <a:rPr lang="en-US" dirty="0"/>
              <a:t>Y es un </a:t>
            </a:r>
            <a:r>
              <a:rPr lang="en-US" dirty="0" err="1"/>
              <a:t>numero</a:t>
            </a:r>
            <a:r>
              <a:rPr lang="en-US" dirty="0"/>
              <a:t> regression – a </a:t>
            </a:r>
            <a:r>
              <a:rPr lang="en-US" dirty="0" err="1"/>
              <a:t>unas</a:t>
            </a:r>
            <a:r>
              <a:rPr lang="en-US" dirty="0"/>
              <a:t> </a:t>
            </a:r>
            <a:r>
              <a:rPr lang="en-US" dirty="0" err="1"/>
              <a:t>caracteristicas</a:t>
            </a:r>
            <a:r>
              <a:rPr lang="en-US" dirty="0"/>
              <a:t> les </a:t>
            </a:r>
            <a:r>
              <a:rPr lang="en-US" dirty="0" err="1"/>
              <a:t>asociamos</a:t>
            </a:r>
            <a:r>
              <a:rPr lang="en-US" dirty="0"/>
              <a:t> un </a:t>
            </a:r>
            <a:r>
              <a:rPr lang="en-US" dirty="0" err="1"/>
              <a:t>numero</a:t>
            </a:r>
            <a:endParaRPr lang="en-US" dirty="0"/>
          </a:p>
          <a:p>
            <a:endParaRPr lang="en-US" dirty="0"/>
          </a:p>
          <a:p>
            <a:r>
              <a:rPr lang="en-US" dirty="0"/>
              <a:t>- La regression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</a:t>
            </a:r>
            <a:r>
              <a:rPr lang="en-US" dirty="0" err="1"/>
              <a:t>estadística</a:t>
            </a:r>
            <a:r>
              <a:rPr lang="en-US" dirty="0"/>
              <a:t> y de </a:t>
            </a:r>
            <a:r>
              <a:rPr lang="en-US" dirty="0" err="1"/>
              <a:t>aprendizaje</a:t>
            </a:r>
            <a:r>
              <a:rPr lang="en-US" dirty="0"/>
              <a:t> </a:t>
            </a:r>
            <a:r>
              <a:rPr lang="en-US" dirty="0" err="1"/>
              <a:t>automático</a:t>
            </a:r>
            <a:r>
              <a:rPr lang="en-US" dirty="0"/>
              <a:t> que </a:t>
            </a:r>
            <a:r>
              <a:rPr lang="en-US" dirty="0" err="1"/>
              <a:t>sirve</a:t>
            </a:r>
            <a:r>
              <a:rPr lang="en-US" dirty="0"/>
              <a:t> para </a:t>
            </a:r>
            <a:r>
              <a:rPr lang="en-US" dirty="0" err="1"/>
              <a:t>predecir</a:t>
            </a:r>
            <a:r>
              <a:rPr lang="en-US" dirty="0"/>
              <a:t> </a:t>
            </a:r>
            <a:r>
              <a:rPr lang="en-US" b="0" u="none" strike="noStrike" dirty="0" err="1">
                <a:effectLst/>
                <a:latin typeface="Google Sans"/>
              </a:rPr>
              <a:t>valores</a:t>
            </a:r>
            <a:r>
              <a:rPr lang="en-US" b="0" u="none" strike="noStrike" dirty="0">
                <a:effectLst/>
                <a:latin typeface="Google Sans"/>
              </a:rPr>
              <a:t> </a:t>
            </a:r>
            <a:r>
              <a:rPr lang="en-US" b="0" u="none" strike="noStrike" dirty="0" err="1">
                <a:effectLst/>
                <a:latin typeface="Google Sans"/>
              </a:rPr>
              <a:t>numéricos</a:t>
            </a:r>
            <a:r>
              <a:rPr lang="en-US" b="0" u="none" strike="noStrike" dirty="0">
                <a:effectLst/>
                <a:latin typeface="Google Sans"/>
              </a:rPr>
              <a:t> </a:t>
            </a:r>
            <a:r>
              <a:rPr lang="en-US" b="0" u="none" strike="noStrike" dirty="0" err="1">
                <a:effectLst/>
                <a:latin typeface="Google Sans"/>
              </a:rPr>
              <a:t>continuos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volúmenes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endParaRPr lang="en-US" dirty="0"/>
          </a:p>
          <a:p>
            <a:endParaRPr lang="en-US" dirty="0"/>
          </a:p>
          <a:p>
            <a:r>
              <a:rPr lang="en-US" dirty="0"/>
              <a:t>Y es </a:t>
            </a:r>
            <a:r>
              <a:rPr lang="en-US" dirty="0" err="1"/>
              <a:t>cualitativa</a:t>
            </a:r>
            <a:r>
              <a:rPr lang="en-US" dirty="0"/>
              <a:t> 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hombre o </a:t>
            </a:r>
            <a:r>
              <a:rPr lang="en-US" dirty="0" err="1"/>
              <a:t>mujer</a:t>
            </a:r>
            <a:r>
              <a:rPr lang="en-US" dirty="0"/>
              <a:t>,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caracterisitca</a:t>
            </a:r>
            <a:r>
              <a:rPr lang="en-US" dirty="0"/>
              <a:t> de </a:t>
            </a:r>
            <a:r>
              <a:rPr lang="en-US" dirty="0" err="1"/>
              <a:t>clasificacion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Problemas</a:t>
            </a:r>
            <a:r>
              <a:rPr lang="en-US" dirty="0"/>
              <a:t> </a:t>
            </a:r>
          </a:p>
          <a:p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nuestros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y </a:t>
            </a:r>
            <a:r>
              <a:rPr lang="en-US" dirty="0" err="1"/>
              <a:t>queremos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/</a:t>
            </a:r>
            <a:r>
              <a:rPr lang="en-US" dirty="0" err="1"/>
              <a:t>grupos</a:t>
            </a:r>
            <a:r>
              <a:rPr lang="en-US" dirty="0"/>
              <a:t> </a:t>
            </a:r>
            <a:r>
              <a:rPr lang="en-US" dirty="0" err="1"/>
              <a:t>homogéneos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432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4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313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23215" indent="-285115">
              <a:lnSpc>
                <a:spcPct val="100000"/>
              </a:lnSpc>
              <a:spcBef>
                <a:spcPts val="1230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spc="-150" dirty="0" err="1">
                <a:latin typeface="Arial"/>
                <a:cs typeface="Arial"/>
              </a:rPr>
              <a:t>Ejemplos</a:t>
            </a:r>
            <a:r>
              <a:rPr lang="en-US" sz="1200" spc="-150" dirty="0">
                <a:latin typeface="Arial"/>
                <a:cs typeface="Arial"/>
              </a:rPr>
              <a:t> de </a:t>
            </a:r>
            <a:r>
              <a:rPr lang="en-US" sz="1200" spc="-150" dirty="0" err="1">
                <a:latin typeface="Arial"/>
                <a:cs typeface="Arial"/>
              </a:rPr>
              <a:t>datos</a:t>
            </a:r>
            <a:r>
              <a:rPr lang="en-US" sz="1200" spc="-150" dirty="0">
                <a:latin typeface="Arial"/>
                <a:cs typeface="Arial"/>
              </a:rPr>
              <a:t> no </a:t>
            </a:r>
            <a:r>
              <a:rPr lang="en-US" sz="1200" spc="-150" dirty="0" err="1">
                <a:latin typeface="Arial"/>
                <a:cs typeface="Arial"/>
              </a:rPr>
              <a:t>estructuraods</a:t>
            </a:r>
            <a:endParaRPr lang="en-US" sz="1200" spc="-15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1230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spc="-150" dirty="0" err="1">
                <a:latin typeface="Arial"/>
                <a:cs typeface="Arial"/>
              </a:rPr>
              <a:t>Análisis</a:t>
            </a:r>
            <a:r>
              <a:rPr lang="en-US" sz="1200" spc="-125" dirty="0">
                <a:latin typeface="Arial"/>
                <a:cs typeface="Arial"/>
              </a:rPr>
              <a:t> </a:t>
            </a:r>
            <a:r>
              <a:rPr lang="en-US" sz="1200" spc="-140" dirty="0">
                <a:latin typeface="Arial"/>
                <a:cs typeface="Arial"/>
              </a:rPr>
              <a:t>de</a:t>
            </a:r>
            <a:r>
              <a:rPr lang="en-US" sz="1200" spc="-120" dirty="0">
                <a:latin typeface="Arial"/>
                <a:cs typeface="Arial"/>
              </a:rPr>
              <a:t> </a:t>
            </a:r>
            <a:r>
              <a:rPr lang="en-US" sz="1200" spc="-65" dirty="0" err="1">
                <a:latin typeface="Arial"/>
                <a:cs typeface="Arial"/>
              </a:rPr>
              <a:t>sentimientos</a:t>
            </a:r>
            <a:r>
              <a:rPr lang="en-US" sz="1200" spc="-65" dirty="0">
                <a:latin typeface="Arial"/>
                <a:cs typeface="Arial"/>
              </a:rPr>
              <a:t> , </a:t>
            </a:r>
            <a:r>
              <a:rPr lang="en-US" sz="1200" spc="-65" dirty="0" err="1">
                <a:latin typeface="Arial"/>
                <a:cs typeface="Arial"/>
              </a:rPr>
              <a:t>como</a:t>
            </a:r>
            <a:r>
              <a:rPr lang="en-US" sz="1200" spc="-65" dirty="0">
                <a:latin typeface="Arial"/>
                <a:cs typeface="Arial"/>
              </a:rPr>
              <a:t> </a:t>
            </a:r>
            <a:r>
              <a:rPr lang="en-US" sz="1200" spc="-65" dirty="0" err="1">
                <a:latin typeface="Arial"/>
                <a:cs typeface="Arial"/>
              </a:rPr>
              <a:t>positivos</a:t>
            </a:r>
            <a:r>
              <a:rPr lang="en-US" sz="1200" spc="-65" dirty="0">
                <a:latin typeface="Arial"/>
                <a:cs typeface="Arial"/>
              </a:rPr>
              <a:t> neutron o </a:t>
            </a:r>
            <a:r>
              <a:rPr lang="en-US" sz="1200" spc="-65" dirty="0" err="1">
                <a:latin typeface="Arial"/>
                <a:cs typeface="Arial"/>
              </a:rPr>
              <a:t>negativo</a:t>
            </a:r>
            <a:endParaRPr lang="en-US" sz="1200" dirty="0">
              <a:latin typeface="Arial"/>
              <a:cs typeface="Arial"/>
            </a:endParaRPr>
          </a:p>
          <a:p>
            <a:pPr marL="360045" indent="-285115">
              <a:lnSpc>
                <a:spcPct val="100000"/>
              </a:lnSpc>
              <a:spcBef>
                <a:spcPts val="1090"/>
              </a:spcBef>
              <a:buFont typeface="Lucida Grande"/>
              <a:buChar char="▪"/>
              <a:tabLst>
                <a:tab pos="360045" algn="l"/>
              </a:tabLst>
            </a:pPr>
            <a:r>
              <a:rPr lang="en-US" sz="1200" spc="-145" dirty="0" err="1">
                <a:latin typeface="Arial"/>
                <a:cs typeface="Arial"/>
              </a:rPr>
              <a:t>Extracción</a:t>
            </a:r>
            <a:r>
              <a:rPr lang="en-US" sz="1200" spc="-110" dirty="0">
                <a:latin typeface="Arial"/>
                <a:cs typeface="Arial"/>
              </a:rPr>
              <a:t> </a:t>
            </a:r>
            <a:r>
              <a:rPr lang="en-US" sz="1200" spc="-10" dirty="0" err="1">
                <a:latin typeface="Arial"/>
                <a:cs typeface="Arial"/>
              </a:rPr>
              <a:t>eventos</a:t>
            </a:r>
            <a:r>
              <a:rPr lang="en-US" sz="1200" spc="-10" dirty="0">
                <a:latin typeface="Arial"/>
                <a:cs typeface="Arial"/>
              </a:rPr>
              <a:t> . </a:t>
            </a:r>
            <a:r>
              <a:rPr lang="en-US" sz="1200" spc="-10" dirty="0" err="1">
                <a:latin typeface="Arial"/>
                <a:cs typeface="Arial"/>
              </a:rPr>
              <a:t>Monitorizar</a:t>
            </a:r>
            <a:r>
              <a:rPr lang="en-US" sz="1200" spc="-10" dirty="0">
                <a:latin typeface="Arial"/>
                <a:cs typeface="Arial"/>
              </a:rPr>
              <a:t> </a:t>
            </a:r>
            <a:r>
              <a:rPr lang="en-US" sz="1200" spc="-10" dirty="0" err="1">
                <a:latin typeface="Arial"/>
                <a:cs typeface="Arial"/>
              </a:rPr>
              <a:t>eventos</a:t>
            </a:r>
            <a:r>
              <a:rPr lang="en-US" sz="1200" spc="-10" dirty="0">
                <a:latin typeface="Arial"/>
                <a:cs typeface="Arial"/>
              </a:rPr>
              <a:t> que </a:t>
            </a:r>
            <a:r>
              <a:rPr lang="en-US" sz="1200" spc="-10" dirty="0" err="1">
                <a:latin typeface="Arial"/>
                <a:cs typeface="Arial"/>
              </a:rPr>
              <a:t>ocurren</a:t>
            </a:r>
            <a:r>
              <a:rPr lang="en-US" sz="1200" spc="-10" dirty="0">
                <a:latin typeface="Arial"/>
                <a:cs typeface="Arial"/>
              </a:rPr>
              <a:t> </a:t>
            </a:r>
            <a:r>
              <a:rPr lang="en-US" sz="1200" spc="-10" dirty="0" err="1">
                <a:latin typeface="Arial"/>
                <a:cs typeface="Arial"/>
              </a:rPr>
              <a:t>actualmente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382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732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965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conclusion es que temenos </a:t>
            </a:r>
            <a:r>
              <a:rPr lang="en-US" dirty="0" err="1"/>
              <a:t>distintas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y temenos que </a:t>
            </a:r>
            <a:r>
              <a:rPr lang="en-US" dirty="0" err="1"/>
              <a:t>extraer</a:t>
            </a:r>
            <a:r>
              <a:rPr lang="en-US" dirty="0"/>
              <a:t> </a:t>
            </a:r>
            <a:r>
              <a:rPr lang="en-US" dirty="0" err="1"/>
              <a:t>caracterísitcas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mismos</a:t>
            </a:r>
            <a:r>
              <a:rPr lang="en-US" dirty="0"/>
              <a:t> y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dependen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947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ultima </a:t>
            </a:r>
            <a:r>
              <a:rPr lang="en-US" dirty="0" err="1"/>
              <a:t>etapa</a:t>
            </a:r>
            <a:r>
              <a:rPr lang="en-US" dirty="0"/>
              <a:t> del </a:t>
            </a:r>
            <a:r>
              <a:rPr lang="en-US" dirty="0" err="1"/>
              <a:t>proceso</a:t>
            </a:r>
            <a:r>
              <a:rPr lang="en-US" dirty="0"/>
              <a:t> de la </a:t>
            </a:r>
            <a:r>
              <a:rPr lang="en-US" dirty="0" err="1"/>
              <a:t>extraccion</a:t>
            </a:r>
            <a:r>
              <a:rPr lang="en-US" dirty="0"/>
              <a:t> de la </a:t>
            </a:r>
            <a:r>
              <a:rPr lang="en-US" dirty="0" err="1"/>
              <a:t>información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65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</a:t>
            </a:r>
            <a:r>
              <a:rPr lang="en-US" dirty="0" err="1"/>
              <a:t>capa</a:t>
            </a:r>
            <a:r>
              <a:rPr lang="en-US" dirty="0"/>
              <a:t> intermedia entre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final que decide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31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45" dirty="0" err="1">
                <a:latin typeface="Arial"/>
                <a:cs typeface="Arial"/>
              </a:rPr>
              <a:t>comunicar</a:t>
            </a:r>
            <a:endParaRPr lang="en-US" sz="12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65" dirty="0" err="1">
                <a:latin typeface="Arial"/>
                <a:cs typeface="Arial"/>
              </a:rPr>
              <a:t>evaluación</a:t>
            </a:r>
            <a:endParaRPr lang="en-US" sz="12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05" dirty="0" err="1">
                <a:latin typeface="Arial"/>
                <a:cs typeface="Arial"/>
              </a:rPr>
              <a:t>interpretar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252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5AAB-6E9D-28DE-33BE-352445EA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DB71F-39AB-696A-C796-5AB60E0B9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27CE5-E698-B25D-7368-8CD910393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45" dirty="0" err="1">
                <a:latin typeface="Arial"/>
                <a:cs typeface="Arial"/>
              </a:rPr>
              <a:t>comunicar</a:t>
            </a:r>
            <a:endParaRPr lang="en-US" sz="12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65" dirty="0" err="1">
                <a:latin typeface="Arial"/>
                <a:cs typeface="Arial"/>
              </a:rPr>
              <a:t>evaluación</a:t>
            </a:r>
            <a:endParaRPr lang="en-US" sz="12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1200" b="1" spc="-105" dirty="0" err="1">
                <a:latin typeface="Arial"/>
                <a:cs typeface="Arial"/>
              </a:rPr>
              <a:t>interpretar</a:t>
            </a:r>
            <a:endParaRPr lang="en-US" sz="12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780A2-D0AA-9C0B-FB6D-A8B4EC74F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7881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090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3968-15A9-0249-9B5F-4A9499168978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8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8865" y="78987"/>
            <a:ext cx="5855134" cy="49855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6999" y="177800"/>
            <a:ext cx="1892300" cy="24765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31000" y="787400"/>
            <a:ext cx="2413000" cy="4356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54885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7"/>
                </a:lnTo>
                <a:lnTo>
                  <a:pt x="1419558" y="2877996"/>
                </a:lnTo>
                <a:lnTo>
                  <a:pt x="2811967" y="3073687"/>
                </a:lnTo>
                <a:lnTo>
                  <a:pt x="3487644" y="2092957"/>
                </a:lnTo>
                <a:lnTo>
                  <a:pt x="3108468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5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2" y="277458"/>
                </a:lnTo>
                <a:lnTo>
                  <a:pt x="3859375" y="289519"/>
                </a:lnTo>
                <a:lnTo>
                  <a:pt x="3817495" y="305948"/>
                </a:lnTo>
                <a:lnTo>
                  <a:pt x="3777873" y="326480"/>
                </a:lnTo>
                <a:lnTo>
                  <a:pt x="3740774" y="350853"/>
                </a:lnTo>
                <a:lnTo>
                  <a:pt x="3706461" y="378803"/>
                </a:lnTo>
                <a:lnTo>
                  <a:pt x="3675198" y="410066"/>
                </a:lnTo>
                <a:lnTo>
                  <a:pt x="3647248" y="444379"/>
                </a:lnTo>
                <a:lnTo>
                  <a:pt x="3622875" y="481478"/>
                </a:lnTo>
                <a:lnTo>
                  <a:pt x="3602342" y="521100"/>
                </a:lnTo>
                <a:lnTo>
                  <a:pt x="3585914" y="562980"/>
                </a:lnTo>
                <a:lnTo>
                  <a:pt x="3573853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3" y="792225"/>
                </a:lnTo>
                <a:lnTo>
                  <a:pt x="3585914" y="836102"/>
                </a:lnTo>
                <a:lnTo>
                  <a:pt x="3602342" y="877982"/>
                </a:lnTo>
                <a:lnTo>
                  <a:pt x="3622875" y="917604"/>
                </a:lnTo>
                <a:lnTo>
                  <a:pt x="3647248" y="954703"/>
                </a:lnTo>
                <a:lnTo>
                  <a:pt x="3675198" y="989016"/>
                </a:lnTo>
                <a:lnTo>
                  <a:pt x="3706461" y="1020279"/>
                </a:lnTo>
                <a:lnTo>
                  <a:pt x="3740774" y="1048229"/>
                </a:lnTo>
                <a:lnTo>
                  <a:pt x="3777873" y="1072602"/>
                </a:lnTo>
                <a:lnTo>
                  <a:pt x="3817495" y="1093135"/>
                </a:lnTo>
                <a:lnTo>
                  <a:pt x="3859375" y="1109563"/>
                </a:lnTo>
                <a:lnTo>
                  <a:pt x="3903252" y="1121624"/>
                </a:lnTo>
                <a:lnTo>
                  <a:pt x="3948860" y="1129054"/>
                </a:lnTo>
                <a:lnTo>
                  <a:pt x="3995936" y="1131590"/>
                </a:lnTo>
                <a:lnTo>
                  <a:pt x="4043013" y="1129054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5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8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25448" y="652464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3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3999" y="326480"/>
                </a:lnTo>
                <a:lnTo>
                  <a:pt x="4174377" y="305948"/>
                </a:lnTo>
                <a:lnTo>
                  <a:pt x="4132497" y="289519"/>
                </a:lnTo>
                <a:lnTo>
                  <a:pt x="4088621" y="277458"/>
                </a:lnTo>
                <a:lnTo>
                  <a:pt x="4043013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1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9" y="75627"/>
                </a:lnTo>
                <a:lnTo>
                  <a:pt x="4202310" y="116724"/>
                </a:lnTo>
                <a:lnTo>
                  <a:pt x="4226411" y="155245"/>
                </a:lnTo>
                <a:lnTo>
                  <a:pt x="4254310" y="190909"/>
                </a:lnTo>
                <a:lnTo>
                  <a:pt x="4285725" y="223432"/>
                </a:lnTo>
                <a:lnTo>
                  <a:pt x="4320373" y="252535"/>
                </a:lnTo>
                <a:lnTo>
                  <a:pt x="4357973" y="277933"/>
                </a:lnTo>
                <a:lnTo>
                  <a:pt x="4398243" y="299346"/>
                </a:lnTo>
                <a:lnTo>
                  <a:pt x="4440901" y="316491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1"/>
                </a:lnTo>
                <a:lnTo>
                  <a:pt x="4762524" y="299346"/>
                </a:lnTo>
                <a:lnTo>
                  <a:pt x="4802794" y="277933"/>
                </a:lnTo>
                <a:lnTo>
                  <a:pt x="4840394" y="252535"/>
                </a:lnTo>
                <a:lnTo>
                  <a:pt x="4875043" y="223432"/>
                </a:lnTo>
                <a:lnTo>
                  <a:pt x="4906457" y="190909"/>
                </a:lnTo>
                <a:lnTo>
                  <a:pt x="4934356" y="155245"/>
                </a:lnTo>
                <a:lnTo>
                  <a:pt x="4958457" y="116724"/>
                </a:lnTo>
                <a:lnTo>
                  <a:pt x="4978479" y="75627"/>
                </a:lnTo>
                <a:lnTo>
                  <a:pt x="500195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945" y="395267"/>
            <a:ext cx="2658110" cy="1013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44247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4390" y="2537695"/>
            <a:ext cx="3824604" cy="132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jp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icardo.Garcia@uclm.e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3.png"/><Relationship Id="rId5" Type="http://schemas.openxmlformats.org/officeDocument/2006/relationships/image" Target="../media/image45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72.png"/><Relationship Id="rId7" Type="http://schemas.openxmlformats.org/officeDocument/2006/relationships/image" Target="../media/image5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image" Target="../media/image53.png"/><Relationship Id="rId4" Type="http://schemas.openxmlformats.org/officeDocument/2006/relationships/image" Target="../media/image73.png"/><Relationship Id="rId9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95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8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jpg"/><Relationship Id="rId5" Type="http://schemas.openxmlformats.org/officeDocument/2006/relationships/image" Target="../media/image104.png"/><Relationship Id="rId4" Type="http://schemas.openxmlformats.org/officeDocument/2006/relationships/image" Target="../media/image10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1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12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74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119.jp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Garcia@uclm.es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72.png"/><Relationship Id="rId7" Type="http://schemas.openxmlformats.org/officeDocument/2006/relationships/image" Target="../media/image5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10" Type="http://schemas.openxmlformats.org/officeDocument/2006/relationships/image" Target="../media/image53.png"/><Relationship Id="rId4" Type="http://schemas.openxmlformats.org/officeDocument/2006/relationships/image" Target="../media/image73.png"/><Relationship Id="rId9" Type="http://schemas.openxmlformats.org/officeDocument/2006/relationships/image" Target="../media/image5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8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130.png"/><Relationship Id="rId4" Type="http://schemas.openxmlformats.org/officeDocument/2006/relationships/image" Target="../media/image121.png"/><Relationship Id="rId9" Type="http://schemas.openxmlformats.org/officeDocument/2006/relationships/image" Target="../media/image129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8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130.png"/><Relationship Id="rId4" Type="http://schemas.openxmlformats.org/officeDocument/2006/relationships/image" Target="../media/image121.png"/><Relationship Id="rId9" Type="http://schemas.openxmlformats.org/officeDocument/2006/relationships/image" Target="../media/image12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4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2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56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37293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¿Qué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es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</a:t>
            </a:r>
            <a:r>
              <a:rPr sz="4000" b="1" spc="-15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Data?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21730" y="1227472"/>
            <a:ext cx="2393950" cy="103822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950"/>
              </a:spcBef>
            </a:pPr>
            <a:r>
              <a:rPr sz="2800" spc="-1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2500" b="1" dirty="0">
                <a:solidFill>
                  <a:srgbClr val="C0504D"/>
                </a:solidFill>
                <a:latin typeface="Arial Narrow"/>
                <a:cs typeface="Arial Narrow"/>
              </a:rPr>
              <a:t>(Doug</a:t>
            </a:r>
            <a:r>
              <a:rPr sz="2500" b="1" spc="-6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500" b="1" spc="-10" dirty="0">
                <a:solidFill>
                  <a:srgbClr val="C0504D"/>
                </a:solidFill>
                <a:latin typeface="Arial Narrow"/>
                <a:cs typeface="Arial Narrow"/>
              </a:rPr>
              <a:t>Laney,</a:t>
            </a:r>
            <a:r>
              <a:rPr sz="2500" b="1" spc="-6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500" b="1" spc="-10" dirty="0">
                <a:solidFill>
                  <a:srgbClr val="C0504D"/>
                </a:solidFill>
                <a:latin typeface="Arial Narrow"/>
                <a:cs typeface="Arial Narrow"/>
              </a:rPr>
              <a:t>2001)</a:t>
            </a:r>
            <a:endParaRPr sz="25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385095-C980-971C-9646-60E1EF10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A0B862-37C2-B5B1-09A8-3181773F7671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A6DBBE-3C89-7A9D-BDA8-73A47D87B3A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7E5CD1D-464F-2CEF-DDE8-1A6403D5A465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FBD3DA1-C714-8C99-8855-B9BB65D28E81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5C795E-DC30-6AA6-20BD-821BAF2113D9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1A3EB4D-6A1E-18AF-662E-7535EAC8649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729D795-1095-2EF4-F3CB-DEA44D433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34576AE-5305-A6B0-B9FB-BE7D52333391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58F4193-2360-E82C-E01D-B3C837D7D538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836C707-09BC-E07C-BCA1-3962C3E064AF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70F3A5A-843E-371E-384D-C7A877AA52E3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622BB4D5-1A0D-992D-DD09-EC0A356BA7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BCA1864-33EF-C324-3176-1357F02C8AD8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F0D13D3A-0E39-A9CE-78CA-9F267D6F256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BE5A2E8-5783-B6E8-CFC9-AB1A8490B440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8AA2D764-A507-16D8-98F1-B71455F321D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DC1314F3-DC42-1AB1-1CEE-D6288FB6EAF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 dirty="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E7AAC74-D307-D94D-4EA7-BC1EE814D341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DA6133C-2141-8476-3E1F-F5940DA01705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7F5981E-ED9D-C59D-5EDE-1439B751D3DF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63E6B58-4320-F7BE-411F-99E3B716C0FF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36917C0-28A9-D703-0162-498FCBE75DF7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3112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AF000F-8393-34EE-98A2-6681AFF9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4988756-0241-F6F6-9E6A-1D7F87C0490D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395CA6-EE40-5383-C71B-46A4E04D448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F42769E-0E39-9DBB-34F9-502AB447A3D5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081A377-615E-9DB7-91D8-D5738B066915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1D11D09-0F91-0296-A2C6-7FC7C8B7CBD5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A5BA57D-BC0E-945F-50F5-17CE4542D20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3C6B817-1F9F-0AB6-A6AC-EC1658868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8B1F71F-E91B-5BFC-B18B-4FCC836A72BB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DFC94E7-611B-B35A-32AC-6F8816F5CADE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EDB28AC-C71B-EE80-DCD0-3C1A1A053522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18DEF63-9D39-1A0D-3FBD-120549CD9F94}"/>
              </a:ext>
            </a:extLst>
          </p:cNvPr>
          <p:cNvSpPr txBox="1"/>
          <p:nvPr/>
        </p:nvSpPr>
        <p:spPr>
          <a:xfrm>
            <a:off x="3291320" y="1778014"/>
            <a:ext cx="5852680" cy="58221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02CC8F36-07FB-C548-A697-0E857179D148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B2CB20AE-DA2B-8747-EDBD-CCAE2620EBB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9E6D3BD-4DC3-9AC3-BD3E-B726FC5890DE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00A1B407-3CFF-DFCB-BB94-B9937025299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E63194F9-5C8C-5F40-7605-6B5D4EC1D622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A95101C1-2799-23C8-E89B-29150995822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E7C5A67D-FAD7-B462-89B5-69BC3C4944CF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3F36EB9-2175-74E7-FB8C-F3BE2699EA22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209A4E1-B280-BD6D-0184-FB41503D33B7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A33AC3C-230D-E720-99D4-9DC3FC6712EF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3E4DA5A-F73E-8E68-AA2E-CF4D85CE3E19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0A2EDBB-C1E3-EFEA-F6A1-C97DA0C988D3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35364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B5E3AF-848B-8D8C-EEB6-64C5D8A6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BC2138-F7AB-A427-ED48-622AD9AB3429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F700AC-F8CC-2CA0-12A4-61E5BA3E611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7FBE2E6-6A5A-8E83-B8DB-71E0BBAEAC78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3D1389D3-4F89-6A38-D5B3-9E41AB482EA1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546A7B0-CDB9-1629-8DCF-F8ACA765357A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953984F-91C0-E92F-293F-95B4ADD9E9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A461BA58-5D90-3CFB-3903-2C9B42296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7E589B1-E876-ED68-50D2-BE061160E8ED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F574520-EC2A-5263-7E5A-E0CC0A3C4127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8F4D8CC-2018-B1CD-368D-DFC67D16EACA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5E943E7-21C6-0BC1-158B-D344A935555C}"/>
              </a:ext>
            </a:extLst>
          </p:cNvPr>
          <p:cNvSpPr txBox="1"/>
          <p:nvPr/>
        </p:nvSpPr>
        <p:spPr>
          <a:xfrm>
            <a:off x="3291320" y="1778014"/>
            <a:ext cx="5852680" cy="1154162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A9E33B1-B883-6055-C177-AB23B89B5A2A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37587B7C-5DEC-362E-04D9-30F2E24FE16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96B0160-96E2-2132-E857-BB612815CC51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DD06DC6-EFA8-1333-9A06-7F6B4BB3A8E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2D4D93D-E314-768B-7764-FF1D183B6E8E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D4BA4CEF-791E-9AFB-699B-EADFE9DC4DD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080479B5-5E0F-535D-B2F6-455B9571048D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770EC57-5350-5839-CCB9-3F77CFA93D9B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0284FAD-6189-E20D-31EE-CA5771BAEFD8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7C38B11-2624-CF54-4E9A-D5301932F337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4920167-C31A-CED2-6B45-8839B2FE902B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C763BC3-B2BA-051E-F751-AE74F173EBF7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15482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EAA7EA-0791-5BB6-7F1D-3171BC01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4318465-8DB3-1AE4-E74F-B4F700C747F9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66A179B-F390-1795-0275-BFA6F3E890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29DEE9C-5B95-02AB-B955-4A3696317A77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C4ABDAD4-9F51-11D6-39FF-4B9FEFD35A2F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F0ECA88-A43A-BC3A-2920-5BE8874935B8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4742F3D-1433-230A-27AF-5D53F9A8BF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A290031-8252-35FB-83BA-87AD551DF2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C7B90F2-E449-A961-ECFF-B598A0A2E66B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BCCA61C-CA6E-31E7-5F11-D8692045EEC4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9A5A982-780C-572A-C838-379D31CB1E1A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6C2B11C-958F-BFF2-007C-CEF51D7A404C}"/>
              </a:ext>
            </a:extLst>
          </p:cNvPr>
          <p:cNvSpPr txBox="1"/>
          <p:nvPr/>
        </p:nvSpPr>
        <p:spPr>
          <a:xfrm>
            <a:off x="3291320" y="1778014"/>
            <a:ext cx="5852680" cy="172611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BA6C11F-F5A6-790A-0019-4387572FB73B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09899ED6-D3F5-5973-6DA7-35585CDEFDC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5981CE2-038F-29BC-0862-564729FD2865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36CC356E-26F8-BDEB-CEA5-5759309C959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CDC0ECF-DBBF-7723-FE11-47CA2FEBE343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A99CACFF-E453-9468-950B-00835EB0568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BFB704BF-4359-A984-C204-490B8BEFC59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A788828-502B-8A82-C481-92E3698847A3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87DC516-60AE-E0B0-9462-7A3102486EE6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B448C97-5E57-FA4B-812F-DF7E18B69C2E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1FDC75B-7B74-941A-6360-567BDDC31162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FF142C7-ECAE-DA0C-6365-68A39F2CDF8F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4573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F7D149-067F-4D4D-0C43-98B987A1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A10A658-5E79-5986-4FE7-B4B537A74A20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7D9033-2E76-1038-80C2-62E7364AF1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1416573-F7C2-2142-36F6-2E001B9EC35E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2A2FEB20-131A-4014-453D-C92127885984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738B0E9-0D15-DEFB-8D61-B3890E6F77D4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7377E3C-3FAA-E44F-75F5-ADD0D5B074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504A23F-2393-9F3A-9237-6A708818D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9CDA0BE-8F76-5FDF-E31B-6555402FCB96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8977482-48B2-D3C8-2738-832DB30B2FEC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9D7BEEE-EFD6-D3E0-AE88-9E72A65C5CD1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795A911-2915-F106-5112-0A19442F1561}"/>
              </a:ext>
            </a:extLst>
          </p:cNvPr>
          <p:cNvSpPr txBox="1"/>
          <p:nvPr/>
        </p:nvSpPr>
        <p:spPr>
          <a:xfrm>
            <a:off x="3291320" y="1778014"/>
            <a:ext cx="5852680" cy="287001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lang="es-ES" sz="2800" spc="-1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E5CDA4A-D426-9EA2-6226-061405416F16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29961DEE-6D56-2C86-DC49-64E08426F7C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C0097FA-0F63-1A83-9FAD-E627DA98F023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D9B945D8-D959-2E68-D478-84115A4F0E2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830F4E-4F25-25C2-CC7F-3C2AE16B2920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730B209C-AD93-0668-F5EF-AC4C5DF3C3B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66CD3528-BCD5-56A8-0E96-1D3B22EA0905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225F3A3-EE63-441B-ADFD-2CB0A535A874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6F7D079-5E4B-A699-A6B5-1D6E49FAA8C1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FDFD473-9E63-15ED-CC77-7F61DE4414C5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9A38826-D2DC-D823-11BA-EAA47C220595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D6E59F8-45A6-7F73-9520-D1C565EFABE8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7095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3B9DBA-5734-C01F-4FEE-CA67E3BF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A7667BE-3840-640B-E112-F09517B9446E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5E112ED-3EE7-292F-D57F-052C937CE3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048867-CBF6-9AEE-7364-A27F3DDCD2F8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F44BF5A5-78EB-F88C-166B-1558BBF9221F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C042D83-1022-A6A4-9F04-913EA2FBECF1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33975EC-809E-B3A3-53D9-10FF3A20764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D9ECD7E-3E65-C48C-3A7C-12A7D702D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C0C8E-6993-7F46-6C93-FE8A82A8D8C1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2939353-D26C-61D7-6767-908A0EC056FC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6EF8FB3-ACD9-3CF7-7F76-48BC620D17C7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381F48C-3FDA-9B0A-A4D5-1710A8FB67CC}"/>
              </a:ext>
            </a:extLst>
          </p:cNvPr>
          <p:cNvSpPr txBox="1"/>
          <p:nvPr/>
        </p:nvSpPr>
        <p:spPr>
          <a:xfrm>
            <a:off x="3291320" y="1778014"/>
            <a:ext cx="5852680" cy="330090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819275" algn="l"/>
                <a:tab pos="3078480" algn="l"/>
              </a:tabLst>
            </a:pPr>
            <a:r>
              <a:rPr sz="2800" b="1" spc="-65" dirty="0">
                <a:solidFill>
                  <a:srgbClr val="3F6797"/>
                </a:solidFill>
                <a:latin typeface="Arial"/>
                <a:cs typeface="Arial"/>
              </a:rPr>
              <a:t>Universo</a:t>
            </a:r>
            <a:r>
              <a:rPr sz="2800" b="1" dirty="0">
                <a:solidFill>
                  <a:srgbClr val="3F6797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4*10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79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átomos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H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A3B31A8-95BA-900F-C03A-5C51422DBE0A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EAD70DA5-BF07-7B99-2313-662FD67A56D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5249440-99A1-BDFA-1EF5-465D8D2D8F8D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3473C33-59E3-AD04-BFF1-2129CECE82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702F0238-64FE-511C-56F5-F2DE3968CCE5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99C1580F-54C2-5396-708C-11AA2267E18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5B73B46F-EFA0-1142-BF87-46F394F4F542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5B9B642-83DD-1EFF-1860-4E9575A2E923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CCCB66A-28C0-8375-E3EF-2904AEBE3B39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2B5766B-B3A6-67BE-237B-DA3FF04DFC2A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endParaRPr sz="2800" dirty="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7BC4FAE-9041-68AB-9984-21A3D3CEE9F9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A3D04A3-B447-1013-1290-DC2D018C4DA9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74552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896178-A708-B9FE-EA07-913CFA187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5033998-A59C-AA94-301C-96A0362169AE}"/>
              </a:ext>
            </a:extLst>
          </p:cNvPr>
          <p:cNvGrpSpPr/>
          <p:nvPr/>
        </p:nvGrpSpPr>
        <p:grpSpPr>
          <a:xfrm>
            <a:off x="2560660" y="0"/>
            <a:ext cx="6583680" cy="739140"/>
            <a:chOff x="2560660" y="0"/>
            <a:chExt cx="6583680" cy="7391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F56ACC4-615C-84DB-B8C7-3B4CB5EF4F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660" y="0"/>
              <a:ext cx="6583339" cy="738591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CACED0-0C48-497C-CA33-E437F1F62BBF}"/>
                </a:ext>
              </a:extLst>
            </p:cNvPr>
            <p:cNvSpPr/>
            <p:nvPr/>
          </p:nvSpPr>
          <p:spPr>
            <a:xfrm>
              <a:off x="2603522" y="15949"/>
              <a:ext cx="6527165" cy="660400"/>
            </a:xfrm>
            <a:custGeom>
              <a:avLst/>
              <a:gdLst/>
              <a:ahLst/>
              <a:cxnLst/>
              <a:rect l="l" t="t" r="r" b="b"/>
              <a:pathLst>
                <a:path w="6527165" h="660400">
                  <a:moveTo>
                    <a:pt x="6526764" y="0"/>
                  </a:moveTo>
                  <a:lnTo>
                    <a:pt x="0" y="0"/>
                  </a:lnTo>
                  <a:lnTo>
                    <a:pt x="0" y="659779"/>
                  </a:lnTo>
                  <a:lnTo>
                    <a:pt x="6526764" y="659779"/>
                  </a:lnTo>
                  <a:lnTo>
                    <a:pt x="65267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A3F8E9BF-C89C-D744-E328-718A05AC7AAC}"/>
              </a:ext>
            </a:extLst>
          </p:cNvPr>
          <p:cNvGrpSpPr/>
          <p:nvPr/>
        </p:nvGrpSpPr>
        <p:grpSpPr>
          <a:xfrm>
            <a:off x="7846452" y="3943584"/>
            <a:ext cx="1297940" cy="1200150"/>
            <a:chOff x="7846452" y="3943584"/>
            <a:chExt cx="1297940" cy="1200150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664F3F3-013E-BF54-B4D4-EDA719FAA5B0}"/>
                </a:ext>
              </a:extLst>
            </p:cNvPr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E6C9AEC8-BC80-E1AD-DD46-DFE31A0129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6452" y="4081637"/>
              <a:ext cx="762475" cy="696173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085C29F-FEA9-2C1A-330C-E821B7A9E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9A0AB48-8F3A-E252-FF3C-F74DE0151E6C}"/>
              </a:ext>
            </a:extLst>
          </p:cNvPr>
          <p:cNvSpPr txBox="1"/>
          <p:nvPr/>
        </p:nvSpPr>
        <p:spPr>
          <a:xfrm>
            <a:off x="3316719" y="787191"/>
            <a:ext cx="581396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323215" algn="l"/>
                <a:tab pos="1900555" algn="l"/>
                <a:tab pos="2652395" algn="l"/>
              </a:tabLst>
            </a:pPr>
            <a:r>
              <a:rPr sz="2800" spc="-35" dirty="0">
                <a:solidFill>
                  <a:srgbClr val="A5D6E2"/>
                </a:solidFill>
                <a:latin typeface="Arial"/>
                <a:cs typeface="Arial"/>
              </a:rPr>
              <a:t>Gigabytes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75" baseline="18115" dirty="0">
                <a:latin typeface="Arial"/>
                <a:cs typeface="Arial"/>
              </a:rPr>
              <a:t>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90F1215-9539-9831-B4FC-6F61A4AB1CE3}"/>
              </a:ext>
            </a:extLst>
          </p:cNvPr>
          <p:cNvSpPr txBox="1"/>
          <p:nvPr/>
        </p:nvSpPr>
        <p:spPr>
          <a:xfrm>
            <a:off x="5614229" y="1316942"/>
            <a:ext cx="3263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b="1" spc="-65" dirty="0"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1B309D3-1B04-87E5-F3D2-9A157F31E0A6}"/>
              </a:ext>
            </a:extLst>
          </p:cNvPr>
          <p:cNvSpPr txBox="1"/>
          <p:nvPr/>
        </p:nvSpPr>
        <p:spPr>
          <a:xfrm>
            <a:off x="3342119" y="1351292"/>
            <a:ext cx="52555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Lucida Grande"/>
              <a:buChar char="▪"/>
              <a:tabLst>
                <a:tab pos="297815" algn="l"/>
                <a:tab pos="1843405" algn="l"/>
                <a:tab pos="2665095" algn="l"/>
              </a:tabLst>
            </a:pPr>
            <a:r>
              <a:rPr sz="2800" spc="-45" dirty="0">
                <a:solidFill>
                  <a:srgbClr val="A5D6E2"/>
                </a:solidFill>
                <a:latin typeface="Arial"/>
                <a:cs typeface="Arial"/>
              </a:rPr>
              <a:t>Terabytes</a:t>
            </a:r>
            <a:r>
              <a:rPr lang="en-US" sz="2800" spc="-25" dirty="0">
                <a:latin typeface="Arial"/>
                <a:cs typeface="Arial"/>
              </a:rPr>
              <a:t>10</a:t>
            </a:r>
            <a:r>
              <a:rPr lang="es-ES" sz="2800" spc="-45" dirty="0">
                <a:solidFill>
                  <a:srgbClr val="A5D6E2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A5D6E2"/>
                </a:solidFill>
                <a:latin typeface="Arial"/>
                <a:cs typeface="Arial"/>
              </a:rPr>
              <a:t>	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7AA808F-B10F-011A-F8DB-D3755D31665D}"/>
              </a:ext>
            </a:extLst>
          </p:cNvPr>
          <p:cNvSpPr txBox="1"/>
          <p:nvPr/>
        </p:nvSpPr>
        <p:spPr>
          <a:xfrm>
            <a:off x="3291320" y="1778014"/>
            <a:ext cx="5852680" cy="330090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48615" indent="-28511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25320" algn="l"/>
              </a:tabLst>
            </a:pPr>
            <a:r>
              <a:rPr sz="2800" spc="-20" dirty="0">
                <a:solidFill>
                  <a:srgbClr val="78C1D4"/>
                </a:solidFill>
                <a:latin typeface="Arial"/>
                <a:cs typeface="Arial"/>
              </a:rPr>
              <a:t>Petabytes</a:t>
            </a:r>
            <a:r>
              <a:rPr sz="2800" dirty="0">
                <a:solidFill>
                  <a:srgbClr val="78C1D4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165" baseline="18115" dirty="0">
                <a:latin typeface="Arial"/>
                <a:cs typeface="Arial"/>
              </a:rPr>
              <a:t>15</a:t>
            </a:r>
            <a:r>
              <a:rPr sz="3450" b="1" spc="-31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941195" algn="l"/>
                <a:tab pos="2842895" algn="l"/>
              </a:tabLst>
            </a:pPr>
            <a:r>
              <a:rPr sz="2800" spc="-10" dirty="0">
                <a:solidFill>
                  <a:srgbClr val="4BACC6"/>
                </a:solidFill>
                <a:latin typeface="Arial"/>
                <a:cs typeface="Arial"/>
              </a:rPr>
              <a:t>Exabytes</a:t>
            </a:r>
            <a:r>
              <a:rPr sz="2800" dirty="0">
                <a:solidFill>
                  <a:srgbClr val="4BACC6"/>
                </a:solidFill>
                <a:latin typeface="Arial"/>
                <a:cs typeface="Arial"/>
              </a:rPr>
              <a:t>	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18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5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5" dirty="0">
                <a:solidFill>
                  <a:srgbClr val="4BACC6"/>
                </a:solidFill>
                <a:latin typeface="Arial"/>
                <a:cs typeface="Arial"/>
              </a:rPr>
              <a:t>Zettabytes</a:t>
            </a:r>
            <a:r>
              <a:rPr sz="2800" spc="-145" dirty="0">
                <a:solidFill>
                  <a:srgbClr val="4BACC6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21</a:t>
            </a:r>
            <a:r>
              <a:rPr sz="3450" b="1" spc="-104" baseline="1811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</a:tabLst>
            </a:pPr>
            <a:r>
              <a:rPr sz="2800" spc="-120" dirty="0">
                <a:solidFill>
                  <a:srgbClr val="3C8A9E"/>
                </a:solidFill>
                <a:latin typeface="Arial"/>
                <a:cs typeface="Arial"/>
              </a:rPr>
              <a:t>Yotttabytes</a:t>
            </a:r>
            <a:r>
              <a:rPr sz="2800" spc="-145" dirty="0">
                <a:solidFill>
                  <a:srgbClr val="3C8A9E"/>
                </a:solidFill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3450" b="1" spc="-89" baseline="18115" dirty="0">
                <a:latin typeface="Arial"/>
                <a:cs typeface="Arial"/>
              </a:rPr>
              <a:t>24</a:t>
            </a:r>
            <a:r>
              <a:rPr sz="3450" b="1" spc="-75" baseline="1811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  <a:p>
            <a:pPr marL="348615" indent="-28511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Lucida Grande"/>
              <a:buChar char="▪"/>
              <a:tabLst>
                <a:tab pos="348615" algn="l"/>
                <a:tab pos="1819275" algn="l"/>
                <a:tab pos="3078480" algn="l"/>
              </a:tabLst>
            </a:pPr>
            <a:r>
              <a:rPr sz="2800" b="1" spc="-65" dirty="0">
                <a:solidFill>
                  <a:srgbClr val="3F6797"/>
                </a:solidFill>
                <a:latin typeface="Arial"/>
                <a:cs typeface="Arial"/>
              </a:rPr>
              <a:t>Universo</a:t>
            </a:r>
            <a:r>
              <a:rPr sz="2800" b="1" dirty="0">
                <a:solidFill>
                  <a:srgbClr val="3F6797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4*10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50" b="1" spc="-37" baseline="18115" dirty="0">
                <a:latin typeface="Arial"/>
                <a:cs typeface="Arial"/>
              </a:rPr>
              <a:t>79</a:t>
            </a:r>
            <a:r>
              <a:rPr sz="3450" b="1" baseline="18115" dirty="0">
                <a:latin typeface="Arial"/>
                <a:cs typeface="Arial"/>
              </a:rPr>
              <a:t>	</a:t>
            </a:r>
            <a:r>
              <a:rPr sz="2800" spc="-125" dirty="0">
                <a:latin typeface="Arial"/>
                <a:cs typeface="Arial"/>
              </a:rPr>
              <a:t>átomos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35" dirty="0">
                <a:latin typeface="Arial"/>
                <a:cs typeface="Arial"/>
              </a:rPr>
              <a:t>H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8D894D31-1C8F-8399-7A94-DF4182EC9AB5}"/>
              </a:ext>
            </a:extLst>
          </p:cNvPr>
          <p:cNvGrpSpPr/>
          <p:nvPr/>
        </p:nvGrpSpPr>
        <p:grpSpPr>
          <a:xfrm>
            <a:off x="7399390" y="722213"/>
            <a:ext cx="318135" cy="685165"/>
            <a:chOff x="7399390" y="722213"/>
            <a:chExt cx="318135" cy="685165"/>
          </a:xfrm>
        </p:grpSpPr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F1F34905-EFA9-313D-6AF8-5725EBC86AF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99390" y="722213"/>
              <a:ext cx="317818" cy="685025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E9D197A-421E-6CE6-A0FA-6A507309D9CF}"/>
                </a:ext>
              </a:extLst>
            </p:cNvPr>
            <p:cNvSpPr/>
            <p:nvPr/>
          </p:nvSpPr>
          <p:spPr>
            <a:xfrm>
              <a:off x="7450247" y="750012"/>
              <a:ext cx="216535" cy="583565"/>
            </a:xfrm>
            <a:custGeom>
              <a:avLst/>
              <a:gdLst/>
              <a:ahLst/>
              <a:cxnLst/>
              <a:rect l="l" t="t" r="r" b="b"/>
              <a:pathLst>
                <a:path w="216534" h="583565">
                  <a:moveTo>
                    <a:pt x="108096" y="0"/>
                  </a:moveTo>
                  <a:lnTo>
                    <a:pt x="61982" y="31037"/>
                  </a:lnTo>
                  <a:lnTo>
                    <a:pt x="58341" y="49750"/>
                  </a:lnTo>
                  <a:lnTo>
                    <a:pt x="61982" y="68464"/>
                  </a:lnTo>
                  <a:lnTo>
                    <a:pt x="72908" y="84916"/>
                  </a:lnTo>
                  <a:lnTo>
                    <a:pt x="89367" y="95841"/>
                  </a:lnTo>
                  <a:lnTo>
                    <a:pt x="108096" y="99483"/>
                  </a:lnTo>
                  <a:lnTo>
                    <a:pt x="126825" y="95841"/>
                  </a:lnTo>
                  <a:lnTo>
                    <a:pt x="143284" y="84916"/>
                  </a:lnTo>
                  <a:lnTo>
                    <a:pt x="154209" y="68464"/>
                  </a:lnTo>
                  <a:lnTo>
                    <a:pt x="157851" y="49750"/>
                  </a:lnTo>
                  <a:lnTo>
                    <a:pt x="154209" y="31037"/>
                  </a:lnTo>
                  <a:lnTo>
                    <a:pt x="126821" y="3651"/>
                  </a:lnTo>
                  <a:lnTo>
                    <a:pt x="108096" y="0"/>
                  </a:lnTo>
                  <a:close/>
                </a:path>
                <a:path w="216534" h="583565">
                  <a:moveTo>
                    <a:pt x="100666" y="341440"/>
                  </a:moveTo>
                  <a:lnTo>
                    <a:pt x="48157" y="341440"/>
                  </a:lnTo>
                  <a:lnTo>
                    <a:pt x="48157" y="557171"/>
                  </a:lnTo>
                  <a:lnTo>
                    <a:pt x="50229" y="567365"/>
                  </a:lnTo>
                  <a:lnTo>
                    <a:pt x="55869" y="575713"/>
                  </a:lnTo>
                  <a:lnTo>
                    <a:pt x="64218" y="581353"/>
                  </a:lnTo>
                  <a:lnTo>
                    <a:pt x="74412" y="583425"/>
                  </a:lnTo>
                  <a:lnTo>
                    <a:pt x="84606" y="581353"/>
                  </a:lnTo>
                  <a:lnTo>
                    <a:pt x="92954" y="575713"/>
                  </a:lnTo>
                  <a:lnTo>
                    <a:pt x="98595" y="567365"/>
                  </a:lnTo>
                  <a:lnTo>
                    <a:pt x="100666" y="557171"/>
                  </a:lnTo>
                  <a:lnTo>
                    <a:pt x="100666" y="341440"/>
                  </a:lnTo>
                  <a:close/>
                </a:path>
                <a:path w="216534" h="583565">
                  <a:moveTo>
                    <a:pt x="168034" y="183050"/>
                  </a:moveTo>
                  <a:lnTo>
                    <a:pt x="48021" y="183050"/>
                  </a:lnTo>
                  <a:lnTo>
                    <a:pt x="48021" y="341440"/>
                  </a:lnTo>
                  <a:lnTo>
                    <a:pt x="115388" y="341440"/>
                  </a:lnTo>
                  <a:lnTo>
                    <a:pt x="115388" y="557171"/>
                  </a:lnTo>
                  <a:lnTo>
                    <a:pt x="117460" y="567365"/>
                  </a:lnTo>
                  <a:lnTo>
                    <a:pt x="123101" y="575713"/>
                  </a:lnTo>
                  <a:lnTo>
                    <a:pt x="131449" y="581353"/>
                  </a:lnTo>
                  <a:lnTo>
                    <a:pt x="141643" y="583425"/>
                  </a:lnTo>
                  <a:lnTo>
                    <a:pt x="151837" y="581353"/>
                  </a:lnTo>
                  <a:lnTo>
                    <a:pt x="160185" y="575713"/>
                  </a:lnTo>
                  <a:lnTo>
                    <a:pt x="165825" y="567365"/>
                  </a:lnTo>
                  <a:lnTo>
                    <a:pt x="167896" y="557171"/>
                  </a:lnTo>
                  <a:lnTo>
                    <a:pt x="167896" y="341304"/>
                  </a:lnTo>
                  <a:lnTo>
                    <a:pt x="168034" y="341304"/>
                  </a:lnTo>
                  <a:lnTo>
                    <a:pt x="168034" y="183050"/>
                  </a:lnTo>
                  <a:close/>
                </a:path>
                <a:path w="216534" h="583565">
                  <a:moveTo>
                    <a:pt x="167441" y="109665"/>
                  </a:moveTo>
                  <a:lnTo>
                    <a:pt x="48569" y="109665"/>
                  </a:lnTo>
                  <a:lnTo>
                    <a:pt x="34993" y="110926"/>
                  </a:lnTo>
                  <a:lnTo>
                    <a:pt x="35141" y="110926"/>
                  </a:lnTo>
                  <a:lnTo>
                    <a:pt x="23665" y="114160"/>
                  </a:lnTo>
                  <a:lnTo>
                    <a:pt x="0" y="146626"/>
                  </a:lnTo>
                  <a:lnTo>
                    <a:pt x="25" y="343929"/>
                  </a:lnTo>
                  <a:lnTo>
                    <a:pt x="7291" y="351241"/>
                  </a:lnTo>
                  <a:lnTo>
                    <a:pt x="25668" y="351241"/>
                  </a:lnTo>
                  <a:lnTo>
                    <a:pt x="32971" y="343792"/>
                  </a:lnTo>
                  <a:lnTo>
                    <a:pt x="32979" y="183050"/>
                  </a:lnTo>
                  <a:lnTo>
                    <a:pt x="168034" y="183050"/>
                  </a:lnTo>
                  <a:lnTo>
                    <a:pt x="168034" y="182913"/>
                  </a:lnTo>
                  <a:lnTo>
                    <a:pt x="216100" y="182913"/>
                  </a:lnTo>
                  <a:lnTo>
                    <a:pt x="216116" y="146626"/>
                  </a:lnTo>
                  <a:lnTo>
                    <a:pt x="192255" y="114160"/>
                  </a:lnTo>
                  <a:lnTo>
                    <a:pt x="180802" y="110926"/>
                  </a:lnTo>
                  <a:lnTo>
                    <a:pt x="167441" y="109665"/>
                  </a:lnTo>
                  <a:close/>
                </a:path>
                <a:path w="216534" h="583565">
                  <a:moveTo>
                    <a:pt x="216100" y="182913"/>
                  </a:moveTo>
                  <a:lnTo>
                    <a:pt x="183074" y="182913"/>
                  </a:lnTo>
                  <a:lnTo>
                    <a:pt x="183074" y="343792"/>
                  </a:lnTo>
                  <a:lnTo>
                    <a:pt x="190340" y="351058"/>
                  </a:lnTo>
                  <a:lnTo>
                    <a:pt x="208718" y="351058"/>
                  </a:lnTo>
                  <a:lnTo>
                    <a:pt x="216029" y="343646"/>
                  </a:lnTo>
                  <a:lnTo>
                    <a:pt x="216100" y="1829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340DAAD-AFDA-6665-B86E-92C6BFB82EE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5888" y="737312"/>
              <a:ext cx="124910" cy="124883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0C582F8-E805-3F49-382A-CCA031C308B6}"/>
                </a:ext>
              </a:extLst>
            </p:cNvPr>
            <p:cNvSpPr/>
            <p:nvPr/>
          </p:nvSpPr>
          <p:spPr>
            <a:xfrm>
              <a:off x="7450247" y="859678"/>
              <a:ext cx="216535" cy="474345"/>
            </a:xfrm>
            <a:custGeom>
              <a:avLst/>
              <a:gdLst/>
              <a:ahLst/>
              <a:cxnLst/>
              <a:rect l="l" t="t" r="r" b="b"/>
              <a:pathLst>
                <a:path w="216534" h="474344">
                  <a:moveTo>
                    <a:pt x="48568" y="0"/>
                  </a:moveTo>
                  <a:lnTo>
                    <a:pt x="9050" y="13582"/>
                  </a:lnTo>
                  <a:lnTo>
                    <a:pt x="0" y="36960"/>
                  </a:lnTo>
                  <a:lnTo>
                    <a:pt x="25" y="41751"/>
                  </a:lnTo>
                  <a:lnTo>
                    <a:pt x="25" y="225074"/>
                  </a:lnTo>
                  <a:lnTo>
                    <a:pt x="25" y="234263"/>
                  </a:lnTo>
                  <a:lnTo>
                    <a:pt x="7291" y="241574"/>
                  </a:lnTo>
                  <a:lnTo>
                    <a:pt x="16480" y="241574"/>
                  </a:lnTo>
                  <a:lnTo>
                    <a:pt x="25669" y="241574"/>
                  </a:lnTo>
                  <a:lnTo>
                    <a:pt x="32980" y="234117"/>
                  </a:lnTo>
                  <a:lnTo>
                    <a:pt x="32980" y="225074"/>
                  </a:lnTo>
                  <a:lnTo>
                    <a:pt x="32980" y="73383"/>
                  </a:lnTo>
                  <a:lnTo>
                    <a:pt x="48021" y="73383"/>
                  </a:lnTo>
                  <a:lnTo>
                    <a:pt x="48021" y="231774"/>
                  </a:lnTo>
                  <a:lnTo>
                    <a:pt x="48158" y="231774"/>
                  </a:lnTo>
                  <a:lnTo>
                    <a:pt x="48158" y="447505"/>
                  </a:lnTo>
                  <a:lnTo>
                    <a:pt x="50229" y="457699"/>
                  </a:lnTo>
                  <a:lnTo>
                    <a:pt x="55870" y="466047"/>
                  </a:lnTo>
                  <a:lnTo>
                    <a:pt x="64218" y="471687"/>
                  </a:lnTo>
                  <a:lnTo>
                    <a:pt x="74412" y="473759"/>
                  </a:lnTo>
                  <a:lnTo>
                    <a:pt x="84606" y="471687"/>
                  </a:lnTo>
                  <a:lnTo>
                    <a:pt x="92954" y="466047"/>
                  </a:lnTo>
                  <a:lnTo>
                    <a:pt x="98594" y="457699"/>
                  </a:lnTo>
                  <a:lnTo>
                    <a:pt x="100666" y="447505"/>
                  </a:lnTo>
                  <a:lnTo>
                    <a:pt x="100666" y="231774"/>
                  </a:lnTo>
                  <a:lnTo>
                    <a:pt x="108096" y="231774"/>
                  </a:lnTo>
                  <a:lnTo>
                    <a:pt x="115388" y="231774"/>
                  </a:lnTo>
                  <a:lnTo>
                    <a:pt x="115388" y="447505"/>
                  </a:lnTo>
                  <a:lnTo>
                    <a:pt x="117460" y="457699"/>
                  </a:lnTo>
                  <a:lnTo>
                    <a:pt x="123100" y="466047"/>
                  </a:lnTo>
                  <a:lnTo>
                    <a:pt x="131448" y="471687"/>
                  </a:lnTo>
                  <a:lnTo>
                    <a:pt x="141642" y="473759"/>
                  </a:lnTo>
                  <a:lnTo>
                    <a:pt x="151837" y="471687"/>
                  </a:lnTo>
                  <a:lnTo>
                    <a:pt x="160185" y="466047"/>
                  </a:lnTo>
                  <a:lnTo>
                    <a:pt x="165825" y="457699"/>
                  </a:lnTo>
                  <a:lnTo>
                    <a:pt x="167897" y="447505"/>
                  </a:lnTo>
                  <a:lnTo>
                    <a:pt x="167897" y="231638"/>
                  </a:lnTo>
                  <a:lnTo>
                    <a:pt x="168033" y="231638"/>
                  </a:lnTo>
                  <a:lnTo>
                    <a:pt x="168033" y="73247"/>
                  </a:lnTo>
                  <a:lnTo>
                    <a:pt x="183075" y="73247"/>
                  </a:lnTo>
                  <a:lnTo>
                    <a:pt x="183075" y="224937"/>
                  </a:lnTo>
                  <a:lnTo>
                    <a:pt x="183075" y="234126"/>
                  </a:lnTo>
                  <a:lnTo>
                    <a:pt x="190340" y="241392"/>
                  </a:lnTo>
                  <a:lnTo>
                    <a:pt x="199529" y="241392"/>
                  </a:lnTo>
                  <a:lnTo>
                    <a:pt x="208718" y="241392"/>
                  </a:lnTo>
                  <a:lnTo>
                    <a:pt x="216029" y="233980"/>
                  </a:lnTo>
                  <a:lnTo>
                    <a:pt x="216029" y="224937"/>
                  </a:lnTo>
                  <a:lnTo>
                    <a:pt x="216029" y="41751"/>
                  </a:lnTo>
                  <a:lnTo>
                    <a:pt x="192255" y="4494"/>
                  </a:lnTo>
                  <a:lnTo>
                    <a:pt x="167441" y="0"/>
                  </a:lnTo>
                  <a:lnTo>
                    <a:pt x="108096" y="0"/>
                  </a:lnTo>
                  <a:lnTo>
                    <a:pt x="48568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32AA3781-B52A-6999-F5DD-FB88C79D30D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16209" y="1871035"/>
            <a:ext cx="684178" cy="669304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A4328D99-3858-EE57-0406-F17CAEB9AD7E}"/>
              </a:ext>
            </a:extLst>
          </p:cNvPr>
          <p:cNvSpPr txBox="1"/>
          <p:nvPr/>
        </p:nvSpPr>
        <p:spPr>
          <a:xfrm>
            <a:off x="7934821" y="1814085"/>
            <a:ext cx="103568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100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PB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20" dirty="0">
                <a:solidFill>
                  <a:srgbClr val="9A403E"/>
                </a:solidFill>
                <a:latin typeface="Arial"/>
                <a:cs typeface="Arial"/>
              </a:rPr>
              <a:t>2012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AAC7A0D-4655-581A-2857-32ADA5D1D325}"/>
              </a:ext>
            </a:extLst>
          </p:cNvPr>
          <p:cNvSpPr txBox="1"/>
          <p:nvPr/>
        </p:nvSpPr>
        <p:spPr>
          <a:xfrm>
            <a:off x="7879094" y="2854674"/>
            <a:ext cx="890905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800" b="1" spc="-165" dirty="0">
                <a:latin typeface="Arial"/>
                <a:cs typeface="Arial"/>
              </a:rPr>
              <a:t>44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455" dirty="0">
                <a:latin typeface="Arial"/>
                <a:cs typeface="Arial"/>
              </a:rPr>
              <a:t>ZB</a:t>
            </a:r>
            <a:endParaRPr sz="2800">
              <a:latin typeface="Arial"/>
              <a:cs typeface="Arial"/>
            </a:endParaRPr>
          </a:p>
          <a:p>
            <a:pPr marL="156845">
              <a:lnSpc>
                <a:spcPts val="2810"/>
              </a:lnSpc>
            </a:pPr>
            <a:r>
              <a:rPr sz="2800" spc="-130" dirty="0">
                <a:solidFill>
                  <a:srgbClr val="9A403E"/>
                </a:solidFill>
                <a:latin typeface="Arial"/>
                <a:cs typeface="Arial"/>
              </a:rPr>
              <a:t>2020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E827644-3324-0E10-A651-D1572D264913}"/>
              </a:ext>
            </a:extLst>
          </p:cNvPr>
          <p:cNvSpPr/>
          <p:nvPr/>
        </p:nvSpPr>
        <p:spPr>
          <a:xfrm>
            <a:off x="7097272" y="2912851"/>
            <a:ext cx="669925" cy="669290"/>
          </a:xfrm>
          <a:custGeom>
            <a:avLst/>
            <a:gdLst/>
            <a:ahLst/>
            <a:cxnLst/>
            <a:rect l="l" t="t" r="r" b="b"/>
            <a:pathLst>
              <a:path w="669925" h="669289">
                <a:moveTo>
                  <a:pt x="334652" y="0"/>
                </a:moveTo>
                <a:lnTo>
                  <a:pt x="285198" y="3809"/>
                </a:lnTo>
                <a:lnTo>
                  <a:pt x="237998" y="15239"/>
                </a:lnTo>
                <a:lnTo>
                  <a:pt x="193568" y="31750"/>
                </a:lnTo>
                <a:lnTo>
                  <a:pt x="152428" y="54609"/>
                </a:lnTo>
                <a:lnTo>
                  <a:pt x="115093" y="82550"/>
                </a:lnTo>
                <a:lnTo>
                  <a:pt x="82082" y="115569"/>
                </a:lnTo>
                <a:lnTo>
                  <a:pt x="53913" y="153669"/>
                </a:lnTo>
                <a:lnTo>
                  <a:pt x="31102" y="194309"/>
                </a:lnTo>
                <a:lnTo>
                  <a:pt x="14168" y="238759"/>
                </a:lnTo>
                <a:lnTo>
                  <a:pt x="3628" y="285750"/>
                </a:lnTo>
                <a:lnTo>
                  <a:pt x="0" y="335279"/>
                </a:lnTo>
                <a:lnTo>
                  <a:pt x="3628" y="384809"/>
                </a:lnTo>
                <a:lnTo>
                  <a:pt x="14168" y="431800"/>
                </a:lnTo>
                <a:lnTo>
                  <a:pt x="31102" y="476250"/>
                </a:lnTo>
                <a:lnTo>
                  <a:pt x="53913" y="516889"/>
                </a:lnTo>
                <a:lnTo>
                  <a:pt x="82082" y="554989"/>
                </a:lnTo>
                <a:lnTo>
                  <a:pt x="115093" y="588009"/>
                </a:lnTo>
                <a:lnTo>
                  <a:pt x="152428" y="615949"/>
                </a:lnTo>
                <a:lnTo>
                  <a:pt x="193568" y="638809"/>
                </a:lnTo>
                <a:lnTo>
                  <a:pt x="237998" y="655319"/>
                </a:lnTo>
                <a:lnTo>
                  <a:pt x="285198" y="666749"/>
                </a:lnTo>
                <a:lnTo>
                  <a:pt x="334652" y="669289"/>
                </a:lnTo>
                <a:lnTo>
                  <a:pt x="384106" y="666749"/>
                </a:lnTo>
                <a:lnTo>
                  <a:pt x="431306" y="655319"/>
                </a:lnTo>
                <a:lnTo>
                  <a:pt x="444976" y="650239"/>
                </a:lnTo>
                <a:lnTo>
                  <a:pt x="334652" y="650239"/>
                </a:lnTo>
                <a:lnTo>
                  <a:pt x="288238" y="646429"/>
                </a:lnTo>
                <a:lnTo>
                  <a:pt x="243936" y="636269"/>
                </a:lnTo>
                <a:lnTo>
                  <a:pt x="202233" y="621029"/>
                </a:lnTo>
                <a:lnTo>
                  <a:pt x="163612" y="599439"/>
                </a:lnTo>
                <a:lnTo>
                  <a:pt x="128558" y="572769"/>
                </a:lnTo>
                <a:lnTo>
                  <a:pt x="97556" y="542289"/>
                </a:lnTo>
                <a:lnTo>
                  <a:pt x="71090" y="506729"/>
                </a:lnTo>
                <a:lnTo>
                  <a:pt x="49646" y="468629"/>
                </a:lnTo>
                <a:lnTo>
                  <a:pt x="33708" y="426719"/>
                </a:lnTo>
                <a:lnTo>
                  <a:pt x="23760" y="382269"/>
                </a:lnTo>
                <a:lnTo>
                  <a:pt x="20288" y="335279"/>
                </a:lnTo>
                <a:lnTo>
                  <a:pt x="23264" y="293369"/>
                </a:lnTo>
                <a:lnTo>
                  <a:pt x="23354" y="292100"/>
                </a:lnTo>
                <a:lnTo>
                  <a:pt x="23444" y="290829"/>
                </a:lnTo>
                <a:lnTo>
                  <a:pt x="33109" y="246379"/>
                </a:lnTo>
                <a:lnTo>
                  <a:pt x="48544" y="205739"/>
                </a:lnTo>
                <a:lnTo>
                  <a:pt x="69375" y="166369"/>
                </a:lnTo>
                <a:lnTo>
                  <a:pt x="95132" y="132079"/>
                </a:lnTo>
                <a:lnTo>
                  <a:pt x="125351" y="101600"/>
                </a:lnTo>
                <a:lnTo>
                  <a:pt x="159563" y="74929"/>
                </a:lnTo>
                <a:lnTo>
                  <a:pt x="197303" y="52069"/>
                </a:lnTo>
                <a:lnTo>
                  <a:pt x="238103" y="35559"/>
                </a:lnTo>
                <a:lnTo>
                  <a:pt x="281497" y="25400"/>
                </a:lnTo>
                <a:lnTo>
                  <a:pt x="327018" y="21589"/>
                </a:lnTo>
                <a:lnTo>
                  <a:pt x="448394" y="21589"/>
                </a:lnTo>
                <a:lnTo>
                  <a:pt x="431306" y="15239"/>
                </a:lnTo>
                <a:lnTo>
                  <a:pt x="384106" y="3809"/>
                </a:lnTo>
                <a:lnTo>
                  <a:pt x="334652" y="0"/>
                </a:lnTo>
                <a:close/>
              </a:path>
              <a:path w="669925" h="669289">
                <a:moveTo>
                  <a:pt x="661973" y="269239"/>
                </a:moveTo>
                <a:lnTo>
                  <a:pt x="616705" y="269239"/>
                </a:lnTo>
                <a:lnTo>
                  <a:pt x="646286" y="308609"/>
                </a:lnTo>
                <a:lnTo>
                  <a:pt x="648383" y="314959"/>
                </a:lnTo>
                <a:lnTo>
                  <a:pt x="648807" y="323850"/>
                </a:lnTo>
                <a:lnTo>
                  <a:pt x="648868" y="325119"/>
                </a:lnTo>
                <a:lnTo>
                  <a:pt x="648963" y="335279"/>
                </a:lnTo>
                <a:lnTo>
                  <a:pt x="645571" y="382269"/>
                </a:lnTo>
                <a:lnTo>
                  <a:pt x="635684" y="425450"/>
                </a:lnTo>
                <a:lnTo>
                  <a:pt x="619787" y="467359"/>
                </a:lnTo>
                <a:lnTo>
                  <a:pt x="598367" y="506729"/>
                </a:lnTo>
                <a:lnTo>
                  <a:pt x="571911" y="541019"/>
                </a:lnTo>
                <a:lnTo>
                  <a:pt x="540904" y="572769"/>
                </a:lnTo>
                <a:lnTo>
                  <a:pt x="505835" y="599439"/>
                </a:lnTo>
                <a:lnTo>
                  <a:pt x="467188" y="621029"/>
                </a:lnTo>
                <a:lnTo>
                  <a:pt x="425451" y="636269"/>
                </a:lnTo>
                <a:lnTo>
                  <a:pt x="381110" y="646429"/>
                </a:lnTo>
                <a:lnTo>
                  <a:pt x="334652" y="650239"/>
                </a:lnTo>
                <a:lnTo>
                  <a:pt x="444976" y="650239"/>
                </a:lnTo>
                <a:lnTo>
                  <a:pt x="516876" y="615949"/>
                </a:lnTo>
                <a:lnTo>
                  <a:pt x="554211" y="588009"/>
                </a:lnTo>
                <a:lnTo>
                  <a:pt x="587222" y="554989"/>
                </a:lnTo>
                <a:lnTo>
                  <a:pt x="615391" y="516889"/>
                </a:lnTo>
                <a:lnTo>
                  <a:pt x="638202" y="476250"/>
                </a:lnTo>
                <a:lnTo>
                  <a:pt x="655136" y="431800"/>
                </a:lnTo>
                <a:lnTo>
                  <a:pt x="665676" y="384809"/>
                </a:lnTo>
                <a:lnTo>
                  <a:pt x="669305" y="335279"/>
                </a:lnTo>
                <a:lnTo>
                  <a:pt x="665676" y="285750"/>
                </a:lnTo>
                <a:lnTo>
                  <a:pt x="661973" y="269239"/>
                </a:lnTo>
                <a:close/>
              </a:path>
              <a:path w="669925" h="669289">
                <a:moveTo>
                  <a:pt x="186603" y="173989"/>
                </a:moveTo>
                <a:lnTo>
                  <a:pt x="183155" y="176529"/>
                </a:lnTo>
                <a:lnTo>
                  <a:pt x="174763" y="201929"/>
                </a:lnTo>
                <a:lnTo>
                  <a:pt x="174819" y="203200"/>
                </a:lnTo>
                <a:lnTo>
                  <a:pt x="174931" y="205739"/>
                </a:lnTo>
                <a:lnTo>
                  <a:pt x="176320" y="208279"/>
                </a:lnTo>
                <a:lnTo>
                  <a:pt x="177575" y="212089"/>
                </a:lnTo>
                <a:lnTo>
                  <a:pt x="179282" y="215900"/>
                </a:lnTo>
                <a:lnTo>
                  <a:pt x="178074" y="220979"/>
                </a:lnTo>
                <a:lnTo>
                  <a:pt x="122612" y="264159"/>
                </a:lnTo>
                <a:lnTo>
                  <a:pt x="118043" y="271779"/>
                </a:lnTo>
                <a:lnTo>
                  <a:pt x="104185" y="331469"/>
                </a:lnTo>
                <a:lnTo>
                  <a:pt x="105294" y="337819"/>
                </a:lnTo>
                <a:lnTo>
                  <a:pt x="108657" y="344169"/>
                </a:lnTo>
                <a:lnTo>
                  <a:pt x="114668" y="353059"/>
                </a:lnTo>
                <a:lnTo>
                  <a:pt x="128777" y="375919"/>
                </a:lnTo>
                <a:lnTo>
                  <a:pt x="138101" y="391159"/>
                </a:lnTo>
                <a:lnTo>
                  <a:pt x="143682" y="393700"/>
                </a:lnTo>
                <a:lnTo>
                  <a:pt x="196108" y="396239"/>
                </a:lnTo>
                <a:lnTo>
                  <a:pt x="199548" y="397509"/>
                </a:lnTo>
                <a:lnTo>
                  <a:pt x="201941" y="400050"/>
                </a:lnTo>
                <a:lnTo>
                  <a:pt x="206334" y="405129"/>
                </a:lnTo>
                <a:lnTo>
                  <a:pt x="208492" y="407669"/>
                </a:lnTo>
                <a:lnTo>
                  <a:pt x="211382" y="410209"/>
                </a:lnTo>
                <a:lnTo>
                  <a:pt x="226409" y="412750"/>
                </a:lnTo>
                <a:lnTo>
                  <a:pt x="230230" y="416559"/>
                </a:lnTo>
                <a:lnTo>
                  <a:pt x="232796" y="448309"/>
                </a:lnTo>
                <a:lnTo>
                  <a:pt x="233897" y="452119"/>
                </a:lnTo>
                <a:lnTo>
                  <a:pt x="257741" y="497839"/>
                </a:lnTo>
                <a:lnTo>
                  <a:pt x="257780" y="504189"/>
                </a:lnTo>
                <a:lnTo>
                  <a:pt x="255537" y="508000"/>
                </a:lnTo>
                <a:lnTo>
                  <a:pt x="249422" y="520700"/>
                </a:lnTo>
                <a:lnTo>
                  <a:pt x="249629" y="525779"/>
                </a:lnTo>
                <a:lnTo>
                  <a:pt x="286964" y="589279"/>
                </a:lnTo>
                <a:lnTo>
                  <a:pt x="299231" y="601979"/>
                </a:lnTo>
                <a:lnTo>
                  <a:pt x="315122" y="607059"/>
                </a:lnTo>
                <a:lnTo>
                  <a:pt x="332032" y="605789"/>
                </a:lnTo>
                <a:lnTo>
                  <a:pt x="347358" y="596900"/>
                </a:lnTo>
                <a:lnTo>
                  <a:pt x="378696" y="567689"/>
                </a:lnTo>
                <a:lnTo>
                  <a:pt x="380415" y="565150"/>
                </a:lnTo>
                <a:lnTo>
                  <a:pt x="385484" y="538479"/>
                </a:lnTo>
                <a:lnTo>
                  <a:pt x="388705" y="533400"/>
                </a:lnTo>
                <a:lnTo>
                  <a:pt x="412882" y="515619"/>
                </a:lnTo>
                <a:lnTo>
                  <a:pt x="415960" y="509269"/>
                </a:lnTo>
                <a:lnTo>
                  <a:pt x="415689" y="476250"/>
                </a:lnTo>
                <a:lnTo>
                  <a:pt x="415598" y="464819"/>
                </a:lnTo>
                <a:lnTo>
                  <a:pt x="417784" y="458469"/>
                </a:lnTo>
                <a:lnTo>
                  <a:pt x="473725" y="393700"/>
                </a:lnTo>
                <a:lnTo>
                  <a:pt x="474898" y="392429"/>
                </a:lnTo>
                <a:lnTo>
                  <a:pt x="479782" y="370839"/>
                </a:lnTo>
                <a:lnTo>
                  <a:pt x="436572" y="370839"/>
                </a:lnTo>
                <a:lnTo>
                  <a:pt x="402308" y="342900"/>
                </a:lnTo>
                <a:lnTo>
                  <a:pt x="400437" y="340359"/>
                </a:lnTo>
                <a:lnTo>
                  <a:pt x="374291" y="276859"/>
                </a:lnTo>
                <a:lnTo>
                  <a:pt x="378602" y="274319"/>
                </a:lnTo>
                <a:lnTo>
                  <a:pt x="459031" y="274319"/>
                </a:lnTo>
                <a:lnTo>
                  <a:pt x="446029" y="261619"/>
                </a:lnTo>
                <a:lnTo>
                  <a:pt x="445668" y="259079"/>
                </a:lnTo>
                <a:lnTo>
                  <a:pt x="448697" y="255269"/>
                </a:lnTo>
                <a:lnTo>
                  <a:pt x="289918" y="255269"/>
                </a:lnTo>
                <a:lnTo>
                  <a:pt x="261994" y="237489"/>
                </a:lnTo>
                <a:lnTo>
                  <a:pt x="260675" y="234950"/>
                </a:lnTo>
                <a:lnTo>
                  <a:pt x="257701" y="223519"/>
                </a:lnTo>
                <a:lnTo>
                  <a:pt x="198782" y="223519"/>
                </a:lnTo>
                <a:lnTo>
                  <a:pt x="191753" y="220979"/>
                </a:lnTo>
                <a:lnTo>
                  <a:pt x="190536" y="218439"/>
                </a:lnTo>
                <a:lnTo>
                  <a:pt x="191775" y="213359"/>
                </a:lnTo>
                <a:lnTo>
                  <a:pt x="193469" y="212089"/>
                </a:lnTo>
                <a:lnTo>
                  <a:pt x="203234" y="212089"/>
                </a:lnTo>
                <a:lnTo>
                  <a:pt x="205474" y="210819"/>
                </a:lnTo>
                <a:lnTo>
                  <a:pt x="217145" y="195579"/>
                </a:lnTo>
                <a:lnTo>
                  <a:pt x="220024" y="194309"/>
                </a:lnTo>
                <a:lnTo>
                  <a:pt x="231634" y="193039"/>
                </a:lnTo>
                <a:lnTo>
                  <a:pt x="233396" y="191769"/>
                </a:lnTo>
                <a:lnTo>
                  <a:pt x="234449" y="182879"/>
                </a:lnTo>
                <a:lnTo>
                  <a:pt x="237868" y="180339"/>
                </a:lnTo>
                <a:lnTo>
                  <a:pt x="277318" y="180339"/>
                </a:lnTo>
                <a:lnTo>
                  <a:pt x="276506" y="179069"/>
                </a:lnTo>
                <a:lnTo>
                  <a:pt x="275684" y="175259"/>
                </a:lnTo>
                <a:lnTo>
                  <a:pt x="212533" y="175259"/>
                </a:lnTo>
                <a:lnTo>
                  <a:pt x="186603" y="173989"/>
                </a:lnTo>
                <a:close/>
              </a:path>
              <a:path w="669925" h="669289">
                <a:moveTo>
                  <a:pt x="476172" y="360679"/>
                </a:moveTo>
                <a:lnTo>
                  <a:pt x="439663" y="370839"/>
                </a:lnTo>
                <a:lnTo>
                  <a:pt x="479782" y="370839"/>
                </a:lnTo>
                <a:lnTo>
                  <a:pt x="481219" y="364489"/>
                </a:lnTo>
                <a:lnTo>
                  <a:pt x="476172" y="360679"/>
                </a:lnTo>
                <a:close/>
              </a:path>
              <a:path w="669925" h="669289">
                <a:moveTo>
                  <a:pt x="611681" y="270509"/>
                </a:moveTo>
                <a:lnTo>
                  <a:pt x="524809" y="270509"/>
                </a:lnTo>
                <a:lnTo>
                  <a:pt x="529432" y="273050"/>
                </a:lnTo>
                <a:lnTo>
                  <a:pt x="542989" y="288289"/>
                </a:lnTo>
                <a:lnTo>
                  <a:pt x="546108" y="290829"/>
                </a:lnTo>
                <a:lnTo>
                  <a:pt x="558088" y="290829"/>
                </a:lnTo>
                <a:lnTo>
                  <a:pt x="562129" y="293369"/>
                </a:lnTo>
                <a:lnTo>
                  <a:pt x="589749" y="360679"/>
                </a:lnTo>
                <a:lnTo>
                  <a:pt x="597503" y="360679"/>
                </a:lnTo>
                <a:lnTo>
                  <a:pt x="603597" y="342900"/>
                </a:lnTo>
                <a:lnTo>
                  <a:pt x="604086" y="339089"/>
                </a:lnTo>
                <a:lnTo>
                  <a:pt x="601131" y="303529"/>
                </a:lnTo>
                <a:lnTo>
                  <a:pt x="601639" y="299719"/>
                </a:lnTo>
                <a:lnTo>
                  <a:pt x="611681" y="270509"/>
                </a:lnTo>
                <a:close/>
              </a:path>
              <a:path w="669925" h="669289">
                <a:moveTo>
                  <a:pt x="459031" y="274319"/>
                </a:moveTo>
                <a:lnTo>
                  <a:pt x="378602" y="274319"/>
                </a:lnTo>
                <a:lnTo>
                  <a:pt x="424445" y="327659"/>
                </a:lnTo>
                <a:lnTo>
                  <a:pt x="426021" y="330200"/>
                </a:lnTo>
                <a:lnTo>
                  <a:pt x="431910" y="353059"/>
                </a:lnTo>
                <a:lnTo>
                  <a:pt x="437268" y="355600"/>
                </a:lnTo>
                <a:lnTo>
                  <a:pt x="488979" y="328929"/>
                </a:lnTo>
                <a:lnTo>
                  <a:pt x="492961" y="323850"/>
                </a:lnTo>
                <a:lnTo>
                  <a:pt x="495338" y="320039"/>
                </a:lnTo>
                <a:lnTo>
                  <a:pt x="506244" y="295909"/>
                </a:lnTo>
                <a:lnTo>
                  <a:pt x="505061" y="292100"/>
                </a:lnTo>
                <a:lnTo>
                  <a:pt x="490324" y="281939"/>
                </a:lnTo>
                <a:lnTo>
                  <a:pt x="469173" y="281939"/>
                </a:lnTo>
                <a:lnTo>
                  <a:pt x="465532" y="280669"/>
                </a:lnTo>
                <a:lnTo>
                  <a:pt x="459031" y="274319"/>
                </a:lnTo>
                <a:close/>
              </a:path>
              <a:path w="669925" h="669289">
                <a:moveTo>
                  <a:pt x="481459" y="276859"/>
                </a:moveTo>
                <a:lnTo>
                  <a:pt x="469173" y="281939"/>
                </a:lnTo>
                <a:lnTo>
                  <a:pt x="490324" y="281939"/>
                </a:lnTo>
                <a:lnTo>
                  <a:pt x="484798" y="278129"/>
                </a:lnTo>
                <a:lnTo>
                  <a:pt x="481459" y="276859"/>
                </a:lnTo>
                <a:close/>
              </a:path>
              <a:path w="669925" h="669289">
                <a:moveTo>
                  <a:pt x="661118" y="265429"/>
                </a:moveTo>
                <a:lnTo>
                  <a:pt x="489583" y="265429"/>
                </a:lnTo>
                <a:lnTo>
                  <a:pt x="500006" y="273050"/>
                </a:lnTo>
                <a:lnTo>
                  <a:pt x="502681" y="274319"/>
                </a:lnTo>
                <a:lnTo>
                  <a:pt x="524809" y="270509"/>
                </a:lnTo>
                <a:lnTo>
                  <a:pt x="611681" y="270509"/>
                </a:lnTo>
                <a:lnTo>
                  <a:pt x="612118" y="269239"/>
                </a:lnTo>
                <a:lnTo>
                  <a:pt x="661973" y="269239"/>
                </a:lnTo>
                <a:lnTo>
                  <a:pt x="661118" y="265429"/>
                </a:lnTo>
                <a:close/>
              </a:path>
              <a:path w="669925" h="669289">
                <a:moveTo>
                  <a:pt x="309460" y="243839"/>
                </a:moveTo>
                <a:lnTo>
                  <a:pt x="306339" y="243839"/>
                </a:lnTo>
                <a:lnTo>
                  <a:pt x="294021" y="255269"/>
                </a:lnTo>
                <a:lnTo>
                  <a:pt x="451674" y="255269"/>
                </a:lnTo>
                <a:lnTo>
                  <a:pt x="468477" y="267969"/>
                </a:lnTo>
                <a:lnTo>
                  <a:pt x="471164" y="267969"/>
                </a:lnTo>
                <a:lnTo>
                  <a:pt x="485955" y="265429"/>
                </a:lnTo>
                <a:lnTo>
                  <a:pt x="661118" y="265429"/>
                </a:lnTo>
                <a:lnTo>
                  <a:pt x="658555" y="254000"/>
                </a:lnTo>
                <a:lnTo>
                  <a:pt x="339262" y="254000"/>
                </a:lnTo>
                <a:lnTo>
                  <a:pt x="309460" y="243839"/>
                </a:lnTo>
                <a:close/>
              </a:path>
              <a:path w="669925" h="669289">
                <a:moveTo>
                  <a:pt x="355697" y="246379"/>
                </a:moveTo>
                <a:lnTo>
                  <a:pt x="353648" y="247650"/>
                </a:lnTo>
                <a:lnTo>
                  <a:pt x="341261" y="254000"/>
                </a:lnTo>
                <a:lnTo>
                  <a:pt x="658555" y="254000"/>
                </a:lnTo>
                <a:lnTo>
                  <a:pt x="657700" y="250189"/>
                </a:lnTo>
                <a:lnTo>
                  <a:pt x="367094" y="250189"/>
                </a:lnTo>
                <a:lnTo>
                  <a:pt x="355697" y="246379"/>
                </a:lnTo>
                <a:close/>
              </a:path>
              <a:path w="669925" h="669289">
                <a:moveTo>
                  <a:pt x="648363" y="220979"/>
                </a:moveTo>
                <a:lnTo>
                  <a:pt x="377356" y="220979"/>
                </a:lnTo>
                <a:lnTo>
                  <a:pt x="379911" y="222250"/>
                </a:lnTo>
                <a:lnTo>
                  <a:pt x="381356" y="233679"/>
                </a:lnTo>
                <a:lnTo>
                  <a:pt x="379963" y="238759"/>
                </a:lnTo>
                <a:lnTo>
                  <a:pt x="370183" y="250189"/>
                </a:lnTo>
                <a:lnTo>
                  <a:pt x="657700" y="250189"/>
                </a:lnTo>
                <a:lnTo>
                  <a:pt x="655136" y="238759"/>
                </a:lnTo>
                <a:lnTo>
                  <a:pt x="648363" y="220979"/>
                </a:lnTo>
                <a:close/>
              </a:path>
              <a:path w="669925" h="669289">
                <a:moveTo>
                  <a:pt x="368692" y="190500"/>
                </a:moveTo>
                <a:lnTo>
                  <a:pt x="367339" y="190500"/>
                </a:lnTo>
                <a:lnTo>
                  <a:pt x="356774" y="196850"/>
                </a:lnTo>
                <a:lnTo>
                  <a:pt x="355003" y="198119"/>
                </a:lnTo>
                <a:lnTo>
                  <a:pt x="322428" y="198119"/>
                </a:lnTo>
                <a:lnTo>
                  <a:pt x="327766" y="199389"/>
                </a:lnTo>
                <a:lnTo>
                  <a:pt x="329437" y="200659"/>
                </a:lnTo>
                <a:lnTo>
                  <a:pt x="331456" y="212089"/>
                </a:lnTo>
                <a:lnTo>
                  <a:pt x="331853" y="213359"/>
                </a:lnTo>
                <a:lnTo>
                  <a:pt x="343811" y="226059"/>
                </a:lnTo>
                <a:lnTo>
                  <a:pt x="347391" y="227329"/>
                </a:lnTo>
                <a:lnTo>
                  <a:pt x="350705" y="226059"/>
                </a:lnTo>
                <a:lnTo>
                  <a:pt x="353267" y="226059"/>
                </a:lnTo>
                <a:lnTo>
                  <a:pt x="355041" y="224789"/>
                </a:lnTo>
                <a:lnTo>
                  <a:pt x="370194" y="224789"/>
                </a:lnTo>
                <a:lnTo>
                  <a:pt x="377356" y="220979"/>
                </a:lnTo>
                <a:lnTo>
                  <a:pt x="648363" y="220979"/>
                </a:lnTo>
                <a:lnTo>
                  <a:pt x="646427" y="215900"/>
                </a:lnTo>
                <a:lnTo>
                  <a:pt x="448618" y="215900"/>
                </a:lnTo>
                <a:lnTo>
                  <a:pt x="439922" y="213359"/>
                </a:lnTo>
                <a:lnTo>
                  <a:pt x="437894" y="210819"/>
                </a:lnTo>
                <a:lnTo>
                  <a:pt x="436617" y="198119"/>
                </a:lnTo>
                <a:lnTo>
                  <a:pt x="436516" y="196850"/>
                </a:lnTo>
                <a:lnTo>
                  <a:pt x="388098" y="196850"/>
                </a:lnTo>
                <a:lnTo>
                  <a:pt x="386575" y="195579"/>
                </a:lnTo>
                <a:lnTo>
                  <a:pt x="368692" y="190500"/>
                </a:lnTo>
                <a:close/>
              </a:path>
              <a:path w="669925" h="669289">
                <a:moveTo>
                  <a:pt x="370194" y="224789"/>
                </a:moveTo>
                <a:lnTo>
                  <a:pt x="356948" y="224789"/>
                </a:lnTo>
                <a:lnTo>
                  <a:pt x="362842" y="227329"/>
                </a:lnTo>
                <a:lnTo>
                  <a:pt x="365419" y="227329"/>
                </a:lnTo>
                <a:lnTo>
                  <a:pt x="370194" y="224789"/>
                </a:lnTo>
                <a:close/>
              </a:path>
              <a:path w="669925" h="669289">
                <a:moveTo>
                  <a:pt x="222351" y="214629"/>
                </a:moveTo>
                <a:lnTo>
                  <a:pt x="219005" y="215900"/>
                </a:lnTo>
                <a:lnTo>
                  <a:pt x="203159" y="223519"/>
                </a:lnTo>
                <a:lnTo>
                  <a:pt x="257701" y="223519"/>
                </a:lnTo>
                <a:lnTo>
                  <a:pt x="256710" y="219709"/>
                </a:lnTo>
                <a:lnTo>
                  <a:pt x="253516" y="217169"/>
                </a:lnTo>
                <a:lnTo>
                  <a:pt x="222351" y="214629"/>
                </a:lnTo>
                <a:close/>
              </a:path>
              <a:path w="669925" h="669289">
                <a:moveTo>
                  <a:pt x="348068" y="171450"/>
                </a:moveTo>
                <a:lnTo>
                  <a:pt x="281164" y="171450"/>
                </a:lnTo>
                <a:lnTo>
                  <a:pt x="283067" y="172719"/>
                </a:lnTo>
                <a:lnTo>
                  <a:pt x="283931" y="172719"/>
                </a:lnTo>
                <a:lnTo>
                  <a:pt x="287742" y="182879"/>
                </a:lnTo>
                <a:lnTo>
                  <a:pt x="288725" y="184150"/>
                </a:lnTo>
                <a:lnTo>
                  <a:pt x="298687" y="190500"/>
                </a:lnTo>
                <a:lnTo>
                  <a:pt x="299869" y="193039"/>
                </a:lnTo>
                <a:lnTo>
                  <a:pt x="299967" y="194309"/>
                </a:lnTo>
                <a:lnTo>
                  <a:pt x="300064" y="195579"/>
                </a:lnTo>
                <a:lnTo>
                  <a:pt x="300161" y="196850"/>
                </a:lnTo>
                <a:lnTo>
                  <a:pt x="300258" y="198119"/>
                </a:lnTo>
                <a:lnTo>
                  <a:pt x="300355" y="199389"/>
                </a:lnTo>
                <a:lnTo>
                  <a:pt x="300452" y="200659"/>
                </a:lnTo>
                <a:lnTo>
                  <a:pt x="300549" y="201929"/>
                </a:lnTo>
                <a:lnTo>
                  <a:pt x="300647" y="203200"/>
                </a:lnTo>
                <a:lnTo>
                  <a:pt x="300744" y="204469"/>
                </a:lnTo>
                <a:lnTo>
                  <a:pt x="300841" y="205739"/>
                </a:lnTo>
                <a:lnTo>
                  <a:pt x="301059" y="205739"/>
                </a:lnTo>
                <a:lnTo>
                  <a:pt x="305945" y="213359"/>
                </a:lnTo>
                <a:lnTo>
                  <a:pt x="309879" y="222250"/>
                </a:lnTo>
                <a:lnTo>
                  <a:pt x="313495" y="223519"/>
                </a:lnTo>
                <a:lnTo>
                  <a:pt x="316508" y="222250"/>
                </a:lnTo>
                <a:lnTo>
                  <a:pt x="319645" y="220979"/>
                </a:lnTo>
                <a:lnTo>
                  <a:pt x="321569" y="219709"/>
                </a:lnTo>
                <a:lnTo>
                  <a:pt x="322628" y="217169"/>
                </a:lnTo>
                <a:lnTo>
                  <a:pt x="319755" y="201929"/>
                </a:lnTo>
                <a:lnTo>
                  <a:pt x="322428" y="198119"/>
                </a:lnTo>
                <a:lnTo>
                  <a:pt x="355003" y="198119"/>
                </a:lnTo>
                <a:lnTo>
                  <a:pt x="341773" y="190500"/>
                </a:lnTo>
                <a:lnTo>
                  <a:pt x="341016" y="187959"/>
                </a:lnTo>
                <a:lnTo>
                  <a:pt x="348068" y="171450"/>
                </a:lnTo>
                <a:close/>
              </a:path>
              <a:path w="669925" h="669289">
                <a:moveTo>
                  <a:pt x="280664" y="184150"/>
                </a:moveTo>
                <a:lnTo>
                  <a:pt x="262815" y="184150"/>
                </a:lnTo>
                <a:lnTo>
                  <a:pt x="274439" y="198119"/>
                </a:lnTo>
                <a:lnTo>
                  <a:pt x="276086" y="201929"/>
                </a:lnTo>
                <a:lnTo>
                  <a:pt x="276853" y="210819"/>
                </a:lnTo>
                <a:lnTo>
                  <a:pt x="276962" y="212089"/>
                </a:lnTo>
                <a:lnTo>
                  <a:pt x="277072" y="213359"/>
                </a:lnTo>
                <a:lnTo>
                  <a:pt x="277181" y="214629"/>
                </a:lnTo>
                <a:lnTo>
                  <a:pt x="277291" y="215900"/>
                </a:lnTo>
                <a:lnTo>
                  <a:pt x="277401" y="217169"/>
                </a:lnTo>
                <a:lnTo>
                  <a:pt x="281191" y="218439"/>
                </a:lnTo>
                <a:lnTo>
                  <a:pt x="287070" y="210819"/>
                </a:lnTo>
                <a:lnTo>
                  <a:pt x="287261" y="210819"/>
                </a:lnTo>
                <a:lnTo>
                  <a:pt x="287364" y="204469"/>
                </a:lnTo>
                <a:lnTo>
                  <a:pt x="288893" y="203200"/>
                </a:lnTo>
                <a:lnTo>
                  <a:pt x="292892" y="203200"/>
                </a:lnTo>
                <a:lnTo>
                  <a:pt x="294200" y="200659"/>
                </a:lnTo>
                <a:lnTo>
                  <a:pt x="294050" y="199389"/>
                </a:lnTo>
                <a:lnTo>
                  <a:pt x="280664" y="184150"/>
                </a:lnTo>
                <a:close/>
              </a:path>
              <a:path w="669925" h="669289">
                <a:moveTo>
                  <a:pt x="619668" y="161289"/>
                </a:moveTo>
                <a:lnTo>
                  <a:pt x="432423" y="161289"/>
                </a:lnTo>
                <a:lnTo>
                  <a:pt x="436185" y="163829"/>
                </a:lnTo>
                <a:lnTo>
                  <a:pt x="437972" y="166369"/>
                </a:lnTo>
                <a:lnTo>
                  <a:pt x="437845" y="170179"/>
                </a:lnTo>
                <a:lnTo>
                  <a:pt x="437735" y="173989"/>
                </a:lnTo>
                <a:lnTo>
                  <a:pt x="438787" y="176529"/>
                </a:lnTo>
                <a:lnTo>
                  <a:pt x="449094" y="184150"/>
                </a:lnTo>
                <a:lnTo>
                  <a:pt x="450161" y="186689"/>
                </a:lnTo>
                <a:lnTo>
                  <a:pt x="449418" y="191769"/>
                </a:lnTo>
                <a:lnTo>
                  <a:pt x="449757" y="193039"/>
                </a:lnTo>
                <a:lnTo>
                  <a:pt x="453736" y="200659"/>
                </a:lnTo>
                <a:lnTo>
                  <a:pt x="454058" y="201929"/>
                </a:lnTo>
                <a:lnTo>
                  <a:pt x="453223" y="210819"/>
                </a:lnTo>
                <a:lnTo>
                  <a:pt x="453104" y="212089"/>
                </a:lnTo>
                <a:lnTo>
                  <a:pt x="448618" y="215900"/>
                </a:lnTo>
                <a:lnTo>
                  <a:pt x="646427" y="215900"/>
                </a:lnTo>
                <a:lnTo>
                  <a:pt x="638202" y="194309"/>
                </a:lnTo>
                <a:lnTo>
                  <a:pt x="619668" y="161289"/>
                </a:lnTo>
                <a:close/>
              </a:path>
              <a:path w="669925" h="669289">
                <a:moveTo>
                  <a:pt x="292892" y="203200"/>
                </a:moveTo>
                <a:lnTo>
                  <a:pt x="288893" y="203200"/>
                </a:lnTo>
                <a:lnTo>
                  <a:pt x="291603" y="204469"/>
                </a:lnTo>
                <a:lnTo>
                  <a:pt x="292892" y="203200"/>
                </a:lnTo>
                <a:close/>
              </a:path>
              <a:path w="669925" h="669289">
                <a:moveTo>
                  <a:pt x="422172" y="170179"/>
                </a:moveTo>
                <a:lnTo>
                  <a:pt x="376072" y="170179"/>
                </a:lnTo>
                <a:lnTo>
                  <a:pt x="381420" y="177800"/>
                </a:lnTo>
                <a:lnTo>
                  <a:pt x="381854" y="177800"/>
                </a:lnTo>
                <a:lnTo>
                  <a:pt x="395366" y="186689"/>
                </a:lnTo>
                <a:lnTo>
                  <a:pt x="395695" y="190500"/>
                </a:lnTo>
                <a:lnTo>
                  <a:pt x="389778" y="195579"/>
                </a:lnTo>
                <a:lnTo>
                  <a:pt x="388098" y="196850"/>
                </a:lnTo>
                <a:lnTo>
                  <a:pt x="436516" y="196850"/>
                </a:lnTo>
                <a:lnTo>
                  <a:pt x="436175" y="195579"/>
                </a:lnTo>
                <a:lnTo>
                  <a:pt x="422339" y="172719"/>
                </a:lnTo>
                <a:lnTo>
                  <a:pt x="422255" y="171450"/>
                </a:lnTo>
                <a:lnTo>
                  <a:pt x="422172" y="170179"/>
                </a:lnTo>
                <a:close/>
              </a:path>
              <a:path w="669925" h="669289">
                <a:moveTo>
                  <a:pt x="277318" y="180339"/>
                </a:moveTo>
                <a:lnTo>
                  <a:pt x="237868" y="180339"/>
                </a:lnTo>
                <a:lnTo>
                  <a:pt x="247751" y="185419"/>
                </a:lnTo>
                <a:lnTo>
                  <a:pt x="249368" y="185419"/>
                </a:lnTo>
                <a:lnTo>
                  <a:pt x="261277" y="184150"/>
                </a:lnTo>
                <a:lnTo>
                  <a:pt x="280664" y="184150"/>
                </a:lnTo>
                <a:lnTo>
                  <a:pt x="277318" y="180339"/>
                </a:lnTo>
                <a:close/>
              </a:path>
              <a:path w="669925" h="669289">
                <a:moveTo>
                  <a:pt x="371546" y="170179"/>
                </a:moveTo>
                <a:lnTo>
                  <a:pt x="352549" y="170179"/>
                </a:lnTo>
                <a:lnTo>
                  <a:pt x="362157" y="181609"/>
                </a:lnTo>
                <a:lnTo>
                  <a:pt x="366266" y="181609"/>
                </a:lnTo>
                <a:lnTo>
                  <a:pt x="370140" y="171450"/>
                </a:lnTo>
                <a:lnTo>
                  <a:pt x="371546" y="170179"/>
                </a:lnTo>
                <a:close/>
              </a:path>
              <a:path w="669925" h="669289">
                <a:moveTo>
                  <a:pt x="271955" y="127000"/>
                </a:moveTo>
                <a:lnTo>
                  <a:pt x="269388" y="128269"/>
                </a:lnTo>
                <a:lnTo>
                  <a:pt x="231667" y="147319"/>
                </a:lnTo>
                <a:lnTo>
                  <a:pt x="216703" y="147319"/>
                </a:lnTo>
                <a:lnTo>
                  <a:pt x="212999" y="152400"/>
                </a:lnTo>
                <a:lnTo>
                  <a:pt x="215746" y="165100"/>
                </a:lnTo>
                <a:lnTo>
                  <a:pt x="216900" y="170179"/>
                </a:lnTo>
                <a:lnTo>
                  <a:pt x="212533" y="175259"/>
                </a:lnTo>
                <a:lnTo>
                  <a:pt x="275684" y="175259"/>
                </a:lnTo>
                <a:lnTo>
                  <a:pt x="275410" y="173989"/>
                </a:lnTo>
                <a:lnTo>
                  <a:pt x="277192" y="171450"/>
                </a:lnTo>
                <a:lnTo>
                  <a:pt x="348068" y="171450"/>
                </a:lnTo>
                <a:lnTo>
                  <a:pt x="348611" y="170179"/>
                </a:lnTo>
                <a:lnTo>
                  <a:pt x="422172" y="170179"/>
                </a:lnTo>
                <a:lnTo>
                  <a:pt x="424014" y="166369"/>
                </a:lnTo>
                <a:lnTo>
                  <a:pt x="425207" y="162559"/>
                </a:lnTo>
                <a:lnTo>
                  <a:pt x="427810" y="161289"/>
                </a:lnTo>
                <a:lnTo>
                  <a:pt x="619668" y="161289"/>
                </a:lnTo>
                <a:lnTo>
                  <a:pt x="615391" y="153669"/>
                </a:lnTo>
                <a:lnTo>
                  <a:pt x="598490" y="130809"/>
                </a:lnTo>
                <a:lnTo>
                  <a:pt x="287127" y="130809"/>
                </a:lnTo>
                <a:lnTo>
                  <a:pt x="271955" y="127000"/>
                </a:lnTo>
                <a:close/>
              </a:path>
              <a:path w="669925" h="669289">
                <a:moveTo>
                  <a:pt x="563098" y="91439"/>
                </a:moveTo>
                <a:lnTo>
                  <a:pt x="314497" y="91439"/>
                </a:lnTo>
                <a:lnTo>
                  <a:pt x="318202" y="92709"/>
                </a:lnTo>
                <a:lnTo>
                  <a:pt x="318286" y="96519"/>
                </a:lnTo>
                <a:lnTo>
                  <a:pt x="318405" y="100329"/>
                </a:lnTo>
                <a:lnTo>
                  <a:pt x="319217" y="101600"/>
                </a:lnTo>
                <a:lnTo>
                  <a:pt x="326110" y="107950"/>
                </a:lnTo>
                <a:lnTo>
                  <a:pt x="325581" y="113029"/>
                </a:lnTo>
                <a:lnTo>
                  <a:pt x="315377" y="118109"/>
                </a:lnTo>
                <a:lnTo>
                  <a:pt x="314281" y="119379"/>
                </a:lnTo>
                <a:lnTo>
                  <a:pt x="311092" y="125729"/>
                </a:lnTo>
                <a:lnTo>
                  <a:pt x="309308" y="127000"/>
                </a:lnTo>
                <a:lnTo>
                  <a:pt x="288265" y="130809"/>
                </a:lnTo>
                <a:lnTo>
                  <a:pt x="598490" y="130809"/>
                </a:lnTo>
                <a:lnTo>
                  <a:pt x="587222" y="115569"/>
                </a:lnTo>
                <a:lnTo>
                  <a:pt x="563098" y="91439"/>
                </a:lnTo>
                <a:close/>
              </a:path>
              <a:path w="669925" h="669289">
                <a:moveTo>
                  <a:pt x="338885" y="66039"/>
                </a:moveTo>
                <a:lnTo>
                  <a:pt x="334106" y="66039"/>
                </a:lnTo>
                <a:lnTo>
                  <a:pt x="281506" y="88900"/>
                </a:lnTo>
                <a:lnTo>
                  <a:pt x="278056" y="91439"/>
                </a:lnTo>
                <a:lnTo>
                  <a:pt x="275931" y="95250"/>
                </a:lnTo>
                <a:lnTo>
                  <a:pt x="269539" y="107950"/>
                </a:lnTo>
                <a:lnTo>
                  <a:pt x="271467" y="111759"/>
                </a:lnTo>
                <a:lnTo>
                  <a:pt x="275198" y="113029"/>
                </a:lnTo>
                <a:lnTo>
                  <a:pt x="277813" y="113029"/>
                </a:lnTo>
                <a:lnTo>
                  <a:pt x="279469" y="114300"/>
                </a:lnTo>
                <a:lnTo>
                  <a:pt x="280998" y="114300"/>
                </a:lnTo>
                <a:lnTo>
                  <a:pt x="283827" y="118109"/>
                </a:lnTo>
                <a:lnTo>
                  <a:pt x="287073" y="120650"/>
                </a:lnTo>
                <a:lnTo>
                  <a:pt x="292218" y="121919"/>
                </a:lnTo>
                <a:lnTo>
                  <a:pt x="302952" y="118109"/>
                </a:lnTo>
                <a:lnTo>
                  <a:pt x="305123" y="114300"/>
                </a:lnTo>
                <a:lnTo>
                  <a:pt x="306217" y="102869"/>
                </a:lnTo>
                <a:lnTo>
                  <a:pt x="306915" y="101600"/>
                </a:lnTo>
                <a:lnTo>
                  <a:pt x="312690" y="93979"/>
                </a:lnTo>
                <a:lnTo>
                  <a:pt x="314497" y="91439"/>
                </a:lnTo>
                <a:lnTo>
                  <a:pt x="563098" y="91439"/>
                </a:lnTo>
                <a:lnTo>
                  <a:pt x="554211" y="82550"/>
                </a:lnTo>
                <a:lnTo>
                  <a:pt x="544029" y="74929"/>
                </a:lnTo>
                <a:lnTo>
                  <a:pt x="374382" y="74929"/>
                </a:lnTo>
                <a:lnTo>
                  <a:pt x="338885" y="66039"/>
                </a:lnTo>
                <a:close/>
              </a:path>
              <a:path w="669925" h="669289">
                <a:moveTo>
                  <a:pt x="448394" y="21589"/>
                </a:moveTo>
                <a:lnTo>
                  <a:pt x="348446" y="21589"/>
                </a:lnTo>
                <a:lnTo>
                  <a:pt x="369508" y="22859"/>
                </a:lnTo>
                <a:lnTo>
                  <a:pt x="390162" y="25400"/>
                </a:lnTo>
                <a:lnTo>
                  <a:pt x="410367" y="30479"/>
                </a:lnTo>
                <a:lnTo>
                  <a:pt x="414399" y="30479"/>
                </a:lnTo>
                <a:lnTo>
                  <a:pt x="417269" y="34289"/>
                </a:lnTo>
                <a:lnTo>
                  <a:pt x="417269" y="54609"/>
                </a:lnTo>
                <a:lnTo>
                  <a:pt x="413989" y="59689"/>
                </a:lnTo>
                <a:lnTo>
                  <a:pt x="379949" y="74929"/>
                </a:lnTo>
                <a:lnTo>
                  <a:pt x="544029" y="74929"/>
                </a:lnTo>
                <a:lnTo>
                  <a:pt x="516876" y="54609"/>
                </a:lnTo>
                <a:lnTo>
                  <a:pt x="475735" y="31750"/>
                </a:lnTo>
                <a:lnTo>
                  <a:pt x="448394" y="21589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C081CDF-8255-093B-D252-C6EF09812173}"/>
              </a:ext>
            </a:extLst>
          </p:cNvPr>
          <p:cNvSpPr txBox="1"/>
          <p:nvPr/>
        </p:nvSpPr>
        <p:spPr>
          <a:xfrm>
            <a:off x="2935626" y="724567"/>
            <a:ext cx="42481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150" dirty="0">
                <a:latin typeface="Arial"/>
                <a:cs typeface="Arial"/>
              </a:rPr>
              <a:t>{</a:t>
            </a:r>
            <a:endParaRPr sz="10000" dirty="0"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A7F422D-CCC2-8F08-EC46-D447E593EC52}"/>
              </a:ext>
            </a:extLst>
          </p:cNvPr>
          <p:cNvSpPr txBox="1"/>
          <p:nvPr/>
        </p:nvSpPr>
        <p:spPr>
          <a:xfrm>
            <a:off x="546283" y="743669"/>
            <a:ext cx="2418080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  <a:tabLst>
                <a:tab pos="198437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Volumen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3346F80-84D6-6E19-C61A-6433D89022AB}"/>
              </a:ext>
            </a:extLst>
          </p:cNvPr>
          <p:cNvSpPr txBox="1"/>
          <p:nvPr/>
        </p:nvSpPr>
        <p:spPr>
          <a:xfrm>
            <a:off x="7344073" y="1430959"/>
            <a:ext cx="575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85" dirty="0">
                <a:latin typeface="Arial"/>
                <a:cs typeface="Arial"/>
              </a:rPr>
              <a:t>PYME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07D8F17-FDF9-3953-FDF1-D7069CD0710D}"/>
              </a:ext>
            </a:extLst>
          </p:cNvPr>
          <p:cNvSpPr txBox="1"/>
          <p:nvPr/>
        </p:nvSpPr>
        <p:spPr>
          <a:xfrm>
            <a:off x="2603522" y="15949"/>
            <a:ext cx="6527165" cy="6604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32715" algn="ctr">
              <a:lnSpc>
                <a:spcPct val="100000"/>
              </a:lnSpc>
              <a:spcBef>
                <a:spcPts val="805"/>
              </a:spcBef>
              <a:tabLst>
                <a:tab pos="3712845" algn="l"/>
              </a:tabLst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UNIDADES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ESCALA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8942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8B5631-FC20-C380-8325-7BF2E8E3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65675C-58B3-3F7D-6BF5-867128C61AEF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0857D4-C356-93C6-933D-266B04F66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CC61262-1476-F1A9-D62A-099BC8C1377E}"/>
              </a:ext>
            </a:extLst>
          </p:cNvPr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74D10A4-66A9-AECD-65DE-332C96A3F015}"/>
              </a:ext>
            </a:extLst>
          </p:cNvPr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0D6EC79-6957-9AC9-9DE0-5D180980A6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EEEF092-75A7-FC0C-6EAD-EA203486012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FE75AD1-F8A6-A6A9-0654-FDEA7EC0CCF9}"/>
                </a:ext>
              </a:extLst>
            </p:cNvPr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1277C71C-14D5-A272-0E7B-304A89E2E678}"/>
              </a:ext>
            </a:extLst>
          </p:cNvPr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FDEEA41-E07F-0587-7971-60424303D186}"/>
              </a:ext>
            </a:extLst>
          </p:cNvPr>
          <p:cNvSpPr txBox="1"/>
          <p:nvPr/>
        </p:nvSpPr>
        <p:spPr>
          <a:xfrm>
            <a:off x="6304791" y="3168154"/>
            <a:ext cx="1431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7AA9FB0-25B6-C915-6A5D-11052D528D3E}"/>
              </a:ext>
            </a:extLst>
          </p:cNvPr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0C5CA5CB-9CE2-F7B2-A4E5-43CD3FB913D5}"/>
              </a:ext>
            </a:extLst>
          </p:cNvPr>
          <p:cNvSpPr txBox="1"/>
          <p:nvPr/>
        </p:nvSpPr>
        <p:spPr>
          <a:xfrm>
            <a:off x="408221" y="3416619"/>
            <a:ext cx="658530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¿Cuánto volumen de datos se ha alcanzado en 2025?</a:t>
            </a:r>
            <a:endParaRPr sz="28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3030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45542" y="1889978"/>
            <a:ext cx="2417445" cy="2217420"/>
            <a:chOff x="5645542" y="1889978"/>
            <a:chExt cx="2417445" cy="221742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88405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04791" y="3168154"/>
            <a:ext cx="1431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4825" y="904514"/>
            <a:ext cx="684178" cy="6693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528852" y="1623194"/>
            <a:ext cx="3556605" cy="2858559"/>
            <a:chOff x="3528852" y="1623194"/>
            <a:chExt cx="3556605" cy="285855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4130" y="2247258"/>
              <a:ext cx="3424449" cy="1570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8852" y="2427634"/>
              <a:ext cx="3556605" cy="1249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5347" y="1623194"/>
              <a:ext cx="101600" cy="28585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46147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7399" y="1623194"/>
              <a:ext cx="101600" cy="28585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98199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39714" y="1082027"/>
            <a:ext cx="3253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900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millones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fotos/día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70B4-AABD-4283-63B5-FD650939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C2A0E4-E2AE-94D9-E794-F815F9C07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33678F-E83D-6259-A57A-64996DA57D9D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BD9EF60-B8FE-3AFF-0FC9-5131CDCA82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4825" y="904514"/>
            <a:ext cx="684178" cy="669304"/>
          </a:xfrm>
          <a:prstGeom prst="rect">
            <a:avLst/>
          </a:prstGeom>
        </p:spPr>
      </p:pic>
      <p:grpSp>
        <p:nvGrpSpPr>
          <p:cNvPr id="5" name="object 5">
            <a:extLst>
              <a:ext uri="{FF2B5EF4-FFF2-40B4-BE49-F238E27FC236}">
                <a16:creationId xmlns:a16="http://schemas.microsoft.com/office/drawing/2014/main" id="{7F8915D0-E709-2B0B-C7AA-299C0EFAA65A}"/>
              </a:ext>
            </a:extLst>
          </p:cNvPr>
          <p:cNvGrpSpPr/>
          <p:nvPr/>
        </p:nvGrpSpPr>
        <p:grpSpPr>
          <a:xfrm>
            <a:off x="3528852" y="1623194"/>
            <a:ext cx="3556635" cy="2858770"/>
            <a:chOff x="3528852" y="1623194"/>
            <a:chExt cx="3556635" cy="285877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82E0196-828E-3D86-B6EE-89370D7F30B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44130" y="2247258"/>
              <a:ext cx="3424449" cy="1570431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520CE635-AF2C-4AEE-CFA8-6F0F96CF734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8852" y="2427634"/>
              <a:ext cx="3556605" cy="1249680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1AAF0DB-D7D6-1A80-77C8-6A4A94FD9D8A}"/>
                </a:ext>
              </a:extLst>
            </p:cNvPr>
            <p:cNvSpPr/>
            <p:nvPr/>
          </p:nvSpPr>
          <p:spPr>
            <a:xfrm>
              <a:off x="3930127" y="3032474"/>
              <a:ext cx="2103120" cy="0"/>
            </a:xfrm>
            <a:custGeom>
              <a:avLst/>
              <a:gdLst/>
              <a:ahLst/>
              <a:cxnLst/>
              <a:rect l="l" t="t" r="r" b="b"/>
              <a:pathLst>
                <a:path w="2103120">
                  <a:moveTo>
                    <a:pt x="0" y="0"/>
                  </a:moveTo>
                  <a:lnTo>
                    <a:pt x="158749" y="0"/>
                  </a:lnTo>
                  <a:lnTo>
                    <a:pt x="1943751" y="0"/>
                  </a:lnTo>
                  <a:lnTo>
                    <a:pt x="2102501" y="0"/>
                  </a:lnTo>
                </a:path>
              </a:pathLst>
            </a:custGeom>
            <a:ln w="317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CFA2EEE-EE59-8BE0-26EE-EC8470DF2465}"/>
                </a:ext>
              </a:extLst>
            </p:cNvPr>
            <p:cNvSpPr/>
            <p:nvPr/>
          </p:nvSpPr>
          <p:spPr>
            <a:xfrm>
              <a:off x="3566947" y="2445740"/>
              <a:ext cx="3480435" cy="1173480"/>
            </a:xfrm>
            <a:custGeom>
              <a:avLst/>
              <a:gdLst/>
              <a:ahLst/>
              <a:cxnLst/>
              <a:rect l="l" t="t" r="r" b="b"/>
              <a:pathLst>
                <a:path w="3480434" h="1173479">
                  <a:moveTo>
                    <a:pt x="586740" y="586740"/>
                  </a:moveTo>
                  <a:lnTo>
                    <a:pt x="0" y="0"/>
                  </a:lnTo>
                  <a:lnTo>
                    <a:pt x="0" y="1173480"/>
                  </a:lnTo>
                  <a:lnTo>
                    <a:pt x="586740" y="586740"/>
                  </a:lnTo>
                  <a:close/>
                </a:path>
                <a:path w="3480434" h="1173479">
                  <a:moveTo>
                    <a:pt x="3480409" y="586740"/>
                  </a:moveTo>
                  <a:lnTo>
                    <a:pt x="2306929" y="0"/>
                  </a:lnTo>
                  <a:lnTo>
                    <a:pt x="2306929" y="1173480"/>
                  </a:lnTo>
                  <a:lnTo>
                    <a:pt x="3480409" y="58674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70012C19-95F3-3F66-3044-2801727E842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95347" y="1623194"/>
              <a:ext cx="101600" cy="2858559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D898830-3D49-9D31-7839-C615ABD2B125}"/>
                </a:ext>
              </a:extLst>
            </p:cNvPr>
            <p:cNvSpPr/>
            <p:nvPr/>
          </p:nvSpPr>
          <p:spPr>
            <a:xfrm>
              <a:off x="4446147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185B16A-C04C-76F0-C42F-89776DC19F7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7399" y="1623194"/>
              <a:ext cx="101600" cy="2858559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348A60C-445E-DB80-2BFB-0D59439197BC}"/>
                </a:ext>
              </a:extLst>
            </p:cNvPr>
            <p:cNvSpPr/>
            <p:nvPr/>
          </p:nvSpPr>
          <p:spPr>
            <a:xfrm>
              <a:off x="5998199" y="1641294"/>
              <a:ext cx="0" cy="2782570"/>
            </a:xfrm>
            <a:custGeom>
              <a:avLst/>
              <a:gdLst/>
              <a:ahLst/>
              <a:cxnLst/>
              <a:rect l="l" t="t" r="r" b="b"/>
              <a:pathLst>
                <a:path h="2782570">
                  <a:moveTo>
                    <a:pt x="0" y="27823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AA0DE07A-A785-E354-C3A0-E9F4CACC80DB}"/>
              </a:ext>
            </a:extLst>
          </p:cNvPr>
          <p:cNvSpPr txBox="1"/>
          <p:nvPr/>
        </p:nvSpPr>
        <p:spPr>
          <a:xfrm>
            <a:off x="4239714" y="1082027"/>
            <a:ext cx="32531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65" dirty="0">
                <a:latin typeface="Arial"/>
                <a:cs typeface="Arial"/>
              </a:rPr>
              <a:t>900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millones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fotos/día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2A27473-596D-3257-6671-BBC3C06A399C}"/>
              </a:ext>
            </a:extLst>
          </p:cNvPr>
          <p:cNvSpPr txBox="1"/>
          <p:nvPr/>
        </p:nvSpPr>
        <p:spPr>
          <a:xfrm>
            <a:off x="4591998" y="3728274"/>
            <a:ext cx="1370965" cy="982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95"/>
              </a:spcBef>
            </a:pPr>
            <a:r>
              <a:rPr sz="2800" spc="-30" dirty="0">
                <a:latin typeface="Arial"/>
                <a:cs typeface="Arial"/>
              </a:rPr>
              <a:t>Ventana </a:t>
            </a:r>
            <a:r>
              <a:rPr sz="2800" spc="-170" dirty="0">
                <a:latin typeface="Arial"/>
                <a:cs typeface="Arial"/>
              </a:rPr>
              <a:t>Temporal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3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71454" y="1882040"/>
            <a:ext cx="3791585" cy="2233295"/>
            <a:chOff x="4271454" y="1882040"/>
            <a:chExt cx="3791585" cy="22332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68840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1454" y="1882040"/>
              <a:ext cx="2433031" cy="22330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188663" y="0"/>
                  </a:moveTo>
                  <a:lnTo>
                    <a:pt x="1142768" y="0"/>
                  </a:lnTo>
                  <a:lnTo>
                    <a:pt x="1096901" y="1641"/>
                  </a:lnTo>
                  <a:lnTo>
                    <a:pt x="1051121" y="4925"/>
                  </a:lnTo>
                  <a:lnTo>
                    <a:pt x="1005483" y="9850"/>
                  </a:lnTo>
                  <a:lnTo>
                    <a:pt x="960046" y="16417"/>
                  </a:lnTo>
                  <a:lnTo>
                    <a:pt x="914866" y="24626"/>
                  </a:lnTo>
                  <a:lnTo>
                    <a:pt x="870001" y="34477"/>
                  </a:lnTo>
                  <a:lnTo>
                    <a:pt x="825508" y="45969"/>
                  </a:lnTo>
                  <a:lnTo>
                    <a:pt x="781445" y="59104"/>
                  </a:lnTo>
                  <a:lnTo>
                    <a:pt x="737867" y="73880"/>
                  </a:lnTo>
                  <a:lnTo>
                    <a:pt x="694833" y="90298"/>
                  </a:lnTo>
                  <a:lnTo>
                    <a:pt x="652400" y="108357"/>
                  </a:lnTo>
                  <a:lnTo>
                    <a:pt x="610625" y="128058"/>
                  </a:lnTo>
                  <a:lnTo>
                    <a:pt x="569565" y="149402"/>
                  </a:lnTo>
                  <a:lnTo>
                    <a:pt x="529277" y="172387"/>
                  </a:lnTo>
                  <a:lnTo>
                    <a:pt x="489820" y="197013"/>
                  </a:lnTo>
                  <a:lnTo>
                    <a:pt x="451249" y="223282"/>
                  </a:lnTo>
                  <a:lnTo>
                    <a:pt x="413622" y="251192"/>
                  </a:lnTo>
                  <a:lnTo>
                    <a:pt x="376997" y="280744"/>
                  </a:lnTo>
                  <a:lnTo>
                    <a:pt x="341430" y="311938"/>
                  </a:lnTo>
                  <a:lnTo>
                    <a:pt x="306436" y="345323"/>
                  </a:lnTo>
                  <a:lnTo>
                    <a:pt x="273333" y="379726"/>
                  </a:lnTo>
                  <a:lnTo>
                    <a:pt x="242122" y="415091"/>
                  </a:lnTo>
                  <a:lnTo>
                    <a:pt x="212802" y="451360"/>
                  </a:lnTo>
                  <a:lnTo>
                    <a:pt x="185374" y="488477"/>
                  </a:lnTo>
                  <a:lnTo>
                    <a:pt x="159838" y="526387"/>
                  </a:lnTo>
                  <a:lnTo>
                    <a:pt x="136193" y="565031"/>
                  </a:lnTo>
                  <a:lnTo>
                    <a:pt x="114440" y="604354"/>
                  </a:lnTo>
                  <a:lnTo>
                    <a:pt x="94579" y="644299"/>
                  </a:lnTo>
                  <a:lnTo>
                    <a:pt x="76609" y="684810"/>
                  </a:lnTo>
                  <a:lnTo>
                    <a:pt x="60530" y="725829"/>
                  </a:lnTo>
                  <a:lnTo>
                    <a:pt x="46343" y="767301"/>
                  </a:lnTo>
                  <a:lnTo>
                    <a:pt x="34048" y="809169"/>
                  </a:lnTo>
                  <a:lnTo>
                    <a:pt x="23644" y="851376"/>
                  </a:lnTo>
                  <a:lnTo>
                    <a:pt x="15132" y="893866"/>
                  </a:lnTo>
                  <a:lnTo>
                    <a:pt x="8512" y="936582"/>
                  </a:lnTo>
                  <a:lnTo>
                    <a:pt x="3783" y="979468"/>
                  </a:lnTo>
                  <a:lnTo>
                    <a:pt x="945" y="1022466"/>
                  </a:lnTo>
                  <a:lnTo>
                    <a:pt x="0" y="1065522"/>
                  </a:lnTo>
                  <a:lnTo>
                    <a:pt x="945" y="1108577"/>
                  </a:lnTo>
                  <a:lnTo>
                    <a:pt x="3783" y="1151576"/>
                  </a:lnTo>
                  <a:lnTo>
                    <a:pt x="8512" y="1194462"/>
                  </a:lnTo>
                  <a:lnTo>
                    <a:pt x="15132" y="1237178"/>
                  </a:lnTo>
                  <a:lnTo>
                    <a:pt x="23644" y="1279668"/>
                  </a:lnTo>
                  <a:lnTo>
                    <a:pt x="34048" y="1321875"/>
                  </a:lnTo>
                  <a:lnTo>
                    <a:pt x="46343" y="1363742"/>
                  </a:lnTo>
                  <a:lnTo>
                    <a:pt x="60530" y="1405214"/>
                  </a:lnTo>
                  <a:lnTo>
                    <a:pt x="76609" y="1446234"/>
                  </a:lnTo>
                  <a:lnTo>
                    <a:pt x="94579" y="1486744"/>
                  </a:lnTo>
                  <a:lnTo>
                    <a:pt x="114440" y="1526689"/>
                  </a:lnTo>
                  <a:lnTo>
                    <a:pt x="136193" y="1566012"/>
                  </a:lnTo>
                  <a:lnTo>
                    <a:pt x="159838" y="1604657"/>
                  </a:lnTo>
                  <a:lnTo>
                    <a:pt x="185374" y="1642566"/>
                  </a:lnTo>
                  <a:lnTo>
                    <a:pt x="212802" y="1679684"/>
                  </a:lnTo>
                  <a:lnTo>
                    <a:pt x="242122" y="1715953"/>
                  </a:lnTo>
                  <a:lnTo>
                    <a:pt x="273333" y="1751317"/>
                  </a:lnTo>
                  <a:lnTo>
                    <a:pt x="306436" y="1785720"/>
                  </a:lnTo>
                  <a:lnTo>
                    <a:pt x="341430" y="1819105"/>
                  </a:lnTo>
                  <a:lnTo>
                    <a:pt x="376997" y="1850299"/>
                  </a:lnTo>
                  <a:lnTo>
                    <a:pt x="413622" y="1879851"/>
                  </a:lnTo>
                  <a:lnTo>
                    <a:pt x="451249" y="1907762"/>
                  </a:lnTo>
                  <a:lnTo>
                    <a:pt x="489820" y="1934030"/>
                  </a:lnTo>
                  <a:lnTo>
                    <a:pt x="529277" y="1958657"/>
                  </a:lnTo>
                  <a:lnTo>
                    <a:pt x="569565" y="1981642"/>
                  </a:lnTo>
                  <a:lnTo>
                    <a:pt x="610625" y="2002985"/>
                  </a:lnTo>
                  <a:lnTo>
                    <a:pt x="652400" y="2022686"/>
                  </a:lnTo>
                  <a:lnTo>
                    <a:pt x="694833" y="2040746"/>
                  </a:lnTo>
                  <a:lnTo>
                    <a:pt x="737867" y="2057164"/>
                  </a:lnTo>
                  <a:lnTo>
                    <a:pt x="781445" y="2071940"/>
                  </a:lnTo>
                  <a:lnTo>
                    <a:pt x="825508" y="2085074"/>
                  </a:lnTo>
                  <a:lnTo>
                    <a:pt x="870001" y="2096567"/>
                  </a:lnTo>
                  <a:lnTo>
                    <a:pt x="914866" y="2106417"/>
                  </a:lnTo>
                  <a:lnTo>
                    <a:pt x="960046" y="2114626"/>
                  </a:lnTo>
                  <a:lnTo>
                    <a:pt x="1005483" y="2121193"/>
                  </a:lnTo>
                  <a:lnTo>
                    <a:pt x="1051121" y="2126119"/>
                  </a:lnTo>
                  <a:lnTo>
                    <a:pt x="1096901" y="2129402"/>
                  </a:lnTo>
                  <a:lnTo>
                    <a:pt x="1142768" y="2131044"/>
                  </a:lnTo>
                  <a:lnTo>
                    <a:pt x="1188663" y="2131044"/>
                  </a:lnTo>
                  <a:lnTo>
                    <a:pt x="1234529" y="2129402"/>
                  </a:lnTo>
                  <a:lnTo>
                    <a:pt x="1280309" y="2126119"/>
                  </a:lnTo>
                  <a:lnTo>
                    <a:pt x="1325947" y="2121193"/>
                  </a:lnTo>
                  <a:lnTo>
                    <a:pt x="1371384" y="2114626"/>
                  </a:lnTo>
                  <a:lnTo>
                    <a:pt x="1416564" y="2106417"/>
                  </a:lnTo>
                  <a:lnTo>
                    <a:pt x="1461429" y="2096567"/>
                  </a:lnTo>
                  <a:lnTo>
                    <a:pt x="1505922" y="2085074"/>
                  </a:lnTo>
                  <a:lnTo>
                    <a:pt x="1549986" y="2071940"/>
                  </a:lnTo>
                  <a:lnTo>
                    <a:pt x="1593563" y="2057164"/>
                  </a:lnTo>
                  <a:lnTo>
                    <a:pt x="1636597" y="2040746"/>
                  </a:lnTo>
                  <a:lnTo>
                    <a:pt x="1679030" y="2022686"/>
                  </a:lnTo>
                  <a:lnTo>
                    <a:pt x="1720805" y="2002985"/>
                  </a:lnTo>
                  <a:lnTo>
                    <a:pt x="1761865" y="1981642"/>
                  </a:lnTo>
                  <a:lnTo>
                    <a:pt x="1802153" y="1958657"/>
                  </a:lnTo>
                  <a:lnTo>
                    <a:pt x="1841610" y="1934030"/>
                  </a:lnTo>
                  <a:lnTo>
                    <a:pt x="1880181" y="1907762"/>
                  </a:lnTo>
                  <a:lnTo>
                    <a:pt x="1917808" y="1879851"/>
                  </a:lnTo>
                  <a:lnTo>
                    <a:pt x="1954433" y="1850299"/>
                  </a:lnTo>
                  <a:lnTo>
                    <a:pt x="1990000" y="1819105"/>
                  </a:lnTo>
                  <a:lnTo>
                    <a:pt x="2024995" y="1785720"/>
                  </a:lnTo>
                  <a:lnTo>
                    <a:pt x="2058097" y="1751317"/>
                  </a:lnTo>
                  <a:lnTo>
                    <a:pt x="2089308" y="1715953"/>
                  </a:lnTo>
                  <a:lnTo>
                    <a:pt x="2118628" y="1679684"/>
                  </a:lnTo>
                  <a:lnTo>
                    <a:pt x="2146056" y="1642566"/>
                  </a:lnTo>
                  <a:lnTo>
                    <a:pt x="2171592" y="1604657"/>
                  </a:lnTo>
                  <a:lnTo>
                    <a:pt x="2195237" y="1566012"/>
                  </a:lnTo>
                  <a:lnTo>
                    <a:pt x="2216990" y="1526689"/>
                  </a:lnTo>
                  <a:lnTo>
                    <a:pt x="2236852" y="1486744"/>
                  </a:lnTo>
                  <a:lnTo>
                    <a:pt x="2254822" y="1446234"/>
                  </a:lnTo>
                  <a:lnTo>
                    <a:pt x="2270900" y="1405214"/>
                  </a:lnTo>
                  <a:lnTo>
                    <a:pt x="2285087" y="1363742"/>
                  </a:lnTo>
                  <a:lnTo>
                    <a:pt x="2297382" y="1321875"/>
                  </a:lnTo>
                  <a:lnTo>
                    <a:pt x="2307786" y="1279668"/>
                  </a:lnTo>
                  <a:lnTo>
                    <a:pt x="2316298" y="1237178"/>
                  </a:lnTo>
                  <a:lnTo>
                    <a:pt x="2322918" y="1194462"/>
                  </a:lnTo>
                  <a:lnTo>
                    <a:pt x="2327647" y="1151576"/>
                  </a:lnTo>
                  <a:lnTo>
                    <a:pt x="2330485" y="1108577"/>
                  </a:lnTo>
                  <a:lnTo>
                    <a:pt x="2331431" y="1065522"/>
                  </a:lnTo>
                  <a:lnTo>
                    <a:pt x="2330485" y="1022466"/>
                  </a:lnTo>
                  <a:lnTo>
                    <a:pt x="2327647" y="979468"/>
                  </a:lnTo>
                  <a:lnTo>
                    <a:pt x="2322918" y="936582"/>
                  </a:lnTo>
                  <a:lnTo>
                    <a:pt x="2316298" y="893866"/>
                  </a:lnTo>
                  <a:lnTo>
                    <a:pt x="2307786" y="851376"/>
                  </a:lnTo>
                  <a:lnTo>
                    <a:pt x="2297382" y="809169"/>
                  </a:lnTo>
                  <a:lnTo>
                    <a:pt x="2285087" y="767301"/>
                  </a:lnTo>
                  <a:lnTo>
                    <a:pt x="2270900" y="725829"/>
                  </a:lnTo>
                  <a:lnTo>
                    <a:pt x="2254822" y="684810"/>
                  </a:lnTo>
                  <a:lnTo>
                    <a:pt x="2236852" y="644299"/>
                  </a:lnTo>
                  <a:lnTo>
                    <a:pt x="2216990" y="604354"/>
                  </a:lnTo>
                  <a:lnTo>
                    <a:pt x="2195237" y="565031"/>
                  </a:lnTo>
                  <a:lnTo>
                    <a:pt x="2171592" y="526387"/>
                  </a:lnTo>
                  <a:lnTo>
                    <a:pt x="2146056" y="488477"/>
                  </a:lnTo>
                  <a:lnTo>
                    <a:pt x="2118628" y="451360"/>
                  </a:lnTo>
                  <a:lnTo>
                    <a:pt x="2089308" y="415091"/>
                  </a:lnTo>
                  <a:lnTo>
                    <a:pt x="2058097" y="379726"/>
                  </a:lnTo>
                  <a:lnTo>
                    <a:pt x="2024995" y="345323"/>
                  </a:lnTo>
                  <a:lnTo>
                    <a:pt x="1990000" y="311938"/>
                  </a:lnTo>
                  <a:lnTo>
                    <a:pt x="1954433" y="280744"/>
                  </a:lnTo>
                  <a:lnTo>
                    <a:pt x="1917808" y="251192"/>
                  </a:lnTo>
                  <a:lnTo>
                    <a:pt x="1880181" y="223282"/>
                  </a:lnTo>
                  <a:lnTo>
                    <a:pt x="1841610" y="197013"/>
                  </a:lnTo>
                  <a:lnTo>
                    <a:pt x="1802153" y="172387"/>
                  </a:lnTo>
                  <a:lnTo>
                    <a:pt x="1761865" y="149402"/>
                  </a:lnTo>
                  <a:lnTo>
                    <a:pt x="1720805" y="128058"/>
                  </a:lnTo>
                  <a:lnTo>
                    <a:pt x="1679030" y="108357"/>
                  </a:lnTo>
                  <a:lnTo>
                    <a:pt x="1636597" y="90298"/>
                  </a:lnTo>
                  <a:lnTo>
                    <a:pt x="1593563" y="73880"/>
                  </a:lnTo>
                  <a:lnTo>
                    <a:pt x="1549986" y="59104"/>
                  </a:lnTo>
                  <a:lnTo>
                    <a:pt x="1505922" y="45969"/>
                  </a:lnTo>
                  <a:lnTo>
                    <a:pt x="1461429" y="34477"/>
                  </a:lnTo>
                  <a:lnTo>
                    <a:pt x="1416564" y="24626"/>
                  </a:lnTo>
                  <a:lnTo>
                    <a:pt x="1371384" y="16417"/>
                  </a:lnTo>
                  <a:lnTo>
                    <a:pt x="1325947" y="9850"/>
                  </a:lnTo>
                  <a:lnTo>
                    <a:pt x="1280309" y="4925"/>
                  </a:lnTo>
                  <a:lnTo>
                    <a:pt x="1234529" y="1641"/>
                  </a:lnTo>
                  <a:lnTo>
                    <a:pt x="1188663" y="0"/>
                  </a:lnTo>
                  <a:close/>
                </a:path>
              </a:pathLst>
            </a:custGeom>
            <a:solidFill>
              <a:srgbClr val="FFFC79">
                <a:alpha val="36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98214" y="2467034"/>
            <a:ext cx="296354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1620" algn="ctr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  <a:p>
            <a:pPr marL="38100">
              <a:lnSpc>
                <a:spcPct val="100000"/>
              </a:lnSpc>
              <a:spcBef>
                <a:spcPts val="2160"/>
              </a:spcBef>
              <a:tabLst>
                <a:tab pos="1518920" algn="l"/>
              </a:tabLst>
            </a:pPr>
            <a:r>
              <a:rPr sz="4200" spc="-15" baseline="25793" dirty="0">
                <a:solidFill>
                  <a:srgbClr val="0433FF"/>
                </a:solidFill>
                <a:latin typeface="Arial"/>
                <a:cs typeface="Arial"/>
              </a:rPr>
              <a:t>Variedad</a:t>
            </a:r>
            <a:r>
              <a:rPr sz="4200" baseline="25793" dirty="0">
                <a:solidFill>
                  <a:srgbClr val="0433FF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4915" y="828281"/>
            <a:ext cx="2501900" cy="97783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5E01-5D9D-65E6-330D-1A930E5F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628A37-C446-0C17-8D40-EB3766976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48DC12-E0BE-1762-8A83-679631ABF7AB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6E12B2E-B321-5A16-7D5F-9405BA4633C7}"/>
              </a:ext>
            </a:extLst>
          </p:cNvPr>
          <p:cNvSpPr txBox="1"/>
          <p:nvPr/>
        </p:nvSpPr>
        <p:spPr>
          <a:xfrm>
            <a:off x="3544915" y="828281"/>
            <a:ext cx="2501900" cy="14600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501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2582-DFFC-321A-7188-CF35792A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EC0EF0-18D8-47E2-FB81-D69B34802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C68E2D7-FB88-D4FC-19C7-B94289570D68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803F29-9705-5535-5F6D-51AA1462BCEA}"/>
              </a:ext>
            </a:extLst>
          </p:cNvPr>
          <p:cNvSpPr txBox="1"/>
          <p:nvPr/>
        </p:nvSpPr>
        <p:spPr>
          <a:xfrm>
            <a:off x="3544915" y="828281"/>
            <a:ext cx="2501900" cy="2373086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7250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4CF08-CB2B-8FA5-1269-FB697DC9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8A108D-DE4C-32F5-2442-ACD8527C8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80A03F-5CE7-EDCB-57E7-5C55C6E605C5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8185C47-0254-320D-4338-FBCD37AC996F}"/>
              </a:ext>
            </a:extLst>
          </p:cNvPr>
          <p:cNvSpPr txBox="1"/>
          <p:nvPr/>
        </p:nvSpPr>
        <p:spPr>
          <a:xfrm>
            <a:off x="3544915" y="828281"/>
            <a:ext cx="2501900" cy="285526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05"/>
              </a:spcBef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747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4AEF-86DF-775D-BBFC-1B536641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FF89B6-465F-2BD9-93C1-B0FB94DEA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2D38AD-FBBC-E686-1CCC-AD84D0ABF3D4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345A3AB-9F15-1B9B-7D93-FAA5AE9F54DE}"/>
              </a:ext>
            </a:extLst>
          </p:cNvPr>
          <p:cNvSpPr txBox="1"/>
          <p:nvPr/>
        </p:nvSpPr>
        <p:spPr>
          <a:xfrm>
            <a:off x="3544915" y="828281"/>
            <a:ext cx="2501900" cy="333745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4491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97DD-A2D7-84DE-CD95-806A355B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60AF29-4499-4CE7-3B78-36B396FE8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A3977A-F869-561F-90D4-D71526DBC829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614F725-C947-C963-9DEB-255EE44F7374}"/>
              </a:ext>
            </a:extLst>
          </p:cNvPr>
          <p:cNvSpPr txBox="1"/>
          <p:nvPr/>
        </p:nvSpPr>
        <p:spPr>
          <a:xfrm>
            <a:off x="3544915" y="828281"/>
            <a:ext cx="2501900" cy="3337452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Videos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197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6B70-3835-D2D6-0E59-E65DCE51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062DAA-1C10-2AD7-2AD7-5CF4B1A5B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00108B-9EB0-94B6-2584-575FBC929529}"/>
              </a:ext>
            </a:extLst>
          </p:cNvPr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AED7214-ED40-01DE-0E3C-1F7FCE09E973}"/>
              </a:ext>
            </a:extLst>
          </p:cNvPr>
          <p:cNvSpPr txBox="1"/>
          <p:nvPr/>
        </p:nvSpPr>
        <p:spPr>
          <a:xfrm>
            <a:off x="3544915" y="828281"/>
            <a:ext cx="2501900" cy="43018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Ficheros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80" dirty="0">
                <a:latin typeface="Arial"/>
                <a:cs typeface="Arial"/>
              </a:rPr>
              <a:t>XML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0" dirty="0">
                <a:latin typeface="Arial"/>
                <a:cs typeface="Arial"/>
              </a:rPr>
              <a:t>Ficheros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log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80" dirty="0">
                <a:latin typeface="Arial"/>
                <a:cs typeface="Arial"/>
              </a:rPr>
              <a:t>Bases</a:t>
            </a:r>
            <a:r>
              <a:rPr lang="en-US" sz="2800" spc="-130" dirty="0">
                <a:latin typeface="Arial"/>
                <a:cs typeface="Arial"/>
              </a:rPr>
              <a:t> </a:t>
            </a:r>
            <a:r>
              <a:rPr lang="en-US" sz="2800" spc="-140" dirty="0">
                <a:latin typeface="Arial"/>
                <a:cs typeface="Arial"/>
              </a:rPr>
              <a:t>de</a:t>
            </a:r>
            <a:r>
              <a:rPr lang="en-US" sz="2800" spc="-125" dirty="0">
                <a:latin typeface="Arial"/>
                <a:cs typeface="Arial"/>
              </a:rPr>
              <a:t> </a:t>
            </a:r>
            <a:r>
              <a:rPr lang="en-US" sz="2800" spc="-65" dirty="0" err="1">
                <a:latin typeface="Arial"/>
                <a:cs typeface="Arial"/>
              </a:rPr>
              <a:t>datos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65" dirty="0" err="1">
                <a:latin typeface="Arial"/>
                <a:cs typeface="Arial"/>
              </a:rPr>
              <a:t>Imágenes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Audios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10" dirty="0">
                <a:latin typeface="Arial"/>
                <a:cs typeface="Arial"/>
              </a:rPr>
              <a:t>Videos</a:t>
            </a:r>
            <a:endParaRPr lang="en-US"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0" dirty="0">
                <a:latin typeface="Arial"/>
                <a:cs typeface="Arial"/>
              </a:rPr>
              <a:t>Webs</a:t>
            </a: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n-US" sz="2800" spc="-20" dirty="0" err="1">
                <a:latin typeface="Arial"/>
                <a:cs typeface="Arial"/>
              </a:rPr>
              <a:t>Texto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457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283" y="743669"/>
            <a:ext cx="171513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48895">
              <a:lnSpc>
                <a:spcPct val="100000"/>
              </a:lnSpc>
              <a:spcBef>
                <a:spcPts val="31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Variedad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5966" y="1352345"/>
            <a:ext cx="323913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9BBB59"/>
                </a:solidFill>
                <a:latin typeface="Arial Narrow"/>
                <a:cs typeface="Arial Narrow"/>
              </a:rPr>
              <a:t>H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ola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10000" b="1" dirty="0">
                <a:solidFill>
                  <a:srgbClr val="3F6797"/>
                </a:solidFill>
                <a:latin typeface="Arial Narrow"/>
                <a:cs typeface="Arial Narrow"/>
              </a:rPr>
              <a:t>M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undo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+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6000" b="1" spc="-50" dirty="0">
                <a:solidFill>
                  <a:srgbClr val="C0504D"/>
                </a:solidFill>
                <a:latin typeface="Arial Narrow"/>
                <a:cs typeface="Arial Narrow"/>
              </a:rPr>
              <a:t>4</a:t>
            </a:r>
            <a:endParaRPr sz="6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33AE4-A8FF-294A-418B-0959A0D2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19FFAC-EC2F-1C96-89B8-BB6C9CFA0E3D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9E8958-E408-0B8E-8867-20EBAAF86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1995DD-EC01-5C49-CA10-B85E2393E504}"/>
              </a:ext>
            </a:extLst>
          </p:cNvPr>
          <p:cNvSpPr txBox="1"/>
          <p:nvPr/>
        </p:nvSpPr>
        <p:spPr>
          <a:xfrm>
            <a:off x="373201" y="800427"/>
            <a:ext cx="1888489" cy="106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 dirty="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¿Qué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es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BD?</a:t>
            </a:r>
            <a:endParaRPr sz="2800" dirty="0">
              <a:latin typeface="Arial Narrow"/>
              <a:cs typeface="Arial Narrow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DF60E655-BE21-4689-3F07-78D99147BB6D}"/>
              </a:ext>
            </a:extLst>
          </p:cNvPr>
          <p:cNvGrpSpPr/>
          <p:nvPr/>
        </p:nvGrpSpPr>
        <p:grpSpPr>
          <a:xfrm>
            <a:off x="4790476" y="994892"/>
            <a:ext cx="2417445" cy="2217420"/>
            <a:chOff x="4790476" y="994892"/>
            <a:chExt cx="2417445" cy="2217420"/>
          </a:xfrm>
        </p:grpSpPr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556F623-B889-B064-E685-4B409A88407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0476" y="994892"/>
              <a:ext cx="2417156" cy="2217179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183EBE72-0D6E-770E-A537-0104CD969B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3339" y="1017959"/>
              <a:ext cx="2331432" cy="2131045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8805B95-8FBD-D011-6A95-4ECA4735CA39}"/>
                </a:ext>
              </a:extLst>
            </p:cNvPr>
            <p:cNvSpPr/>
            <p:nvPr/>
          </p:nvSpPr>
          <p:spPr>
            <a:xfrm>
              <a:off x="4833339" y="1017960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7D6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C0AF6192-696D-A3DA-D6DF-DC9C7DE67A36}"/>
              </a:ext>
            </a:extLst>
          </p:cNvPr>
          <p:cNvSpPr txBox="1"/>
          <p:nvPr/>
        </p:nvSpPr>
        <p:spPr>
          <a:xfrm>
            <a:off x="5342071" y="1335633"/>
            <a:ext cx="13163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Volumen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18B6CA36-82A1-F9BB-E78B-71CBC0FE413B}"/>
              </a:ext>
            </a:extLst>
          </p:cNvPr>
          <p:cNvGrpSpPr/>
          <p:nvPr/>
        </p:nvGrpSpPr>
        <p:grpSpPr>
          <a:xfrm>
            <a:off x="4271454" y="1882040"/>
            <a:ext cx="3791585" cy="2233295"/>
            <a:chOff x="4271454" y="1882040"/>
            <a:chExt cx="3791585" cy="2233295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E3241BA6-7213-F065-4FE6-02779FF75A8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542" y="1889978"/>
              <a:ext cx="2417156" cy="2217179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C617864-619B-859D-8F0F-20903EDB4F4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8403" y="1910045"/>
              <a:ext cx="2331432" cy="2131044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29D7320-96A3-BF2B-A286-66751E4AC95F}"/>
                </a:ext>
              </a:extLst>
            </p:cNvPr>
            <p:cNvSpPr/>
            <p:nvPr/>
          </p:nvSpPr>
          <p:spPr>
            <a:xfrm>
              <a:off x="568840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424E4C9D-79CB-BA8D-E040-CB0855BA6A6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71454" y="1882040"/>
              <a:ext cx="2433031" cy="2233054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72167E0-5B06-6629-7EB6-0752EDF20407}"/>
                </a:ext>
              </a:extLst>
            </p:cNvPr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188663" y="0"/>
                  </a:moveTo>
                  <a:lnTo>
                    <a:pt x="1142768" y="0"/>
                  </a:lnTo>
                  <a:lnTo>
                    <a:pt x="1096901" y="1641"/>
                  </a:lnTo>
                  <a:lnTo>
                    <a:pt x="1051121" y="4925"/>
                  </a:lnTo>
                  <a:lnTo>
                    <a:pt x="1005483" y="9850"/>
                  </a:lnTo>
                  <a:lnTo>
                    <a:pt x="960046" y="16417"/>
                  </a:lnTo>
                  <a:lnTo>
                    <a:pt x="914866" y="24626"/>
                  </a:lnTo>
                  <a:lnTo>
                    <a:pt x="870001" y="34477"/>
                  </a:lnTo>
                  <a:lnTo>
                    <a:pt x="825508" y="45969"/>
                  </a:lnTo>
                  <a:lnTo>
                    <a:pt x="781445" y="59104"/>
                  </a:lnTo>
                  <a:lnTo>
                    <a:pt x="737867" y="73880"/>
                  </a:lnTo>
                  <a:lnTo>
                    <a:pt x="694833" y="90298"/>
                  </a:lnTo>
                  <a:lnTo>
                    <a:pt x="652400" y="108357"/>
                  </a:lnTo>
                  <a:lnTo>
                    <a:pt x="610625" y="128058"/>
                  </a:lnTo>
                  <a:lnTo>
                    <a:pt x="569565" y="149402"/>
                  </a:lnTo>
                  <a:lnTo>
                    <a:pt x="529277" y="172387"/>
                  </a:lnTo>
                  <a:lnTo>
                    <a:pt x="489820" y="197013"/>
                  </a:lnTo>
                  <a:lnTo>
                    <a:pt x="451249" y="223282"/>
                  </a:lnTo>
                  <a:lnTo>
                    <a:pt x="413622" y="251192"/>
                  </a:lnTo>
                  <a:lnTo>
                    <a:pt x="376997" y="280744"/>
                  </a:lnTo>
                  <a:lnTo>
                    <a:pt x="341430" y="311938"/>
                  </a:lnTo>
                  <a:lnTo>
                    <a:pt x="306436" y="345323"/>
                  </a:lnTo>
                  <a:lnTo>
                    <a:pt x="273333" y="379726"/>
                  </a:lnTo>
                  <a:lnTo>
                    <a:pt x="242122" y="415091"/>
                  </a:lnTo>
                  <a:lnTo>
                    <a:pt x="212802" y="451360"/>
                  </a:lnTo>
                  <a:lnTo>
                    <a:pt x="185374" y="488477"/>
                  </a:lnTo>
                  <a:lnTo>
                    <a:pt x="159838" y="526387"/>
                  </a:lnTo>
                  <a:lnTo>
                    <a:pt x="136193" y="565031"/>
                  </a:lnTo>
                  <a:lnTo>
                    <a:pt x="114440" y="604354"/>
                  </a:lnTo>
                  <a:lnTo>
                    <a:pt x="94579" y="644299"/>
                  </a:lnTo>
                  <a:lnTo>
                    <a:pt x="76609" y="684810"/>
                  </a:lnTo>
                  <a:lnTo>
                    <a:pt x="60530" y="725829"/>
                  </a:lnTo>
                  <a:lnTo>
                    <a:pt x="46343" y="767301"/>
                  </a:lnTo>
                  <a:lnTo>
                    <a:pt x="34048" y="809169"/>
                  </a:lnTo>
                  <a:lnTo>
                    <a:pt x="23644" y="851376"/>
                  </a:lnTo>
                  <a:lnTo>
                    <a:pt x="15132" y="893866"/>
                  </a:lnTo>
                  <a:lnTo>
                    <a:pt x="8512" y="936582"/>
                  </a:lnTo>
                  <a:lnTo>
                    <a:pt x="3783" y="979468"/>
                  </a:lnTo>
                  <a:lnTo>
                    <a:pt x="945" y="1022466"/>
                  </a:lnTo>
                  <a:lnTo>
                    <a:pt x="0" y="1065522"/>
                  </a:lnTo>
                  <a:lnTo>
                    <a:pt x="945" y="1108577"/>
                  </a:lnTo>
                  <a:lnTo>
                    <a:pt x="3783" y="1151576"/>
                  </a:lnTo>
                  <a:lnTo>
                    <a:pt x="8512" y="1194462"/>
                  </a:lnTo>
                  <a:lnTo>
                    <a:pt x="15132" y="1237178"/>
                  </a:lnTo>
                  <a:lnTo>
                    <a:pt x="23644" y="1279668"/>
                  </a:lnTo>
                  <a:lnTo>
                    <a:pt x="34048" y="1321875"/>
                  </a:lnTo>
                  <a:lnTo>
                    <a:pt x="46343" y="1363742"/>
                  </a:lnTo>
                  <a:lnTo>
                    <a:pt x="60530" y="1405214"/>
                  </a:lnTo>
                  <a:lnTo>
                    <a:pt x="76609" y="1446234"/>
                  </a:lnTo>
                  <a:lnTo>
                    <a:pt x="94579" y="1486744"/>
                  </a:lnTo>
                  <a:lnTo>
                    <a:pt x="114440" y="1526689"/>
                  </a:lnTo>
                  <a:lnTo>
                    <a:pt x="136193" y="1566012"/>
                  </a:lnTo>
                  <a:lnTo>
                    <a:pt x="159838" y="1604657"/>
                  </a:lnTo>
                  <a:lnTo>
                    <a:pt x="185374" y="1642566"/>
                  </a:lnTo>
                  <a:lnTo>
                    <a:pt x="212802" y="1679684"/>
                  </a:lnTo>
                  <a:lnTo>
                    <a:pt x="242122" y="1715953"/>
                  </a:lnTo>
                  <a:lnTo>
                    <a:pt x="273333" y="1751317"/>
                  </a:lnTo>
                  <a:lnTo>
                    <a:pt x="306436" y="1785720"/>
                  </a:lnTo>
                  <a:lnTo>
                    <a:pt x="341430" y="1819105"/>
                  </a:lnTo>
                  <a:lnTo>
                    <a:pt x="376997" y="1850299"/>
                  </a:lnTo>
                  <a:lnTo>
                    <a:pt x="413622" y="1879851"/>
                  </a:lnTo>
                  <a:lnTo>
                    <a:pt x="451249" y="1907762"/>
                  </a:lnTo>
                  <a:lnTo>
                    <a:pt x="489820" y="1934030"/>
                  </a:lnTo>
                  <a:lnTo>
                    <a:pt x="529277" y="1958657"/>
                  </a:lnTo>
                  <a:lnTo>
                    <a:pt x="569565" y="1981642"/>
                  </a:lnTo>
                  <a:lnTo>
                    <a:pt x="610625" y="2002985"/>
                  </a:lnTo>
                  <a:lnTo>
                    <a:pt x="652400" y="2022686"/>
                  </a:lnTo>
                  <a:lnTo>
                    <a:pt x="694833" y="2040746"/>
                  </a:lnTo>
                  <a:lnTo>
                    <a:pt x="737867" y="2057164"/>
                  </a:lnTo>
                  <a:lnTo>
                    <a:pt x="781445" y="2071940"/>
                  </a:lnTo>
                  <a:lnTo>
                    <a:pt x="825508" y="2085074"/>
                  </a:lnTo>
                  <a:lnTo>
                    <a:pt x="870001" y="2096567"/>
                  </a:lnTo>
                  <a:lnTo>
                    <a:pt x="914866" y="2106417"/>
                  </a:lnTo>
                  <a:lnTo>
                    <a:pt x="960046" y="2114626"/>
                  </a:lnTo>
                  <a:lnTo>
                    <a:pt x="1005483" y="2121193"/>
                  </a:lnTo>
                  <a:lnTo>
                    <a:pt x="1051121" y="2126119"/>
                  </a:lnTo>
                  <a:lnTo>
                    <a:pt x="1096901" y="2129402"/>
                  </a:lnTo>
                  <a:lnTo>
                    <a:pt x="1142768" y="2131044"/>
                  </a:lnTo>
                  <a:lnTo>
                    <a:pt x="1188663" y="2131044"/>
                  </a:lnTo>
                  <a:lnTo>
                    <a:pt x="1234529" y="2129402"/>
                  </a:lnTo>
                  <a:lnTo>
                    <a:pt x="1280309" y="2126119"/>
                  </a:lnTo>
                  <a:lnTo>
                    <a:pt x="1325947" y="2121193"/>
                  </a:lnTo>
                  <a:lnTo>
                    <a:pt x="1371384" y="2114626"/>
                  </a:lnTo>
                  <a:lnTo>
                    <a:pt x="1416564" y="2106417"/>
                  </a:lnTo>
                  <a:lnTo>
                    <a:pt x="1461429" y="2096567"/>
                  </a:lnTo>
                  <a:lnTo>
                    <a:pt x="1505922" y="2085074"/>
                  </a:lnTo>
                  <a:lnTo>
                    <a:pt x="1549986" y="2071940"/>
                  </a:lnTo>
                  <a:lnTo>
                    <a:pt x="1593563" y="2057164"/>
                  </a:lnTo>
                  <a:lnTo>
                    <a:pt x="1636597" y="2040746"/>
                  </a:lnTo>
                  <a:lnTo>
                    <a:pt x="1679030" y="2022686"/>
                  </a:lnTo>
                  <a:lnTo>
                    <a:pt x="1720805" y="2002985"/>
                  </a:lnTo>
                  <a:lnTo>
                    <a:pt x="1761865" y="1981642"/>
                  </a:lnTo>
                  <a:lnTo>
                    <a:pt x="1802153" y="1958657"/>
                  </a:lnTo>
                  <a:lnTo>
                    <a:pt x="1841610" y="1934030"/>
                  </a:lnTo>
                  <a:lnTo>
                    <a:pt x="1880181" y="1907762"/>
                  </a:lnTo>
                  <a:lnTo>
                    <a:pt x="1917808" y="1879851"/>
                  </a:lnTo>
                  <a:lnTo>
                    <a:pt x="1954433" y="1850299"/>
                  </a:lnTo>
                  <a:lnTo>
                    <a:pt x="1990000" y="1819105"/>
                  </a:lnTo>
                  <a:lnTo>
                    <a:pt x="2024995" y="1785720"/>
                  </a:lnTo>
                  <a:lnTo>
                    <a:pt x="2058097" y="1751317"/>
                  </a:lnTo>
                  <a:lnTo>
                    <a:pt x="2089308" y="1715953"/>
                  </a:lnTo>
                  <a:lnTo>
                    <a:pt x="2118628" y="1679684"/>
                  </a:lnTo>
                  <a:lnTo>
                    <a:pt x="2146056" y="1642566"/>
                  </a:lnTo>
                  <a:lnTo>
                    <a:pt x="2171592" y="1604657"/>
                  </a:lnTo>
                  <a:lnTo>
                    <a:pt x="2195237" y="1566012"/>
                  </a:lnTo>
                  <a:lnTo>
                    <a:pt x="2216990" y="1526689"/>
                  </a:lnTo>
                  <a:lnTo>
                    <a:pt x="2236852" y="1486744"/>
                  </a:lnTo>
                  <a:lnTo>
                    <a:pt x="2254822" y="1446234"/>
                  </a:lnTo>
                  <a:lnTo>
                    <a:pt x="2270900" y="1405214"/>
                  </a:lnTo>
                  <a:lnTo>
                    <a:pt x="2285087" y="1363742"/>
                  </a:lnTo>
                  <a:lnTo>
                    <a:pt x="2297382" y="1321875"/>
                  </a:lnTo>
                  <a:lnTo>
                    <a:pt x="2307786" y="1279668"/>
                  </a:lnTo>
                  <a:lnTo>
                    <a:pt x="2316298" y="1237178"/>
                  </a:lnTo>
                  <a:lnTo>
                    <a:pt x="2322918" y="1194462"/>
                  </a:lnTo>
                  <a:lnTo>
                    <a:pt x="2327647" y="1151576"/>
                  </a:lnTo>
                  <a:lnTo>
                    <a:pt x="2330485" y="1108577"/>
                  </a:lnTo>
                  <a:lnTo>
                    <a:pt x="2331431" y="1065522"/>
                  </a:lnTo>
                  <a:lnTo>
                    <a:pt x="2330485" y="1022466"/>
                  </a:lnTo>
                  <a:lnTo>
                    <a:pt x="2327647" y="979468"/>
                  </a:lnTo>
                  <a:lnTo>
                    <a:pt x="2322918" y="936582"/>
                  </a:lnTo>
                  <a:lnTo>
                    <a:pt x="2316298" y="893866"/>
                  </a:lnTo>
                  <a:lnTo>
                    <a:pt x="2307786" y="851376"/>
                  </a:lnTo>
                  <a:lnTo>
                    <a:pt x="2297382" y="809169"/>
                  </a:lnTo>
                  <a:lnTo>
                    <a:pt x="2285087" y="767301"/>
                  </a:lnTo>
                  <a:lnTo>
                    <a:pt x="2270900" y="725829"/>
                  </a:lnTo>
                  <a:lnTo>
                    <a:pt x="2254822" y="684810"/>
                  </a:lnTo>
                  <a:lnTo>
                    <a:pt x="2236852" y="644299"/>
                  </a:lnTo>
                  <a:lnTo>
                    <a:pt x="2216990" y="604354"/>
                  </a:lnTo>
                  <a:lnTo>
                    <a:pt x="2195237" y="565031"/>
                  </a:lnTo>
                  <a:lnTo>
                    <a:pt x="2171592" y="526387"/>
                  </a:lnTo>
                  <a:lnTo>
                    <a:pt x="2146056" y="488477"/>
                  </a:lnTo>
                  <a:lnTo>
                    <a:pt x="2118628" y="451360"/>
                  </a:lnTo>
                  <a:lnTo>
                    <a:pt x="2089308" y="415091"/>
                  </a:lnTo>
                  <a:lnTo>
                    <a:pt x="2058097" y="379726"/>
                  </a:lnTo>
                  <a:lnTo>
                    <a:pt x="2024995" y="345323"/>
                  </a:lnTo>
                  <a:lnTo>
                    <a:pt x="1990000" y="311938"/>
                  </a:lnTo>
                  <a:lnTo>
                    <a:pt x="1954433" y="280744"/>
                  </a:lnTo>
                  <a:lnTo>
                    <a:pt x="1917808" y="251192"/>
                  </a:lnTo>
                  <a:lnTo>
                    <a:pt x="1880181" y="223282"/>
                  </a:lnTo>
                  <a:lnTo>
                    <a:pt x="1841610" y="197013"/>
                  </a:lnTo>
                  <a:lnTo>
                    <a:pt x="1802153" y="172387"/>
                  </a:lnTo>
                  <a:lnTo>
                    <a:pt x="1761865" y="149402"/>
                  </a:lnTo>
                  <a:lnTo>
                    <a:pt x="1720805" y="128058"/>
                  </a:lnTo>
                  <a:lnTo>
                    <a:pt x="1679030" y="108357"/>
                  </a:lnTo>
                  <a:lnTo>
                    <a:pt x="1636597" y="90298"/>
                  </a:lnTo>
                  <a:lnTo>
                    <a:pt x="1593563" y="73880"/>
                  </a:lnTo>
                  <a:lnTo>
                    <a:pt x="1549986" y="59104"/>
                  </a:lnTo>
                  <a:lnTo>
                    <a:pt x="1505922" y="45969"/>
                  </a:lnTo>
                  <a:lnTo>
                    <a:pt x="1461429" y="34477"/>
                  </a:lnTo>
                  <a:lnTo>
                    <a:pt x="1416564" y="24626"/>
                  </a:lnTo>
                  <a:lnTo>
                    <a:pt x="1371384" y="16417"/>
                  </a:lnTo>
                  <a:lnTo>
                    <a:pt x="1325947" y="9850"/>
                  </a:lnTo>
                  <a:lnTo>
                    <a:pt x="1280309" y="4925"/>
                  </a:lnTo>
                  <a:lnTo>
                    <a:pt x="1234529" y="1641"/>
                  </a:lnTo>
                  <a:lnTo>
                    <a:pt x="1188663" y="0"/>
                  </a:lnTo>
                  <a:close/>
                </a:path>
              </a:pathLst>
            </a:custGeom>
            <a:solidFill>
              <a:srgbClr val="FFFC79">
                <a:alpha val="360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F0AC99D-0666-0A0F-BF80-D34BFB87B5D7}"/>
                </a:ext>
              </a:extLst>
            </p:cNvPr>
            <p:cNvSpPr/>
            <p:nvPr/>
          </p:nvSpPr>
          <p:spPr>
            <a:xfrm>
              <a:off x="4322254" y="1910045"/>
              <a:ext cx="2331720" cy="2131060"/>
            </a:xfrm>
            <a:custGeom>
              <a:avLst/>
              <a:gdLst/>
              <a:ahLst/>
              <a:cxnLst/>
              <a:rect l="l" t="t" r="r" b="b"/>
              <a:pathLst>
                <a:path w="2331720" h="2131060">
                  <a:moveTo>
                    <a:pt x="1990002" y="311939"/>
                  </a:moveTo>
                  <a:lnTo>
                    <a:pt x="2024996" y="345324"/>
                  </a:lnTo>
                  <a:lnTo>
                    <a:pt x="2058099" y="379727"/>
                  </a:lnTo>
                  <a:lnTo>
                    <a:pt x="2089310" y="415091"/>
                  </a:lnTo>
                  <a:lnTo>
                    <a:pt x="2118629" y="451360"/>
                  </a:lnTo>
                  <a:lnTo>
                    <a:pt x="2146057" y="488478"/>
                  </a:lnTo>
                  <a:lnTo>
                    <a:pt x="2171594" y="526387"/>
                  </a:lnTo>
                  <a:lnTo>
                    <a:pt x="2195238" y="565031"/>
                  </a:lnTo>
                  <a:lnTo>
                    <a:pt x="2216992" y="604354"/>
                  </a:lnTo>
                  <a:lnTo>
                    <a:pt x="2236853" y="644300"/>
                  </a:lnTo>
                  <a:lnTo>
                    <a:pt x="2254823" y="684810"/>
                  </a:lnTo>
                  <a:lnTo>
                    <a:pt x="2270902" y="725830"/>
                  </a:lnTo>
                  <a:lnTo>
                    <a:pt x="2285088" y="767301"/>
                  </a:lnTo>
                  <a:lnTo>
                    <a:pt x="2297384" y="809169"/>
                  </a:lnTo>
                  <a:lnTo>
                    <a:pt x="2307787" y="851376"/>
                  </a:lnTo>
                  <a:lnTo>
                    <a:pt x="2316300" y="893866"/>
                  </a:lnTo>
                  <a:lnTo>
                    <a:pt x="2322920" y="936582"/>
                  </a:lnTo>
                  <a:lnTo>
                    <a:pt x="2327649" y="979468"/>
                  </a:lnTo>
                  <a:lnTo>
                    <a:pt x="2330486" y="1022467"/>
                  </a:lnTo>
                  <a:lnTo>
                    <a:pt x="2331432" y="1065522"/>
                  </a:lnTo>
                  <a:lnTo>
                    <a:pt x="2330486" y="1108577"/>
                  </a:lnTo>
                  <a:lnTo>
                    <a:pt x="2327649" y="1151576"/>
                  </a:lnTo>
                  <a:lnTo>
                    <a:pt x="2322920" y="1194462"/>
                  </a:lnTo>
                  <a:lnTo>
                    <a:pt x="2316300" y="1237178"/>
                  </a:lnTo>
                  <a:lnTo>
                    <a:pt x="2307787" y="1279668"/>
                  </a:lnTo>
                  <a:lnTo>
                    <a:pt x="2297384" y="1321875"/>
                  </a:lnTo>
                  <a:lnTo>
                    <a:pt x="2285088" y="1363743"/>
                  </a:lnTo>
                  <a:lnTo>
                    <a:pt x="2270902" y="1405214"/>
                  </a:lnTo>
                  <a:lnTo>
                    <a:pt x="2254823" y="1446234"/>
                  </a:lnTo>
                  <a:lnTo>
                    <a:pt x="2236853" y="1486744"/>
                  </a:lnTo>
                  <a:lnTo>
                    <a:pt x="2216992" y="1526689"/>
                  </a:lnTo>
                  <a:lnTo>
                    <a:pt x="2195238" y="1566012"/>
                  </a:lnTo>
                  <a:lnTo>
                    <a:pt x="2171594" y="1604657"/>
                  </a:lnTo>
                  <a:lnTo>
                    <a:pt x="2146057" y="1642566"/>
                  </a:lnTo>
                  <a:lnTo>
                    <a:pt x="2118629" y="1679683"/>
                  </a:lnTo>
                  <a:lnTo>
                    <a:pt x="2089310" y="1715952"/>
                  </a:lnTo>
                  <a:lnTo>
                    <a:pt x="2058099" y="1751317"/>
                  </a:lnTo>
                  <a:lnTo>
                    <a:pt x="2024996" y="1785720"/>
                  </a:lnTo>
                  <a:lnTo>
                    <a:pt x="1990002" y="1819105"/>
                  </a:lnTo>
                  <a:lnTo>
                    <a:pt x="1954435" y="1850299"/>
                  </a:lnTo>
                  <a:lnTo>
                    <a:pt x="1917810" y="1879851"/>
                  </a:lnTo>
                  <a:lnTo>
                    <a:pt x="1880183" y="1907761"/>
                  </a:lnTo>
                  <a:lnTo>
                    <a:pt x="1841612" y="1934030"/>
                  </a:lnTo>
                  <a:lnTo>
                    <a:pt x="1802154" y="1958657"/>
                  </a:lnTo>
                  <a:lnTo>
                    <a:pt x="1761867" y="1981642"/>
                  </a:lnTo>
                  <a:lnTo>
                    <a:pt x="1720807" y="2002985"/>
                  </a:lnTo>
                  <a:lnTo>
                    <a:pt x="1679032" y="2022686"/>
                  </a:lnTo>
                  <a:lnTo>
                    <a:pt x="1636598" y="2040746"/>
                  </a:lnTo>
                  <a:lnTo>
                    <a:pt x="1593564" y="2057164"/>
                  </a:lnTo>
                  <a:lnTo>
                    <a:pt x="1549987" y="2071940"/>
                  </a:lnTo>
                  <a:lnTo>
                    <a:pt x="1505923" y="2085074"/>
                  </a:lnTo>
                  <a:lnTo>
                    <a:pt x="1461430" y="2096567"/>
                  </a:lnTo>
                  <a:lnTo>
                    <a:pt x="1416565" y="2106418"/>
                  </a:lnTo>
                  <a:lnTo>
                    <a:pt x="1371385" y="2114626"/>
                  </a:lnTo>
                  <a:lnTo>
                    <a:pt x="1325948" y="2121194"/>
                  </a:lnTo>
                  <a:lnTo>
                    <a:pt x="1280310" y="2126119"/>
                  </a:lnTo>
                  <a:lnTo>
                    <a:pt x="1234530" y="2129403"/>
                  </a:lnTo>
                  <a:lnTo>
                    <a:pt x="1188663" y="2131044"/>
                  </a:lnTo>
                  <a:lnTo>
                    <a:pt x="1142768" y="2131044"/>
                  </a:lnTo>
                  <a:lnTo>
                    <a:pt x="1096902" y="2129403"/>
                  </a:lnTo>
                  <a:lnTo>
                    <a:pt x="1051121" y="2126119"/>
                  </a:lnTo>
                  <a:lnTo>
                    <a:pt x="1005484" y="2121194"/>
                  </a:lnTo>
                  <a:lnTo>
                    <a:pt x="960047" y="2114626"/>
                  </a:lnTo>
                  <a:lnTo>
                    <a:pt x="914867" y="2106418"/>
                  </a:lnTo>
                  <a:lnTo>
                    <a:pt x="870002" y="2096567"/>
                  </a:lnTo>
                  <a:lnTo>
                    <a:pt x="825509" y="2085074"/>
                  </a:lnTo>
                  <a:lnTo>
                    <a:pt x="781445" y="2071940"/>
                  </a:lnTo>
                  <a:lnTo>
                    <a:pt x="737867" y="2057164"/>
                  </a:lnTo>
                  <a:lnTo>
                    <a:pt x="694833" y="2040746"/>
                  </a:lnTo>
                  <a:lnTo>
                    <a:pt x="652400" y="2022686"/>
                  </a:lnTo>
                  <a:lnTo>
                    <a:pt x="610625" y="2002985"/>
                  </a:lnTo>
                  <a:lnTo>
                    <a:pt x="569565" y="1981642"/>
                  </a:lnTo>
                  <a:lnTo>
                    <a:pt x="529278" y="1958657"/>
                  </a:lnTo>
                  <a:lnTo>
                    <a:pt x="489820" y="1934030"/>
                  </a:lnTo>
                  <a:lnTo>
                    <a:pt x="451249" y="1907761"/>
                  </a:lnTo>
                  <a:lnTo>
                    <a:pt x="413622" y="1879851"/>
                  </a:lnTo>
                  <a:lnTo>
                    <a:pt x="376997" y="1850299"/>
                  </a:lnTo>
                  <a:lnTo>
                    <a:pt x="341430" y="1819105"/>
                  </a:lnTo>
                  <a:lnTo>
                    <a:pt x="306436" y="1785720"/>
                  </a:lnTo>
                  <a:lnTo>
                    <a:pt x="273333" y="1751317"/>
                  </a:lnTo>
                  <a:lnTo>
                    <a:pt x="242122" y="1715952"/>
                  </a:lnTo>
                  <a:lnTo>
                    <a:pt x="212802" y="1679683"/>
                  </a:lnTo>
                  <a:lnTo>
                    <a:pt x="185374" y="1642566"/>
                  </a:lnTo>
                  <a:lnTo>
                    <a:pt x="159838" y="1604657"/>
                  </a:lnTo>
                  <a:lnTo>
                    <a:pt x="136193" y="1566012"/>
                  </a:lnTo>
                  <a:lnTo>
                    <a:pt x="114440" y="1526689"/>
                  </a:lnTo>
                  <a:lnTo>
                    <a:pt x="94579" y="1486744"/>
                  </a:lnTo>
                  <a:lnTo>
                    <a:pt x="76609" y="1446234"/>
                  </a:lnTo>
                  <a:lnTo>
                    <a:pt x="60530" y="1405214"/>
                  </a:lnTo>
                  <a:lnTo>
                    <a:pt x="46343" y="1363743"/>
                  </a:lnTo>
                  <a:lnTo>
                    <a:pt x="34048" y="1321875"/>
                  </a:lnTo>
                  <a:lnTo>
                    <a:pt x="23644" y="1279668"/>
                  </a:lnTo>
                  <a:lnTo>
                    <a:pt x="15132" y="1237178"/>
                  </a:lnTo>
                  <a:lnTo>
                    <a:pt x="8512" y="1194462"/>
                  </a:lnTo>
                  <a:lnTo>
                    <a:pt x="3783" y="1151576"/>
                  </a:lnTo>
                  <a:lnTo>
                    <a:pt x="945" y="1108577"/>
                  </a:lnTo>
                  <a:lnTo>
                    <a:pt x="0" y="1065522"/>
                  </a:lnTo>
                  <a:lnTo>
                    <a:pt x="945" y="1022467"/>
                  </a:lnTo>
                  <a:lnTo>
                    <a:pt x="3783" y="979468"/>
                  </a:lnTo>
                  <a:lnTo>
                    <a:pt x="8512" y="936582"/>
                  </a:lnTo>
                  <a:lnTo>
                    <a:pt x="15132" y="893866"/>
                  </a:lnTo>
                  <a:lnTo>
                    <a:pt x="23644" y="851376"/>
                  </a:lnTo>
                  <a:lnTo>
                    <a:pt x="34048" y="809169"/>
                  </a:lnTo>
                  <a:lnTo>
                    <a:pt x="46343" y="767301"/>
                  </a:lnTo>
                  <a:lnTo>
                    <a:pt x="60530" y="725830"/>
                  </a:lnTo>
                  <a:lnTo>
                    <a:pt x="76609" y="684810"/>
                  </a:lnTo>
                  <a:lnTo>
                    <a:pt x="94579" y="644300"/>
                  </a:lnTo>
                  <a:lnTo>
                    <a:pt x="114440" y="604354"/>
                  </a:lnTo>
                  <a:lnTo>
                    <a:pt x="136193" y="565031"/>
                  </a:lnTo>
                  <a:lnTo>
                    <a:pt x="159838" y="526387"/>
                  </a:lnTo>
                  <a:lnTo>
                    <a:pt x="185374" y="488478"/>
                  </a:lnTo>
                  <a:lnTo>
                    <a:pt x="212802" y="451360"/>
                  </a:lnTo>
                  <a:lnTo>
                    <a:pt x="242122" y="415091"/>
                  </a:lnTo>
                  <a:lnTo>
                    <a:pt x="273333" y="379727"/>
                  </a:lnTo>
                  <a:lnTo>
                    <a:pt x="306436" y="345324"/>
                  </a:lnTo>
                  <a:lnTo>
                    <a:pt x="341430" y="311939"/>
                  </a:lnTo>
                  <a:lnTo>
                    <a:pt x="376997" y="280745"/>
                  </a:lnTo>
                  <a:lnTo>
                    <a:pt x="413622" y="251193"/>
                  </a:lnTo>
                  <a:lnTo>
                    <a:pt x="451249" y="223282"/>
                  </a:lnTo>
                  <a:lnTo>
                    <a:pt x="489820" y="197014"/>
                  </a:lnTo>
                  <a:lnTo>
                    <a:pt x="529278" y="172387"/>
                  </a:lnTo>
                  <a:lnTo>
                    <a:pt x="569565" y="149402"/>
                  </a:lnTo>
                  <a:lnTo>
                    <a:pt x="610625" y="128059"/>
                  </a:lnTo>
                  <a:lnTo>
                    <a:pt x="652400" y="108357"/>
                  </a:lnTo>
                  <a:lnTo>
                    <a:pt x="694833" y="90298"/>
                  </a:lnTo>
                  <a:lnTo>
                    <a:pt x="737867" y="73880"/>
                  </a:lnTo>
                  <a:lnTo>
                    <a:pt x="781445" y="59104"/>
                  </a:lnTo>
                  <a:lnTo>
                    <a:pt x="825509" y="45969"/>
                  </a:lnTo>
                  <a:lnTo>
                    <a:pt x="870002" y="34477"/>
                  </a:lnTo>
                  <a:lnTo>
                    <a:pt x="914867" y="24626"/>
                  </a:lnTo>
                  <a:lnTo>
                    <a:pt x="960047" y="16417"/>
                  </a:lnTo>
                  <a:lnTo>
                    <a:pt x="1005484" y="9850"/>
                  </a:lnTo>
                  <a:lnTo>
                    <a:pt x="1051121" y="4925"/>
                  </a:lnTo>
                  <a:lnTo>
                    <a:pt x="1096902" y="1641"/>
                  </a:lnTo>
                  <a:lnTo>
                    <a:pt x="1142768" y="0"/>
                  </a:lnTo>
                  <a:lnTo>
                    <a:pt x="1188663" y="0"/>
                  </a:lnTo>
                  <a:lnTo>
                    <a:pt x="1234530" y="1641"/>
                  </a:lnTo>
                  <a:lnTo>
                    <a:pt x="1280310" y="4925"/>
                  </a:lnTo>
                  <a:lnTo>
                    <a:pt x="1325948" y="9850"/>
                  </a:lnTo>
                  <a:lnTo>
                    <a:pt x="1371385" y="16417"/>
                  </a:lnTo>
                  <a:lnTo>
                    <a:pt x="1416565" y="24626"/>
                  </a:lnTo>
                  <a:lnTo>
                    <a:pt x="1461430" y="34477"/>
                  </a:lnTo>
                  <a:lnTo>
                    <a:pt x="1505923" y="45969"/>
                  </a:lnTo>
                  <a:lnTo>
                    <a:pt x="1549987" y="59104"/>
                  </a:lnTo>
                  <a:lnTo>
                    <a:pt x="1593564" y="73880"/>
                  </a:lnTo>
                  <a:lnTo>
                    <a:pt x="1636598" y="90298"/>
                  </a:lnTo>
                  <a:lnTo>
                    <a:pt x="1679032" y="108357"/>
                  </a:lnTo>
                  <a:lnTo>
                    <a:pt x="1720807" y="128059"/>
                  </a:lnTo>
                  <a:lnTo>
                    <a:pt x="1761867" y="149402"/>
                  </a:lnTo>
                  <a:lnTo>
                    <a:pt x="1802154" y="172387"/>
                  </a:lnTo>
                  <a:lnTo>
                    <a:pt x="1841612" y="197014"/>
                  </a:lnTo>
                  <a:lnTo>
                    <a:pt x="1880183" y="223282"/>
                  </a:lnTo>
                  <a:lnTo>
                    <a:pt x="1917810" y="251193"/>
                  </a:lnTo>
                  <a:lnTo>
                    <a:pt x="1954435" y="280745"/>
                  </a:lnTo>
                  <a:lnTo>
                    <a:pt x="1990002" y="311939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D8B4F23E-8ABF-1BEF-3688-F2B7EAABFBF3}"/>
              </a:ext>
            </a:extLst>
          </p:cNvPr>
          <p:cNvSpPr txBox="1"/>
          <p:nvPr/>
        </p:nvSpPr>
        <p:spPr>
          <a:xfrm>
            <a:off x="4798214" y="2467034"/>
            <a:ext cx="296354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1620" algn="ctr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  <a:p>
            <a:pPr marL="38100">
              <a:lnSpc>
                <a:spcPct val="100000"/>
              </a:lnSpc>
              <a:spcBef>
                <a:spcPts val="2160"/>
              </a:spcBef>
              <a:tabLst>
                <a:tab pos="1518920" algn="l"/>
              </a:tabLst>
            </a:pPr>
            <a:r>
              <a:rPr sz="4200" spc="-15" baseline="25793" dirty="0">
                <a:solidFill>
                  <a:srgbClr val="0433FF"/>
                </a:solidFill>
                <a:latin typeface="Arial"/>
                <a:cs typeface="Arial"/>
              </a:rPr>
              <a:t>Variedad</a:t>
            </a:r>
            <a:r>
              <a:rPr sz="4200" baseline="25793" dirty="0">
                <a:solidFill>
                  <a:srgbClr val="0433FF"/>
                </a:solidFill>
                <a:latin typeface="Arial"/>
                <a:cs typeface="Arial"/>
              </a:rPr>
              <a:t>	</a:t>
            </a:r>
            <a:r>
              <a:rPr sz="2800" spc="-120" dirty="0">
                <a:solidFill>
                  <a:srgbClr val="FFFFFF"/>
                </a:solidFill>
                <a:latin typeface="Arial"/>
                <a:cs typeface="Arial"/>
              </a:rPr>
              <a:t>Velocidad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D3C86AE-3334-F4D0-C7AB-996DCD36232A}"/>
              </a:ext>
            </a:extLst>
          </p:cNvPr>
          <p:cNvSpPr txBox="1"/>
          <p:nvPr/>
        </p:nvSpPr>
        <p:spPr>
          <a:xfrm>
            <a:off x="4958350" y="504353"/>
            <a:ext cx="20351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Definición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3Vs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633823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9703" y="2642417"/>
            <a:ext cx="3941903" cy="217564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201" y="1412737"/>
            <a:ext cx="14674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201" y="1697217"/>
            <a:ext cx="1645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negocio</a:t>
            </a:r>
            <a:r>
              <a:rPr sz="2800" b="1" spc="-1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BD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6757" y="489397"/>
            <a:ext cx="448119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  <a:tab pos="1771650" algn="l"/>
              </a:tabLst>
            </a:pPr>
            <a:r>
              <a:rPr sz="2800" b="1" spc="-90" dirty="0">
                <a:latin typeface="Arial"/>
                <a:cs typeface="Arial"/>
              </a:rPr>
              <a:t>Usuarios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35" dirty="0">
                <a:latin typeface="Arial"/>
                <a:cs typeface="Arial"/>
              </a:rPr>
              <a:t>Proveedores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20" dirty="0">
                <a:latin typeface="Arial"/>
                <a:cs typeface="Arial"/>
              </a:rPr>
              <a:t>Facilitadores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sistemas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BD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85113" y="2970715"/>
            <a:ext cx="6059170" cy="2172970"/>
            <a:chOff x="3085113" y="2970715"/>
            <a:chExt cx="6059170" cy="21729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5113" y="2970715"/>
              <a:ext cx="6058886" cy="21727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458" y="1441879"/>
            <a:ext cx="2326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r>
              <a:rPr sz="2800" b="1" spc="-5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Usuarios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458" y="1726359"/>
            <a:ext cx="1224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B6E8A0-AD71-2543-CD44-3E383B2C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65BDD47-4B66-718F-5B44-80DEC57BCBE5}"/>
              </a:ext>
            </a:extLst>
          </p:cNvPr>
          <p:cNvGrpSpPr/>
          <p:nvPr/>
        </p:nvGrpSpPr>
        <p:grpSpPr>
          <a:xfrm>
            <a:off x="3085113" y="2970715"/>
            <a:ext cx="6059170" cy="2172970"/>
            <a:chOff x="3085113" y="2970715"/>
            <a:chExt cx="6059170" cy="21729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9D40B51-3D6C-2E75-11E9-949B35A3C7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5113" y="2970715"/>
              <a:ext cx="6058886" cy="2172784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F0EC02B-17AC-9EC2-1AFD-04D2AE1597D5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189C48F-D1CD-A3BD-AF99-7895A36B1939}"/>
              </a:ext>
            </a:extLst>
          </p:cNvPr>
          <p:cNvSpPr txBox="1"/>
          <p:nvPr/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Sistemas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3B6DBB-DDAF-B6FD-F7CE-13CE47A31A37}"/>
              </a:ext>
            </a:extLst>
          </p:cNvPr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71DD53-48FF-7FC1-BD75-F78C7F4DCEAC}"/>
              </a:ext>
            </a:extLst>
          </p:cNvPr>
          <p:cNvSpPr txBox="1"/>
          <p:nvPr/>
        </p:nvSpPr>
        <p:spPr>
          <a:xfrm>
            <a:off x="587458" y="1441879"/>
            <a:ext cx="2326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r>
              <a:rPr sz="2800" b="1" spc="-5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Usuarios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CC35DD1-DD70-728C-4006-4635F464BDEC}"/>
              </a:ext>
            </a:extLst>
          </p:cNvPr>
          <p:cNvSpPr txBox="1"/>
          <p:nvPr/>
        </p:nvSpPr>
        <p:spPr>
          <a:xfrm>
            <a:off x="587458" y="1726359"/>
            <a:ext cx="1224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6FBD851-D71B-11E9-6C17-3642EB5955F1}"/>
              </a:ext>
            </a:extLst>
          </p:cNvPr>
          <p:cNvSpPr txBox="1"/>
          <p:nvPr/>
        </p:nvSpPr>
        <p:spPr>
          <a:xfrm>
            <a:off x="3151502" y="312332"/>
            <a:ext cx="5210175" cy="259016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305" dirty="0">
                <a:latin typeface="Arial"/>
                <a:cs typeface="Arial"/>
              </a:rPr>
              <a:t>Toma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de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decisiones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estratégicas</a:t>
            </a:r>
            <a:endParaRPr sz="2800">
              <a:latin typeface="Arial"/>
              <a:cs typeface="Arial"/>
            </a:endParaRPr>
          </a:p>
          <a:p>
            <a:pPr marL="403860" indent="-365760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403860" algn="l"/>
              </a:tabLst>
            </a:pPr>
            <a:r>
              <a:rPr sz="2800" b="1" spc="-120" dirty="0">
                <a:latin typeface="Arial"/>
                <a:cs typeface="Arial"/>
              </a:rPr>
              <a:t>Mejorar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procesos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internos</a:t>
            </a:r>
            <a:endParaRPr sz="2800">
              <a:latin typeface="Arial"/>
              <a:cs typeface="Arial"/>
            </a:endParaRPr>
          </a:p>
          <a:p>
            <a:pPr marL="323850" marR="90805" indent="-285750">
              <a:lnSpc>
                <a:spcPct val="76400"/>
              </a:lnSpc>
              <a:spcBef>
                <a:spcPts val="120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b="1" spc="-225" dirty="0">
                <a:latin typeface="Arial"/>
                <a:cs typeface="Arial"/>
              </a:rPr>
              <a:t>Enriquecer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productos,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servicios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25" dirty="0">
                <a:latin typeface="Arial"/>
                <a:cs typeface="Arial"/>
              </a:rPr>
              <a:t>experiencia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clientes</a:t>
            </a:r>
            <a:endParaRPr sz="2800">
              <a:latin typeface="Arial"/>
              <a:cs typeface="Arial"/>
            </a:endParaRPr>
          </a:p>
          <a:p>
            <a:pPr marL="323850" marR="30480" indent="-285750">
              <a:lnSpc>
                <a:spcPct val="76400"/>
              </a:lnSpc>
              <a:spcBef>
                <a:spcPts val="1195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120" dirty="0">
                <a:latin typeface="Arial"/>
                <a:cs typeface="Arial"/>
              </a:rPr>
              <a:t>Desarrollo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b="1" spc="-265" dirty="0">
                <a:latin typeface="Arial"/>
                <a:cs typeface="Arial"/>
              </a:rPr>
              <a:t>nuevos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productos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25" dirty="0">
                <a:latin typeface="Arial"/>
                <a:cs typeface="Arial"/>
              </a:rPr>
              <a:t>servicios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847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283" y="754924"/>
            <a:ext cx="1715135" cy="11391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53340">
              <a:lnSpc>
                <a:spcPct val="100000"/>
              </a:lnSpc>
              <a:spcBef>
                <a:spcPts val="254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458" y="1726359"/>
            <a:ext cx="2213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Proveedores</a:t>
            </a:r>
            <a:r>
              <a:rPr sz="2800" b="1" spc="-3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458" y="2010839"/>
            <a:ext cx="803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2787" y="2762821"/>
            <a:ext cx="2955629" cy="20527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C328B8-1C9E-FC6A-8696-6F92BD77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F5D091-E77C-5065-55A1-0220F97FF4F1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0E5589B-613B-3E7E-7F67-2AECB479C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E8BEB3-636C-33D7-4897-1CEE4161E1F9}"/>
              </a:ext>
            </a:extLst>
          </p:cNvPr>
          <p:cNvSpPr txBox="1"/>
          <p:nvPr/>
        </p:nvSpPr>
        <p:spPr>
          <a:xfrm>
            <a:off x="546283" y="754924"/>
            <a:ext cx="1715135" cy="113919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  <a:p>
            <a:pPr marL="53340">
              <a:lnSpc>
                <a:spcPct val="100000"/>
              </a:lnSpc>
              <a:spcBef>
                <a:spcPts val="254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A274F4-F1D7-C226-9882-9F2DAAA25C2C}"/>
              </a:ext>
            </a:extLst>
          </p:cNvPr>
          <p:cNvSpPr txBox="1"/>
          <p:nvPr/>
        </p:nvSpPr>
        <p:spPr>
          <a:xfrm>
            <a:off x="587458" y="1726359"/>
            <a:ext cx="2213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Proveedores</a:t>
            </a:r>
            <a:r>
              <a:rPr sz="2800" b="1" spc="-3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C58F85B-FB3B-025C-D902-DBB7949636FF}"/>
              </a:ext>
            </a:extLst>
          </p:cNvPr>
          <p:cNvSpPr txBox="1"/>
          <p:nvPr/>
        </p:nvSpPr>
        <p:spPr>
          <a:xfrm>
            <a:off x="587458" y="2010839"/>
            <a:ext cx="803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370F138-EDA7-E03A-C151-6F25010458AD}"/>
              </a:ext>
            </a:extLst>
          </p:cNvPr>
          <p:cNvSpPr txBox="1"/>
          <p:nvPr/>
        </p:nvSpPr>
        <p:spPr>
          <a:xfrm>
            <a:off x="3399207" y="524095"/>
            <a:ext cx="5417820" cy="15824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23850" marR="68199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b="1" spc="-240" dirty="0">
                <a:latin typeface="Arial"/>
                <a:cs typeface="Arial"/>
              </a:rPr>
              <a:t>Recopilando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primarios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y </a:t>
            </a:r>
            <a:r>
              <a:rPr sz="2800" spc="-120" dirty="0">
                <a:latin typeface="Arial"/>
                <a:cs typeface="Arial"/>
              </a:rPr>
              <a:t>vendiéndolos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40" dirty="0">
                <a:latin typeface="Arial"/>
                <a:cs typeface="Arial"/>
              </a:rPr>
              <a:t>a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terceros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ts val="2965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65" dirty="0">
                <a:latin typeface="Arial"/>
                <a:cs typeface="Arial"/>
              </a:rPr>
              <a:t>Agregando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y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b="1" spc="-150" dirty="0">
                <a:latin typeface="Arial"/>
                <a:cs typeface="Arial"/>
              </a:rPr>
              <a:t>empaquetando</a:t>
            </a:r>
            <a:endParaRPr sz="2800">
              <a:latin typeface="Arial"/>
              <a:cs typeface="Arial"/>
            </a:endParaRPr>
          </a:p>
          <a:p>
            <a:pPr marL="323850">
              <a:lnSpc>
                <a:spcPts val="2965"/>
              </a:lnSpc>
            </a:pP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internos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para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la </a:t>
            </a:r>
            <a:r>
              <a:rPr sz="2800" spc="-10" dirty="0">
                <a:latin typeface="Arial"/>
                <a:cs typeface="Arial"/>
              </a:rPr>
              <a:t>venta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D870E087-E4D0-713F-40E1-945DB9A195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2787" y="2762821"/>
            <a:ext cx="2955629" cy="20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30151" y="2392529"/>
            <a:ext cx="5614035" cy="2751455"/>
            <a:chOff x="3530151" y="2392529"/>
            <a:chExt cx="5614035" cy="27514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0151" y="2392529"/>
              <a:ext cx="5613848" cy="2750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458" y="1441879"/>
            <a:ext cx="997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458" y="1726359"/>
            <a:ext cx="18249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Facilitadores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2372EE-FEAD-CD02-F8F3-65EFFAB0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82B4638-F39F-E1F2-BDEC-DF9F660D25A9}"/>
              </a:ext>
            </a:extLst>
          </p:cNvPr>
          <p:cNvGrpSpPr/>
          <p:nvPr/>
        </p:nvGrpSpPr>
        <p:grpSpPr>
          <a:xfrm>
            <a:off x="3530151" y="2392529"/>
            <a:ext cx="5614035" cy="2751455"/>
            <a:chOff x="3530151" y="2392529"/>
            <a:chExt cx="5614035" cy="275145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88AB8B-76E2-FBFC-157B-33379A25CF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0151" y="2392529"/>
              <a:ext cx="5613848" cy="2750969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165965C-3A8D-88F4-D83E-7F210995BA71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457235B3-7517-79F5-173E-E1F82E4B55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8548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Sistemas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C9B5BA9-27F9-DF45-0C8F-0A18E38BFC1B}"/>
              </a:ext>
            </a:extLst>
          </p:cNvPr>
          <p:cNvSpPr txBox="1"/>
          <p:nvPr/>
        </p:nvSpPr>
        <p:spPr>
          <a:xfrm>
            <a:off x="546283" y="800427"/>
            <a:ext cx="17151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Big </a:t>
            </a:r>
            <a:r>
              <a:rPr sz="4000" b="1" spc="-20" dirty="0">
                <a:solidFill>
                  <a:srgbClr val="044247"/>
                </a:solidFill>
                <a:latin typeface="Arial Narrow"/>
                <a:cs typeface="Arial Narrow"/>
              </a:rPr>
              <a:t>Data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71F893F-38E3-FC32-9A9F-64D330FC68A7}"/>
              </a:ext>
            </a:extLst>
          </p:cNvPr>
          <p:cNvSpPr txBox="1"/>
          <p:nvPr/>
        </p:nvSpPr>
        <p:spPr>
          <a:xfrm>
            <a:off x="587458" y="1441879"/>
            <a:ext cx="997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MNBD: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4FF3CF2-F20C-AD6A-04FA-4274737AED94}"/>
              </a:ext>
            </a:extLst>
          </p:cNvPr>
          <p:cNvSpPr txBox="1"/>
          <p:nvPr/>
        </p:nvSpPr>
        <p:spPr>
          <a:xfrm>
            <a:off x="587458" y="1726359"/>
            <a:ext cx="18249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Facilitadores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32339CF-7B7F-788D-9CB5-38BD17244280}"/>
              </a:ext>
            </a:extLst>
          </p:cNvPr>
          <p:cNvSpPr txBox="1"/>
          <p:nvPr/>
        </p:nvSpPr>
        <p:spPr>
          <a:xfrm>
            <a:off x="3064078" y="363284"/>
            <a:ext cx="589661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  <a:tab pos="2094864" algn="l"/>
              </a:tabLst>
            </a:pPr>
            <a:r>
              <a:rPr sz="2800" spc="-10" dirty="0">
                <a:latin typeface="Arial"/>
                <a:cs typeface="Arial"/>
              </a:rPr>
              <a:t>Ofreciendo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0" dirty="0">
                <a:latin typeface="Arial"/>
                <a:cs typeface="Arial"/>
              </a:rPr>
              <a:t>la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infraestructura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30" dirty="0">
                <a:latin typeface="Arial"/>
                <a:cs typeface="Arial"/>
              </a:rPr>
              <a:t>Consultoría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0" dirty="0">
                <a:latin typeface="Arial"/>
                <a:cs typeface="Arial"/>
              </a:rPr>
              <a:t>Subcontratación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técnicas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45" dirty="0">
                <a:latin typeface="Arial"/>
                <a:cs typeface="Arial"/>
              </a:rPr>
              <a:t>analíticas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660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2965450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Complejidad computacional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3515" y="674329"/>
            <a:ext cx="5655872" cy="40755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86174" y="740192"/>
            <a:ext cx="2037714" cy="5683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964"/>
              </a:lnSpc>
            </a:pPr>
            <a:r>
              <a:rPr sz="1800" b="1" spc="-130" dirty="0">
                <a:solidFill>
                  <a:srgbClr val="183FFD"/>
                </a:solidFill>
                <a:latin typeface="Arial"/>
                <a:cs typeface="Arial"/>
              </a:rPr>
              <a:t>Dobla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183FFD"/>
                </a:solidFill>
                <a:latin typeface="Arial"/>
                <a:cs typeface="Arial"/>
              </a:rPr>
              <a:t>cada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183FFD"/>
                </a:solidFill>
                <a:latin typeface="Arial"/>
                <a:cs typeface="Arial"/>
              </a:rPr>
              <a:t>18</a:t>
            </a:r>
            <a:r>
              <a:rPr sz="1800" b="1" spc="-9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183FFD"/>
                </a:solidFill>
                <a:latin typeface="Arial"/>
                <a:cs typeface="Arial"/>
              </a:rPr>
              <a:t>meses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b="1" spc="-130" dirty="0">
                <a:solidFill>
                  <a:srgbClr val="008200"/>
                </a:solidFill>
                <a:latin typeface="Arial"/>
                <a:cs typeface="Arial"/>
              </a:rPr>
              <a:t>Dobla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65" dirty="0">
                <a:solidFill>
                  <a:srgbClr val="008200"/>
                </a:solidFill>
                <a:latin typeface="Arial"/>
                <a:cs typeface="Arial"/>
              </a:rPr>
              <a:t>cada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8200"/>
                </a:solidFill>
                <a:latin typeface="Arial"/>
                <a:cs typeface="Arial"/>
              </a:rPr>
              <a:t>12</a:t>
            </a:r>
            <a:r>
              <a:rPr sz="1800" b="1" spc="-9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008200"/>
                </a:solidFill>
                <a:latin typeface="Arial"/>
                <a:cs typeface="Arial"/>
              </a:rPr>
              <a:t>meses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92445" y="3304492"/>
            <a:ext cx="1830070" cy="8439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805"/>
              </a:lnSpc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No</a:t>
            </a:r>
            <a:r>
              <a:rPr sz="1800" b="1" spc="-7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183FFD"/>
                </a:solidFill>
                <a:latin typeface="Arial"/>
                <a:cs typeface="Arial"/>
              </a:rPr>
              <a:t>hay</a:t>
            </a:r>
            <a:r>
              <a:rPr sz="1800" b="1" spc="-7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85" dirty="0">
                <a:solidFill>
                  <a:srgbClr val="183FFD"/>
                </a:solidFill>
                <a:latin typeface="Arial"/>
                <a:cs typeface="Arial"/>
              </a:rPr>
              <a:t>suﬁcientes</a:t>
            </a:r>
            <a:endParaRPr sz="1800">
              <a:latin typeface="Arial"/>
              <a:cs typeface="Arial"/>
            </a:endParaRPr>
          </a:p>
          <a:p>
            <a:pPr marL="19050" marR="76835">
              <a:lnSpc>
                <a:spcPct val="106500"/>
              </a:lnSpc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datos</a:t>
            </a:r>
            <a:r>
              <a:rPr sz="1800" b="1" spc="-9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183FFD"/>
                </a:solidFill>
                <a:latin typeface="Arial"/>
                <a:cs typeface="Arial"/>
              </a:rPr>
              <a:t>para</a:t>
            </a:r>
            <a:r>
              <a:rPr sz="1800" b="1" spc="-95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83FFD"/>
                </a:solidFill>
                <a:latin typeface="Arial"/>
                <a:cs typeface="Arial"/>
              </a:rPr>
              <a:t>tomar </a:t>
            </a:r>
            <a:r>
              <a:rPr sz="1800" b="1" spc="-165" dirty="0">
                <a:solidFill>
                  <a:srgbClr val="183FFD"/>
                </a:solidFill>
                <a:latin typeface="Arial"/>
                <a:cs typeface="Arial"/>
              </a:rPr>
              <a:t>buenas</a:t>
            </a:r>
            <a:r>
              <a:rPr sz="1800" b="1" spc="-7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155" dirty="0">
                <a:solidFill>
                  <a:srgbClr val="183FFD"/>
                </a:solidFill>
                <a:latin typeface="Arial"/>
                <a:cs typeface="Arial"/>
              </a:rPr>
              <a:t>decisiones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73924" y="2021239"/>
            <a:ext cx="1670685" cy="280035"/>
          </a:xfrm>
          <a:custGeom>
            <a:avLst/>
            <a:gdLst/>
            <a:ahLst/>
            <a:cxnLst/>
            <a:rect l="l" t="t" r="r" b="b"/>
            <a:pathLst>
              <a:path w="1670684" h="280035">
                <a:moveTo>
                  <a:pt x="1670075" y="0"/>
                </a:moveTo>
                <a:lnTo>
                  <a:pt x="0" y="0"/>
                </a:lnTo>
                <a:lnTo>
                  <a:pt x="0" y="279747"/>
                </a:lnTo>
                <a:lnTo>
                  <a:pt x="1670075" y="279747"/>
                </a:lnTo>
                <a:lnTo>
                  <a:pt x="16700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86624" y="1983487"/>
            <a:ext cx="1651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008200"/>
                </a:solidFill>
                <a:latin typeface="Arial"/>
                <a:cs typeface="Arial"/>
              </a:rPr>
              <a:t>Volumen</a:t>
            </a:r>
            <a:r>
              <a:rPr sz="1800" b="1" spc="-75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008200"/>
                </a:solidFill>
                <a:latin typeface="Arial"/>
                <a:cs typeface="Arial"/>
              </a:rPr>
              <a:t>de</a:t>
            </a:r>
            <a:r>
              <a:rPr sz="1800" b="1" spc="-70" dirty="0">
                <a:solidFill>
                  <a:srgbClr val="008200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008200"/>
                </a:solidFill>
                <a:latin typeface="Arial"/>
                <a:cs typeface="Arial"/>
              </a:rPr>
              <a:t>dato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07926" y="2475873"/>
            <a:ext cx="1467485" cy="572135"/>
          </a:xfrm>
          <a:custGeom>
            <a:avLst/>
            <a:gdLst/>
            <a:ahLst/>
            <a:cxnLst/>
            <a:rect l="l" t="t" r="r" b="b"/>
            <a:pathLst>
              <a:path w="1467484" h="572135">
                <a:moveTo>
                  <a:pt x="1467271" y="0"/>
                </a:moveTo>
                <a:lnTo>
                  <a:pt x="0" y="0"/>
                </a:lnTo>
                <a:lnTo>
                  <a:pt x="0" y="571847"/>
                </a:lnTo>
                <a:lnTo>
                  <a:pt x="1467271" y="571847"/>
                </a:lnTo>
                <a:lnTo>
                  <a:pt x="14672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14276" y="2420340"/>
            <a:ext cx="1441450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Potencia</a:t>
            </a:r>
            <a:r>
              <a:rPr sz="1800" b="1" spc="-80" dirty="0">
                <a:solidFill>
                  <a:srgbClr val="183FFD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183FFD"/>
                </a:solidFill>
                <a:latin typeface="Arial"/>
                <a:cs typeface="Arial"/>
              </a:rPr>
              <a:t>de </a:t>
            </a:r>
            <a:r>
              <a:rPr sz="1800" b="1" spc="-140" dirty="0">
                <a:solidFill>
                  <a:srgbClr val="183FFD"/>
                </a:solidFill>
                <a:latin typeface="Arial"/>
                <a:cs typeface="Arial"/>
              </a:rPr>
              <a:t>procesamiento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38494" y="741534"/>
            <a:ext cx="1350645" cy="572135"/>
          </a:xfrm>
          <a:custGeom>
            <a:avLst/>
            <a:gdLst/>
            <a:ahLst/>
            <a:cxnLst/>
            <a:rect l="l" t="t" r="r" b="b"/>
            <a:pathLst>
              <a:path w="1350645" h="572135">
                <a:moveTo>
                  <a:pt x="1350627" y="0"/>
                </a:moveTo>
                <a:lnTo>
                  <a:pt x="0" y="0"/>
                </a:lnTo>
                <a:lnTo>
                  <a:pt x="0" y="571847"/>
                </a:lnTo>
                <a:lnTo>
                  <a:pt x="1350627" y="571847"/>
                </a:lnTo>
                <a:lnTo>
                  <a:pt x="13506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44844" y="686001"/>
            <a:ext cx="1222375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FF1D26"/>
                </a:solidFill>
                <a:latin typeface="Arial"/>
                <a:cs typeface="Arial"/>
              </a:rPr>
              <a:t>Complejidad </a:t>
            </a:r>
            <a:r>
              <a:rPr sz="1800" b="1" spc="-45" dirty="0">
                <a:solidFill>
                  <a:srgbClr val="FF1D26"/>
                </a:solidFill>
                <a:latin typeface="Arial"/>
                <a:cs typeface="Arial"/>
              </a:rPr>
              <a:t>sistémica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78166" y="4553515"/>
            <a:ext cx="482600" cy="248920"/>
          </a:xfrm>
          <a:custGeom>
            <a:avLst/>
            <a:gdLst/>
            <a:ahLst/>
            <a:cxnLst/>
            <a:rect l="l" t="t" r="r" b="b"/>
            <a:pathLst>
              <a:path w="482600" h="248920">
                <a:moveTo>
                  <a:pt x="482142" y="0"/>
                </a:moveTo>
                <a:lnTo>
                  <a:pt x="0" y="0"/>
                </a:lnTo>
                <a:lnTo>
                  <a:pt x="0" y="248842"/>
                </a:lnTo>
                <a:lnTo>
                  <a:pt x="482142" y="248842"/>
                </a:lnTo>
                <a:lnTo>
                  <a:pt x="4821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90866" y="4554225"/>
            <a:ext cx="457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Helvetica Neue"/>
                <a:cs typeface="Helvetica Neue"/>
              </a:rPr>
              <a:t>Años</a:t>
            </a:r>
            <a:endParaRPr sz="1400">
              <a:latin typeface="Helvetica Neue"/>
              <a:cs typeface="Helvetica Neu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7421" y="1095583"/>
            <a:ext cx="3136900" cy="4048125"/>
            <a:chOff x="6007421" y="1095583"/>
            <a:chExt cx="3136900" cy="4048125"/>
          </a:xfrm>
        </p:grpSpPr>
        <p:sp>
          <p:nvSpPr>
            <p:cNvPr id="14" name="object 1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07421" y="1095583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1270000" y="0"/>
                  </a:moveTo>
                  <a:lnTo>
                    <a:pt x="0" y="0"/>
                  </a:lnTo>
                  <a:lnTo>
                    <a:pt x="0" y="1270000"/>
                  </a:lnTo>
                  <a:lnTo>
                    <a:pt x="1270000" y="1270000"/>
                  </a:lnTo>
                  <a:lnTo>
                    <a:pt x="127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29654" y="458815"/>
            <a:ext cx="2304415" cy="81788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67700"/>
              </a:lnSpc>
              <a:spcBef>
                <a:spcPts val="1300"/>
              </a:spcBef>
            </a:pPr>
            <a:r>
              <a:rPr sz="3100" spc="-10" dirty="0"/>
              <a:t>Complejidad computacional</a:t>
            </a:r>
            <a:endParaRPr sz="3100"/>
          </a:p>
        </p:txBody>
      </p:sp>
      <p:sp>
        <p:nvSpPr>
          <p:cNvPr id="17" name="object 17"/>
          <p:cNvSpPr txBox="1"/>
          <p:nvPr/>
        </p:nvSpPr>
        <p:spPr>
          <a:xfrm>
            <a:off x="478546" y="1243714"/>
            <a:ext cx="1678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Duplicación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8546" y="1528194"/>
            <a:ext cx="8845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digital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1048" y="2460665"/>
            <a:ext cx="2143760" cy="8439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964"/>
              </a:lnSpc>
            </a:pPr>
            <a:r>
              <a:rPr sz="1800" b="1" spc="-215" dirty="0">
                <a:solidFill>
                  <a:srgbClr val="008A00"/>
                </a:solidFill>
                <a:latin typeface="Arial"/>
                <a:cs typeface="Arial"/>
              </a:rPr>
              <a:t>Big</a:t>
            </a:r>
            <a:r>
              <a:rPr sz="1800" b="1" spc="-6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008A00"/>
                </a:solidFill>
                <a:latin typeface="Arial"/>
                <a:cs typeface="Arial"/>
              </a:rPr>
              <a:t>Data</a:t>
            </a:r>
            <a:r>
              <a:rPr sz="1800" b="1" spc="-6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A00"/>
                </a:solidFill>
                <a:latin typeface="Arial"/>
                <a:cs typeface="Arial"/>
              </a:rPr>
              <a:t>permite</a:t>
            </a:r>
            <a:endParaRPr sz="1800">
              <a:latin typeface="Arial"/>
              <a:cs typeface="Arial"/>
            </a:endParaRPr>
          </a:p>
          <a:p>
            <a:pPr marL="19050" marR="67945">
              <a:lnSpc>
                <a:spcPct val="106500"/>
              </a:lnSpc>
            </a:pPr>
            <a:r>
              <a:rPr sz="1800" b="1" spc="-100" dirty="0">
                <a:solidFill>
                  <a:srgbClr val="008A00"/>
                </a:solidFill>
                <a:latin typeface="Arial"/>
                <a:cs typeface="Arial"/>
              </a:rPr>
              <a:t>la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008A00"/>
                </a:solidFill>
                <a:latin typeface="Arial"/>
                <a:cs typeface="Arial"/>
              </a:rPr>
              <a:t>toma</a:t>
            </a:r>
            <a:r>
              <a:rPr sz="1800" b="1" spc="-80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008A00"/>
                </a:solidFill>
                <a:latin typeface="Arial"/>
                <a:cs typeface="Arial"/>
              </a:rPr>
              <a:t>de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008A00"/>
                </a:solidFill>
                <a:latin typeface="Arial"/>
                <a:cs typeface="Arial"/>
              </a:rPr>
              <a:t>decisiones basada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008A00"/>
                </a:solidFill>
                <a:latin typeface="Arial"/>
                <a:cs typeface="Arial"/>
              </a:rPr>
              <a:t>en</a:t>
            </a:r>
            <a:r>
              <a:rPr sz="1800" b="1" spc="-85" dirty="0">
                <a:solidFill>
                  <a:srgbClr val="008A00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008A00"/>
                </a:solidFill>
                <a:latin typeface="Arial"/>
                <a:cs typeface="Arial"/>
              </a:rPr>
              <a:t>evidencias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4508AA-BD10-825A-B4EC-8DD988A6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9D3C83-8441-5827-37DC-6E807D35B636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75F4795-A958-30F3-C174-7BEE1745C239}"/>
              </a:ext>
            </a:extLst>
          </p:cNvPr>
          <p:cNvSpPr txBox="1"/>
          <p:nvPr/>
        </p:nvSpPr>
        <p:spPr>
          <a:xfrm>
            <a:off x="257208" y="2049746"/>
            <a:ext cx="6143591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2800" b="1" dirty="0" err="1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lang="es-ES"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lang="en-US" sz="2800" b="1" spc="-10" dirty="0" err="1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r>
              <a:rPr lang="en-US"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</a:p>
          <a:p>
            <a:pPr marL="12700" algn="ctr">
              <a:spcBef>
                <a:spcPts val="100"/>
              </a:spcBef>
            </a:pP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r>
              <a:rPr lang="en-US" sz="2800" b="1" spc="-10" dirty="0" err="1">
                <a:solidFill>
                  <a:srgbClr val="C0504D"/>
                </a:solidFill>
                <a:latin typeface="Arial Narrow"/>
                <a:cs typeface="Arial Narrow"/>
              </a:rPr>
              <a:t>ó</a:t>
            </a: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endParaRPr lang="en-US" sz="2800" b="1" spc="-10" dirty="0">
              <a:solidFill>
                <a:srgbClr val="C0504D"/>
              </a:solidFill>
              <a:latin typeface="Arial Narrow"/>
              <a:cs typeface="Arial Narrow"/>
            </a:endParaRPr>
          </a:p>
          <a:p>
            <a:pPr marL="12700" algn="ctr">
              <a:spcBef>
                <a:spcPts val="100"/>
              </a:spcBef>
            </a:pPr>
            <a:r>
              <a:rPr lang="es-ES" sz="2800" b="1" dirty="0">
                <a:solidFill>
                  <a:srgbClr val="C0504D"/>
                </a:solidFill>
                <a:latin typeface="Arial Narrow"/>
                <a:cs typeface="Arial Narrow"/>
              </a:rPr>
              <a:t>Cantidad de operaciones</a:t>
            </a:r>
            <a:endParaRPr lang="es-ES" sz="2800" dirty="0">
              <a:latin typeface="Arial Narrow"/>
              <a:cs typeface="Arial Narrow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4B15E5-6C3E-4C8D-47DF-931516EA2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318E556-BFF3-E590-91D6-D2127079D9F5}"/>
              </a:ext>
            </a:extLst>
          </p:cNvPr>
          <p:cNvSpPr txBox="1"/>
          <p:nvPr/>
        </p:nvSpPr>
        <p:spPr>
          <a:xfrm>
            <a:off x="152400" y="787406"/>
            <a:ext cx="8686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 err="1">
                <a:solidFill>
                  <a:srgbClr val="044247"/>
                </a:solidFill>
                <a:latin typeface="Arial Narrow"/>
                <a:cs typeface="Arial Narrow"/>
              </a:rPr>
              <a:t>C</a:t>
            </a:r>
            <a:r>
              <a:rPr sz="4000" b="1" spc="-10" dirty="0" err="1">
                <a:solidFill>
                  <a:srgbClr val="044247"/>
                </a:solidFill>
                <a:latin typeface="Arial Narrow"/>
                <a:cs typeface="Arial Narrow"/>
              </a:rPr>
              <a:t>omputacional</a:t>
            </a:r>
            <a:r>
              <a:rPr lang="es-ES"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 - ¿Eficiencia del algoritmo?</a:t>
            </a:r>
            <a:endParaRPr sz="400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97722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E6E392-4D31-1734-0A0C-B350EA64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D7794C-AA62-08F1-E641-1FF159BF20CF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9F4E81-AF6F-88BE-96F9-5793FBC5D7F8}"/>
              </a:ext>
            </a:extLst>
          </p:cNvPr>
          <p:cNvSpPr txBox="1"/>
          <p:nvPr/>
        </p:nvSpPr>
        <p:spPr>
          <a:xfrm>
            <a:off x="268054" y="1313146"/>
            <a:ext cx="1478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54A9DF8-45E7-954C-51C0-0835651BB0F2}"/>
              </a:ext>
            </a:extLst>
          </p:cNvPr>
          <p:cNvSpPr txBox="1"/>
          <p:nvPr/>
        </p:nvSpPr>
        <p:spPr>
          <a:xfrm>
            <a:off x="268054" y="1597626"/>
            <a:ext cx="1370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8B4880B-EB9D-6BCF-C05F-820DAD2801FD}"/>
              </a:ext>
            </a:extLst>
          </p:cNvPr>
          <p:cNvSpPr txBox="1"/>
          <p:nvPr/>
        </p:nvSpPr>
        <p:spPr>
          <a:xfrm>
            <a:off x="3758531" y="2119700"/>
            <a:ext cx="5128260" cy="1463221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30"/>
              </a:spcBef>
            </a:pPr>
            <a:r>
              <a:rPr sz="2800" b="1" spc="-229" dirty="0">
                <a:latin typeface="Arial"/>
                <a:cs typeface="Arial"/>
              </a:rPr>
              <a:t>n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 </a:t>
            </a:r>
            <a:r>
              <a:rPr sz="2800" spc="-90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275" dirty="0">
                <a:latin typeface="Apple Symbols"/>
                <a:cs typeface="Apple Symbols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de </a:t>
            </a:r>
            <a:r>
              <a:rPr sz="2800" spc="4290" dirty="0">
                <a:latin typeface="Apple Symbols"/>
                <a:cs typeface="Apple Symbols"/>
              </a:rPr>
              <a:t>𝒜</a:t>
            </a:r>
            <a:endParaRPr sz="2800" dirty="0">
              <a:latin typeface="Apple Symbols"/>
              <a:cs typeface="Apple Symbol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18D103-3656-54EC-180B-C22392CEF384}"/>
              </a:ext>
            </a:extLst>
          </p:cNvPr>
          <p:cNvSpPr txBox="1"/>
          <p:nvPr/>
        </p:nvSpPr>
        <p:spPr>
          <a:xfrm>
            <a:off x="4462245" y="566587"/>
            <a:ext cx="3665854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800" b="1" spc="-225" dirty="0">
                <a:latin typeface="Arial"/>
                <a:cs typeface="Arial"/>
              </a:rPr>
              <a:t>Ordenación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79375" algn="ctr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(método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burbuja)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9BC4916-4800-83E9-8F6F-84C4643910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810F081-E62B-3E74-E35A-57782056679E}"/>
              </a:ext>
            </a:extLst>
          </p:cNvPr>
          <p:cNvSpPr txBox="1"/>
          <p:nvPr/>
        </p:nvSpPr>
        <p:spPr>
          <a:xfrm>
            <a:off x="211798" y="787406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44BEE87E-A226-99A5-BEA7-CBBF874EC6F2}"/>
              </a:ext>
            </a:extLst>
          </p:cNvPr>
          <p:cNvGraphicFramePr>
            <a:graphicFrameLocks noGrp="1"/>
          </p:cNvGraphicFramePr>
          <p:nvPr/>
        </p:nvGraphicFramePr>
        <p:xfrm>
          <a:off x="3816350" y="1733550"/>
          <a:ext cx="53213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919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378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8054" y="1313146"/>
            <a:ext cx="1478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Tiempo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054" y="1597626"/>
            <a:ext cx="13709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ejecución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8531" y="2119700"/>
            <a:ext cx="5128260" cy="2735364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30"/>
              </a:spcBef>
            </a:pPr>
            <a:r>
              <a:rPr sz="2800" b="1" spc="-229" dirty="0">
                <a:latin typeface="Arial"/>
                <a:cs typeface="Arial"/>
              </a:rPr>
              <a:t>n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 </a:t>
            </a:r>
            <a:r>
              <a:rPr sz="2800" spc="-90" dirty="0">
                <a:latin typeface="Arial"/>
                <a:cs typeface="Arial"/>
              </a:rPr>
              <a:t>del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275" dirty="0">
                <a:latin typeface="Apple Symbols"/>
                <a:cs typeface="Apple Symbols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de </a:t>
            </a:r>
            <a:r>
              <a:rPr sz="2800" spc="4290" dirty="0">
                <a:latin typeface="Apple Symbols"/>
                <a:cs typeface="Apple Symbols"/>
              </a:rPr>
              <a:t>𝒜</a:t>
            </a:r>
            <a:endParaRPr sz="2800" dirty="0">
              <a:latin typeface="Apple Symbols"/>
              <a:cs typeface="Apple Symbols"/>
            </a:endParaRPr>
          </a:p>
          <a:p>
            <a:pPr marR="673100" algn="ctr">
              <a:lnSpc>
                <a:spcPct val="100000"/>
              </a:lnSpc>
              <a:spcBef>
                <a:spcPts val="1630"/>
              </a:spcBef>
            </a:pPr>
            <a:r>
              <a:rPr sz="2800" i="1" spc="625" dirty="0">
                <a:latin typeface="Times New Roman"/>
                <a:cs typeface="Times New Roman"/>
              </a:rPr>
              <a:t>f</a:t>
            </a:r>
            <a:r>
              <a:rPr sz="2925" spc="937" baseline="-19943" dirty="0">
                <a:latin typeface="Apple Symbols"/>
                <a:cs typeface="Apple Symbols"/>
              </a:rPr>
              <a:t>𝒜</a:t>
            </a:r>
            <a:r>
              <a:rPr sz="2800" spc="625" dirty="0">
                <a:latin typeface="Apple Symbols"/>
                <a:cs typeface="Apple Symbols"/>
              </a:rPr>
              <a:t>(</a:t>
            </a:r>
            <a:r>
              <a:rPr sz="2800" i="1" spc="625" dirty="0">
                <a:latin typeface="Times New Roman"/>
                <a:cs typeface="Times New Roman"/>
              </a:rPr>
              <a:t>n</a:t>
            </a:r>
            <a:r>
              <a:rPr sz="2800" spc="625" dirty="0">
                <a:latin typeface="Apple Symbols"/>
                <a:cs typeface="Apple Symbols"/>
              </a:rPr>
              <a:t>)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spc="275" dirty="0">
                <a:latin typeface="Apple Symbols"/>
                <a:cs typeface="Apple Symbols"/>
              </a:rPr>
              <a:t>≤</a:t>
            </a:r>
            <a:r>
              <a:rPr sz="2800" spc="-150" dirty="0">
                <a:latin typeface="Apple Symbols"/>
                <a:cs typeface="Apple Symbols"/>
              </a:rPr>
              <a:t> </a:t>
            </a:r>
            <a:r>
              <a:rPr sz="2800" i="1" spc="85" dirty="0">
                <a:latin typeface="Times New Roman"/>
                <a:cs typeface="Times New Roman"/>
              </a:rPr>
              <a:t>an</a:t>
            </a:r>
            <a:r>
              <a:rPr sz="2925" spc="127" baseline="29914" dirty="0">
                <a:latin typeface="Apple Symbols"/>
                <a:cs typeface="Apple Symbols"/>
              </a:rPr>
              <a:t>2</a:t>
            </a:r>
            <a:r>
              <a:rPr sz="2925" spc="-44" baseline="29914" dirty="0">
                <a:latin typeface="Apple Symbols"/>
                <a:cs typeface="Apple Symbols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0" dirty="0">
                <a:latin typeface="Apple Symbols"/>
                <a:cs typeface="Apple Symbols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bn</a:t>
            </a:r>
            <a:r>
              <a:rPr sz="2800" i="1" spc="-80" dirty="0">
                <a:latin typeface="Times New Roman"/>
                <a:cs typeface="Times New Roman"/>
              </a:rPr>
              <a:t> </a:t>
            </a:r>
            <a:r>
              <a:rPr sz="2800" spc="580" dirty="0">
                <a:latin typeface="Apple Symbols"/>
                <a:cs typeface="Apple Symbols"/>
              </a:rPr>
              <a:t>+</a:t>
            </a:r>
            <a:r>
              <a:rPr sz="2800" spc="-310" dirty="0">
                <a:latin typeface="Apple Symbols"/>
                <a:cs typeface="Apple Symbols"/>
              </a:rPr>
              <a:t> </a:t>
            </a:r>
            <a:r>
              <a:rPr sz="2800" i="1" spc="-50" dirty="0">
                <a:latin typeface="Times New Roman"/>
                <a:cs typeface="Times New Roman"/>
              </a:rPr>
              <a:t>c</a:t>
            </a:r>
            <a:endParaRPr sz="2800" dirty="0">
              <a:latin typeface="Times New Roman"/>
              <a:cs typeface="Times New Roman"/>
            </a:endParaRPr>
          </a:p>
          <a:p>
            <a:pPr marR="1285240" algn="ctr">
              <a:lnSpc>
                <a:spcPct val="100000"/>
              </a:lnSpc>
              <a:spcBef>
                <a:spcPts val="1630"/>
              </a:spcBef>
            </a:pPr>
            <a:r>
              <a:rPr sz="2800" spc="4340" dirty="0">
                <a:latin typeface="Apple Symbols"/>
                <a:cs typeface="Apple Symbols"/>
              </a:rPr>
              <a:t>𝒜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spc="300" dirty="0">
                <a:latin typeface="Apple Symbols"/>
                <a:cs typeface="Apple Symbols"/>
              </a:rPr>
              <a:t>≡</a:t>
            </a:r>
            <a:r>
              <a:rPr sz="2800" spc="-155" dirty="0">
                <a:latin typeface="Apple Symbols"/>
                <a:cs typeface="Apple Symbols"/>
              </a:rPr>
              <a:t> </a:t>
            </a:r>
            <a:r>
              <a:rPr sz="2800" i="1" spc="45" dirty="0">
                <a:latin typeface="Times New Roman"/>
                <a:cs typeface="Times New Roman"/>
              </a:rPr>
              <a:t>O</a:t>
            </a:r>
            <a:r>
              <a:rPr sz="2800" spc="45" dirty="0">
                <a:latin typeface="Apple Symbols"/>
                <a:cs typeface="Apple Symbols"/>
              </a:rPr>
              <a:t>(</a:t>
            </a:r>
            <a:r>
              <a:rPr sz="2800" i="1" spc="45" dirty="0">
                <a:latin typeface="Times New Roman"/>
                <a:cs typeface="Times New Roman"/>
              </a:rPr>
              <a:t>n</a:t>
            </a:r>
            <a:r>
              <a:rPr sz="2925" spc="67" baseline="29914" dirty="0">
                <a:latin typeface="Apple Symbols"/>
                <a:cs typeface="Apple Symbols"/>
              </a:rPr>
              <a:t>2</a:t>
            </a:r>
            <a:r>
              <a:rPr sz="2800" spc="45" dirty="0">
                <a:latin typeface="Apple Symbols"/>
                <a:cs typeface="Apple Symbols"/>
              </a:rPr>
              <a:t>)</a:t>
            </a:r>
            <a:endParaRPr sz="28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2245" y="566587"/>
            <a:ext cx="3665854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800" b="1" spc="-225" dirty="0">
                <a:latin typeface="Arial"/>
                <a:cs typeface="Arial"/>
              </a:rPr>
              <a:t>Ordenación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vector</a:t>
            </a:r>
            <a:endParaRPr sz="2800">
              <a:latin typeface="Arial"/>
              <a:cs typeface="Arial"/>
            </a:endParaRPr>
          </a:p>
          <a:p>
            <a:pPr marL="79375" algn="ctr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(método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burbuja)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1798" y="387356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1798" y="787406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16350" y="1733550"/>
          <a:ext cx="53213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32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5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25" dirty="0">
                          <a:latin typeface="Arial"/>
                          <a:cs typeface="Arial"/>
                        </a:rPr>
                        <a:t>17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0"/>
                        </a:lnSpc>
                      </a:pPr>
                      <a:r>
                        <a:rPr sz="2800" spc="-919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635" y="1347886"/>
            <a:ext cx="171068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Crecimiento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635" y="1632366"/>
            <a:ext cx="1727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polinomial</a:t>
            </a:r>
            <a:r>
              <a:rPr sz="2800" b="1" spc="-4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y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635" y="1916846"/>
            <a:ext cx="17113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exponencial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4229" y="903345"/>
            <a:ext cx="2965450" cy="11849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3400" i="1" spc="745" dirty="0">
                <a:latin typeface="Times New Roman"/>
                <a:cs typeface="Times New Roman"/>
              </a:rPr>
              <a:t>f</a:t>
            </a:r>
            <a:r>
              <a:rPr sz="3600" spc="1117" baseline="-19675" dirty="0">
                <a:latin typeface="Apple Symbols"/>
                <a:cs typeface="Apple Symbols"/>
              </a:rPr>
              <a:t>𝒜</a:t>
            </a:r>
            <a:r>
              <a:rPr sz="3400" spc="745" dirty="0">
                <a:latin typeface="Apple Symbols"/>
                <a:cs typeface="Apple Symbols"/>
              </a:rPr>
              <a:t>(</a:t>
            </a:r>
            <a:r>
              <a:rPr sz="3400" i="1" spc="745" dirty="0">
                <a:latin typeface="Times New Roman"/>
                <a:cs typeface="Times New Roman"/>
              </a:rPr>
              <a:t>n</a:t>
            </a:r>
            <a:r>
              <a:rPr sz="3400" spc="745" dirty="0">
                <a:latin typeface="Apple Symbols"/>
                <a:cs typeface="Apple Symbols"/>
              </a:rPr>
              <a:t>)</a:t>
            </a:r>
            <a:r>
              <a:rPr sz="3400" spc="-180" dirty="0">
                <a:latin typeface="Apple Symbols"/>
                <a:cs typeface="Apple Symbols"/>
              </a:rPr>
              <a:t> </a:t>
            </a:r>
            <a:r>
              <a:rPr sz="3400" spc="685" dirty="0">
                <a:latin typeface="Apple Symbols"/>
                <a:cs typeface="Apple Symbols"/>
              </a:rPr>
              <a:t>→</a:t>
            </a:r>
            <a:r>
              <a:rPr lang="es-ES" sz="3400" spc="685" dirty="0">
                <a:latin typeface="Apple Symbols"/>
                <a:cs typeface="Apple Symbols"/>
              </a:rPr>
              <a:t>+</a:t>
            </a:r>
            <a:r>
              <a:rPr sz="3400" spc="-675" dirty="0">
                <a:latin typeface="Apple Symbols"/>
                <a:cs typeface="Apple Symbols"/>
              </a:rPr>
              <a:t>∞</a:t>
            </a:r>
            <a:endParaRPr sz="3400" dirty="0">
              <a:latin typeface="Apple Symbols"/>
              <a:cs typeface="Apple Symbols"/>
            </a:endParaRPr>
          </a:p>
          <a:p>
            <a:pPr marL="821055">
              <a:lnSpc>
                <a:spcPct val="100000"/>
              </a:lnSpc>
              <a:spcBef>
                <a:spcPts val="484"/>
              </a:spcBef>
            </a:pPr>
            <a:r>
              <a:rPr lang="es-ES" sz="3400" spc="685" dirty="0">
                <a:latin typeface="Apple Symbols"/>
                <a:cs typeface="Apple Symbols"/>
              </a:rPr>
              <a:t>n</a:t>
            </a:r>
            <a:r>
              <a:rPr sz="3400" spc="685" dirty="0">
                <a:latin typeface="Apple Symbols"/>
                <a:cs typeface="Apple Symbols"/>
              </a:rPr>
              <a:t>→</a:t>
            </a:r>
            <a:r>
              <a:rPr sz="3400" spc="-375" dirty="0">
                <a:latin typeface="Apple Symbols"/>
                <a:cs typeface="Apple Symbols"/>
              </a:rPr>
              <a:t> </a:t>
            </a:r>
            <a:r>
              <a:rPr lang="es-ES" sz="3400" spc="-375" dirty="0">
                <a:latin typeface="Apple Symbols"/>
                <a:cs typeface="Apple Symbols"/>
              </a:rPr>
              <a:t>+</a:t>
            </a:r>
            <a:r>
              <a:rPr sz="3400" spc="1270" dirty="0">
                <a:latin typeface="Apple Symbols"/>
                <a:cs typeface="Apple Symbols"/>
              </a:rPr>
              <a:t>∞</a:t>
            </a:r>
            <a:endParaRPr sz="3400" dirty="0">
              <a:latin typeface="Apple Symbols"/>
              <a:cs typeface="Apple Symbol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69738" y="1079126"/>
            <a:ext cx="5374640" cy="4064635"/>
            <a:chOff x="3769738" y="1079126"/>
            <a:chExt cx="5374640" cy="4064635"/>
          </a:xfrm>
        </p:grpSpPr>
        <p:sp>
          <p:nvSpPr>
            <p:cNvPr id="3" name="object 3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9738" y="1079126"/>
              <a:ext cx="4914663" cy="33721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33238" y="1119626"/>
              <a:ext cx="4787900" cy="3245485"/>
            </a:xfrm>
            <a:custGeom>
              <a:avLst/>
              <a:gdLst/>
              <a:ahLst/>
              <a:cxnLst/>
              <a:rect l="l" t="t" r="r" b="b"/>
              <a:pathLst>
                <a:path w="4787900" h="3245485">
                  <a:moveTo>
                    <a:pt x="4787663" y="0"/>
                  </a:moveTo>
                  <a:lnTo>
                    <a:pt x="0" y="0"/>
                  </a:lnTo>
                  <a:lnTo>
                    <a:pt x="0" y="3245171"/>
                  </a:lnTo>
                  <a:lnTo>
                    <a:pt x="4787663" y="3245171"/>
                  </a:lnTo>
                  <a:lnTo>
                    <a:pt x="478766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33238" y="1119626"/>
              <a:ext cx="4787900" cy="3245485"/>
            </a:xfrm>
            <a:custGeom>
              <a:avLst/>
              <a:gdLst/>
              <a:ahLst/>
              <a:cxnLst/>
              <a:rect l="l" t="t" r="r" b="b"/>
              <a:pathLst>
                <a:path w="4787900" h="3245485">
                  <a:moveTo>
                    <a:pt x="0" y="0"/>
                  </a:moveTo>
                  <a:lnTo>
                    <a:pt x="4787663" y="0"/>
                  </a:lnTo>
                  <a:lnTo>
                    <a:pt x="4787663" y="3245171"/>
                  </a:lnTo>
                  <a:lnTo>
                    <a:pt x="0" y="3245171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8728" y="1080179"/>
              <a:ext cx="4949040" cy="340577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52228" y="1123678"/>
              <a:ext cx="4822190" cy="3279140"/>
            </a:xfrm>
            <a:custGeom>
              <a:avLst/>
              <a:gdLst/>
              <a:ahLst/>
              <a:cxnLst/>
              <a:rect l="l" t="t" r="r" b="b"/>
              <a:pathLst>
                <a:path w="4822190" h="3279140">
                  <a:moveTo>
                    <a:pt x="1875456" y="1297250"/>
                  </a:moveTo>
                  <a:lnTo>
                    <a:pt x="1828937" y="1299543"/>
                  </a:lnTo>
                  <a:lnTo>
                    <a:pt x="1781859" y="1304488"/>
                  </a:lnTo>
                  <a:lnTo>
                    <a:pt x="1732582" y="1312653"/>
                  </a:lnTo>
                  <a:lnTo>
                    <a:pt x="1684294" y="1323830"/>
                  </a:lnTo>
                  <a:lnTo>
                    <a:pt x="1637110" y="1337932"/>
                  </a:lnTo>
                  <a:lnTo>
                    <a:pt x="1591142" y="1354869"/>
                  </a:lnTo>
                  <a:lnTo>
                    <a:pt x="1546502" y="1374555"/>
                  </a:lnTo>
                  <a:lnTo>
                    <a:pt x="1503303" y="1396901"/>
                  </a:lnTo>
                  <a:lnTo>
                    <a:pt x="1461657" y="1421819"/>
                  </a:lnTo>
                  <a:lnTo>
                    <a:pt x="1421678" y="1449222"/>
                  </a:lnTo>
                  <a:lnTo>
                    <a:pt x="1383478" y="1479021"/>
                  </a:lnTo>
                  <a:lnTo>
                    <a:pt x="1347169" y="1511129"/>
                  </a:lnTo>
                  <a:lnTo>
                    <a:pt x="1312865" y="1545458"/>
                  </a:lnTo>
                  <a:lnTo>
                    <a:pt x="1280677" y="1581920"/>
                  </a:lnTo>
                  <a:lnTo>
                    <a:pt x="1250719" y="1620428"/>
                  </a:lnTo>
                  <a:lnTo>
                    <a:pt x="1223104" y="1660892"/>
                  </a:lnTo>
                  <a:lnTo>
                    <a:pt x="1197943" y="1703226"/>
                  </a:lnTo>
                  <a:lnTo>
                    <a:pt x="1175351" y="1747341"/>
                  </a:lnTo>
                  <a:lnTo>
                    <a:pt x="1155438" y="1793149"/>
                  </a:lnTo>
                  <a:lnTo>
                    <a:pt x="1107915" y="1807963"/>
                  </a:lnTo>
                  <a:lnTo>
                    <a:pt x="1060820" y="1823932"/>
                  </a:lnTo>
                  <a:lnTo>
                    <a:pt x="1014173" y="1841045"/>
                  </a:lnTo>
                  <a:lnTo>
                    <a:pt x="967994" y="1859292"/>
                  </a:lnTo>
                  <a:lnTo>
                    <a:pt x="922304" y="1878662"/>
                  </a:lnTo>
                  <a:lnTo>
                    <a:pt x="877122" y="1899146"/>
                  </a:lnTo>
                  <a:lnTo>
                    <a:pt x="832469" y="1920732"/>
                  </a:lnTo>
                  <a:lnTo>
                    <a:pt x="788365" y="1943411"/>
                  </a:lnTo>
                  <a:lnTo>
                    <a:pt x="744830" y="1967172"/>
                  </a:lnTo>
                  <a:lnTo>
                    <a:pt x="701884" y="1992004"/>
                  </a:lnTo>
                  <a:lnTo>
                    <a:pt x="659548" y="2017898"/>
                  </a:lnTo>
                  <a:lnTo>
                    <a:pt x="617842" y="2044842"/>
                  </a:lnTo>
                  <a:lnTo>
                    <a:pt x="576785" y="2072827"/>
                  </a:lnTo>
                  <a:lnTo>
                    <a:pt x="536399" y="2101843"/>
                  </a:lnTo>
                  <a:lnTo>
                    <a:pt x="496703" y="2131877"/>
                  </a:lnTo>
                  <a:lnTo>
                    <a:pt x="457309" y="2163255"/>
                  </a:lnTo>
                  <a:lnTo>
                    <a:pt x="418752" y="2195575"/>
                  </a:lnTo>
                  <a:lnTo>
                    <a:pt x="381047" y="2228820"/>
                  </a:lnTo>
                  <a:lnTo>
                    <a:pt x="344209" y="2262973"/>
                  </a:lnTo>
                  <a:lnTo>
                    <a:pt x="308255" y="2298015"/>
                  </a:lnTo>
                  <a:lnTo>
                    <a:pt x="273200" y="2333929"/>
                  </a:lnTo>
                  <a:lnTo>
                    <a:pt x="239059" y="2370698"/>
                  </a:lnTo>
                  <a:lnTo>
                    <a:pt x="205848" y="2408304"/>
                  </a:lnTo>
                  <a:lnTo>
                    <a:pt x="173583" y="2446729"/>
                  </a:lnTo>
                  <a:lnTo>
                    <a:pt x="142278" y="2485955"/>
                  </a:lnTo>
                  <a:lnTo>
                    <a:pt x="111950" y="2525966"/>
                  </a:lnTo>
                  <a:lnTo>
                    <a:pt x="82615" y="2566743"/>
                  </a:lnTo>
                  <a:lnTo>
                    <a:pt x="54287" y="2608270"/>
                  </a:lnTo>
                  <a:lnTo>
                    <a:pt x="26982" y="2650527"/>
                  </a:lnTo>
                  <a:lnTo>
                    <a:pt x="716" y="2693498"/>
                  </a:lnTo>
                  <a:lnTo>
                    <a:pt x="57" y="3231559"/>
                  </a:lnTo>
                  <a:lnTo>
                    <a:pt x="0" y="3278778"/>
                  </a:lnTo>
                  <a:lnTo>
                    <a:pt x="4800761" y="3231559"/>
                  </a:lnTo>
                  <a:lnTo>
                    <a:pt x="4809797" y="1859292"/>
                  </a:lnTo>
                  <a:lnTo>
                    <a:pt x="4809917" y="1841045"/>
                  </a:lnTo>
                  <a:lnTo>
                    <a:pt x="4809961" y="1834381"/>
                  </a:lnTo>
                  <a:lnTo>
                    <a:pt x="3503572" y="1834381"/>
                  </a:lnTo>
                  <a:lnTo>
                    <a:pt x="3453794" y="1834108"/>
                  </a:lnTo>
                  <a:lnTo>
                    <a:pt x="3403884" y="1831462"/>
                  </a:lnTo>
                  <a:lnTo>
                    <a:pt x="3353942" y="1826435"/>
                  </a:lnTo>
                  <a:lnTo>
                    <a:pt x="3304068" y="1819023"/>
                  </a:lnTo>
                  <a:lnTo>
                    <a:pt x="3258244" y="1810097"/>
                  </a:lnTo>
                  <a:lnTo>
                    <a:pt x="3212905" y="1799335"/>
                  </a:lnTo>
                  <a:lnTo>
                    <a:pt x="3168020" y="1786875"/>
                  </a:lnTo>
                  <a:lnTo>
                    <a:pt x="3123557" y="1772852"/>
                  </a:lnTo>
                  <a:lnTo>
                    <a:pt x="3079485" y="1757401"/>
                  </a:lnTo>
                  <a:lnTo>
                    <a:pt x="3035771" y="1740659"/>
                  </a:lnTo>
                  <a:lnTo>
                    <a:pt x="2992384" y="1722762"/>
                  </a:lnTo>
                  <a:lnTo>
                    <a:pt x="2949293" y="1703845"/>
                  </a:lnTo>
                  <a:lnTo>
                    <a:pt x="2906466" y="1684045"/>
                  </a:lnTo>
                  <a:lnTo>
                    <a:pt x="2863870" y="1663498"/>
                  </a:lnTo>
                  <a:lnTo>
                    <a:pt x="2821476" y="1642339"/>
                  </a:lnTo>
                  <a:lnTo>
                    <a:pt x="2737161" y="1598730"/>
                  </a:lnTo>
                  <a:lnTo>
                    <a:pt x="2569545" y="1510155"/>
                  </a:lnTo>
                  <a:lnTo>
                    <a:pt x="2527668" y="1488521"/>
                  </a:lnTo>
                  <a:lnTo>
                    <a:pt x="2485738" y="1467363"/>
                  </a:lnTo>
                  <a:lnTo>
                    <a:pt x="2443723" y="1446818"/>
                  </a:lnTo>
                  <a:lnTo>
                    <a:pt x="2401592" y="1427019"/>
                  </a:lnTo>
                  <a:lnTo>
                    <a:pt x="2359314" y="1408105"/>
                  </a:lnTo>
                  <a:lnTo>
                    <a:pt x="2316857" y="1390210"/>
                  </a:lnTo>
                  <a:lnTo>
                    <a:pt x="2274188" y="1373471"/>
                  </a:lnTo>
                  <a:lnTo>
                    <a:pt x="2231277" y="1358024"/>
                  </a:lnTo>
                  <a:lnTo>
                    <a:pt x="2188092" y="1344003"/>
                  </a:lnTo>
                  <a:lnTo>
                    <a:pt x="2144601" y="1331547"/>
                  </a:lnTo>
                  <a:lnTo>
                    <a:pt x="2100772" y="1320789"/>
                  </a:lnTo>
                  <a:lnTo>
                    <a:pt x="2056574" y="1311867"/>
                  </a:lnTo>
                  <a:lnTo>
                    <a:pt x="2011975" y="1304916"/>
                  </a:lnTo>
                  <a:lnTo>
                    <a:pt x="1966943" y="1300073"/>
                  </a:lnTo>
                  <a:lnTo>
                    <a:pt x="1921448" y="1297472"/>
                  </a:lnTo>
                  <a:lnTo>
                    <a:pt x="1875456" y="1297250"/>
                  </a:lnTo>
                  <a:close/>
                </a:path>
                <a:path w="4822190" h="3279140">
                  <a:moveTo>
                    <a:pt x="4822040" y="0"/>
                  </a:moveTo>
                  <a:lnTo>
                    <a:pt x="4391642" y="774565"/>
                  </a:lnTo>
                  <a:lnTo>
                    <a:pt x="4401067" y="824407"/>
                  </a:lnTo>
                  <a:lnTo>
                    <a:pt x="4407494" y="874405"/>
                  </a:lnTo>
                  <a:lnTo>
                    <a:pt x="4410953" y="924435"/>
                  </a:lnTo>
                  <a:lnTo>
                    <a:pt x="4411476" y="974373"/>
                  </a:lnTo>
                  <a:lnTo>
                    <a:pt x="4409096" y="1024096"/>
                  </a:lnTo>
                  <a:lnTo>
                    <a:pt x="4403843" y="1073478"/>
                  </a:lnTo>
                  <a:lnTo>
                    <a:pt x="4395750" y="1122398"/>
                  </a:lnTo>
                  <a:lnTo>
                    <a:pt x="4384848" y="1170730"/>
                  </a:lnTo>
                  <a:lnTo>
                    <a:pt x="4371169" y="1218350"/>
                  </a:lnTo>
                  <a:lnTo>
                    <a:pt x="4354745" y="1265135"/>
                  </a:lnTo>
                  <a:lnTo>
                    <a:pt x="4335608" y="1310961"/>
                  </a:lnTo>
                  <a:lnTo>
                    <a:pt x="4313789" y="1355704"/>
                  </a:lnTo>
                  <a:lnTo>
                    <a:pt x="4289320" y="1399240"/>
                  </a:lnTo>
                  <a:lnTo>
                    <a:pt x="4262233" y="1441445"/>
                  </a:lnTo>
                  <a:lnTo>
                    <a:pt x="4232559" y="1482195"/>
                  </a:lnTo>
                  <a:lnTo>
                    <a:pt x="4200330" y="1521367"/>
                  </a:lnTo>
                  <a:lnTo>
                    <a:pt x="4166288" y="1558171"/>
                  </a:lnTo>
                  <a:lnTo>
                    <a:pt x="4130511" y="1592706"/>
                  </a:lnTo>
                  <a:lnTo>
                    <a:pt x="4093099" y="1624967"/>
                  </a:lnTo>
                  <a:lnTo>
                    <a:pt x="4054153" y="1654947"/>
                  </a:lnTo>
                  <a:lnTo>
                    <a:pt x="4013772" y="1682639"/>
                  </a:lnTo>
                  <a:lnTo>
                    <a:pt x="3972058" y="1708037"/>
                  </a:lnTo>
                  <a:lnTo>
                    <a:pt x="3929109" y="1731134"/>
                  </a:lnTo>
                  <a:lnTo>
                    <a:pt x="3885026" y="1751923"/>
                  </a:lnTo>
                  <a:lnTo>
                    <a:pt x="3839910" y="1770399"/>
                  </a:lnTo>
                  <a:lnTo>
                    <a:pt x="3793861" y="1786553"/>
                  </a:lnTo>
                  <a:lnTo>
                    <a:pt x="3746978" y="1800381"/>
                  </a:lnTo>
                  <a:lnTo>
                    <a:pt x="3699362" y="1811875"/>
                  </a:lnTo>
                  <a:lnTo>
                    <a:pt x="3651113" y="1821028"/>
                  </a:lnTo>
                  <a:lnTo>
                    <a:pt x="3602332" y="1827835"/>
                  </a:lnTo>
                  <a:lnTo>
                    <a:pt x="3553118" y="1832288"/>
                  </a:lnTo>
                  <a:lnTo>
                    <a:pt x="3503572" y="1834381"/>
                  </a:lnTo>
                  <a:lnTo>
                    <a:pt x="4809961" y="1834381"/>
                  </a:lnTo>
                  <a:lnTo>
                    <a:pt x="4822040" y="0"/>
                  </a:lnTo>
                  <a:close/>
                </a:path>
              </a:pathLst>
            </a:custGeom>
            <a:solidFill>
              <a:srgbClr val="FFD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52228" y="1123678"/>
              <a:ext cx="4822190" cy="3279140"/>
            </a:xfrm>
            <a:custGeom>
              <a:avLst/>
              <a:gdLst/>
              <a:ahLst/>
              <a:cxnLst/>
              <a:rect l="l" t="t" r="r" b="b"/>
              <a:pathLst>
                <a:path w="4822190" h="3279140">
                  <a:moveTo>
                    <a:pt x="1781859" y="1304486"/>
                  </a:moveTo>
                  <a:lnTo>
                    <a:pt x="1732582" y="1312652"/>
                  </a:lnTo>
                  <a:lnTo>
                    <a:pt x="1684294" y="1323830"/>
                  </a:lnTo>
                  <a:lnTo>
                    <a:pt x="1637110" y="1337931"/>
                  </a:lnTo>
                  <a:lnTo>
                    <a:pt x="1591142" y="1354869"/>
                  </a:lnTo>
                  <a:lnTo>
                    <a:pt x="1546502" y="1374554"/>
                  </a:lnTo>
                  <a:lnTo>
                    <a:pt x="1503303" y="1396900"/>
                  </a:lnTo>
                  <a:lnTo>
                    <a:pt x="1461657" y="1421819"/>
                  </a:lnTo>
                  <a:lnTo>
                    <a:pt x="1421678" y="1449222"/>
                  </a:lnTo>
                  <a:lnTo>
                    <a:pt x="1383478" y="1479021"/>
                  </a:lnTo>
                  <a:lnTo>
                    <a:pt x="1347169" y="1511129"/>
                  </a:lnTo>
                  <a:lnTo>
                    <a:pt x="1312865" y="1545458"/>
                  </a:lnTo>
                  <a:lnTo>
                    <a:pt x="1280677" y="1581920"/>
                  </a:lnTo>
                  <a:lnTo>
                    <a:pt x="1250720" y="1620428"/>
                  </a:lnTo>
                  <a:lnTo>
                    <a:pt x="1223104" y="1660892"/>
                  </a:lnTo>
                  <a:lnTo>
                    <a:pt x="1197944" y="1703226"/>
                  </a:lnTo>
                  <a:lnTo>
                    <a:pt x="1175351" y="1747341"/>
                  </a:lnTo>
                  <a:lnTo>
                    <a:pt x="1155438" y="1793149"/>
                  </a:lnTo>
                  <a:lnTo>
                    <a:pt x="1107915" y="1807963"/>
                  </a:lnTo>
                  <a:lnTo>
                    <a:pt x="1060820" y="1823932"/>
                  </a:lnTo>
                  <a:lnTo>
                    <a:pt x="1014173" y="1841045"/>
                  </a:lnTo>
                  <a:lnTo>
                    <a:pt x="967994" y="1859292"/>
                  </a:lnTo>
                  <a:lnTo>
                    <a:pt x="922304" y="1878662"/>
                  </a:lnTo>
                  <a:lnTo>
                    <a:pt x="877122" y="1899145"/>
                  </a:lnTo>
                  <a:lnTo>
                    <a:pt x="832469" y="1920732"/>
                  </a:lnTo>
                  <a:lnTo>
                    <a:pt x="788365" y="1943411"/>
                  </a:lnTo>
                  <a:lnTo>
                    <a:pt x="744830" y="1967171"/>
                  </a:lnTo>
                  <a:lnTo>
                    <a:pt x="701884" y="1992004"/>
                  </a:lnTo>
                  <a:lnTo>
                    <a:pt x="659548" y="2017897"/>
                  </a:lnTo>
                  <a:lnTo>
                    <a:pt x="617842" y="2044842"/>
                  </a:lnTo>
                  <a:lnTo>
                    <a:pt x="576785" y="2072827"/>
                  </a:lnTo>
                  <a:lnTo>
                    <a:pt x="536399" y="2101842"/>
                  </a:lnTo>
                  <a:lnTo>
                    <a:pt x="496702" y="2131877"/>
                  </a:lnTo>
                  <a:lnTo>
                    <a:pt x="457309" y="2163255"/>
                  </a:lnTo>
                  <a:lnTo>
                    <a:pt x="418751" y="2195575"/>
                  </a:lnTo>
                  <a:lnTo>
                    <a:pt x="381046" y="2228819"/>
                  </a:lnTo>
                  <a:lnTo>
                    <a:pt x="344209" y="2262972"/>
                  </a:lnTo>
                  <a:lnTo>
                    <a:pt x="308255" y="2298014"/>
                  </a:lnTo>
                  <a:lnTo>
                    <a:pt x="273200" y="2333928"/>
                  </a:lnTo>
                  <a:lnTo>
                    <a:pt x="239059" y="2370697"/>
                  </a:lnTo>
                  <a:lnTo>
                    <a:pt x="205848" y="2408302"/>
                  </a:lnTo>
                  <a:lnTo>
                    <a:pt x="173583" y="2446727"/>
                  </a:lnTo>
                  <a:lnTo>
                    <a:pt x="142278" y="2485954"/>
                  </a:lnTo>
                  <a:lnTo>
                    <a:pt x="111950" y="2525965"/>
                  </a:lnTo>
                  <a:lnTo>
                    <a:pt x="82615" y="2566742"/>
                  </a:lnTo>
                  <a:lnTo>
                    <a:pt x="54287" y="2608268"/>
                  </a:lnTo>
                  <a:lnTo>
                    <a:pt x="26982" y="2650526"/>
                  </a:lnTo>
                  <a:lnTo>
                    <a:pt x="716" y="2693497"/>
                  </a:lnTo>
                  <a:lnTo>
                    <a:pt x="0" y="3278778"/>
                  </a:lnTo>
                  <a:lnTo>
                    <a:pt x="4800761" y="3231559"/>
                  </a:lnTo>
                  <a:lnTo>
                    <a:pt x="4822040" y="0"/>
                  </a:lnTo>
                  <a:lnTo>
                    <a:pt x="4391642" y="774565"/>
                  </a:lnTo>
                  <a:lnTo>
                    <a:pt x="4401067" y="824407"/>
                  </a:lnTo>
                  <a:lnTo>
                    <a:pt x="4407494" y="874405"/>
                  </a:lnTo>
                  <a:lnTo>
                    <a:pt x="4410953" y="924435"/>
                  </a:lnTo>
                  <a:lnTo>
                    <a:pt x="4411476" y="974373"/>
                  </a:lnTo>
                  <a:lnTo>
                    <a:pt x="4409096" y="1024096"/>
                  </a:lnTo>
                  <a:lnTo>
                    <a:pt x="4403843" y="1073478"/>
                  </a:lnTo>
                  <a:lnTo>
                    <a:pt x="4395750" y="1122398"/>
                  </a:lnTo>
                  <a:lnTo>
                    <a:pt x="4384848" y="1170730"/>
                  </a:lnTo>
                  <a:lnTo>
                    <a:pt x="4371169" y="1218350"/>
                  </a:lnTo>
                  <a:lnTo>
                    <a:pt x="4354745" y="1265135"/>
                  </a:lnTo>
                  <a:lnTo>
                    <a:pt x="4335608" y="1310961"/>
                  </a:lnTo>
                  <a:lnTo>
                    <a:pt x="4313789" y="1355704"/>
                  </a:lnTo>
                  <a:lnTo>
                    <a:pt x="4289320" y="1399240"/>
                  </a:lnTo>
                  <a:lnTo>
                    <a:pt x="4262233" y="1441444"/>
                  </a:lnTo>
                  <a:lnTo>
                    <a:pt x="4232559" y="1482194"/>
                  </a:lnTo>
                  <a:lnTo>
                    <a:pt x="4200330" y="1521366"/>
                  </a:lnTo>
                  <a:lnTo>
                    <a:pt x="4166288" y="1558169"/>
                  </a:lnTo>
                  <a:lnTo>
                    <a:pt x="4130511" y="1592705"/>
                  </a:lnTo>
                  <a:lnTo>
                    <a:pt x="4093099" y="1624966"/>
                  </a:lnTo>
                  <a:lnTo>
                    <a:pt x="4054153" y="1654946"/>
                  </a:lnTo>
                  <a:lnTo>
                    <a:pt x="4013772" y="1682639"/>
                  </a:lnTo>
                  <a:lnTo>
                    <a:pt x="3972058" y="1708036"/>
                  </a:lnTo>
                  <a:lnTo>
                    <a:pt x="3929109" y="1731133"/>
                  </a:lnTo>
                  <a:lnTo>
                    <a:pt x="3885026" y="1751923"/>
                  </a:lnTo>
                  <a:lnTo>
                    <a:pt x="3839910" y="1770398"/>
                  </a:lnTo>
                  <a:lnTo>
                    <a:pt x="3793861" y="1786553"/>
                  </a:lnTo>
                  <a:lnTo>
                    <a:pt x="3746978" y="1800381"/>
                  </a:lnTo>
                  <a:lnTo>
                    <a:pt x="3699362" y="1811874"/>
                  </a:lnTo>
                  <a:lnTo>
                    <a:pt x="3651113" y="1821028"/>
                  </a:lnTo>
                  <a:lnTo>
                    <a:pt x="3602332" y="1827834"/>
                  </a:lnTo>
                  <a:lnTo>
                    <a:pt x="3553118" y="1832288"/>
                  </a:lnTo>
                  <a:lnTo>
                    <a:pt x="3503572" y="1834381"/>
                  </a:lnTo>
                  <a:lnTo>
                    <a:pt x="3453794" y="1834107"/>
                  </a:lnTo>
                  <a:lnTo>
                    <a:pt x="3403884" y="1831461"/>
                  </a:lnTo>
                  <a:lnTo>
                    <a:pt x="3353942" y="1826434"/>
                  </a:lnTo>
                  <a:lnTo>
                    <a:pt x="3304068" y="1819022"/>
                  </a:lnTo>
                  <a:lnTo>
                    <a:pt x="3258244" y="1810096"/>
                  </a:lnTo>
                  <a:lnTo>
                    <a:pt x="3212905" y="1799334"/>
                  </a:lnTo>
                  <a:lnTo>
                    <a:pt x="3168020" y="1786874"/>
                  </a:lnTo>
                  <a:lnTo>
                    <a:pt x="3123557" y="1772851"/>
                  </a:lnTo>
                  <a:lnTo>
                    <a:pt x="3079485" y="1757400"/>
                  </a:lnTo>
                  <a:lnTo>
                    <a:pt x="3035771" y="1740658"/>
                  </a:lnTo>
                  <a:lnTo>
                    <a:pt x="2992384" y="1722761"/>
                  </a:lnTo>
                  <a:lnTo>
                    <a:pt x="2949293" y="1703845"/>
                  </a:lnTo>
                  <a:lnTo>
                    <a:pt x="2906466" y="1684045"/>
                  </a:lnTo>
                  <a:lnTo>
                    <a:pt x="2863870" y="1663498"/>
                  </a:lnTo>
                  <a:lnTo>
                    <a:pt x="2821476" y="1642339"/>
                  </a:lnTo>
                  <a:lnTo>
                    <a:pt x="2779250" y="1620704"/>
                  </a:lnTo>
                  <a:lnTo>
                    <a:pt x="2737161" y="1598730"/>
                  </a:lnTo>
                  <a:lnTo>
                    <a:pt x="2695178" y="1576552"/>
                  </a:lnTo>
                  <a:lnTo>
                    <a:pt x="2653269" y="1554306"/>
                  </a:lnTo>
                  <a:lnTo>
                    <a:pt x="2611402" y="1532128"/>
                  </a:lnTo>
                  <a:lnTo>
                    <a:pt x="2569545" y="1510154"/>
                  </a:lnTo>
                  <a:lnTo>
                    <a:pt x="2527668" y="1488521"/>
                  </a:lnTo>
                  <a:lnTo>
                    <a:pt x="2485738" y="1467363"/>
                  </a:lnTo>
                  <a:lnTo>
                    <a:pt x="2443723" y="1446817"/>
                  </a:lnTo>
                  <a:lnTo>
                    <a:pt x="2401592" y="1427019"/>
                  </a:lnTo>
                  <a:lnTo>
                    <a:pt x="2359314" y="1408105"/>
                  </a:lnTo>
                  <a:lnTo>
                    <a:pt x="2316857" y="1390210"/>
                  </a:lnTo>
                  <a:lnTo>
                    <a:pt x="2274188" y="1373471"/>
                  </a:lnTo>
                  <a:lnTo>
                    <a:pt x="2231277" y="1358023"/>
                  </a:lnTo>
                  <a:lnTo>
                    <a:pt x="2188092" y="1344003"/>
                  </a:lnTo>
                  <a:lnTo>
                    <a:pt x="2144601" y="1331546"/>
                  </a:lnTo>
                  <a:lnTo>
                    <a:pt x="2100772" y="1320789"/>
                  </a:lnTo>
                  <a:lnTo>
                    <a:pt x="2056574" y="1311866"/>
                  </a:lnTo>
                  <a:lnTo>
                    <a:pt x="2011975" y="1304915"/>
                  </a:lnTo>
                  <a:lnTo>
                    <a:pt x="1966943" y="1300072"/>
                  </a:lnTo>
                  <a:lnTo>
                    <a:pt x="1921448" y="1297471"/>
                  </a:lnTo>
                  <a:lnTo>
                    <a:pt x="1875456" y="1297249"/>
                  </a:lnTo>
                  <a:lnTo>
                    <a:pt x="1828937" y="1299542"/>
                  </a:lnTo>
                  <a:lnTo>
                    <a:pt x="1781859" y="1304486"/>
                  </a:lnTo>
                  <a:close/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93576" y="423498"/>
            <a:ext cx="5127561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45" dirty="0">
                <a:latin typeface="Arial"/>
                <a:cs typeface="Arial"/>
              </a:rPr>
              <a:t>Clasificación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b="1" spc="-180" dirty="0">
                <a:latin typeface="Arial"/>
                <a:cs typeface="Arial"/>
              </a:rPr>
              <a:t>problemas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33668" y="1307802"/>
            <a:ext cx="1627473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b="1" spc="-295" dirty="0">
                <a:solidFill>
                  <a:srgbClr val="FFFFFF"/>
                </a:solidFill>
                <a:latin typeface="Arial"/>
                <a:cs typeface="Arial"/>
              </a:rPr>
              <a:t>Clase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1141" y="1548670"/>
            <a:ext cx="2401218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857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85750" algn="l"/>
              </a:tabLst>
            </a:pPr>
            <a:r>
              <a:rPr sz="2800" spc="-140" dirty="0">
                <a:solidFill>
                  <a:srgbClr val="B4CC82"/>
                </a:solidFill>
                <a:latin typeface="Arial"/>
                <a:cs typeface="Arial"/>
              </a:rPr>
              <a:t>Ordenación </a:t>
            </a:r>
            <a:r>
              <a:rPr sz="2800" spc="-100" dirty="0">
                <a:solidFill>
                  <a:srgbClr val="B4CC82"/>
                </a:solidFill>
                <a:latin typeface="Arial"/>
                <a:cs typeface="Arial"/>
              </a:rPr>
              <a:t>un</a:t>
            </a:r>
            <a:r>
              <a:rPr sz="2800" spc="-135" dirty="0">
                <a:solidFill>
                  <a:srgbClr val="B4CC8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B4CC82"/>
                </a:solidFill>
                <a:latin typeface="Arial"/>
                <a:cs typeface="Arial"/>
              </a:rPr>
              <a:t>vector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329599" y="3497334"/>
            <a:ext cx="3096260" cy="788670"/>
            <a:chOff x="5329599" y="3497334"/>
            <a:chExt cx="3096260" cy="78867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9599" y="3497334"/>
              <a:ext cx="3095776" cy="78812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93099" y="3537833"/>
              <a:ext cx="2969260" cy="661670"/>
            </a:xfrm>
            <a:custGeom>
              <a:avLst/>
              <a:gdLst/>
              <a:ahLst/>
              <a:cxnLst/>
              <a:rect l="l" t="t" r="r" b="b"/>
              <a:pathLst>
                <a:path w="2969259" h="661670">
                  <a:moveTo>
                    <a:pt x="2717387" y="0"/>
                  </a:moveTo>
                  <a:lnTo>
                    <a:pt x="251388" y="0"/>
                  </a:lnTo>
                  <a:lnTo>
                    <a:pt x="201364" y="192"/>
                  </a:lnTo>
                  <a:lnTo>
                    <a:pt x="161021" y="1540"/>
                  </a:lnTo>
                  <a:lnTo>
                    <a:pt x="103849" y="12320"/>
                  </a:lnTo>
                  <a:lnTo>
                    <a:pt x="47938" y="47939"/>
                  </a:lnTo>
                  <a:lnTo>
                    <a:pt x="12318" y="103849"/>
                  </a:lnTo>
                  <a:lnTo>
                    <a:pt x="1539" y="161021"/>
                  </a:lnTo>
                  <a:lnTo>
                    <a:pt x="192" y="201364"/>
                  </a:lnTo>
                  <a:lnTo>
                    <a:pt x="0" y="251388"/>
                  </a:lnTo>
                  <a:lnTo>
                    <a:pt x="0" y="409740"/>
                  </a:lnTo>
                  <a:lnTo>
                    <a:pt x="192" y="459765"/>
                  </a:lnTo>
                  <a:lnTo>
                    <a:pt x="1539" y="500108"/>
                  </a:lnTo>
                  <a:lnTo>
                    <a:pt x="12318" y="557280"/>
                  </a:lnTo>
                  <a:lnTo>
                    <a:pt x="47938" y="613191"/>
                  </a:lnTo>
                  <a:lnTo>
                    <a:pt x="103849" y="648810"/>
                  </a:lnTo>
                  <a:lnTo>
                    <a:pt x="161021" y="659589"/>
                  </a:lnTo>
                  <a:lnTo>
                    <a:pt x="201364" y="660936"/>
                  </a:lnTo>
                  <a:lnTo>
                    <a:pt x="251388" y="661129"/>
                  </a:lnTo>
                  <a:lnTo>
                    <a:pt x="2717387" y="661129"/>
                  </a:lnTo>
                  <a:lnTo>
                    <a:pt x="2767412" y="660936"/>
                  </a:lnTo>
                  <a:lnTo>
                    <a:pt x="2807754" y="659589"/>
                  </a:lnTo>
                  <a:lnTo>
                    <a:pt x="2864926" y="648810"/>
                  </a:lnTo>
                  <a:lnTo>
                    <a:pt x="2920838" y="613191"/>
                  </a:lnTo>
                  <a:lnTo>
                    <a:pt x="2956457" y="557280"/>
                  </a:lnTo>
                  <a:lnTo>
                    <a:pt x="2967236" y="500108"/>
                  </a:lnTo>
                  <a:lnTo>
                    <a:pt x="2968583" y="459765"/>
                  </a:lnTo>
                  <a:lnTo>
                    <a:pt x="2968776" y="409740"/>
                  </a:lnTo>
                  <a:lnTo>
                    <a:pt x="2968776" y="251388"/>
                  </a:lnTo>
                  <a:lnTo>
                    <a:pt x="2968583" y="201364"/>
                  </a:lnTo>
                  <a:lnTo>
                    <a:pt x="2967236" y="161021"/>
                  </a:lnTo>
                  <a:lnTo>
                    <a:pt x="2956457" y="103849"/>
                  </a:lnTo>
                  <a:lnTo>
                    <a:pt x="2920838" y="47939"/>
                  </a:lnTo>
                  <a:lnTo>
                    <a:pt x="2864926" y="12320"/>
                  </a:lnTo>
                  <a:lnTo>
                    <a:pt x="2807754" y="1540"/>
                  </a:lnTo>
                  <a:lnTo>
                    <a:pt x="2767412" y="192"/>
                  </a:lnTo>
                  <a:lnTo>
                    <a:pt x="27173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93099" y="3537833"/>
              <a:ext cx="2969260" cy="661670"/>
            </a:xfrm>
            <a:custGeom>
              <a:avLst/>
              <a:gdLst/>
              <a:ahLst/>
              <a:cxnLst/>
              <a:rect l="l" t="t" r="r" b="b"/>
              <a:pathLst>
                <a:path w="2969259" h="661670">
                  <a:moveTo>
                    <a:pt x="251388" y="0"/>
                  </a:moveTo>
                  <a:lnTo>
                    <a:pt x="2717387" y="0"/>
                  </a:lnTo>
                  <a:lnTo>
                    <a:pt x="2767412" y="192"/>
                  </a:lnTo>
                  <a:lnTo>
                    <a:pt x="2807754" y="1539"/>
                  </a:lnTo>
                  <a:lnTo>
                    <a:pt x="2864926" y="12319"/>
                  </a:lnTo>
                  <a:lnTo>
                    <a:pt x="2920838" y="47938"/>
                  </a:lnTo>
                  <a:lnTo>
                    <a:pt x="2956457" y="103849"/>
                  </a:lnTo>
                  <a:lnTo>
                    <a:pt x="2967236" y="161020"/>
                  </a:lnTo>
                  <a:lnTo>
                    <a:pt x="2968583" y="201363"/>
                  </a:lnTo>
                  <a:lnTo>
                    <a:pt x="2968776" y="251388"/>
                  </a:lnTo>
                  <a:lnTo>
                    <a:pt x="2968776" y="409740"/>
                  </a:lnTo>
                  <a:lnTo>
                    <a:pt x="2968583" y="459765"/>
                  </a:lnTo>
                  <a:lnTo>
                    <a:pt x="2967236" y="500108"/>
                  </a:lnTo>
                  <a:lnTo>
                    <a:pt x="2956457" y="557279"/>
                  </a:lnTo>
                  <a:lnTo>
                    <a:pt x="2920838" y="613190"/>
                  </a:lnTo>
                  <a:lnTo>
                    <a:pt x="2864926" y="648809"/>
                  </a:lnTo>
                  <a:lnTo>
                    <a:pt x="2807754" y="659589"/>
                  </a:lnTo>
                  <a:lnTo>
                    <a:pt x="2767412" y="660936"/>
                  </a:lnTo>
                  <a:lnTo>
                    <a:pt x="2717387" y="661128"/>
                  </a:lnTo>
                  <a:lnTo>
                    <a:pt x="251388" y="661128"/>
                  </a:lnTo>
                  <a:lnTo>
                    <a:pt x="201363" y="660936"/>
                  </a:lnTo>
                  <a:lnTo>
                    <a:pt x="161020" y="659589"/>
                  </a:lnTo>
                  <a:lnTo>
                    <a:pt x="103849" y="648809"/>
                  </a:lnTo>
                  <a:lnTo>
                    <a:pt x="47938" y="613190"/>
                  </a:lnTo>
                  <a:lnTo>
                    <a:pt x="12319" y="557279"/>
                  </a:lnTo>
                  <a:lnTo>
                    <a:pt x="1539" y="500108"/>
                  </a:lnTo>
                  <a:lnTo>
                    <a:pt x="192" y="459765"/>
                  </a:lnTo>
                  <a:lnTo>
                    <a:pt x="0" y="409740"/>
                  </a:lnTo>
                  <a:lnTo>
                    <a:pt x="0" y="251388"/>
                  </a:lnTo>
                  <a:lnTo>
                    <a:pt x="192" y="201363"/>
                  </a:lnTo>
                  <a:lnTo>
                    <a:pt x="1539" y="161020"/>
                  </a:lnTo>
                  <a:lnTo>
                    <a:pt x="12319" y="103849"/>
                  </a:lnTo>
                  <a:lnTo>
                    <a:pt x="47938" y="47938"/>
                  </a:lnTo>
                  <a:lnTo>
                    <a:pt x="103849" y="12319"/>
                  </a:lnTo>
                  <a:lnTo>
                    <a:pt x="161020" y="1539"/>
                  </a:lnTo>
                  <a:lnTo>
                    <a:pt x="201363" y="192"/>
                  </a:lnTo>
                  <a:lnTo>
                    <a:pt x="251388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39917" y="2900437"/>
            <a:ext cx="282257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85115" algn="l"/>
              </a:tabLst>
            </a:pPr>
            <a:r>
              <a:rPr sz="2800" b="1" spc="-295" dirty="0">
                <a:latin typeface="Arial"/>
                <a:cs typeface="Arial"/>
              </a:rPr>
              <a:t>Clase</a:t>
            </a:r>
            <a:r>
              <a:rPr sz="2800" b="1" spc="-145" dirty="0">
                <a:latin typeface="Arial"/>
                <a:cs typeface="Arial"/>
              </a:rPr>
              <a:t> </a:t>
            </a:r>
            <a:r>
              <a:rPr sz="2800" b="1" spc="-305" dirty="0">
                <a:latin typeface="Arial"/>
                <a:cs typeface="Arial"/>
              </a:rPr>
              <a:t>NP</a:t>
            </a:r>
            <a:endParaRPr sz="2800" dirty="0">
              <a:latin typeface="Arial"/>
              <a:cs typeface="Arial"/>
            </a:endParaRPr>
          </a:p>
          <a:p>
            <a:pPr marL="111760">
              <a:lnSpc>
                <a:spcPct val="100000"/>
              </a:lnSpc>
              <a:spcBef>
                <a:spcPts val="2280"/>
              </a:spcBef>
            </a:pPr>
            <a:r>
              <a:rPr sz="2800" spc="-254" dirty="0">
                <a:latin typeface="Arial"/>
                <a:cs typeface="Arial"/>
              </a:rPr>
              <a:t>Clase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330" dirty="0">
                <a:latin typeface="Arial"/>
                <a:cs typeface="Arial"/>
              </a:rPr>
              <a:t>NP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completo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6283" y="800427"/>
            <a:ext cx="296545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  <a:p>
            <a:pPr marL="85725">
              <a:lnSpc>
                <a:spcPts val="311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Clase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P/NP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9738" y="3575596"/>
            <a:ext cx="3496062" cy="754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dirty="0">
                <a:latin typeface="Helvetica"/>
                <a:cs typeface="Helvetica"/>
              </a:rPr>
              <a:t>Clay</a:t>
            </a:r>
            <a:r>
              <a:rPr sz="1550" spc="-30" dirty="0">
                <a:latin typeface="Helvetica"/>
                <a:cs typeface="Helvetica"/>
              </a:rPr>
              <a:t> </a:t>
            </a:r>
            <a:r>
              <a:rPr sz="1550" dirty="0">
                <a:latin typeface="Helvetica"/>
                <a:cs typeface="Helvetica"/>
              </a:rPr>
              <a:t>Mathematics</a:t>
            </a:r>
            <a:r>
              <a:rPr sz="1550" spc="-25" dirty="0">
                <a:latin typeface="Helvetica"/>
                <a:cs typeface="Helvetica"/>
              </a:rPr>
              <a:t> </a:t>
            </a:r>
            <a:r>
              <a:rPr sz="1550" spc="-10" dirty="0">
                <a:latin typeface="Helvetica"/>
                <a:cs typeface="Helvetica"/>
              </a:rPr>
              <a:t>Institute</a:t>
            </a:r>
            <a:endParaRPr lang="es-ES" sz="1550" spc="-1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spc="-10" dirty="0">
                <a:latin typeface="Helvetica"/>
                <a:cs typeface="Helvetic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550" spc="-10" dirty="0">
                <a:latin typeface="Helvetica"/>
                <a:cs typeface="Helvetica"/>
              </a:rPr>
              <a:t>Otorga un premio de 1M$</a:t>
            </a:r>
            <a:endParaRPr sz="1550" dirty="0">
              <a:latin typeface="Helvetica"/>
              <a:cs typeface="Helvetic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0475" y="1882603"/>
            <a:ext cx="1905000" cy="1485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77337" y="855539"/>
            <a:ext cx="23361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b="1" spc="-765" dirty="0">
                <a:solidFill>
                  <a:srgbClr val="C0504D"/>
                </a:solidFill>
                <a:latin typeface="Arial"/>
                <a:cs typeface="Arial"/>
              </a:rPr>
              <a:t>¿</a:t>
            </a:r>
            <a:r>
              <a:rPr sz="5000" b="1" spc="-2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5000" b="1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P</a:t>
            </a:r>
            <a:r>
              <a:rPr sz="5000" b="1" spc="-5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 </a:t>
            </a:r>
            <a:r>
              <a:rPr sz="5000" b="1" spc="-440" dirty="0">
                <a:solidFill>
                  <a:srgbClr val="C0504D"/>
                </a:solidFill>
                <a:latin typeface="Arial"/>
                <a:cs typeface="Arial"/>
              </a:rPr>
              <a:t>=</a:t>
            </a:r>
            <a:r>
              <a:rPr sz="5000" b="1" spc="-26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5000" b="1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NP</a:t>
            </a:r>
            <a:r>
              <a:rPr sz="5000" b="1" spc="20" dirty="0">
                <a:solidFill>
                  <a:srgbClr val="C0504D"/>
                </a:solidFill>
                <a:latin typeface="SignPainter-HouseScript Semibold"/>
                <a:cs typeface="SignPainter-HouseScript Semibold"/>
              </a:rPr>
              <a:t> </a:t>
            </a:r>
            <a:r>
              <a:rPr sz="5000" b="1" spc="-815" dirty="0">
                <a:solidFill>
                  <a:srgbClr val="C0504D"/>
                </a:solidFill>
                <a:latin typeface="Arial"/>
                <a:cs typeface="Arial"/>
              </a:rPr>
              <a:t>?</a:t>
            </a:r>
            <a:endParaRPr sz="5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6283" y="800427"/>
            <a:ext cx="2965450" cy="100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  <a:p>
            <a:pPr marL="85725">
              <a:lnSpc>
                <a:spcPts val="311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Clase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P/NP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755" y="150218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6"/>
                </a:lnTo>
                <a:lnTo>
                  <a:pt x="449295" y="584426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8" y="457056"/>
                </a:lnTo>
                <a:lnTo>
                  <a:pt x="248830" y="354584"/>
                </a:lnTo>
                <a:lnTo>
                  <a:pt x="251691" y="348556"/>
                </a:lnTo>
                <a:lnTo>
                  <a:pt x="255525" y="343040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69"/>
                </a:lnTo>
                <a:lnTo>
                  <a:pt x="293425" y="692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3"/>
                </a:lnTo>
                <a:lnTo>
                  <a:pt x="315884" y="415526"/>
                </a:lnTo>
                <a:lnTo>
                  <a:pt x="309889" y="418371"/>
                </a:lnTo>
                <a:lnTo>
                  <a:pt x="209437" y="462964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5" y="363151"/>
                </a:moveTo>
                <a:lnTo>
                  <a:pt x="266532" y="363151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4"/>
                </a:lnTo>
                <a:lnTo>
                  <a:pt x="303746" y="398843"/>
                </a:lnTo>
                <a:lnTo>
                  <a:pt x="268045" y="363151"/>
                </a:lnTo>
                <a:close/>
              </a:path>
              <a:path w="539750" h="584835">
                <a:moveTo>
                  <a:pt x="458011" y="169085"/>
                </a:moveTo>
                <a:lnTo>
                  <a:pt x="457212" y="169085"/>
                </a:lnTo>
                <a:lnTo>
                  <a:pt x="456807" y="169232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2" y="386157"/>
                </a:lnTo>
                <a:lnTo>
                  <a:pt x="319426" y="386157"/>
                </a:lnTo>
                <a:lnTo>
                  <a:pt x="496861" y="208721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1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6"/>
                </a:lnTo>
                <a:lnTo>
                  <a:pt x="471845" y="154194"/>
                </a:lnTo>
                <a:lnTo>
                  <a:pt x="471845" y="155188"/>
                </a:lnTo>
                <a:lnTo>
                  <a:pt x="510598" y="193991"/>
                </a:lnTo>
                <a:lnTo>
                  <a:pt x="511592" y="193991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7"/>
                </a:lnTo>
                <a:lnTo>
                  <a:pt x="511216" y="129005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3"/>
                </a:moveTo>
                <a:lnTo>
                  <a:pt x="314116" y="2183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0"/>
                </a:lnTo>
                <a:lnTo>
                  <a:pt x="448917" y="138530"/>
                </a:lnTo>
                <a:lnTo>
                  <a:pt x="449608" y="136839"/>
                </a:lnTo>
                <a:lnTo>
                  <a:pt x="315002" y="218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7917" y="1637588"/>
            <a:ext cx="1365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0" dirty="0">
                <a:solidFill>
                  <a:srgbClr val="B51700"/>
                </a:solidFill>
                <a:latin typeface="Arial"/>
                <a:cs typeface="Arial"/>
              </a:rPr>
              <a:t>Ac</a:t>
            </a:r>
            <a:r>
              <a:rPr lang="es-ES" sz="2800" spc="-180" dirty="0">
                <a:solidFill>
                  <a:srgbClr val="B51700"/>
                </a:solidFill>
                <a:latin typeface="Arial"/>
                <a:cs typeface="Arial"/>
              </a:rPr>
              <a:t>ti</a:t>
            </a:r>
            <a:r>
              <a:rPr sz="2800" spc="-180" dirty="0" err="1">
                <a:solidFill>
                  <a:srgbClr val="B51700"/>
                </a:solidFill>
                <a:latin typeface="Arial"/>
                <a:cs typeface="Arial"/>
              </a:rPr>
              <a:t>vidad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4920" y="1616555"/>
            <a:ext cx="4042680" cy="116014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2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55" dirty="0">
                <a:latin typeface="Arial"/>
                <a:cs typeface="Arial"/>
              </a:rPr>
              <a:t>Método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burbuja</a:t>
            </a:r>
            <a:endParaRPr sz="2800" dirty="0">
              <a:latin typeface="Arial"/>
              <a:cs typeface="Arial"/>
            </a:endParaRPr>
          </a:p>
          <a:p>
            <a:pPr marL="359410">
              <a:lnSpc>
                <a:spcPct val="100000"/>
              </a:lnSpc>
              <a:spcBef>
                <a:spcPts val="1040"/>
              </a:spcBef>
            </a:pPr>
            <a:r>
              <a:rPr sz="3000" i="1" spc="60" dirty="0">
                <a:latin typeface="Times New Roman"/>
                <a:cs typeface="Times New Roman"/>
              </a:rPr>
              <a:t>O</a:t>
            </a:r>
            <a:r>
              <a:rPr sz="3000" spc="60" dirty="0">
                <a:latin typeface="Apple Symbols"/>
                <a:cs typeface="Apple Symbols"/>
              </a:rPr>
              <a:t>(</a:t>
            </a:r>
            <a:r>
              <a:rPr sz="3000" i="1" spc="60" dirty="0">
                <a:latin typeface="Times New Roman"/>
                <a:cs typeface="Times New Roman"/>
              </a:rPr>
              <a:t>n</a:t>
            </a:r>
            <a:r>
              <a:rPr sz="3225" spc="89" baseline="28423" dirty="0">
                <a:latin typeface="Apple Symbols"/>
                <a:cs typeface="Apple Symbols"/>
              </a:rPr>
              <a:t>2</a:t>
            </a:r>
            <a:r>
              <a:rPr sz="3000" spc="6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4920" y="3073847"/>
            <a:ext cx="4195080" cy="1524776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740"/>
              </a:spcBef>
            </a:pPr>
            <a:r>
              <a:rPr sz="3000" i="1" dirty="0">
                <a:latin typeface="Times New Roman"/>
                <a:cs typeface="Times New Roman"/>
              </a:rPr>
              <a:t>O</a:t>
            </a:r>
            <a:r>
              <a:rPr sz="3000" dirty="0">
                <a:latin typeface="Apple Symbols"/>
                <a:cs typeface="Apple Symbols"/>
              </a:rPr>
              <a:t>(</a:t>
            </a:r>
            <a:r>
              <a:rPr sz="3000" i="1" dirty="0">
                <a:latin typeface="Times New Roman"/>
                <a:cs typeface="Times New Roman"/>
              </a:rPr>
              <a:t>n</a:t>
            </a:r>
            <a:r>
              <a:rPr sz="3000" i="1" spc="-190" dirty="0">
                <a:latin typeface="Times New Roman"/>
                <a:cs typeface="Times New Roman"/>
              </a:rPr>
              <a:t> </a:t>
            </a:r>
            <a:r>
              <a:rPr sz="3000" spc="175" dirty="0">
                <a:latin typeface="Apple Symbols"/>
                <a:cs typeface="Apple Symbols"/>
              </a:rPr>
              <a:t>log</a:t>
            </a:r>
            <a:r>
              <a:rPr sz="3225" spc="262" baseline="-19379" dirty="0">
                <a:latin typeface="Apple Symbols"/>
                <a:cs typeface="Apple Symbols"/>
              </a:rPr>
              <a:t>10</a:t>
            </a:r>
            <a:r>
              <a:rPr sz="3225" spc="-225" baseline="-19379" dirty="0">
                <a:latin typeface="Apple Symbols"/>
                <a:cs typeface="Apple Symbols"/>
              </a:rPr>
              <a:t> </a:t>
            </a:r>
            <a:r>
              <a:rPr sz="3000" i="1" spc="-25" dirty="0">
                <a:latin typeface="Times New Roman"/>
                <a:cs typeface="Times New Roman"/>
              </a:rPr>
              <a:t>n</a:t>
            </a:r>
            <a:r>
              <a:rPr sz="3000" spc="-25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  <a:p>
            <a:pPr marL="323850" marR="30480" indent="-285750">
              <a:lnSpc>
                <a:spcPts val="3400"/>
              </a:lnSpc>
              <a:spcBef>
                <a:spcPts val="650"/>
              </a:spcBef>
              <a:buFont typeface="Lucida Grande"/>
              <a:buChar char="▪"/>
              <a:tabLst>
                <a:tab pos="323850" algn="l"/>
              </a:tabLst>
            </a:pPr>
            <a:r>
              <a:rPr sz="2800" spc="-135" dirty="0">
                <a:latin typeface="Arial"/>
                <a:cs typeface="Arial"/>
              </a:rPr>
              <a:t>Ordenación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Radix </a:t>
            </a:r>
            <a:r>
              <a:rPr sz="2800" spc="-130" dirty="0">
                <a:latin typeface="Arial"/>
                <a:cs typeface="Arial"/>
              </a:rPr>
              <a:t>(recursiva) </a:t>
            </a:r>
            <a:r>
              <a:rPr sz="3000" i="1" spc="50" dirty="0">
                <a:latin typeface="Times New Roman"/>
                <a:cs typeface="Times New Roman"/>
              </a:rPr>
              <a:t>O</a:t>
            </a:r>
            <a:r>
              <a:rPr sz="3000" spc="50" dirty="0">
                <a:latin typeface="Apple Symbols"/>
                <a:cs typeface="Apple Symbols"/>
              </a:rPr>
              <a:t>(</a:t>
            </a:r>
            <a:r>
              <a:rPr sz="3000" i="1" spc="50" dirty="0">
                <a:latin typeface="Times New Roman"/>
                <a:cs typeface="Times New Roman"/>
              </a:rPr>
              <a:t>n</a:t>
            </a:r>
            <a:r>
              <a:rPr sz="3225" spc="75" baseline="28423" dirty="0">
                <a:latin typeface="Apple Symbols"/>
                <a:cs typeface="Apple Symbols"/>
              </a:rPr>
              <a:t>3</a:t>
            </a:r>
            <a:r>
              <a:rPr sz="3000" spc="5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4920" y="2813519"/>
            <a:ext cx="4836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  <a:tab pos="4076065" algn="l"/>
              </a:tabLst>
            </a:pPr>
            <a:r>
              <a:rPr lang="en-US" sz="2800" spc="-135" dirty="0" err="1">
                <a:latin typeface="Arial"/>
                <a:cs typeface="Arial"/>
              </a:rPr>
              <a:t>Orden</a:t>
            </a:r>
            <a:r>
              <a:rPr sz="2800" spc="-135" dirty="0" err="1">
                <a:latin typeface="Arial"/>
                <a:cs typeface="Arial"/>
              </a:rPr>
              <a:t>ación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por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95" dirty="0">
                <a:latin typeface="Arial"/>
                <a:cs typeface="Arial"/>
              </a:rPr>
              <a:t>mezcla</a:t>
            </a:r>
            <a:r>
              <a:rPr sz="2800" spc="-345" dirty="0">
                <a:latin typeface="Arial"/>
                <a:cs typeface="Arial"/>
              </a:rPr>
              <a:t> </a:t>
            </a:r>
            <a:r>
              <a:rPr sz="2800" spc="-50" dirty="0">
                <a:latin typeface="Lucida Grande"/>
                <a:cs typeface="Lucida Grande"/>
              </a:rPr>
              <a:t>▪</a:t>
            </a:r>
            <a:r>
              <a:rPr sz="2800" dirty="0">
                <a:latin typeface="Lucida Grande"/>
                <a:cs typeface="Lucida Grande"/>
              </a:rPr>
              <a:t>	</a:t>
            </a:r>
            <a:r>
              <a:rPr sz="4200" spc="-127" baseline="7936" dirty="0">
                <a:latin typeface="Arial"/>
                <a:cs typeface="Arial"/>
              </a:rPr>
              <a:t>3000</a:t>
            </a:r>
            <a:endParaRPr sz="4200" baseline="7936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2533" y="1807074"/>
            <a:ext cx="1475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65" dirty="0">
                <a:latin typeface="Arial"/>
                <a:cs typeface="Arial"/>
              </a:rPr>
              <a:t>1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millón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97133" y="3719892"/>
            <a:ext cx="158178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20" dirty="0">
                <a:latin typeface="Arial"/>
                <a:cs typeface="Arial"/>
              </a:rPr>
              <a:t>1000</a:t>
            </a:r>
            <a:endParaRPr sz="2800">
              <a:latin typeface="Arial"/>
              <a:cs typeface="Arial"/>
            </a:endParaRPr>
          </a:p>
          <a:p>
            <a:pPr marL="323850">
              <a:lnSpc>
                <a:spcPts val="2965"/>
              </a:lnSpc>
            </a:pPr>
            <a:r>
              <a:rPr sz="2800" spc="-65" dirty="0">
                <a:latin typeface="Arial"/>
                <a:cs typeface="Arial"/>
              </a:rPr>
              <a:t>millones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71905" y="280203"/>
            <a:ext cx="5250180" cy="1565910"/>
            <a:chOff x="3571905" y="280203"/>
            <a:chExt cx="5250180" cy="15659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1905" y="280203"/>
              <a:ext cx="5249712" cy="15656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22705" y="308004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5148112" y="0"/>
                  </a:moveTo>
                  <a:lnTo>
                    <a:pt x="0" y="0"/>
                  </a:lnTo>
                  <a:lnTo>
                    <a:pt x="0" y="1464094"/>
                  </a:lnTo>
                  <a:lnTo>
                    <a:pt x="5148112" y="1464094"/>
                  </a:lnTo>
                  <a:lnTo>
                    <a:pt x="514811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2705" y="308005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0" y="0"/>
                  </a:moveTo>
                  <a:lnTo>
                    <a:pt x="5148112" y="0"/>
                  </a:lnTo>
                  <a:lnTo>
                    <a:pt x="5148112" y="1464094"/>
                  </a:lnTo>
                  <a:lnTo>
                    <a:pt x="0" y="14640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62805" y="258117"/>
            <a:ext cx="4775835" cy="13531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95630">
              <a:lnSpc>
                <a:spcPct val="76400"/>
              </a:lnSpc>
              <a:spcBef>
                <a:spcPts val="890"/>
              </a:spcBef>
            </a:pPr>
            <a:r>
              <a:rPr sz="2800" spc="-155" dirty="0">
                <a:latin typeface="Arial"/>
                <a:cs typeface="Arial"/>
              </a:rPr>
              <a:t>Considerar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ordenación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un </a:t>
            </a:r>
            <a:r>
              <a:rPr sz="2800" spc="-85" dirty="0">
                <a:latin typeface="Arial"/>
                <a:cs typeface="Arial"/>
              </a:rPr>
              <a:t>vector</a:t>
            </a:r>
            <a:r>
              <a:rPr sz="2800" spc="-140" dirty="0">
                <a:latin typeface="Arial"/>
                <a:cs typeface="Arial"/>
              </a:rPr>
              <a:t> 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n=1000</a:t>
            </a:r>
            <a:endParaRPr sz="2800">
              <a:latin typeface="Arial"/>
              <a:cs typeface="Arial"/>
            </a:endParaRPr>
          </a:p>
          <a:p>
            <a:pPr marL="592455">
              <a:lnSpc>
                <a:spcPct val="100000"/>
              </a:lnSpc>
              <a:spcBef>
                <a:spcPts val="1170"/>
              </a:spcBef>
              <a:tabLst>
                <a:tab pos="295402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Método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17755" y="150218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6"/>
                </a:lnTo>
                <a:lnTo>
                  <a:pt x="449295" y="584426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8" y="457056"/>
                </a:lnTo>
                <a:lnTo>
                  <a:pt x="248830" y="354584"/>
                </a:lnTo>
                <a:lnTo>
                  <a:pt x="251691" y="348556"/>
                </a:lnTo>
                <a:lnTo>
                  <a:pt x="255525" y="343040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69"/>
                </a:lnTo>
                <a:lnTo>
                  <a:pt x="293425" y="692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8"/>
                </a:moveTo>
                <a:lnTo>
                  <a:pt x="321363" y="411693"/>
                </a:lnTo>
                <a:lnTo>
                  <a:pt x="315884" y="415526"/>
                </a:lnTo>
                <a:lnTo>
                  <a:pt x="309889" y="418371"/>
                </a:lnTo>
                <a:lnTo>
                  <a:pt x="209437" y="462964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8"/>
                </a:lnTo>
                <a:close/>
              </a:path>
              <a:path w="539750" h="584835">
                <a:moveTo>
                  <a:pt x="268045" y="363151"/>
                </a:moveTo>
                <a:lnTo>
                  <a:pt x="266532" y="363151"/>
                </a:lnTo>
                <a:lnTo>
                  <a:pt x="266076" y="363434"/>
                </a:lnTo>
                <a:lnTo>
                  <a:pt x="234160" y="430974"/>
                </a:lnTo>
                <a:lnTo>
                  <a:pt x="235535" y="432333"/>
                </a:lnTo>
                <a:lnTo>
                  <a:pt x="303552" y="400174"/>
                </a:lnTo>
                <a:lnTo>
                  <a:pt x="303746" y="398843"/>
                </a:lnTo>
                <a:lnTo>
                  <a:pt x="268045" y="363151"/>
                </a:lnTo>
                <a:close/>
              </a:path>
              <a:path w="539750" h="584835">
                <a:moveTo>
                  <a:pt x="458011" y="169085"/>
                </a:moveTo>
                <a:lnTo>
                  <a:pt x="457212" y="169085"/>
                </a:lnTo>
                <a:lnTo>
                  <a:pt x="456807" y="169232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2" y="386157"/>
                </a:lnTo>
                <a:lnTo>
                  <a:pt x="319426" y="386157"/>
                </a:lnTo>
                <a:lnTo>
                  <a:pt x="496861" y="208721"/>
                </a:lnTo>
                <a:lnTo>
                  <a:pt x="496861" y="207712"/>
                </a:lnTo>
                <a:lnTo>
                  <a:pt x="458416" y="169232"/>
                </a:lnTo>
                <a:lnTo>
                  <a:pt x="458011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6"/>
                </a:lnTo>
                <a:lnTo>
                  <a:pt x="471845" y="154194"/>
                </a:lnTo>
                <a:lnTo>
                  <a:pt x="471845" y="155188"/>
                </a:lnTo>
                <a:lnTo>
                  <a:pt x="510598" y="193991"/>
                </a:lnTo>
                <a:lnTo>
                  <a:pt x="511592" y="193991"/>
                </a:lnTo>
                <a:lnTo>
                  <a:pt x="539062" y="166503"/>
                </a:lnTo>
                <a:lnTo>
                  <a:pt x="539460" y="157924"/>
                </a:lnTo>
                <a:lnTo>
                  <a:pt x="539488" y="157327"/>
                </a:lnTo>
                <a:lnTo>
                  <a:pt x="511216" y="129005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3"/>
                </a:moveTo>
                <a:lnTo>
                  <a:pt x="314116" y="2183"/>
                </a:lnTo>
                <a:lnTo>
                  <a:pt x="313230" y="2548"/>
                </a:lnTo>
                <a:lnTo>
                  <a:pt x="312818" y="3084"/>
                </a:lnTo>
                <a:lnTo>
                  <a:pt x="312818" y="136577"/>
                </a:lnTo>
                <a:lnTo>
                  <a:pt x="314822" y="138530"/>
                </a:lnTo>
                <a:lnTo>
                  <a:pt x="448917" y="138530"/>
                </a:lnTo>
                <a:lnTo>
                  <a:pt x="449608" y="136839"/>
                </a:lnTo>
                <a:lnTo>
                  <a:pt x="315002" y="2183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7917" y="1637588"/>
            <a:ext cx="1365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80" dirty="0">
                <a:solidFill>
                  <a:srgbClr val="B51700"/>
                </a:solidFill>
                <a:latin typeface="Arial"/>
                <a:cs typeface="Arial"/>
              </a:rPr>
              <a:t>Ac</a:t>
            </a:r>
            <a:r>
              <a:rPr lang="es-ES" sz="2800" spc="-180" dirty="0">
                <a:solidFill>
                  <a:srgbClr val="B51700"/>
                </a:solidFill>
                <a:latin typeface="Arial"/>
                <a:cs typeface="Arial"/>
              </a:rPr>
              <a:t>ti</a:t>
            </a:r>
            <a:r>
              <a:rPr sz="2800" spc="-180" dirty="0" err="1">
                <a:solidFill>
                  <a:srgbClr val="B51700"/>
                </a:solidFill>
                <a:latin typeface="Arial"/>
                <a:cs typeface="Arial"/>
              </a:rPr>
              <a:t>vidad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4920" y="1613526"/>
            <a:ext cx="4775835" cy="116649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4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5" dirty="0">
                <a:latin typeface="Arial"/>
                <a:cs typeface="Arial"/>
              </a:rPr>
              <a:t>Ordenación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Shell</a:t>
            </a:r>
            <a:endParaRPr sz="2800" dirty="0">
              <a:latin typeface="Arial"/>
              <a:cs typeface="Arial"/>
            </a:endParaRPr>
          </a:p>
          <a:p>
            <a:pPr marL="278765">
              <a:lnSpc>
                <a:spcPct val="100000"/>
              </a:lnSpc>
              <a:spcBef>
                <a:spcPts val="1070"/>
              </a:spcBef>
            </a:pPr>
            <a:r>
              <a:rPr sz="3000" i="1" spc="60" dirty="0">
                <a:latin typeface="Times New Roman"/>
                <a:cs typeface="Times New Roman"/>
              </a:rPr>
              <a:t>O</a:t>
            </a:r>
            <a:r>
              <a:rPr sz="3000" spc="60" dirty="0">
                <a:latin typeface="Apple Symbols"/>
                <a:cs typeface="Apple Symbols"/>
              </a:rPr>
              <a:t>(</a:t>
            </a:r>
            <a:r>
              <a:rPr sz="3000" i="1" spc="60" dirty="0">
                <a:latin typeface="Times New Roman"/>
                <a:cs typeface="Times New Roman"/>
              </a:rPr>
              <a:t>n</a:t>
            </a:r>
            <a:r>
              <a:rPr sz="3225" spc="89" baseline="28423" dirty="0">
                <a:latin typeface="Apple Symbols"/>
                <a:cs typeface="Apple Symbols"/>
              </a:rPr>
              <a:t>1.5</a:t>
            </a:r>
            <a:r>
              <a:rPr sz="3000" spc="60" dirty="0">
                <a:latin typeface="Apple Symbols"/>
                <a:cs typeface="Apple Symbols"/>
              </a:rPr>
              <a:t>)</a:t>
            </a:r>
            <a:endParaRPr sz="30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070" y="3151366"/>
            <a:ext cx="904240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i="1" spc="120" dirty="0">
                <a:latin typeface="Times New Roman"/>
                <a:cs typeface="Times New Roman"/>
              </a:rPr>
              <a:t>O</a:t>
            </a:r>
            <a:r>
              <a:rPr sz="3000" spc="120" dirty="0">
                <a:latin typeface="Apple Symbols"/>
                <a:cs typeface="Apple Symbols"/>
              </a:rPr>
              <a:t>(</a:t>
            </a:r>
            <a:r>
              <a:rPr sz="3000" i="1" spc="120" dirty="0">
                <a:latin typeface="Times New Roman"/>
                <a:cs typeface="Times New Roman"/>
              </a:rPr>
              <a:t>n</a:t>
            </a:r>
            <a:r>
              <a:rPr sz="3000" spc="120" dirty="0">
                <a:latin typeface="Apple Symbols"/>
                <a:cs typeface="Apple Symbols"/>
              </a:rPr>
              <a:t>!)</a:t>
            </a:r>
            <a:endParaRPr sz="3000">
              <a:latin typeface="Apple Symbols"/>
              <a:cs typeface="Apple Symbol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50320" y="2824440"/>
            <a:ext cx="388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35" dirty="0">
                <a:latin typeface="Arial"/>
                <a:cs typeface="Arial"/>
              </a:rPr>
              <a:t>Ordenación </a:t>
            </a:r>
            <a:r>
              <a:rPr sz="2800" spc="-145" dirty="0" err="1">
                <a:latin typeface="Arial"/>
                <a:cs typeface="Arial"/>
              </a:rPr>
              <a:t>exhaustiva</a:t>
            </a:r>
            <a:r>
              <a:rPr sz="2800" spc="50" dirty="0">
                <a:latin typeface="Arial"/>
                <a:cs typeface="Arial"/>
              </a:rPr>
              <a:t> </a:t>
            </a:r>
            <a:endParaRPr sz="2800" dirty="0">
              <a:latin typeface="Lucida Grande"/>
              <a:cs typeface="Lucida Gran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6954" y="1793679"/>
            <a:ext cx="1861648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00" dirty="0">
                <a:latin typeface="Arial"/>
                <a:cs typeface="Arial"/>
              </a:rPr>
              <a:t>31623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8104" y="2744819"/>
            <a:ext cx="1347470" cy="180276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 indent="187325">
              <a:lnSpc>
                <a:spcPct val="77100"/>
              </a:lnSpc>
              <a:spcBef>
                <a:spcPts val="960"/>
              </a:spcBef>
            </a:pPr>
            <a:r>
              <a:rPr sz="3000" spc="250" dirty="0">
                <a:latin typeface="Apple Symbols"/>
                <a:cs typeface="Apple Symbols"/>
              </a:rPr>
              <a:t>≈</a:t>
            </a:r>
            <a:r>
              <a:rPr sz="3000" spc="-160" dirty="0">
                <a:latin typeface="Apple Symbols"/>
                <a:cs typeface="Apple Symbols"/>
              </a:rPr>
              <a:t> </a:t>
            </a:r>
            <a:r>
              <a:rPr sz="3000" spc="655" dirty="0">
                <a:latin typeface="Apple Symbols"/>
                <a:cs typeface="Apple Symbols"/>
              </a:rPr>
              <a:t>+</a:t>
            </a:r>
            <a:r>
              <a:rPr sz="3000" spc="-325" dirty="0">
                <a:latin typeface="Apple Symbols"/>
                <a:cs typeface="Apple Symbols"/>
              </a:rPr>
              <a:t> </a:t>
            </a:r>
            <a:r>
              <a:rPr sz="3000" spc="1150" dirty="0">
                <a:latin typeface="Apple Symbols"/>
                <a:cs typeface="Apple Symbols"/>
              </a:rPr>
              <a:t>∞ </a:t>
            </a:r>
            <a:r>
              <a:rPr sz="2800" spc="-175" dirty="0">
                <a:latin typeface="Arial"/>
                <a:cs typeface="Arial"/>
              </a:rPr>
              <a:t>desde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un </a:t>
            </a:r>
            <a:r>
              <a:rPr sz="2800" spc="-60" dirty="0">
                <a:latin typeface="Arial"/>
                <a:cs typeface="Arial"/>
              </a:rPr>
              <a:t>punto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de </a:t>
            </a:r>
            <a:r>
              <a:rPr sz="2800" spc="-10" dirty="0">
                <a:latin typeface="Arial"/>
                <a:cs typeface="Arial"/>
              </a:rPr>
              <a:t>vista práctico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71905" y="280203"/>
            <a:ext cx="5250180" cy="1565910"/>
            <a:chOff x="3571905" y="280203"/>
            <a:chExt cx="5250180" cy="156591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71905" y="280203"/>
              <a:ext cx="5249712" cy="156569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622705" y="308004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5148112" y="0"/>
                  </a:moveTo>
                  <a:lnTo>
                    <a:pt x="0" y="0"/>
                  </a:lnTo>
                  <a:lnTo>
                    <a:pt x="0" y="1464094"/>
                  </a:lnTo>
                  <a:lnTo>
                    <a:pt x="5148112" y="1464094"/>
                  </a:lnTo>
                  <a:lnTo>
                    <a:pt x="514811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22705" y="308005"/>
              <a:ext cx="5148580" cy="1464310"/>
            </a:xfrm>
            <a:custGeom>
              <a:avLst/>
              <a:gdLst/>
              <a:ahLst/>
              <a:cxnLst/>
              <a:rect l="l" t="t" r="r" b="b"/>
              <a:pathLst>
                <a:path w="5148580" h="1464310">
                  <a:moveTo>
                    <a:pt x="0" y="0"/>
                  </a:moveTo>
                  <a:lnTo>
                    <a:pt x="5148112" y="0"/>
                  </a:lnTo>
                  <a:lnTo>
                    <a:pt x="5148112" y="1464094"/>
                  </a:lnTo>
                  <a:lnTo>
                    <a:pt x="0" y="146409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862805" y="258117"/>
            <a:ext cx="4775835" cy="13531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95630">
              <a:lnSpc>
                <a:spcPct val="76400"/>
              </a:lnSpc>
              <a:spcBef>
                <a:spcPts val="890"/>
              </a:spcBef>
            </a:pPr>
            <a:r>
              <a:rPr sz="2800" spc="-155" dirty="0">
                <a:latin typeface="Arial"/>
                <a:cs typeface="Arial"/>
              </a:rPr>
              <a:t>Considerar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ordenación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un </a:t>
            </a:r>
            <a:r>
              <a:rPr sz="2800" spc="-85" dirty="0">
                <a:latin typeface="Arial"/>
                <a:cs typeface="Arial"/>
              </a:rPr>
              <a:t>vector</a:t>
            </a:r>
            <a:r>
              <a:rPr sz="2800" spc="-140" dirty="0">
                <a:latin typeface="Arial"/>
                <a:cs typeface="Arial"/>
              </a:rPr>
              <a:t> 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n=1000</a:t>
            </a:r>
            <a:endParaRPr sz="2800">
              <a:latin typeface="Arial"/>
              <a:cs typeface="Arial"/>
            </a:endParaRPr>
          </a:p>
          <a:p>
            <a:pPr marL="592455">
              <a:lnSpc>
                <a:spcPct val="100000"/>
              </a:lnSpc>
              <a:spcBef>
                <a:spcPts val="1170"/>
              </a:spcBef>
              <a:tabLst>
                <a:tab pos="2954020" algn="l"/>
              </a:tabLst>
            </a:pPr>
            <a:r>
              <a:rPr sz="2800" spc="-10" dirty="0">
                <a:solidFill>
                  <a:srgbClr val="FFFFFF"/>
                </a:solidFill>
                <a:latin typeface="Arial"/>
                <a:cs typeface="Arial"/>
              </a:rPr>
              <a:t>Método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Operaciones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6283" y="800427"/>
            <a:ext cx="29654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computacional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5002530" cy="3938270"/>
          </a:xfrm>
          <a:custGeom>
            <a:avLst/>
            <a:gdLst/>
            <a:ahLst/>
            <a:cxnLst/>
            <a:rect l="l" t="t" r="r" b="b"/>
            <a:pathLst>
              <a:path w="5002530" h="3938270">
                <a:moveTo>
                  <a:pt x="0" y="1704928"/>
                </a:moveTo>
                <a:lnTo>
                  <a:pt x="0" y="3856309"/>
                </a:lnTo>
                <a:lnTo>
                  <a:pt x="579720" y="3937783"/>
                </a:lnTo>
                <a:lnTo>
                  <a:pt x="1255398" y="2957054"/>
                </a:lnTo>
                <a:lnTo>
                  <a:pt x="876220" y="1828073"/>
                </a:lnTo>
                <a:lnTo>
                  <a:pt x="0" y="1704928"/>
                </a:lnTo>
                <a:close/>
              </a:path>
              <a:path w="5002530" h="3938270">
                <a:moveTo>
                  <a:pt x="1716059" y="768286"/>
                </a:moveTo>
                <a:lnTo>
                  <a:pt x="1040381" y="1749017"/>
                </a:lnTo>
                <a:lnTo>
                  <a:pt x="1419558" y="2877996"/>
                </a:lnTo>
                <a:lnTo>
                  <a:pt x="2811967" y="3073687"/>
                </a:lnTo>
                <a:lnTo>
                  <a:pt x="3487644" y="2092957"/>
                </a:lnTo>
                <a:lnTo>
                  <a:pt x="3108468" y="963976"/>
                </a:lnTo>
                <a:lnTo>
                  <a:pt x="1716059" y="768286"/>
                </a:lnTo>
                <a:close/>
              </a:path>
              <a:path w="5002530" h="3938270">
                <a:moveTo>
                  <a:pt x="1331643" y="0"/>
                </a:moveTo>
                <a:lnTo>
                  <a:pt x="0" y="0"/>
                </a:lnTo>
                <a:lnTo>
                  <a:pt x="0" y="1510525"/>
                </a:lnTo>
                <a:lnTo>
                  <a:pt x="875213" y="1633527"/>
                </a:lnTo>
                <a:lnTo>
                  <a:pt x="1550890" y="652797"/>
                </a:lnTo>
                <a:lnTo>
                  <a:pt x="1331643" y="0"/>
                </a:lnTo>
                <a:close/>
              </a:path>
              <a:path w="5002530" h="3938270">
                <a:moveTo>
                  <a:pt x="3995936" y="267493"/>
                </a:moveTo>
                <a:lnTo>
                  <a:pt x="3948860" y="270028"/>
                </a:lnTo>
                <a:lnTo>
                  <a:pt x="3903252" y="277458"/>
                </a:lnTo>
                <a:lnTo>
                  <a:pt x="3859375" y="289519"/>
                </a:lnTo>
                <a:lnTo>
                  <a:pt x="3817495" y="305948"/>
                </a:lnTo>
                <a:lnTo>
                  <a:pt x="3777873" y="326480"/>
                </a:lnTo>
                <a:lnTo>
                  <a:pt x="3740774" y="350853"/>
                </a:lnTo>
                <a:lnTo>
                  <a:pt x="3706461" y="378803"/>
                </a:lnTo>
                <a:lnTo>
                  <a:pt x="3675198" y="410066"/>
                </a:lnTo>
                <a:lnTo>
                  <a:pt x="3647248" y="444379"/>
                </a:lnTo>
                <a:lnTo>
                  <a:pt x="3622875" y="481478"/>
                </a:lnTo>
                <a:lnTo>
                  <a:pt x="3602342" y="521100"/>
                </a:lnTo>
                <a:lnTo>
                  <a:pt x="3585914" y="562980"/>
                </a:lnTo>
                <a:lnTo>
                  <a:pt x="3573853" y="606856"/>
                </a:lnTo>
                <a:lnTo>
                  <a:pt x="3566423" y="652464"/>
                </a:lnTo>
                <a:lnTo>
                  <a:pt x="3563887" y="699541"/>
                </a:lnTo>
                <a:lnTo>
                  <a:pt x="3566423" y="746617"/>
                </a:lnTo>
                <a:lnTo>
                  <a:pt x="3573853" y="792225"/>
                </a:lnTo>
                <a:lnTo>
                  <a:pt x="3585914" y="836102"/>
                </a:lnTo>
                <a:lnTo>
                  <a:pt x="3602342" y="877982"/>
                </a:lnTo>
                <a:lnTo>
                  <a:pt x="3622875" y="917604"/>
                </a:lnTo>
                <a:lnTo>
                  <a:pt x="3647248" y="954703"/>
                </a:lnTo>
                <a:lnTo>
                  <a:pt x="3675198" y="989016"/>
                </a:lnTo>
                <a:lnTo>
                  <a:pt x="3706461" y="1020279"/>
                </a:lnTo>
                <a:lnTo>
                  <a:pt x="3740774" y="1048229"/>
                </a:lnTo>
                <a:lnTo>
                  <a:pt x="3777873" y="1072602"/>
                </a:lnTo>
                <a:lnTo>
                  <a:pt x="3817495" y="1093135"/>
                </a:lnTo>
                <a:lnTo>
                  <a:pt x="3859375" y="1109563"/>
                </a:lnTo>
                <a:lnTo>
                  <a:pt x="3903252" y="1121624"/>
                </a:lnTo>
                <a:lnTo>
                  <a:pt x="3948860" y="1129054"/>
                </a:lnTo>
                <a:lnTo>
                  <a:pt x="3995936" y="1131590"/>
                </a:lnTo>
                <a:lnTo>
                  <a:pt x="4043013" y="1129054"/>
                </a:lnTo>
                <a:lnTo>
                  <a:pt x="4088620" y="1121624"/>
                </a:lnTo>
                <a:lnTo>
                  <a:pt x="4132496" y="1109563"/>
                </a:lnTo>
                <a:lnTo>
                  <a:pt x="4174377" y="1093135"/>
                </a:lnTo>
                <a:lnTo>
                  <a:pt x="4213998" y="1072602"/>
                </a:lnTo>
                <a:lnTo>
                  <a:pt x="4251097" y="1048229"/>
                </a:lnTo>
                <a:lnTo>
                  <a:pt x="4285410" y="1020279"/>
                </a:lnTo>
                <a:lnTo>
                  <a:pt x="4316673" y="989016"/>
                </a:lnTo>
                <a:lnTo>
                  <a:pt x="4344623" y="954703"/>
                </a:lnTo>
                <a:lnTo>
                  <a:pt x="4368996" y="917604"/>
                </a:lnTo>
                <a:lnTo>
                  <a:pt x="4389528" y="877982"/>
                </a:lnTo>
                <a:lnTo>
                  <a:pt x="4405957" y="836102"/>
                </a:lnTo>
                <a:lnTo>
                  <a:pt x="4418018" y="792225"/>
                </a:lnTo>
                <a:lnTo>
                  <a:pt x="4425448" y="746617"/>
                </a:lnTo>
                <a:lnTo>
                  <a:pt x="4427983" y="699541"/>
                </a:lnTo>
                <a:lnTo>
                  <a:pt x="4425466" y="652797"/>
                </a:lnTo>
                <a:lnTo>
                  <a:pt x="4425448" y="652464"/>
                </a:lnTo>
                <a:lnTo>
                  <a:pt x="4418018" y="606856"/>
                </a:lnTo>
                <a:lnTo>
                  <a:pt x="4405957" y="562980"/>
                </a:lnTo>
                <a:lnTo>
                  <a:pt x="4389529" y="521100"/>
                </a:lnTo>
                <a:lnTo>
                  <a:pt x="4368996" y="481478"/>
                </a:lnTo>
                <a:lnTo>
                  <a:pt x="4344623" y="444379"/>
                </a:lnTo>
                <a:lnTo>
                  <a:pt x="4316674" y="410066"/>
                </a:lnTo>
                <a:lnTo>
                  <a:pt x="4285411" y="378803"/>
                </a:lnTo>
                <a:lnTo>
                  <a:pt x="4251098" y="350853"/>
                </a:lnTo>
                <a:lnTo>
                  <a:pt x="4213999" y="326480"/>
                </a:lnTo>
                <a:lnTo>
                  <a:pt x="4174377" y="305948"/>
                </a:lnTo>
                <a:lnTo>
                  <a:pt x="4132497" y="289519"/>
                </a:lnTo>
                <a:lnTo>
                  <a:pt x="4088621" y="277458"/>
                </a:lnTo>
                <a:lnTo>
                  <a:pt x="4043013" y="270028"/>
                </a:lnTo>
                <a:lnTo>
                  <a:pt x="3995936" y="267493"/>
                </a:lnTo>
                <a:close/>
              </a:path>
              <a:path w="5002530" h="3938270">
                <a:moveTo>
                  <a:pt x="3641270" y="0"/>
                </a:moveTo>
                <a:lnTo>
                  <a:pt x="1520549" y="0"/>
                </a:lnTo>
                <a:lnTo>
                  <a:pt x="1715051" y="579121"/>
                </a:lnTo>
                <a:lnTo>
                  <a:pt x="3107461" y="774811"/>
                </a:lnTo>
                <a:lnTo>
                  <a:pt x="3641270" y="0"/>
                </a:lnTo>
                <a:close/>
              </a:path>
              <a:path w="5002530" h="3938270">
                <a:moveTo>
                  <a:pt x="5001954" y="0"/>
                </a:moveTo>
                <a:lnTo>
                  <a:pt x="4158813" y="0"/>
                </a:lnTo>
                <a:lnTo>
                  <a:pt x="4182289" y="75627"/>
                </a:lnTo>
                <a:lnTo>
                  <a:pt x="4202310" y="116724"/>
                </a:lnTo>
                <a:lnTo>
                  <a:pt x="4226411" y="155245"/>
                </a:lnTo>
                <a:lnTo>
                  <a:pt x="4254310" y="190909"/>
                </a:lnTo>
                <a:lnTo>
                  <a:pt x="4285725" y="223432"/>
                </a:lnTo>
                <a:lnTo>
                  <a:pt x="4320373" y="252535"/>
                </a:lnTo>
                <a:lnTo>
                  <a:pt x="4357973" y="277933"/>
                </a:lnTo>
                <a:lnTo>
                  <a:pt x="4398243" y="299346"/>
                </a:lnTo>
                <a:lnTo>
                  <a:pt x="4440901" y="316491"/>
                </a:lnTo>
                <a:lnTo>
                  <a:pt x="4485665" y="329086"/>
                </a:lnTo>
                <a:lnTo>
                  <a:pt x="4532253" y="336850"/>
                </a:lnTo>
                <a:lnTo>
                  <a:pt x="4580383" y="339501"/>
                </a:lnTo>
                <a:lnTo>
                  <a:pt x="4628513" y="336850"/>
                </a:lnTo>
                <a:lnTo>
                  <a:pt x="4675101" y="329086"/>
                </a:lnTo>
                <a:lnTo>
                  <a:pt x="4719866" y="316491"/>
                </a:lnTo>
                <a:lnTo>
                  <a:pt x="4762524" y="299346"/>
                </a:lnTo>
                <a:lnTo>
                  <a:pt x="4802794" y="277933"/>
                </a:lnTo>
                <a:lnTo>
                  <a:pt x="4840394" y="252535"/>
                </a:lnTo>
                <a:lnTo>
                  <a:pt x="4875043" y="223432"/>
                </a:lnTo>
                <a:lnTo>
                  <a:pt x="4906457" y="190909"/>
                </a:lnTo>
                <a:lnTo>
                  <a:pt x="4934356" y="155245"/>
                </a:lnTo>
                <a:lnTo>
                  <a:pt x="4958457" y="116724"/>
                </a:lnTo>
                <a:lnTo>
                  <a:pt x="4978479" y="75627"/>
                </a:lnTo>
                <a:lnTo>
                  <a:pt x="5001954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38364" y="1543378"/>
            <a:ext cx="3313429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  <a:p>
            <a:pPr marL="12700" marR="5080">
              <a:lnSpc>
                <a:spcPct val="75000"/>
              </a:lnSpc>
              <a:spcBef>
                <a:spcPts val="600"/>
              </a:spcBef>
            </a:pPr>
            <a:r>
              <a:rPr dirty="0"/>
              <a:t>computacional</a:t>
            </a:r>
            <a:r>
              <a:rPr spc="-90" dirty="0"/>
              <a:t> </a:t>
            </a:r>
            <a:r>
              <a:rPr spc="-60" dirty="0"/>
              <a:t>y </a:t>
            </a:r>
            <a:r>
              <a:rPr spc="-10" dirty="0"/>
              <a:t>escalabilidad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6" name="object 6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4" name="object 4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157" y="371577"/>
            <a:ext cx="2688590" cy="139446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3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33655" algn="ctr">
              <a:lnSpc>
                <a:spcPct val="100000"/>
              </a:lnSpc>
              <a:spcBef>
                <a:spcPts val="1080"/>
              </a:spcBef>
            </a:pPr>
            <a:r>
              <a:rPr sz="2800" spc="-10" dirty="0">
                <a:solidFill>
                  <a:srgbClr val="B51700"/>
                </a:solidFill>
                <a:latin typeface="Arial"/>
                <a:cs typeface="Arial"/>
              </a:rPr>
              <a:t>Ac#vidad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2042" y="464737"/>
            <a:ext cx="5553075" cy="3772956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endParaRPr lang="es-ES" sz="2800" b="1" spc="-245" dirty="0">
              <a:latin typeface="Arial"/>
              <a:cs typeface="Arial"/>
            </a:endParaRPr>
          </a:p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r>
              <a:rPr sz="2800" b="1" spc="-245" dirty="0">
                <a:latin typeface="Arial"/>
                <a:cs typeface="Arial"/>
              </a:rPr>
              <a:t>Sistema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criptográfico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40" dirty="0">
                <a:latin typeface="Arial"/>
                <a:cs typeface="Arial"/>
              </a:rPr>
              <a:t>clave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70" dirty="0" err="1">
                <a:latin typeface="Arial"/>
                <a:cs typeface="Arial"/>
              </a:rPr>
              <a:t>pública</a:t>
            </a:r>
            <a:r>
              <a:rPr sz="2800" b="1" spc="-170" dirty="0">
                <a:latin typeface="Arial"/>
                <a:cs typeface="Arial"/>
              </a:rPr>
              <a:t> </a:t>
            </a:r>
            <a:endParaRPr lang="es-ES" sz="2800" b="1" spc="-170" dirty="0">
              <a:latin typeface="Arial"/>
              <a:cs typeface="Arial"/>
            </a:endParaRPr>
          </a:p>
          <a:p>
            <a:pPr marL="519430" marR="5080" indent="-507365">
              <a:lnSpc>
                <a:spcPct val="76400"/>
              </a:lnSpc>
              <a:spcBef>
                <a:spcPts val="890"/>
              </a:spcBef>
            </a:pPr>
            <a:endParaRPr lang="en-US" sz="2800" b="1" spc="-170" dirty="0">
              <a:solidFill>
                <a:srgbClr val="C0504D"/>
              </a:solidFill>
              <a:latin typeface="Arial"/>
              <a:cs typeface="Arial"/>
            </a:endParaRPr>
          </a:p>
          <a:p>
            <a:pPr marL="519430" marR="5080" indent="-507365" algn="ctr">
              <a:lnSpc>
                <a:spcPct val="76400"/>
              </a:lnSpc>
              <a:spcBef>
                <a:spcPts val="890"/>
              </a:spcBef>
            </a:pPr>
            <a:r>
              <a:rPr sz="2800" b="1" spc="-475" dirty="0">
                <a:solidFill>
                  <a:srgbClr val="C0504D"/>
                </a:solidFill>
                <a:latin typeface="Arial"/>
                <a:cs typeface="Arial"/>
              </a:rPr>
              <a:t>RSA</a:t>
            </a:r>
            <a:r>
              <a:rPr sz="2800" b="1" spc="-114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(</a:t>
            </a:r>
            <a:r>
              <a:rPr sz="2800" i="1" spc="-170" dirty="0">
                <a:latin typeface="Arial"/>
                <a:cs typeface="Arial"/>
              </a:rPr>
              <a:t>Rivest,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70" dirty="0">
                <a:latin typeface="Arial"/>
                <a:cs typeface="Arial"/>
              </a:rPr>
              <a:t>Shamir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60" dirty="0">
                <a:latin typeface="Arial"/>
                <a:cs typeface="Arial"/>
              </a:rPr>
              <a:t>y</a:t>
            </a:r>
            <a:r>
              <a:rPr sz="2800" i="1" spc="-11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Adleman</a:t>
            </a:r>
            <a:r>
              <a:rPr sz="2800" spc="-10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1797685" marR="1748789" indent="153670">
              <a:lnSpc>
                <a:spcPct val="114399"/>
              </a:lnSpc>
              <a:spcBef>
                <a:spcPts val="1375"/>
              </a:spcBef>
            </a:pPr>
            <a:r>
              <a:rPr sz="3500" i="1" dirty="0">
                <a:solidFill>
                  <a:srgbClr val="C0504D"/>
                </a:solidFill>
                <a:latin typeface="Times New Roman"/>
                <a:cs typeface="Times New Roman"/>
              </a:rPr>
              <a:t>n</a:t>
            </a:r>
            <a:r>
              <a:rPr sz="3500" i="1" spc="9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500" spc="740" dirty="0">
                <a:solidFill>
                  <a:srgbClr val="C0504D"/>
                </a:solidFill>
                <a:latin typeface="Apple Symbols"/>
                <a:cs typeface="Apple Symbols"/>
              </a:rPr>
              <a:t>=</a:t>
            </a:r>
            <a:r>
              <a:rPr sz="3500" spc="-195" dirty="0">
                <a:solidFill>
                  <a:srgbClr val="C0504D"/>
                </a:solidFill>
                <a:latin typeface="Apple Symbols"/>
                <a:cs typeface="Apple Symbols"/>
              </a:rPr>
              <a:t> </a:t>
            </a:r>
            <a:r>
              <a:rPr sz="3500" i="1" dirty="0">
                <a:solidFill>
                  <a:srgbClr val="C0504D"/>
                </a:solidFill>
                <a:latin typeface="Times New Roman"/>
                <a:cs typeface="Times New Roman"/>
              </a:rPr>
              <a:t>p</a:t>
            </a:r>
            <a:r>
              <a:rPr sz="3500" i="1" spc="-10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500" spc="-540" dirty="0">
                <a:solidFill>
                  <a:srgbClr val="C0504D"/>
                </a:solidFill>
                <a:latin typeface="Apple Symbols"/>
                <a:cs typeface="Apple Symbols"/>
              </a:rPr>
              <a:t>⋅</a:t>
            </a:r>
            <a:r>
              <a:rPr sz="3500" spc="-390" dirty="0">
                <a:solidFill>
                  <a:srgbClr val="C0504D"/>
                </a:solidFill>
                <a:latin typeface="Apple Symbols"/>
                <a:cs typeface="Apple Symbols"/>
              </a:rPr>
              <a:t> </a:t>
            </a:r>
            <a:r>
              <a:rPr sz="3500" i="1" spc="-50" dirty="0">
                <a:solidFill>
                  <a:srgbClr val="C0504D"/>
                </a:solidFill>
                <a:latin typeface="Times New Roman"/>
                <a:cs typeface="Times New Roman"/>
              </a:rPr>
              <a:t>q </a:t>
            </a:r>
            <a:r>
              <a:rPr sz="3500" i="1" spc="60" dirty="0">
                <a:latin typeface="Times New Roman"/>
                <a:cs typeface="Times New Roman"/>
              </a:rPr>
              <a:t>p</a:t>
            </a:r>
            <a:r>
              <a:rPr sz="3500" spc="60" dirty="0">
                <a:latin typeface="Apple Symbols"/>
                <a:cs typeface="Apple Symbols"/>
              </a:rPr>
              <a:t>,</a:t>
            </a:r>
            <a:r>
              <a:rPr sz="3500" spc="-585" dirty="0">
                <a:latin typeface="Apple Symbols"/>
                <a:cs typeface="Apple Symbols"/>
              </a:rPr>
              <a:t> </a:t>
            </a:r>
            <a:r>
              <a:rPr sz="3500" i="1" dirty="0">
                <a:latin typeface="Times New Roman"/>
                <a:cs typeface="Times New Roman"/>
              </a:rPr>
              <a:t>q</a:t>
            </a:r>
            <a:r>
              <a:rPr sz="3500" i="1" spc="-85" dirty="0">
                <a:latin typeface="Times New Roman"/>
                <a:cs typeface="Times New Roman"/>
              </a:rPr>
              <a:t> </a:t>
            </a:r>
            <a:r>
              <a:rPr sz="3500" spc="-95" dirty="0">
                <a:latin typeface="Arial"/>
                <a:cs typeface="Arial"/>
              </a:rPr>
              <a:t>primos </a:t>
            </a:r>
            <a:r>
              <a:rPr sz="3500" spc="95" dirty="0">
                <a:latin typeface="Apple Symbols"/>
                <a:cs typeface="Apple Symbols"/>
              </a:rPr>
              <a:t>33</a:t>
            </a:r>
            <a:r>
              <a:rPr sz="3500" spc="-195" dirty="0">
                <a:latin typeface="Apple Symbols"/>
                <a:cs typeface="Apple Symbols"/>
              </a:rPr>
              <a:t> </a:t>
            </a:r>
            <a:r>
              <a:rPr sz="3500" spc="740" dirty="0">
                <a:latin typeface="Apple Symbols"/>
                <a:cs typeface="Apple Symbols"/>
              </a:rPr>
              <a:t>=</a:t>
            </a:r>
            <a:r>
              <a:rPr sz="3500" spc="-190" dirty="0">
                <a:latin typeface="Apple Symbols"/>
                <a:cs typeface="Apple Symbols"/>
              </a:rPr>
              <a:t> </a:t>
            </a:r>
            <a:r>
              <a:rPr sz="3500" spc="95" dirty="0">
                <a:latin typeface="Apple Symbols"/>
                <a:cs typeface="Apple Symbols"/>
              </a:rPr>
              <a:t>3</a:t>
            </a:r>
            <a:r>
              <a:rPr sz="3500" spc="-385" dirty="0">
                <a:latin typeface="Apple Symbols"/>
                <a:cs typeface="Apple Symbols"/>
              </a:rPr>
              <a:t> </a:t>
            </a:r>
            <a:r>
              <a:rPr sz="3500" spc="-540" dirty="0">
                <a:latin typeface="Apple Symbols"/>
                <a:cs typeface="Apple Symbols"/>
              </a:rPr>
              <a:t>⋅</a:t>
            </a:r>
            <a:r>
              <a:rPr sz="3500" spc="-385" dirty="0">
                <a:latin typeface="Apple Symbols"/>
                <a:cs typeface="Apple Symbols"/>
              </a:rPr>
              <a:t> </a:t>
            </a:r>
            <a:r>
              <a:rPr sz="3500" spc="70" dirty="0">
                <a:latin typeface="Apple Symbols"/>
                <a:cs typeface="Apple Symbols"/>
              </a:rPr>
              <a:t>11</a:t>
            </a:r>
            <a:endParaRPr sz="3500" dirty="0">
              <a:latin typeface="Apple Symbols"/>
              <a:cs typeface="Apple Symbol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6908" y="266098"/>
            <a:ext cx="4535170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132205" marR="5080" indent="-1120140">
              <a:lnSpc>
                <a:spcPct val="76400"/>
              </a:lnSpc>
              <a:spcBef>
                <a:spcPts val="890"/>
              </a:spcBef>
            </a:pP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Algoritmo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C0504D"/>
                </a:solidFill>
                <a:latin typeface="Arial"/>
                <a:cs typeface="Arial"/>
              </a:rPr>
              <a:t>factorizar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200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800" b="1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primos </a:t>
            </a:r>
            <a:r>
              <a:rPr sz="2800" b="1" spc="-210" dirty="0">
                <a:solidFill>
                  <a:srgbClr val="C0504D"/>
                </a:solidFill>
                <a:latin typeface="Arial"/>
                <a:cs typeface="Arial"/>
              </a:rPr>
              <a:t>estado-</a:t>
            </a:r>
            <a:r>
              <a:rPr sz="2800" b="1" spc="-145" dirty="0">
                <a:solidFill>
                  <a:srgbClr val="C0504D"/>
                </a:solidFill>
                <a:latin typeface="Arial"/>
                <a:cs typeface="Arial"/>
              </a:rPr>
              <a:t>del-</a:t>
            </a:r>
            <a:r>
              <a:rPr sz="2800" b="1" spc="-20" dirty="0">
                <a:solidFill>
                  <a:srgbClr val="C0504D"/>
                </a:solidFill>
                <a:latin typeface="Arial"/>
                <a:cs typeface="Arial"/>
              </a:rPr>
              <a:t>arte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64180" y="1665920"/>
            <a:ext cx="4190706" cy="1164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819" dirty="0">
                <a:latin typeface="Times New Roman"/>
                <a:cs typeface="Times New Roman"/>
              </a:rPr>
              <a:t>f</a:t>
            </a:r>
            <a:r>
              <a:rPr sz="3900" spc="1230" baseline="-20299" dirty="0">
                <a:latin typeface="Apple Symbols"/>
                <a:cs typeface="Apple Symbols"/>
              </a:rPr>
              <a:t>𝒜</a:t>
            </a:r>
            <a:r>
              <a:rPr sz="3700" spc="819" dirty="0">
                <a:latin typeface="Apple Symbols"/>
                <a:cs typeface="Apple Symbols"/>
              </a:rPr>
              <a:t>(</a:t>
            </a:r>
            <a:r>
              <a:rPr sz="3700" i="1" spc="819" dirty="0">
                <a:latin typeface="Times New Roman"/>
                <a:cs typeface="Times New Roman"/>
              </a:rPr>
              <a:t>n</a:t>
            </a:r>
            <a:r>
              <a:rPr sz="3700" spc="819" dirty="0">
                <a:latin typeface="Apple Symbols"/>
                <a:cs typeface="Apple Symbols"/>
              </a:rPr>
              <a:t>)</a:t>
            </a:r>
            <a:r>
              <a:rPr sz="3700" spc="-185" dirty="0">
                <a:latin typeface="Apple Symbols"/>
                <a:cs typeface="Apple Symbols"/>
              </a:rPr>
              <a:t> </a:t>
            </a:r>
            <a:r>
              <a:rPr sz="3700" spc="720" dirty="0">
                <a:latin typeface="Apple Symbols"/>
                <a:cs typeface="Apple Symbols"/>
              </a:rPr>
              <a:t>=</a:t>
            </a:r>
            <a:r>
              <a:rPr lang="es-ES" sz="3700" spc="720" dirty="0">
                <a:latin typeface="Apple Symbols"/>
                <a:cs typeface="Apple Symbols"/>
              </a:rPr>
              <a:t>10</a:t>
            </a: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spc="720" dirty="0">
                <a:latin typeface="Apple Symbols"/>
                <a:cs typeface="Apple Symbols"/>
              </a:rPr>
              <a:t> </a:t>
            </a:r>
            <a:endParaRPr lang="es-ES" sz="3700" spc="-137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96941" y="1684627"/>
            <a:ext cx="1746885" cy="411480"/>
          </a:xfrm>
          <a:custGeom>
            <a:avLst/>
            <a:gdLst/>
            <a:ahLst/>
            <a:cxnLst/>
            <a:rect l="l" t="t" r="r" b="b"/>
            <a:pathLst>
              <a:path w="1746884" h="411480">
                <a:moveTo>
                  <a:pt x="72733" y="214523"/>
                </a:moveTo>
                <a:lnTo>
                  <a:pt x="25688" y="214523"/>
                </a:lnTo>
                <a:lnTo>
                  <a:pt x="31641" y="215487"/>
                </a:lnTo>
                <a:lnTo>
                  <a:pt x="37032" y="218735"/>
                </a:lnTo>
                <a:lnTo>
                  <a:pt x="41953" y="224864"/>
                </a:lnTo>
                <a:lnTo>
                  <a:pt x="46374" y="234207"/>
                </a:lnTo>
                <a:lnTo>
                  <a:pt x="113766" y="411030"/>
                </a:lnTo>
                <a:lnTo>
                  <a:pt x="124443" y="411030"/>
                </a:lnTo>
                <a:lnTo>
                  <a:pt x="145930" y="355648"/>
                </a:lnTo>
                <a:lnTo>
                  <a:pt x="126445" y="355648"/>
                </a:lnTo>
                <a:lnTo>
                  <a:pt x="72733" y="214523"/>
                </a:lnTo>
                <a:close/>
              </a:path>
              <a:path w="1746884" h="411480">
                <a:moveTo>
                  <a:pt x="265901" y="0"/>
                </a:moveTo>
                <a:lnTo>
                  <a:pt x="127779" y="355648"/>
                </a:lnTo>
                <a:lnTo>
                  <a:pt x="145930" y="355648"/>
                </a:lnTo>
                <a:lnTo>
                  <a:pt x="275244" y="22353"/>
                </a:lnTo>
                <a:lnTo>
                  <a:pt x="265901" y="22353"/>
                </a:lnTo>
                <a:lnTo>
                  <a:pt x="265901" y="0"/>
                </a:lnTo>
                <a:close/>
              </a:path>
              <a:path w="1746884" h="411480">
                <a:moveTo>
                  <a:pt x="58384" y="176823"/>
                </a:moveTo>
                <a:lnTo>
                  <a:pt x="52045" y="176823"/>
                </a:lnTo>
                <a:lnTo>
                  <a:pt x="0" y="218192"/>
                </a:lnTo>
                <a:lnTo>
                  <a:pt x="4003" y="224864"/>
                </a:lnTo>
                <a:lnTo>
                  <a:pt x="11342" y="218192"/>
                </a:lnTo>
                <a:lnTo>
                  <a:pt x="20017" y="214523"/>
                </a:lnTo>
                <a:lnTo>
                  <a:pt x="72733" y="214523"/>
                </a:lnTo>
                <a:lnTo>
                  <a:pt x="58384" y="176823"/>
                </a:lnTo>
                <a:close/>
              </a:path>
              <a:path w="1746884" h="411480">
                <a:moveTo>
                  <a:pt x="283917" y="0"/>
                </a:moveTo>
                <a:lnTo>
                  <a:pt x="265901" y="0"/>
                </a:lnTo>
                <a:lnTo>
                  <a:pt x="265901" y="22353"/>
                </a:lnTo>
                <a:lnTo>
                  <a:pt x="275244" y="22353"/>
                </a:lnTo>
                <a:lnTo>
                  <a:pt x="283917" y="0"/>
                </a:lnTo>
                <a:close/>
              </a:path>
              <a:path w="1746884" h="411480">
                <a:moveTo>
                  <a:pt x="1746695" y="0"/>
                </a:moveTo>
                <a:lnTo>
                  <a:pt x="283917" y="0"/>
                </a:lnTo>
                <a:lnTo>
                  <a:pt x="275244" y="22353"/>
                </a:lnTo>
                <a:lnTo>
                  <a:pt x="1746695" y="22353"/>
                </a:lnTo>
                <a:lnTo>
                  <a:pt x="1746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42760" y="1617061"/>
            <a:ext cx="153924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i="1" dirty="0">
                <a:latin typeface="Times New Roman"/>
                <a:cs typeface="Times New Roman"/>
              </a:rPr>
              <a:t>n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spc="-405" dirty="0">
                <a:latin typeface="Apple Symbols"/>
                <a:cs typeface="Apple Symbols"/>
              </a:rPr>
              <a:t>⋅</a:t>
            </a:r>
            <a:r>
              <a:rPr sz="2600" spc="-275" dirty="0">
                <a:latin typeface="Apple Symbols"/>
                <a:cs typeface="Apple Symbols"/>
              </a:rPr>
              <a:t> </a:t>
            </a:r>
            <a:r>
              <a:rPr sz="2600" spc="100" dirty="0">
                <a:latin typeface="Apple Symbols"/>
                <a:cs typeface="Apple Symbols"/>
              </a:rPr>
              <a:t>log</a:t>
            </a:r>
            <a:r>
              <a:rPr sz="2775" spc="150" baseline="-19519" dirty="0">
                <a:latin typeface="Apple Symbols"/>
                <a:cs typeface="Apple Symbols"/>
              </a:rPr>
              <a:t>10</a:t>
            </a:r>
            <a:r>
              <a:rPr sz="2600" spc="100" dirty="0">
                <a:latin typeface="Apple Symbols"/>
                <a:cs typeface="Apple Symbols"/>
              </a:rPr>
              <a:t>(</a:t>
            </a:r>
            <a:r>
              <a:rPr sz="2600" i="1" spc="100" dirty="0">
                <a:latin typeface="Times New Roman"/>
                <a:cs typeface="Times New Roman"/>
              </a:rPr>
              <a:t>n</a:t>
            </a:r>
            <a:r>
              <a:rPr sz="2600" spc="100" dirty="0">
                <a:latin typeface="Apple Symbols"/>
                <a:cs typeface="Apple Symbols"/>
              </a:rPr>
              <a:t>)</a:t>
            </a:r>
            <a:endParaRPr sz="2600" dirty="0">
              <a:latin typeface="Apple Symbols"/>
              <a:cs typeface="Apple Symbol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7157" y="353047"/>
            <a:ext cx="2688590" cy="142557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8330">
              <a:lnSpc>
                <a:spcPct val="100000"/>
              </a:lnSpc>
              <a:spcBef>
                <a:spcPts val="1175"/>
              </a:spcBef>
            </a:pPr>
            <a:r>
              <a:rPr sz="2800" spc="-40" dirty="0">
                <a:solidFill>
                  <a:srgbClr val="B51700"/>
                </a:solidFill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92557" y="4601292"/>
            <a:ext cx="4464050" cy="0"/>
          </a:xfrm>
          <a:custGeom>
            <a:avLst/>
            <a:gdLst/>
            <a:ahLst/>
            <a:cxnLst/>
            <a:rect l="l" t="t" r="r" b="b"/>
            <a:pathLst>
              <a:path w="4464050">
                <a:moveTo>
                  <a:pt x="0" y="0"/>
                </a:moveTo>
                <a:lnTo>
                  <a:pt x="4463643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92557" y="1078717"/>
            <a:ext cx="4464050" cy="0"/>
          </a:xfrm>
          <a:custGeom>
            <a:avLst/>
            <a:gdLst/>
            <a:ahLst/>
            <a:cxnLst/>
            <a:rect l="l" t="t" r="r" b="b"/>
            <a:pathLst>
              <a:path w="4464050">
                <a:moveTo>
                  <a:pt x="0" y="0"/>
                </a:moveTo>
                <a:lnTo>
                  <a:pt x="4463643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2557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38921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85285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31649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78014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24378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70742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7106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63471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09835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56200" y="455665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44636"/>
                </a:moveTo>
                <a:lnTo>
                  <a:pt x="0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92557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38921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85285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31649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78014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4378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70742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217106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63471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09835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556200" y="1078717"/>
            <a:ext cx="0" cy="45085"/>
          </a:xfrm>
          <a:custGeom>
            <a:avLst/>
            <a:gdLst/>
            <a:ahLst/>
            <a:cxnLst/>
            <a:rect l="l" t="t" r="r" b="b"/>
            <a:pathLst>
              <a:path h="45084">
                <a:moveTo>
                  <a:pt x="0" y="0"/>
                </a:moveTo>
                <a:lnTo>
                  <a:pt x="0" y="44636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049002" y="4629732"/>
            <a:ext cx="831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50" dirty="0">
                <a:solidFill>
                  <a:srgbClr val="252525"/>
                </a:solidFill>
                <a:latin typeface="Helvetica"/>
                <a:cs typeface="Helvetica"/>
              </a:rPr>
              <a:t>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8779" y="4629732"/>
            <a:ext cx="64389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58470" algn="l"/>
              </a:tabLst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100</a:t>
            </a:r>
            <a:r>
              <a:rPr sz="800" dirty="0">
                <a:solidFill>
                  <a:srgbClr val="252525"/>
                </a:solidFill>
                <a:latin typeface="Helvetica"/>
                <a:cs typeface="Helvetica"/>
              </a:rPr>
              <a:t>	</a:t>
            </a: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200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1404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300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77717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400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0343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600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16656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700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62969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800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09282" y="4629732"/>
            <a:ext cx="1974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900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24740" y="4629732"/>
            <a:ext cx="25463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252525"/>
                </a:solidFill>
                <a:latin typeface="Helvetica"/>
                <a:cs typeface="Helvetica"/>
              </a:rPr>
              <a:t>1000</a:t>
            </a:r>
            <a:endParaRPr sz="800">
              <a:latin typeface="Helvetica"/>
              <a:cs typeface="Helvetic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24030" y="4621161"/>
            <a:ext cx="197485" cy="3949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500</a:t>
            </a:r>
            <a:endParaRPr sz="800">
              <a:latin typeface="Helvetica"/>
              <a:cs typeface="Helvetica"/>
            </a:endParaRPr>
          </a:p>
          <a:p>
            <a:pPr marL="43180">
              <a:lnSpc>
                <a:spcPct val="100000"/>
              </a:lnSpc>
              <a:spcBef>
                <a:spcPts val="130"/>
              </a:spcBef>
            </a:pPr>
            <a:r>
              <a:rPr sz="1450" b="1" spc="-50" dirty="0">
                <a:solidFill>
                  <a:srgbClr val="252525"/>
                </a:solidFill>
                <a:latin typeface="Helvetica"/>
                <a:cs typeface="Helvetica"/>
              </a:rPr>
              <a:t>n</a:t>
            </a:r>
            <a:endParaRPr sz="1450">
              <a:latin typeface="Helvetica"/>
              <a:cs typeface="Helvetic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092557" y="1078717"/>
            <a:ext cx="4464050" cy="3522979"/>
          </a:xfrm>
          <a:custGeom>
            <a:avLst/>
            <a:gdLst/>
            <a:ahLst/>
            <a:cxnLst/>
            <a:rect l="l" t="t" r="r" b="b"/>
            <a:pathLst>
              <a:path w="4464050" h="3522979">
                <a:moveTo>
                  <a:pt x="0" y="3522574"/>
                </a:moveTo>
                <a:lnTo>
                  <a:pt x="0" y="0"/>
                </a:lnTo>
              </a:path>
              <a:path w="4464050" h="3522979">
                <a:moveTo>
                  <a:pt x="4463643" y="3522574"/>
                </a:moveTo>
                <a:lnTo>
                  <a:pt x="4463643" y="0"/>
                </a:lnTo>
              </a:path>
              <a:path w="4464050" h="3522979">
                <a:moveTo>
                  <a:pt x="0" y="3522574"/>
                </a:moveTo>
                <a:lnTo>
                  <a:pt x="44636" y="3522574"/>
                </a:lnTo>
              </a:path>
              <a:path w="4464050" h="3522979">
                <a:moveTo>
                  <a:pt x="0" y="3170317"/>
                </a:moveTo>
                <a:lnTo>
                  <a:pt x="44636" y="3170317"/>
                </a:lnTo>
              </a:path>
              <a:path w="4464050" h="3522979">
                <a:moveTo>
                  <a:pt x="0" y="2818059"/>
                </a:moveTo>
                <a:lnTo>
                  <a:pt x="44636" y="2818059"/>
                </a:lnTo>
              </a:path>
              <a:path w="4464050" h="3522979">
                <a:moveTo>
                  <a:pt x="0" y="2465802"/>
                </a:moveTo>
                <a:lnTo>
                  <a:pt x="44636" y="2465802"/>
                </a:lnTo>
              </a:path>
              <a:path w="4464050" h="3522979">
                <a:moveTo>
                  <a:pt x="0" y="2113544"/>
                </a:moveTo>
                <a:lnTo>
                  <a:pt x="44636" y="2113544"/>
                </a:lnTo>
              </a:path>
              <a:path w="4464050" h="3522979">
                <a:moveTo>
                  <a:pt x="0" y="1761287"/>
                </a:moveTo>
                <a:lnTo>
                  <a:pt x="44636" y="1761287"/>
                </a:lnTo>
              </a:path>
              <a:path w="4464050" h="3522979">
                <a:moveTo>
                  <a:pt x="0" y="1409029"/>
                </a:moveTo>
                <a:lnTo>
                  <a:pt x="44636" y="1409029"/>
                </a:lnTo>
              </a:path>
              <a:path w="4464050" h="3522979">
                <a:moveTo>
                  <a:pt x="0" y="1056772"/>
                </a:moveTo>
                <a:lnTo>
                  <a:pt x="44636" y="1056772"/>
                </a:lnTo>
              </a:path>
              <a:path w="4464050" h="3522979">
                <a:moveTo>
                  <a:pt x="0" y="704514"/>
                </a:moveTo>
                <a:lnTo>
                  <a:pt x="44636" y="704514"/>
                </a:lnTo>
              </a:path>
              <a:path w="4464050" h="3522979">
                <a:moveTo>
                  <a:pt x="0" y="352257"/>
                </a:moveTo>
                <a:lnTo>
                  <a:pt x="44636" y="352257"/>
                </a:lnTo>
              </a:path>
              <a:path w="4464050" h="3522979">
                <a:moveTo>
                  <a:pt x="0" y="0"/>
                </a:moveTo>
                <a:lnTo>
                  <a:pt x="44636" y="0"/>
                </a:lnTo>
              </a:path>
              <a:path w="4464050" h="3522979">
                <a:moveTo>
                  <a:pt x="4463643" y="3522574"/>
                </a:moveTo>
                <a:lnTo>
                  <a:pt x="4419006" y="3522574"/>
                </a:lnTo>
              </a:path>
              <a:path w="4464050" h="3522979">
                <a:moveTo>
                  <a:pt x="4463643" y="3170317"/>
                </a:moveTo>
                <a:lnTo>
                  <a:pt x="4419006" y="3170317"/>
                </a:lnTo>
              </a:path>
              <a:path w="4464050" h="3522979">
                <a:moveTo>
                  <a:pt x="4463643" y="2818059"/>
                </a:moveTo>
                <a:lnTo>
                  <a:pt x="4419006" y="2818059"/>
                </a:lnTo>
              </a:path>
              <a:path w="4464050" h="3522979">
                <a:moveTo>
                  <a:pt x="4463643" y="2465802"/>
                </a:moveTo>
                <a:lnTo>
                  <a:pt x="4419006" y="2465802"/>
                </a:lnTo>
              </a:path>
              <a:path w="4464050" h="3522979">
                <a:moveTo>
                  <a:pt x="4463643" y="2113544"/>
                </a:moveTo>
                <a:lnTo>
                  <a:pt x="4419006" y="2113544"/>
                </a:lnTo>
              </a:path>
              <a:path w="4464050" h="3522979">
                <a:moveTo>
                  <a:pt x="4463643" y="1761287"/>
                </a:moveTo>
                <a:lnTo>
                  <a:pt x="4419006" y="1761287"/>
                </a:lnTo>
              </a:path>
              <a:path w="4464050" h="3522979">
                <a:moveTo>
                  <a:pt x="4463643" y="1409029"/>
                </a:moveTo>
                <a:lnTo>
                  <a:pt x="4419006" y="1409029"/>
                </a:lnTo>
              </a:path>
              <a:path w="4464050" h="3522979">
                <a:moveTo>
                  <a:pt x="4463643" y="1056772"/>
                </a:moveTo>
                <a:lnTo>
                  <a:pt x="4419006" y="1056772"/>
                </a:lnTo>
              </a:path>
              <a:path w="4464050" h="3522979">
                <a:moveTo>
                  <a:pt x="4463643" y="704514"/>
                </a:moveTo>
                <a:lnTo>
                  <a:pt x="4419006" y="704514"/>
                </a:lnTo>
              </a:path>
              <a:path w="4464050" h="3522979">
                <a:moveTo>
                  <a:pt x="4463643" y="352257"/>
                </a:moveTo>
                <a:lnTo>
                  <a:pt x="4419006" y="352257"/>
                </a:lnTo>
              </a:path>
              <a:path w="4464050" h="3522979">
                <a:moveTo>
                  <a:pt x="4463643" y="0"/>
                </a:moveTo>
                <a:lnTo>
                  <a:pt x="4419006" y="0"/>
                </a:lnTo>
              </a:path>
              <a:path w="4464050" h="3522979">
                <a:moveTo>
                  <a:pt x="0" y="3522574"/>
                </a:moveTo>
                <a:lnTo>
                  <a:pt x="22318" y="3522574"/>
                </a:lnTo>
              </a:path>
              <a:path w="4464050" h="3522979">
                <a:moveTo>
                  <a:pt x="0" y="3346446"/>
                </a:moveTo>
                <a:lnTo>
                  <a:pt x="22318" y="3346446"/>
                </a:lnTo>
              </a:path>
              <a:path w="4464050" h="3522979">
                <a:moveTo>
                  <a:pt x="0" y="3170317"/>
                </a:moveTo>
                <a:lnTo>
                  <a:pt x="22318" y="3170317"/>
                </a:lnTo>
              </a:path>
              <a:path w="4464050" h="3522979">
                <a:moveTo>
                  <a:pt x="0" y="2994188"/>
                </a:moveTo>
                <a:lnTo>
                  <a:pt x="22318" y="2994188"/>
                </a:lnTo>
              </a:path>
              <a:path w="4464050" h="3522979">
                <a:moveTo>
                  <a:pt x="0" y="2818059"/>
                </a:moveTo>
                <a:lnTo>
                  <a:pt x="22318" y="2818059"/>
                </a:lnTo>
              </a:path>
              <a:path w="4464050" h="3522979">
                <a:moveTo>
                  <a:pt x="0" y="2641931"/>
                </a:moveTo>
                <a:lnTo>
                  <a:pt x="22318" y="2641931"/>
                </a:lnTo>
              </a:path>
              <a:path w="4464050" h="3522979">
                <a:moveTo>
                  <a:pt x="0" y="2465802"/>
                </a:moveTo>
                <a:lnTo>
                  <a:pt x="22318" y="2465802"/>
                </a:lnTo>
              </a:path>
              <a:path w="4464050" h="3522979">
                <a:moveTo>
                  <a:pt x="0" y="2289673"/>
                </a:moveTo>
                <a:lnTo>
                  <a:pt x="22318" y="2289673"/>
                </a:lnTo>
              </a:path>
              <a:path w="4464050" h="3522979">
                <a:moveTo>
                  <a:pt x="0" y="2113544"/>
                </a:moveTo>
                <a:lnTo>
                  <a:pt x="22318" y="2113544"/>
                </a:lnTo>
              </a:path>
              <a:path w="4464050" h="3522979">
                <a:moveTo>
                  <a:pt x="0" y="1937416"/>
                </a:moveTo>
                <a:lnTo>
                  <a:pt x="22318" y="1937416"/>
                </a:lnTo>
              </a:path>
              <a:path w="4464050" h="3522979">
                <a:moveTo>
                  <a:pt x="0" y="1761287"/>
                </a:moveTo>
                <a:lnTo>
                  <a:pt x="22318" y="1761287"/>
                </a:lnTo>
              </a:path>
              <a:path w="4464050" h="3522979">
                <a:moveTo>
                  <a:pt x="0" y="1585158"/>
                </a:moveTo>
                <a:lnTo>
                  <a:pt x="22318" y="1585158"/>
                </a:lnTo>
              </a:path>
              <a:path w="4464050" h="3522979">
                <a:moveTo>
                  <a:pt x="0" y="1409029"/>
                </a:moveTo>
                <a:lnTo>
                  <a:pt x="22318" y="1409029"/>
                </a:lnTo>
              </a:path>
              <a:path w="4464050" h="3522979">
                <a:moveTo>
                  <a:pt x="0" y="1232901"/>
                </a:moveTo>
                <a:lnTo>
                  <a:pt x="22318" y="1232901"/>
                </a:lnTo>
              </a:path>
              <a:path w="4464050" h="3522979">
                <a:moveTo>
                  <a:pt x="0" y="1056772"/>
                </a:moveTo>
                <a:lnTo>
                  <a:pt x="22318" y="1056772"/>
                </a:lnTo>
              </a:path>
              <a:path w="4464050" h="3522979">
                <a:moveTo>
                  <a:pt x="0" y="880643"/>
                </a:moveTo>
                <a:lnTo>
                  <a:pt x="22318" y="880643"/>
                </a:lnTo>
              </a:path>
              <a:path w="4464050" h="3522979">
                <a:moveTo>
                  <a:pt x="0" y="704514"/>
                </a:moveTo>
                <a:lnTo>
                  <a:pt x="22318" y="704514"/>
                </a:lnTo>
              </a:path>
              <a:path w="4464050" h="3522979">
                <a:moveTo>
                  <a:pt x="0" y="528386"/>
                </a:moveTo>
                <a:lnTo>
                  <a:pt x="22318" y="528386"/>
                </a:lnTo>
              </a:path>
              <a:path w="4464050" h="3522979">
                <a:moveTo>
                  <a:pt x="0" y="352257"/>
                </a:moveTo>
                <a:lnTo>
                  <a:pt x="22318" y="352257"/>
                </a:lnTo>
              </a:path>
              <a:path w="4464050" h="3522979">
                <a:moveTo>
                  <a:pt x="0" y="176128"/>
                </a:moveTo>
                <a:lnTo>
                  <a:pt x="22318" y="176128"/>
                </a:lnTo>
              </a:path>
              <a:path w="4464050" h="3522979">
                <a:moveTo>
                  <a:pt x="0" y="0"/>
                </a:moveTo>
                <a:lnTo>
                  <a:pt x="22318" y="0"/>
                </a:lnTo>
              </a:path>
              <a:path w="4464050" h="3522979">
                <a:moveTo>
                  <a:pt x="4463643" y="3522574"/>
                </a:moveTo>
                <a:lnTo>
                  <a:pt x="4441324" y="3522574"/>
                </a:lnTo>
              </a:path>
              <a:path w="4464050" h="3522979">
                <a:moveTo>
                  <a:pt x="4463643" y="3346446"/>
                </a:moveTo>
                <a:lnTo>
                  <a:pt x="4441324" y="3346446"/>
                </a:lnTo>
              </a:path>
              <a:path w="4464050" h="3522979">
                <a:moveTo>
                  <a:pt x="4463643" y="3170317"/>
                </a:moveTo>
                <a:lnTo>
                  <a:pt x="4441324" y="3170317"/>
                </a:lnTo>
              </a:path>
              <a:path w="4464050" h="3522979">
                <a:moveTo>
                  <a:pt x="4463643" y="2994188"/>
                </a:moveTo>
                <a:lnTo>
                  <a:pt x="4441324" y="2994188"/>
                </a:lnTo>
              </a:path>
              <a:path w="4464050" h="3522979">
                <a:moveTo>
                  <a:pt x="4463643" y="2818059"/>
                </a:moveTo>
                <a:lnTo>
                  <a:pt x="4441324" y="2818059"/>
                </a:lnTo>
              </a:path>
              <a:path w="4464050" h="3522979">
                <a:moveTo>
                  <a:pt x="4463643" y="2641931"/>
                </a:moveTo>
                <a:lnTo>
                  <a:pt x="4441324" y="2641931"/>
                </a:lnTo>
              </a:path>
              <a:path w="4464050" h="3522979">
                <a:moveTo>
                  <a:pt x="4463643" y="2465802"/>
                </a:moveTo>
                <a:lnTo>
                  <a:pt x="4441324" y="2465802"/>
                </a:lnTo>
              </a:path>
              <a:path w="4464050" h="3522979">
                <a:moveTo>
                  <a:pt x="4463643" y="2289673"/>
                </a:moveTo>
                <a:lnTo>
                  <a:pt x="4441324" y="2289673"/>
                </a:lnTo>
              </a:path>
              <a:path w="4464050" h="3522979">
                <a:moveTo>
                  <a:pt x="4463643" y="2113544"/>
                </a:moveTo>
                <a:lnTo>
                  <a:pt x="4441324" y="2113544"/>
                </a:lnTo>
              </a:path>
              <a:path w="4464050" h="3522979">
                <a:moveTo>
                  <a:pt x="4463643" y="1937416"/>
                </a:moveTo>
                <a:lnTo>
                  <a:pt x="4441324" y="1937416"/>
                </a:lnTo>
              </a:path>
              <a:path w="4464050" h="3522979">
                <a:moveTo>
                  <a:pt x="4463643" y="1761287"/>
                </a:moveTo>
                <a:lnTo>
                  <a:pt x="4441324" y="1761287"/>
                </a:lnTo>
              </a:path>
              <a:path w="4464050" h="3522979">
                <a:moveTo>
                  <a:pt x="4463643" y="1585158"/>
                </a:moveTo>
                <a:lnTo>
                  <a:pt x="4441324" y="1585158"/>
                </a:lnTo>
              </a:path>
              <a:path w="4464050" h="3522979">
                <a:moveTo>
                  <a:pt x="4463643" y="1409029"/>
                </a:moveTo>
                <a:lnTo>
                  <a:pt x="4441324" y="1409029"/>
                </a:lnTo>
              </a:path>
              <a:path w="4464050" h="3522979">
                <a:moveTo>
                  <a:pt x="4463643" y="1232901"/>
                </a:moveTo>
                <a:lnTo>
                  <a:pt x="4441324" y="1232901"/>
                </a:lnTo>
              </a:path>
              <a:path w="4464050" h="3522979">
                <a:moveTo>
                  <a:pt x="4463643" y="1056772"/>
                </a:moveTo>
                <a:lnTo>
                  <a:pt x="4441324" y="1056772"/>
                </a:lnTo>
              </a:path>
              <a:path w="4464050" h="3522979">
                <a:moveTo>
                  <a:pt x="4463643" y="880643"/>
                </a:moveTo>
                <a:lnTo>
                  <a:pt x="4441324" y="880643"/>
                </a:lnTo>
              </a:path>
              <a:path w="4464050" h="3522979">
                <a:moveTo>
                  <a:pt x="4463643" y="704514"/>
                </a:moveTo>
                <a:lnTo>
                  <a:pt x="4441324" y="704514"/>
                </a:lnTo>
              </a:path>
              <a:path w="4464050" h="3522979">
                <a:moveTo>
                  <a:pt x="4463643" y="528386"/>
                </a:moveTo>
                <a:lnTo>
                  <a:pt x="4441324" y="528386"/>
                </a:lnTo>
              </a:path>
              <a:path w="4464050" h="3522979">
                <a:moveTo>
                  <a:pt x="4463643" y="352257"/>
                </a:moveTo>
                <a:lnTo>
                  <a:pt x="4441324" y="352257"/>
                </a:lnTo>
              </a:path>
              <a:path w="4464050" h="3522979">
                <a:moveTo>
                  <a:pt x="4463643" y="176128"/>
                </a:moveTo>
                <a:lnTo>
                  <a:pt x="4441324" y="176128"/>
                </a:lnTo>
              </a:path>
              <a:path w="4464050" h="3522979">
                <a:moveTo>
                  <a:pt x="4463643" y="0"/>
                </a:moveTo>
                <a:lnTo>
                  <a:pt x="4441324" y="0"/>
                </a:lnTo>
              </a:path>
            </a:pathLst>
          </a:custGeom>
          <a:ln w="5142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838474" y="4537168"/>
            <a:ext cx="24574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800" spc="-25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975" spc="-37" baseline="34188" dirty="0">
                <a:solidFill>
                  <a:srgbClr val="252525"/>
                </a:solidFill>
                <a:latin typeface="Helvetica"/>
                <a:cs typeface="Helvetica"/>
              </a:rPr>
              <a:t>0</a:t>
            </a:r>
            <a:endParaRPr sz="975" baseline="34188">
              <a:latin typeface="Helvetica"/>
              <a:cs typeface="Helvetic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1934" y="3426400"/>
            <a:ext cx="342265" cy="8585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30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650">
              <a:latin typeface="Helvetica"/>
              <a:cs typeface="Helvetica"/>
            </a:endParaRPr>
          </a:p>
          <a:p>
            <a:pPr marL="635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20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650">
              <a:latin typeface="Helvetica"/>
              <a:cs typeface="Helvetica"/>
            </a:endParaRPr>
          </a:p>
          <a:p>
            <a:pPr marL="635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97334" y="3076713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40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97334" y="2727027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50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84634" y="2017370"/>
            <a:ext cx="316865" cy="4991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70</a:t>
            </a: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65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650">
              <a:latin typeface="Helvetica"/>
              <a:cs typeface="Helvetica"/>
            </a:endParaRPr>
          </a:p>
          <a:p>
            <a:pPr marL="50800">
              <a:lnSpc>
                <a:spcPct val="100000"/>
              </a:lnSpc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60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97334" y="1667684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80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97334" y="1317997"/>
            <a:ext cx="29146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90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45910" y="968311"/>
            <a:ext cx="337185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spc="-15" baseline="-27777" dirty="0">
                <a:solidFill>
                  <a:srgbClr val="252525"/>
                </a:solidFill>
                <a:latin typeface="Helvetica"/>
                <a:cs typeface="Helvetica"/>
              </a:rPr>
              <a:t>10</a:t>
            </a:r>
            <a:r>
              <a:rPr sz="1200" spc="-209" baseline="-27777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650" spc="-25" dirty="0">
                <a:solidFill>
                  <a:srgbClr val="252525"/>
                </a:solidFill>
                <a:latin typeface="Helvetica"/>
                <a:cs typeface="Helvetica"/>
              </a:rPr>
              <a:t>100</a:t>
            </a:r>
            <a:endParaRPr sz="650">
              <a:latin typeface="Helvetica"/>
              <a:cs typeface="Helvetic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67048" y="1381503"/>
            <a:ext cx="210820" cy="29267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510"/>
              </a:lnSpc>
            </a:pPr>
            <a:r>
              <a:rPr sz="1450" b="1" dirty="0">
                <a:solidFill>
                  <a:srgbClr val="252525"/>
                </a:solidFill>
                <a:latin typeface="Helvetica"/>
                <a:cs typeface="Helvetica"/>
              </a:rPr>
              <a:t>Operaciones</a:t>
            </a:r>
            <a:r>
              <a:rPr sz="1450" b="1" spc="-65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1450" b="1" dirty="0">
                <a:solidFill>
                  <a:srgbClr val="252525"/>
                </a:solidFill>
                <a:latin typeface="Helvetica"/>
                <a:cs typeface="Helvetica"/>
              </a:rPr>
              <a:t>(escala</a:t>
            </a:r>
            <a:r>
              <a:rPr sz="1450" b="1" spc="-65" dirty="0">
                <a:solidFill>
                  <a:srgbClr val="252525"/>
                </a:solidFill>
                <a:latin typeface="Helvetica"/>
                <a:cs typeface="Helvetica"/>
              </a:rPr>
              <a:t> </a:t>
            </a:r>
            <a:r>
              <a:rPr sz="1450" b="1" spc="-10" dirty="0">
                <a:solidFill>
                  <a:srgbClr val="252525"/>
                </a:solidFill>
                <a:latin typeface="Helvetica"/>
                <a:cs typeface="Helvetica"/>
              </a:rPr>
              <a:t>logarítmica)</a:t>
            </a:r>
            <a:endParaRPr sz="1450">
              <a:latin typeface="Helvetica"/>
              <a:cs typeface="Helvetic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86543" y="1160995"/>
            <a:ext cx="4480560" cy="3451225"/>
            <a:chOff x="4086543" y="1160995"/>
            <a:chExt cx="4480560" cy="3451225"/>
          </a:xfrm>
        </p:grpSpPr>
        <p:sp>
          <p:nvSpPr>
            <p:cNvPr id="47" name="object 47"/>
            <p:cNvSpPr/>
            <p:nvPr/>
          </p:nvSpPr>
          <p:spPr>
            <a:xfrm>
              <a:off x="4097020" y="1259485"/>
              <a:ext cx="4459605" cy="3342004"/>
            </a:xfrm>
            <a:custGeom>
              <a:avLst/>
              <a:gdLst/>
              <a:ahLst/>
              <a:cxnLst/>
              <a:rect l="l" t="t" r="r" b="b"/>
              <a:pathLst>
                <a:path w="4459605" h="3342004">
                  <a:moveTo>
                    <a:pt x="0" y="3341807"/>
                  </a:moveTo>
                  <a:lnTo>
                    <a:pt x="13390" y="3299392"/>
                  </a:lnTo>
                  <a:lnTo>
                    <a:pt x="26781" y="3263046"/>
                  </a:lnTo>
                  <a:lnTo>
                    <a:pt x="44636" y="3220137"/>
                  </a:lnTo>
                  <a:lnTo>
                    <a:pt x="62491" y="3181353"/>
                  </a:lnTo>
                  <a:lnTo>
                    <a:pt x="80345" y="3145458"/>
                  </a:lnTo>
                  <a:lnTo>
                    <a:pt x="98200" y="3111765"/>
                  </a:lnTo>
                  <a:lnTo>
                    <a:pt x="120518" y="3072065"/>
                  </a:lnTo>
                  <a:lnTo>
                    <a:pt x="142836" y="3034526"/>
                  </a:lnTo>
                  <a:lnTo>
                    <a:pt x="165154" y="2998765"/>
                  </a:lnTo>
                  <a:lnTo>
                    <a:pt x="187473" y="2964496"/>
                  </a:lnTo>
                  <a:lnTo>
                    <a:pt x="209791" y="2931502"/>
                  </a:lnTo>
                  <a:lnTo>
                    <a:pt x="232109" y="2899619"/>
                  </a:lnTo>
                  <a:lnTo>
                    <a:pt x="254427" y="2868733"/>
                  </a:lnTo>
                  <a:lnTo>
                    <a:pt x="281209" y="2832818"/>
                  </a:lnTo>
                  <a:lnTo>
                    <a:pt x="307991" y="2798024"/>
                  </a:lnTo>
                  <a:lnTo>
                    <a:pt x="334773" y="2764228"/>
                  </a:lnTo>
                  <a:lnTo>
                    <a:pt x="361555" y="2731337"/>
                  </a:lnTo>
                  <a:lnTo>
                    <a:pt x="388336" y="2699259"/>
                  </a:lnTo>
                  <a:lnTo>
                    <a:pt x="415118" y="2667931"/>
                  </a:lnTo>
                  <a:lnTo>
                    <a:pt x="441900" y="2637292"/>
                  </a:lnTo>
                  <a:lnTo>
                    <a:pt x="468682" y="2607291"/>
                  </a:lnTo>
                  <a:lnTo>
                    <a:pt x="495464" y="2577866"/>
                  </a:lnTo>
                  <a:lnTo>
                    <a:pt x="522246" y="2549007"/>
                  </a:lnTo>
                  <a:lnTo>
                    <a:pt x="549028" y="2520651"/>
                  </a:lnTo>
                  <a:lnTo>
                    <a:pt x="575809" y="2492769"/>
                  </a:lnTo>
                  <a:lnTo>
                    <a:pt x="602591" y="2465349"/>
                  </a:lnTo>
                  <a:lnTo>
                    <a:pt x="638300" y="2429445"/>
                  </a:lnTo>
                  <a:lnTo>
                    <a:pt x="669546" y="2398611"/>
                  </a:lnTo>
                  <a:lnTo>
                    <a:pt x="700791" y="2368281"/>
                  </a:lnTo>
                  <a:lnTo>
                    <a:pt x="732037" y="2338434"/>
                  </a:lnTo>
                  <a:lnTo>
                    <a:pt x="767746" y="2304874"/>
                  </a:lnTo>
                  <a:lnTo>
                    <a:pt x="803455" y="2271860"/>
                  </a:lnTo>
                  <a:lnTo>
                    <a:pt x="834701" y="2243412"/>
                  </a:lnTo>
                  <a:lnTo>
                    <a:pt x="865946" y="2215334"/>
                  </a:lnTo>
                  <a:lnTo>
                    <a:pt x="883801" y="2199464"/>
                  </a:lnTo>
                  <a:lnTo>
                    <a:pt x="888264" y="2195505"/>
                  </a:lnTo>
                  <a:lnTo>
                    <a:pt x="923974" y="2164156"/>
                  </a:lnTo>
                  <a:lnTo>
                    <a:pt x="955219" y="2137076"/>
                  </a:lnTo>
                  <a:lnTo>
                    <a:pt x="986465" y="2110315"/>
                  </a:lnTo>
                  <a:lnTo>
                    <a:pt x="1017710" y="2083873"/>
                  </a:lnTo>
                  <a:lnTo>
                    <a:pt x="1022174" y="2080108"/>
                  </a:lnTo>
                  <a:lnTo>
                    <a:pt x="1053419" y="2053995"/>
                  </a:lnTo>
                  <a:lnTo>
                    <a:pt x="1089128" y="2024488"/>
                  </a:lnTo>
                  <a:lnTo>
                    <a:pt x="1120374" y="1998960"/>
                  </a:lnTo>
                  <a:lnTo>
                    <a:pt x="1160547" y="1966522"/>
                  </a:lnTo>
                  <a:lnTo>
                    <a:pt x="1191792" y="1941571"/>
                  </a:lnTo>
                  <a:lnTo>
                    <a:pt x="1227501" y="1913349"/>
                  </a:lnTo>
                  <a:lnTo>
                    <a:pt x="1254283" y="1892388"/>
                  </a:lnTo>
                  <a:lnTo>
                    <a:pt x="1258747" y="1888902"/>
                  </a:lnTo>
                  <a:lnTo>
                    <a:pt x="1263210" y="1885436"/>
                  </a:lnTo>
                  <a:lnTo>
                    <a:pt x="1267674" y="1881960"/>
                  </a:lnTo>
                  <a:lnTo>
                    <a:pt x="1272138" y="1878494"/>
                  </a:lnTo>
                  <a:lnTo>
                    <a:pt x="1285529" y="1868126"/>
                  </a:lnTo>
                  <a:lnTo>
                    <a:pt x="1294456" y="1861236"/>
                  </a:lnTo>
                  <a:lnTo>
                    <a:pt x="1303383" y="1854365"/>
                  </a:lnTo>
                  <a:lnTo>
                    <a:pt x="1307847" y="1850940"/>
                  </a:lnTo>
                  <a:lnTo>
                    <a:pt x="1312311" y="1847505"/>
                  </a:lnTo>
                  <a:lnTo>
                    <a:pt x="1352483" y="1816867"/>
                  </a:lnTo>
                  <a:lnTo>
                    <a:pt x="1383729" y="1793273"/>
                  </a:lnTo>
                  <a:lnTo>
                    <a:pt x="1406047" y="1776539"/>
                  </a:lnTo>
                  <a:lnTo>
                    <a:pt x="1410511" y="1773197"/>
                  </a:lnTo>
                  <a:lnTo>
                    <a:pt x="1414974" y="1769875"/>
                  </a:lnTo>
                  <a:lnTo>
                    <a:pt x="1419438" y="1766543"/>
                  </a:lnTo>
                  <a:lnTo>
                    <a:pt x="1428365" y="1759899"/>
                  </a:lnTo>
                  <a:lnTo>
                    <a:pt x="1441756" y="1749963"/>
                  </a:lnTo>
                  <a:lnTo>
                    <a:pt x="1455147" y="1740059"/>
                  </a:lnTo>
                  <a:lnTo>
                    <a:pt x="1464074" y="1733477"/>
                  </a:lnTo>
                  <a:lnTo>
                    <a:pt x="1468538" y="1730196"/>
                  </a:lnTo>
                  <a:lnTo>
                    <a:pt x="1473002" y="1726905"/>
                  </a:lnTo>
                  <a:lnTo>
                    <a:pt x="1477465" y="1723634"/>
                  </a:lnTo>
                  <a:lnTo>
                    <a:pt x="1481929" y="1720353"/>
                  </a:lnTo>
                  <a:lnTo>
                    <a:pt x="1486393" y="1717083"/>
                  </a:lnTo>
                  <a:lnTo>
                    <a:pt x="1490856" y="1713822"/>
                  </a:lnTo>
                  <a:lnTo>
                    <a:pt x="1495320" y="1710552"/>
                  </a:lnTo>
                  <a:lnTo>
                    <a:pt x="1499784" y="1707291"/>
                  </a:lnTo>
                  <a:lnTo>
                    <a:pt x="1504247" y="1704041"/>
                  </a:lnTo>
                  <a:lnTo>
                    <a:pt x="1508711" y="1700781"/>
                  </a:lnTo>
                  <a:lnTo>
                    <a:pt x="1513174" y="1697531"/>
                  </a:lnTo>
                  <a:lnTo>
                    <a:pt x="1517638" y="1694291"/>
                  </a:lnTo>
                  <a:lnTo>
                    <a:pt x="1522102" y="1691041"/>
                  </a:lnTo>
                  <a:lnTo>
                    <a:pt x="1526565" y="1687812"/>
                  </a:lnTo>
                  <a:lnTo>
                    <a:pt x="1531029" y="1684572"/>
                  </a:lnTo>
                  <a:lnTo>
                    <a:pt x="1544420" y="1674884"/>
                  </a:lnTo>
                  <a:lnTo>
                    <a:pt x="1553347" y="1668445"/>
                  </a:lnTo>
                  <a:lnTo>
                    <a:pt x="1557811" y="1665236"/>
                  </a:lnTo>
                  <a:lnTo>
                    <a:pt x="1562275" y="1662017"/>
                  </a:lnTo>
                  <a:lnTo>
                    <a:pt x="1597984" y="1636449"/>
                  </a:lnTo>
                  <a:lnTo>
                    <a:pt x="1611375" y="1626925"/>
                  </a:lnTo>
                  <a:lnTo>
                    <a:pt x="1615838" y="1623747"/>
                  </a:lnTo>
                  <a:lnTo>
                    <a:pt x="1620302" y="1620579"/>
                  </a:lnTo>
                  <a:lnTo>
                    <a:pt x="1624766" y="1617422"/>
                  </a:lnTo>
                  <a:lnTo>
                    <a:pt x="1629229" y="1614254"/>
                  </a:lnTo>
                  <a:lnTo>
                    <a:pt x="1638157" y="1607939"/>
                  </a:lnTo>
                  <a:lnTo>
                    <a:pt x="1656011" y="1595351"/>
                  </a:lnTo>
                  <a:lnTo>
                    <a:pt x="1664938" y="1589077"/>
                  </a:lnTo>
                  <a:lnTo>
                    <a:pt x="1669402" y="1585950"/>
                  </a:lnTo>
                  <a:lnTo>
                    <a:pt x="1673866" y="1582813"/>
                  </a:lnTo>
                  <a:lnTo>
                    <a:pt x="1678329" y="1579697"/>
                  </a:lnTo>
                  <a:lnTo>
                    <a:pt x="1687257" y="1573444"/>
                  </a:lnTo>
                  <a:lnTo>
                    <a:pt x="1691720" y="1570327"/>
                  </a:lnTo>
                  <a:lnTo>
                    <a:pt x="1696184" y="1567221"/>
                  </a:lnTo>
                  <a:lnTo>
                    <a:pt x="1700648" y="1564105"/>
                  </a:lnTo>
                  <a:lnTo>
                    <a:pt x="1714038" y="1554787"/>
                  </a:lnTo>
                  <a:lnTo>
                    <a:pt x="1758675" y="1523932"/>
                  </a:lnTo>
                  <a:lnTo>
                    <a:pt x="1794384" y="1499465"/>
                  </a:lnTo>
                  <a:lnTo>
                    <a:pt x="1798848" y="1496410"/>
                  </a:lnTo>
                  <a:lnTo>
                    <a:pt x="1803311" y="1493366"/>
                  </a:lnTo>
                  <a:lnTo>
                    <a:pt x="1807775" y="1490332"/>
                  </a:lnTo>
                  <a:lnTo>
                    <a:pt x="1812239" y="1487287"/>
                  </a:lnTo>
                  <a:lnTo>
                    <a:pt x="1856875" y="1457060"/>
                  </a:lnTo>
                  <a:lnTo>
                    <a:pt x="1892584" y="1433076"/>
                  </a:lnTo>
                  <a:lnTo>
                    <a:pt x="1928293" y="1409256"/>
                  </a:lnTo>
                  <a:lnTo>
                    <a:pt x="1946148" y="1397418"/>
                  </a:lnTo>
                  <a:lnTo>
                    <a:pt x="1950612" y="1394456"/>
                  </a:lnTo>
                  <a:lnTo>
                    <a:pt x="1959539" y="1388552"/>
                  </a:lnTo>
                  <a:lnTo>
                    <a:pt x="1964002" y="1385611"/>
                  </a:lnTo>
                  <a:lnTo>
                    <a:pt x="1968466" y="1382659"/>
                  </a:lnTo>
                  <a:lnTo>
                    <a:pt x="1977393" y="1376776"/>
                  </a:lnTo>
                  <a:lnTo>
                    <a:pt x="1981857" y="1373845"/>
                  </a:lnTo>
                  <a:lnTo>
                    <a:pt x="1986321" y="1370903"/>
                  </a:lnTo>
                  <a:lnTo>
                    <a:pt x="1995248" y="1365041"/>
                  </a:lnTo>
                  <a:lnTo>
                    <a:pt x="1999712" y="1362120"/>
                  </a:lnTo>
                  <a:lnTo>
                    <a:pt x="2004175" y="1359189"/>
                  </a:lnTo>
                  <a:lnTo>
                    <a:pt x="2039884" y="1335873"/>
                  </a:lnTo>
                  <a:lnTo>
                    <a:pt x="2075594" y="1312711"/>
                  </a:lnTo>
                  <a:lnTo>
                    <a:pt x="2115766" y="1286835"/>
                  </a:lnTo>
                  <a:lnTo>
                    <a:pt x="2120230" y="1283975"/>
                  </a:lnTo>
                  <a:lnTo>
                    <a:pt x="2124694" y="1281106"/>
                  </a:lnTo>
                  <a:lnTo>
                    <a:pt x="2129157" y="1278247"/>
                  </a:lnTo>
                  <a:lnTo>
                    <a:pt x="2133621" y="1275398"/>
                  </a:lnTo>
                  <a:lnTo>
                    <a:pt x="2138085" y="1272539"/>
                  </a:lnTo>
                  <a:lnTo>
                    <a:pt x="2160403" y="1258294"/>
                  </a:lnTo>
                  <a:lnTo>
                    <a:pt x="2173794" y="1249778"/>
                  </a:lnTo>
                  <a:lnTo>
                    <a:pt x="2178257" y="1246950"/>
                  </a:lnTo>
                  <a:lnTo>
                    <a:pt x="2182721" y="1244111"/>
                  </a:lnTo>
                  <a:lnTo>
                    <a:pt x="2196112" y="1235626"/>
                  </a:lnTo>
                  <a:lnTo>
                    <a:pt x="2200576" y="1232808"/>
                  </a:lnTo>
                  <a:lnTo>
                    <a:pt x="2205039" y="1229980"/>
                  </a:lnTo>
                  <a:lnTo>
                    <a:pt x="2218430" y="1221526"/>
                  </a:lnTo>
                  <a:lnTo>
                    <a:pt x="2222894" y="1218718"/>
                  </a:lnTo>
                  <a:lnTo>
                    <a:pt x="2227357" y="1215900"/>
                  </a:lnTo>
                  <a:lnTo>
                    <a:pt x="2236285" y="1210284"/>
                  </a:lnTo>
                  <a:lnTo>
                    <a:pt x="2240748" y="1207487"/>
                  </a:lnTo>
                  <a:lnTo>
                    <a:pt x="2245212" y="1204679"/>
                  </a:lnTo>
                  <a:lnTo>
                    <a:pt x="2263067" y="1193489"/>
                  </a:lnTo>
                  <a:lnTo>
                    <a:pt x="2271994" y="1187915"/>
                  </a:lnTo>
                  <a:lnTo>
                    <a:pt x="2276457" y="1185117"/>
                  </a:lnTo>
                  <a:lnTo>
                    <a:pt x="2280921" y="1182340"/>
                  </a:lnTo>
                  <a:lnTo>
                    <a:pt x="2289848" y="1176766"/>
                  </a:lnTo>
                  <a:lnTo>
                    <a:pt x="2294312" y="1173989"/>
                  </a:lnTo>
                  <a:lnTo>
                    <a:pt x="2307703" y="1165658"/>
                  </a:lnTo>
                  <a:lnTo>
                    <a:pt x="2334485" y="1149058"/>
                  </a:lnTo>
                  <a:lnTo>
                    <a:pt x="2352339" y="1138033"/>
                  </a:lnTo>
                  <a:lnTo>
                    <a:pt x="2356803" y="1135287"/>
                  </a:lnTo>
                  <a:lnTo>
                    <a:pt x="2361267" y="1132530"/>
                  </a:lnTo>
                  <a:lnTo>
                    <a:pt x="2370194" y="1127038"/>
                  </a:lnTo>
                  <a:lnTo>
                    <a:pt x="2374658" y="1124303"/>
                  </a:lnTo>
                  <a:lnTo>
                    <a:pt x="2379121" y="1121557"/>
                  </a:lnTo>
                  <a:lnTo>
                    <a:pt x="2383585" y="1118821"/>
                  </a:lnTo>
                  <a:lnTo>
                    <a:pt x="2388049" y="1116075"/>
                  </a:lnTo>
                  <a:lnTo>
                    <a:pt x="2396976" y="1110603"/>
                  </a:lnTo>
                  <a:lnTo>
                    <a:pt x="2401439" y="1107878"/>
                  </a:lnTo>
                  <a:lnTo>
                    <a:pt x="2405903" y="1105142"/>
                  </a:lnTo>
                  <a:lnTo>
                    <a:pt x="2423758" y="1094240"/>
                  </a:lnTo>
                  <a:lnTo>
                    <a:pt x="2428221" y="1091525"/>
                  </a:lnTo>
                  <a:lnTo>
                    <a:pt x="2432685" y="1088799"/>
                  </a:lnTo>
                  <a:lnTo>
                    <a:pt x="2446076" y="1080653"/>
                  </a:lnTo>
                  <a:lnTo>
                    <a:pt x="2450540" y="1077949"/>
                  </a:lnTo>
                  <a:lnTo>
                    <a:pt x="2455003" y="1075233"/>
                  </a:lnTo>
                  <a:lnTo>
                    <a:pt x="2472858" y="1064414"/>
                  </a:lnTo>
                  <a:lnTo>
                    <a:pt x="2481785" y="1059024"/>
                  </a:lnTo>
                  <a:lnTo>
                    <a:pt x="2486249" y="1056319"/>
                  </a:lnTo>
                  <a:lnTo>
                    <a:pt x="2490712" y="1053625"/>
                  </a:lnTo>
                  <a:lnTo>
                    <a:pt x="2495176" y="1050940"/>
                  </a:lnTo>
                  <a:lnTo>
                    <a:pt x="2504103" y="1045551"/>
                  </a:lnTo>
                  <a:lnTo>
                    <a:pt x="2521958" y="1034814"/>
                  </a:lnTo>
                  <a:lnTo>
                    <a:pt x="2526421" y="1032140"/>
                  </a:lnTo>
                  <a:lnTo>
                    <a:pt x="2530885" y="1029455"/>
                  </a:lnTo>
                  <a:lnTo>
                    <a:pt x="2548740" y="1018759"/>
                  </a:lnTo>
                  <a:lnTo>
                    <a:pt x="2553203" y="1016095"/>
                  </a:lnTo>
                  <a:lnTo>
                    <a:pt x="2557667" y="1013421"/>
                  </a:lnTo>
                  <a:lnTo>
                    <a:pt x="2571058" y="1005430"/>
                  </a:lnTo>
                  <a:lnTo>
                    <a:pt x="2575522" y="1002776"/>
                  </a:lnTo>
                  <a:lnTo>
                    <a:pt x="2579985" y="1000113"/>
                  </a:lnTo>
                  <a:lnTo>
                    <a:pt x="2602303" y="986845"/>
                  </a:lnTo>
                  <a:lnTo>
                    <a:pt x="2606767" y="984202"/>
                  </a:lnTo>
                  <a:lnTo>
                    <a:pt x="2611231" y="981548"/>
                  </a:lnTo>
                  <a:lnTo>
                    <a:pt x="2624622" y="973619"/>
                  </a:lnTo>
                  <a:lnTo>
                    <a:pt x="2629085" y="970986"/>
                  </a:lnTo>
                  <a:lnTo>
                    <a:pt x="2633549" y="968342"/>
                  </a:lnTo>
                  <a:lnTo>
                    <a:pt x="2655867" y="955178"/>
                  </a:lnTo>
                  <a:lnTo>
                    <a:pt x="2660331" y="952555"/>
                  </a:lnTo>
                  <a:lnTo>
                    <a:pt x="2664794" y="949922"/>
                  </a:lnTo>
                  <a:lnTo>
                    <a:pt x="2682649" y="939432"/>
                  </a:lnTo>
                  <a:lnTo>
                    <a:pt x="2687113" y="936819"/>
                  </a:lnTo>
                  <a:lnTo>
                    <a:pt x="2691576" y="934197"/>
                  </a:lnTo>
                  <a:lnTo>
                    <a:pt x="2709431" y="923747"/>
                  </a:lnTo>
                  <a:lnTo>
                    <a:pt x="2713894" y="921145"/>
                  </a:lnTo>
                  <a:lnTo>
                    <a:pt x="2718358" y="918533"/>
                  </a:lnTo>
                  <a:lnTo>
                    <a:pt x="2736213" y="908124"/>
                  </a:lnTo>
                  <a:lnTo>
                    <a:pt x="2740676" y="905533"/>
                  </a:lnTo>
                  <a:lnTo>
                    <a:pt x="2745140" y="902931"/>
                  </a:lnTo>
                  <a:lnTo>
                    <a:pt x="2767458" y="889972"/>
                  </a:lnTo>
                  <a:lnTo>
                    <a:pt x="2771922" y="887390"/>
                  </a:lnTo>
                  <a:lnTo>
                    <a:pt x="2776385" y="884798"/>
                  </a:lnTo>
                  <a:lnTo>
                    <a:pt x="2798704" y="871891"/>
                  </a:lnTo>
                  <a:lnTo>
                    <a:pt x="2803167" y="869320"/>
                  </a:lnTo>
                  <a:lnTo>
                    <a:pt x="2807631" y="866748"/>
                  </a:lnTo>
                  <a:lnTo>
                    <a:pt x="2812095" y="864167"/>
                  </a:lnTo>
                  <a:lnTo>
                    <a:pt x="2816558" y="861596"/>
                  </a:lnTo>
                  <a:lnTo>
                    <a:pt x="2821022" y="859035"/>
                  </a:lnTo>
                  <a:lnTo>
                    <a:pt x="2829949" y="853892"/>
                  </a:lnTo>
                  <a:lnTo>
                    <a:pt x="2838876" y="848770"/>
                  </a:lnTo>
                  <a:lnTo>
                    <a:pt x="2843340" y="846199"/>
                  </a:lnTo>
                  <a:lnTo>
                    <a:pt x="2847804" y="843638"/>
                  </a:lnTo>
                  <a:lnTo>
                    <a:pt x="2852267" y="841088"/>
                  </a:lnTo>
                  <a:lnTo>
                    <a:pt x="2861195" y="835966"/>
                  </a:lnTo>
                  <a:lnTo>
                    <a:pt x="2874586" y="828314"/>
                  </a:lnTo>
                  <a:lnTo>
                    <a:pt x="2879049" y="825763"/>
                  </a:lnTo>
                  <a:lnTo>
                    <a:pt x="2887977" y="820662"/>
                  </a:lnTo>
                  <a:lnTo>
                    <a:pt x="2892440" y="818121"/>
                  </a:lnTo>
                  <a:lnTo>
                    <a:pt x="2896904" y="815571"/>
                  </a:lnTo>
                  <a:lnTo>
                    <a:pt x="2914758" y="805409"/>
                  </a:lnTo>
                  <a:lnTo>
                    <a:pt x="2919222" y="802879"/>
                  </a:lnTo>
                  <a:lnTo>
                    <a:pt x="2923686" y="800339"/>
                  </a:lnTo>
                  <a:lnTo>
                    <a:pt x="2950468" y="785158"/>
                  </a:lnTo>
                  <a:lnTo>
                    <a:pt x="2959395" y="780119"/>
                  </a:lnTo>
                  <a:lnTo>
                    <a:pt x="2963858" y="777589"/>
                  </a:lnTo>
                  <a:lnTo>
                    <a:pt x="2972786" y="772549"/>
                  </a:lnTo>
                  <a:lnTo>
                    <a:pt x="2977249" y="770040"/>
                  </a:lnTo>
                  <a:lnTo>
                    <a:pt x="2986177" y="765000"/>
                  </a:lnTo>
                  <a:lnTo>
                    <a:pt x="3012959" y="749943"/>
                  </a:lnTo>
                  <a:lnTo>
                    <a:pt x="3017422" y="747444"/>
                  </a:lnTo>
                  <a:lnTo>
                    <a:pt x="3021886" y="744934"/>
                  </a:lnTo>
                  <a:lnTo>
                    <a:pt x="3044204" y="732438"/>
                  </a:lnTo>
                  <a:lnTo>
                    <a:pt x="3048668" y="729949"/>
                  </a:lnTo>
                  <a:lnTo>
                    <a:pt x="3053131" y="727450"/>
                  </a:lnTo>
                  <a:lnTo>
                    <a:pt x="3075450" y="715005"/>
                  </a:lnTo>
                  <a:lnTo>
                    <a:pt x="3079913" y="712526"/>
                  </a:lnTo>
                  <a:lnTo>
                    <a:pt x="3084377" y="710037"/>
                  </a:lnTo>
                  <a:lnTo>
                    <a:pt x="3088840" y="707559"/>
                  </a:lnTo>
                  <a:lnTo>
                    <a:pt x="3093304" y="705070"/>
                  </a:lnTo>
                  <a:lnTo>
                    <a:pt x="3102231" y="700113"/>
                  </a:lnTo>
                  <a:lnTo>
                    <a:pt x="3106695" y="697644"/>
                  </a:lnTo>
                  <a:lnTo>
                    <a:pt x="3115622" y="692687"/>
                  </a:lnTo>
                  <a:lnTo>
                    <a:pt x="3120086" y="690218"/>
                  </a:lnTo>
                  <a:lnTo>
                    <a:pt x="3124550" y="687740"/>
                  </a:lnTo>
                  <a:lnTo>
                    <a:pt x="3137941" y="680335"/>
                  </a:lnTo>
                  <a:lnTo>
                    <a:pt x="3142404" y="677877"/>
                  </a:lnTo>
                  <a:lnTo>
                    <a:pt x="3151332" y="672940"/>
                  </a:lnTo>
                  <a:lnTo>
                    <a:pt x="3182577" y="655733"/>
                  </a:lnTo>
                  <a:lnTo>
                    <a:pt x="3187041" y="653285"/>
                  </a:lnTo>
                  <a:lnTo>
                    <a:pt x="3191504" y="650827"/>
                  </a:lnTo>
                  <a:lnTo>
                    <a:pt x="3209359" y="641036"/>
                  </a:lnTo>
                  <a:lnTo>
                    <a:pt x="3213823" y="638599"/>
                  </a:lnTo>
                  <a:lnTo>
                    <a:pt x="3218286" y="636151"/>
                  </a:lnTo>
                  <a:lnTo>
                    <a:pt x="3222750" y="633713"/>
                  </a:lnTo>
                  <a:lnTo>
                    <a:pt x="3227213" y="631265"/>
                  </a:lnTo>
                  <a:lnTo>
                    <a:pt x="3249532" y="619078"/>
                  </a:lnTo>
                  <a:lnTo>
                    <a:pt x="3253995" y="616651"/>
                  </a:lnTo>
                  <a:lnTo>
                    <a:pt x="3258459" y="614213"/>
                  </a:lnTo>
                  <a:lnTo>
                    <a:pt x="3289704" y="597223"/>
                  </a:lnTo>
                  <a:lnTo>
                    <a:pt x="3294168" y="594806"/>
                  </a:lnTo>
                  <a:lnTo>
                    <a:pt x="3298632" y="592378"/>
                  </a:lnTo>
                  <a:lnTo>
                    <a:pt x="3320950" y="580294"/>
                  </a:lnTo>
                  <a:lnTo>
                    <a:pt x="3325414" y="577887"/>
                  </a:lnTo>
                  <a:lnTo>
                    <a:pt x="3329877" y="575470"/>
                  </a:lnTo>
                  <a:lnTo>
                    <a:pt x="3338805" y="570657"/>
                  </a:lnTo>
                  <a:lnTo>
                    <a:pt x="3343268" y="568240"/>
                  </a:lnTo>
                  <a:lnTo>
                    <a:pt x="3347732" y="565833"/>
                  </a:lnTo>
                  <a:lnTo>
                    <a:pt x="3352195" y="563437"/>
                  </a:lnTo>
                  <a:lnTo>
                    <a:pt x="3361123" y="558623"/>
                  </a:lnTo>
                  <a:lnTo>
                    <a:pt x="3365586" y="556217"/>
                  </a:lnTo>
                  <a:lnTo>
                    <a:pt x="3378977" y="549028"/>
                  </a:lnTo>
                  <a:lnTo>
                    <a:pt x="3383441" y="546621"/>
                  </a:lnTo>
                  <a:lnTo>
                    <a:pt x="3387905" y="544224"/>
                  </a:lnTo>
                  <a:lnTo>
                    <a:pt x="3392368" y="541838"/>
                  </a:lnTo>
                  <a:lnTo>
                    <a:pt x="3401296" y="537046"/>
                  </a:lnTo>
                  <a:lnTo>
                    <a:pt x="3405759" y="534660"/>
                  </a:lnTo>
                  <a:lnTo>
                    <a:pt x="3410223" y="532263"/>
                  </a:lnTo>
                  <a:lnTo>
                    <a:pt x="3432541" y="520333"/>
                  </a:lnTo>
                  <a:lnTo>
                    <a:pt x="3437005" y="517957"/>
                  </a:lnTo>
                  <a:lnTo>
                    <a:pt x="3441468" y="515571"/>
                  </a:lnTo>
                  <a:lnTo>
                    <a:pt x="3445932" y="513195"/>
                  </a:lnTo>
                  <a:lnTo>
                    <a:pt x="3450396" y="510809"/>
                  </a:lnTo>
                  <a:lnTo>
                    <a:pt x="3454859" y="508433"/>
                  </a:lnTo>
                  <a:lnTo>
                    <a:pt x="3459323" y="506057"/>
                  </a:lnTo>
                  <a:lnTo>
                    <a:pt x="3472714" y="498930"/>
                  </a:lnTo>
                  <a:lnTo>
                    <a:pt x="3477177" y="496564"/>
                  </a:lnTo>
                  <a:lnTo>
                    <a:pt x="3481641" y="494188"/>
                  </a:lnTo>
                  <a:lnTo>
                    <a:pt x="3486105" y="491823"/>
                  </a:lnTo>
                  <a:lnTo>
                    <a:pt x="3490568" y="489447"/>
                  </a:lnTo>
                  <a:lnTo>
                    <a:pt x="3512887" y="477620"/>
                  </a:lnTo>
                  <a:lnTo>
                    <a:pt x="3517350" y="475264"/>
                  </a:lnTo>
                  <a:lnTo>
                    <a:pt x="3521814" y="472899"/>
                  </a:lnTo>
                  <a:lnTo>
                    <a:pt x="3530741" y="468188"/>
                  </a:lnTo>
                  <a:lnTo>
                    <a:pt x="3535205" y="465823"/>
                  </a:lnTo>
                  <a:lnTo>
                    <a:pt x="3548596" y="458757"/>
                  </a:lnTo>
                  <a:lnTo>
                    <a:pt x="3553059" y="456412"/>
                  </a:lnTo>
                  <a:lnTo>
                    <a:pt x="3557523" y="454057"/>
                  </a:lnTo>
                  <a:lnTo>
                    <a:pt x="3561987" y="451712"/>
                  </a:lnTo>
                  <a:lnTo>
                    <a:pt x="3566450" y="449357"/>
                  </a:lnTo>
                  <a:lnTo>
                    <a:pt x="3597696" y="432942"/>
                  </a:lnTo>
                  <a:lnTo>
                    <a:pt x="3602159" y="430607"/>
                  </a:lnTo>
                  <a:lnTo>
                    <a:pt x="3606623" y="428262"/>
                  </a:lnTo>
                  <a:lnTo>
                    <a:pt x="3637869" y="411920"/>
                  </a:lnTo>
                  <a:lnTo>
                    <a:pt x="3642332" y="409595"/>
                  </a:lnTo>
                  <a:lnTo>
                    <a:pt x="3646796" y="407261"/>
                  </a:lnTo>
                  <a:lnTo>
                    <a:pt x="3660187" y="400287"/>
                  </a:lnTo>
                  <a:lnTo>
                    <a:pt x="3664650" y="397953"/>
                  </a:lnTo>
                  <a:lnTo>
                    <a:pt x="3669114" y="395639"/>
                  </a:lnTo>
                  <a:lnTo>
                    <a:pt x="3682505" y="388666"/>
                  </a:lnTo>
                  <a:lnTo>
                    <a:pt x="3686969" y="386351"/>
                  </a:lnTo>
                  <a:lnTo>
                    <a:pt x="3691432" y="384027"/>
                  </a:lnTo>
                  <a:lnTo>
                    <a:pt x="3718214" y="370142"/>
                  </a:lnTo>
                  <a:lnTo>
                    <a:pt x="3722678" y="367839"/>
                  </a:lnTo>
                  <a:lnTo>
                    <a:pt x="3731605" y="363210"/>
                  </a:lnTo>
                  <a:lnTo>
                    <a:pt x="3753923" y="351691"/>
                  </a:lnTo>
                  <a:lnTo>
                    <a:pt x="3758387" y="349388"/>
                  </a:lnTo>
                  <a:lnTo>
                    <a:pt x="3767314" y="344780"/>
                  </a:lnTo>
                  <a:lnTo>
                    <a:pt x="3771778" y="342486"/>
                  </a:lnTo>
                  <a:lnTo>
                    <a:pt x="3776242" y="340183"/>
                  </a:lnTo>
                  <a:lnTo>
                    <a:pt x="3807487" y="324128"/>
                  </a:lnTo>
                  <a:lnTo>
                    <a:pt x="3811951" y="321845"/>
                  </a:lnTo>
                  <a:lnTo>
                    <a:pt x="3816414" y="319551"/>
                  </a:lnTo>
                  <a:lnTo>
                    <a:pt x="3820878" y="317268"/>
                  </a:lnTo>
                  <a:lnTo>
                    <a:pt x="3825342" y="314974"/>
                  </a:lnTo>
                  <a:lnTo>
                    <a:pt x="3852123" y="301275"/>
                  </a:lnTo>
                  <a:lnTo>
                    <a:pt x="3856587" y="299002"/>
                  </a:lnTo>
                  <a:lnTo>
                    <a:pt x="3861051" y="296719"/>
                  </a:lnTo>
                  <a:lnTo>
                    <a:pt x="3865514" y="294446"/>
                  </a:lnTo>
                  <a:lnTo>
                    <a:pt x="3869978" y="292162"/>
                  </a:lnTo>
                  <a:lnTo>
                    <a:pt x="3896760" y="278525"/>
                  </a:lnTo>
                  <a:lnTo>
                    <a:pt x="3901224" y="276262"/>
                  </a:lnTo>
                  <a:lnTo>
                    <a:pt x="3905687" y="273989"/>
                  </a:lnTo>
                  <a:lnTo>
                    <a:pt x="3910151" y="271726"/>
                  </a:lnTo>
                  <a:lnTo>
                    <a:pt x="3914614" y="269453"/>
                  </a:lnTo>
                  <a:lnTo>
                    <a:pt x="3919078" y="267191"/>
                  </a:lnTo>
                  <a:lnTo>
                    <a:pt x="3923542" y="264928"/>
                  </a:lnTo>
                  <a:lnTo>
                    <a:pt x="3928005" y="262665"/>
                  </a:lnTo>
                  <a:lnTo>
                    <a:pt x="3932469" y="260403"/>
                  </a:lnTo>
                  <a:lnTo>
                    <a:pt x="3941396" y="255877"/>
                  </a:lnTo>
                  <a:lnTo>
                    <a:pt x="3945860" y="253625"/>
                  </a:lnTo>
                  <a:lnTo>
                    <a:pt x="3950324" y="251362"/>
                  </a:lnTo>
                  <a:lnTo>
                    <a:pt x="3954787" y="249100"/>
                  </a:lnTo>
                  <a:lnTo>
                    <a:pt x="3963715" y="244595"/>
                  </a:lnTo>
                  <a:lnTo>
                    <a:pt x="3968178" y="242332"/>
                  </a:lnTo>
                  <a:lnTo>
                    <a:pt x="3981569" y="235575"/>
                  </a:lnTo>
                  <a:lnTo>
                    <a:pt x="3986033" y="233333"/>
                  </a:lnTo>
                  <a:lnTo>
                    <a:pt x="3994960" y="228828"/>
                  </a:lnTo>
                  <a:lnTo>
                    <a:pt x="3999424" y="226586"/>
                  </a:lnTo>
                  <a:lnTo>
                    <a:pt x="4003887" y="224334"/>
                  </a:lnTo>
                  <a:lnTo>
                    <a:pt x="4012815" y="219849"/>
                  </a:lnTo>
                  <a:lnTo>
                    <a:pt x="4017278" y="217597"/>
                  </a:lnTo>
                  <a:lnTo>
                    <a:pt x="4030669" y="210871"/>
                  </a:lnTo>
                  <a:lnTo>
                    <a:pt x="4035133" y="208639"/>
                  </a:lnTo>
                  <a:lnTo>
                    <a:pt x="4044060" y="204155"/>
                  </a:lnTo>
                  <a:lnTo>
                    <a:pt x="4048524" y="201923"/>
                  </a:lnTo>
                  <a:lnTo>
                    <a:pt x="4052987" y="199681"/>
                  </a:lnTo>
                  <a:lnTo>
                    <a:pt x="4057451" y="197449"/>
                  </a:lnTo>
                  <a:lnTo>
                    <a:pt x="4088697" y="181826"/>
                  </a:lnTo>
                  <a:lnTo>
                    <a:pt x="4093160" y="179605"/>
                  </a:lnTo>
                  <a:lnTo>
                    <a:pt x="4097624" y="177373"/>
                  </a:lnTo>
                  <a:lnTo>
                    <a:pt x="4102087" y="175151"/>
                  </a:lnTo>
                  <a:lnTo>
                    <a:pt x="4106551" y="172919"/>
                  </a:lnTo>
                  <a:lnTo>
                    <a:pt x="4133333" y="159590"/>
                  </a:lnTo>
                  <a:lnTo>
                    <a:pt x="4137797" y="157379"/>
                  </a:lnTo>
                  <a:lnTo>
                    <a:pt x="4142260" y="155157"/>
                  </a:lnTo>
                  <a:lnTo>
                    <a:pt x="4146724" y="152946"/>
                  </a:lnTo>
                  <a:lnTo>
                    <a:pt x="4151188" y="150725"/>
                  </a:lnTo>
                  <a:lnTo>
                    <a:pt x="4160115" y="146302"/>
                  </a:lnTo>
                  <a:lnTo>
                    <a:pt x="4164578" y="144081"/>
                  </a:lnTo>
                  <a:lnTo>
                    <a:pt x="4169042" y="141869"/>
                  </a:lnTo>
                  <a:lnTo>
                    <a:pt x="4173506" y="139658"/>
                  </a:lnTo>
                  <a:lnTo>
                    <a:pt x="4177969" y="137447"/>
                  </a:lnTo>
                  <a:lnTo>
                    <a:pt x="4182433" y="135246"/>
                  </a:lnTo>
                  <a:lnTo>
                    <a:pt x="4186897" y="133035"/>
                  </a:lnTo>
                  <a:lnTo>
                    <a:pt x="4191360" y="130823"/>
                  </a:lnTo>
                  <a:lnTo>
                    <a:pt x="4195824" y="128622"/>
                  </a:lnTo>
                  <a:lnTo>
                    <a:pt x="4200288" y="126411"/>
                  </a:lnTo>
                  <a:lnTo>
                    <a:pt x="4209215" y="122009"/>
                  </a:lnTo>
                  <a:lnTo>
                    <a:pt x="4213679" y="119798"/>
                  </a:lnTo>
                  <a:lnTo>
                    <a:pt x="4227069" y="113195"/>
                  </a:lnTo>
                  <a:lnTo>
                    <a:pt x="4231533" y="111004"/>
                  </a:lnTo>
                  <a:lnTo>
                    <a:pt x="4240460" y="106602"/>
                  </a:lnTo>
                  <a:lnTo>
                    <a:pt x="4244924" y="104412"/>
                  </a:lnTo>
                  <a:lnTo>
                    <a:pt x="4249388" y="102211"/>
                  </a:lnTo>
                  <a:lnTo>
                    <a:pt x="4253851" y="100020"/>
                  </a:lnTo>
                  <a:lnTo>
                    <a:pt x="4258315" y="97819"/>
                  </a:lnTo>
                  <a:lnTo>
                    <a:pt x="4285097" y="84675"/>
                  </a:lnTo>
                  <a:lnTo>
                    <a:pt x="4289560" y="82495"/>
                  </a:lnTo>
                  <a:lnTo>
                    <a:pt x="4298488" y="78113"/>
                  </a:lnTo>
                  <a:lnTo>
                    <a:pt x="4307415" y="73752"/>
                  </a:lnTo>
                  <a:lnTo>
                    <a:pt x="4311879" y="71562"/>
                  </a:lnTo>
                  <a:lnTo>
                    <a:pt x="4334197" y="60660"/>
                  </a:lnTo>
                  <a:lnTo>
                    <a:pt x="4338661" y="58479"/>
                  </a:lnTo>
                  <a:lnTo>
                    <a:pt x="4343124" y="56309"/>
                  </a:lnTo>
                  <a:lnTo>
                    <a:pt x="4347588" y="54129"/>
                  </a:lnTo>
                  <a:lnTo>
                    <a:pt x="4352051" y="51959"/>
                  </a:lnTo>
                  <a:lnTo>
                    <a:pt x="4356515" y="49778"/>
                  </a:lnTo>
                  <a:lnTo>
                    <a:pt x="4365442" y="45438"/>
                  </a:lnTo>
                  <a:lnTo>
                    <a:pt x="4369906" y="43258"/>
                  </a:lnTo>
                  <a:lnTo>
                    <a:pt x="4387761" y="34577"/>
                  </a:lnTo>
                  <a:lnTo>
                    <a:pt x="4392224" y="32417"/>
                  </a:lnTo>
                  <a:lnTo>
                    <a:pt x="4401152" y="28077"/>
                  </a:lnTo>
                  <a:lnTo>
                    <a:pt x="4405615" y="25917"/>
                  </a:lnTo>
                  <a:lnTo>
                    <a:pt x="4410079" y="23747"/>
                  </a:lnTo>
                  <a:lnTo>
                    <a:pt x="4414542" y="21587"/>
                  </a:lnTo>
                  <a:lnTo>
                    <a:pt x="4423470" y="17268"/>
                  </a:lnTo>
                  <a:lnTo>
                    <a:pt x="4427933" y="15098"/>
                  </a:lnTo>
                  <a:lnTo>
                    <a:pt x="4432397" y="12938"/>
                  </a:lnTo>
                  <a:lnTo>
                    <a:pt x="4436861" y="10778"/>
                  </a:lnTo>
                  <a:lnTo>
                    <a:pt x="4441324" y="8629"/>
                  </a:lnTo>
                  <a:lnTo>
                    <a:pt x="4450252" y="4309"/>
                  </a:lnTo>
                  <a:lnTo>
                    <a:pt x="4454715" y="2159"/>
                  </a:lnTo>
                  <a:lnTo>
                    <a:pt x="4459179" y="0"/>
                  </a:lnTo>
                </a:path>
              </a:pathLst>
            </a:custGeom>
            <a:ln w="20569">
              <a:solidFill>
                <a:srgbClr val="0072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97020" y="3544520"/>
              <a:ext cx="4459605" cy="1057275"/>
            </a:xfrm>
            <a:custGeom>
              <a:avLst/>
              <a:gdLst/>
              <a:ahLst/>
              <a:cxnLst/>
              <a:rect l="l" t="t" r="r" b="b"/>
              <a:pathLst>
                <a:path w="4459605" h="1057275">
                  <a:moveTo>
                    <a:pt x="0" y="1056772"/>
                  </a:moveTo>
                  <a:lnTo>
                    <a:pt x="4463" y="950735"/>
                  </a:lnTo>
                  <a:lnTo>
                    <a:pt x="8927" y="888707"/>
                  </a:lnTo>
                  <a:lnTo>
                    <a:pt x="13390" y="844687"/>
                  </a:lnTo>
                  <a:lnTo>
                    <a:pt x="22318" y="782659"/>
                  </a:lnTo>
                  <a:lnTo>
                    <a:pt x="31245" y="738650"/>
                  </a:lnTo>
                  <a:lnTo>
                    <a:pt x="44636" y="689931"/>
                  </a:lnTo>
                  <a:lnTo>
                    <a:pt x="58027" y="653039"/>
                  </a:lnTo>
                  <a:lnTo>
                    <a:pt x="75881" y="614594"/>
                  </a:lnTo>
                  <a:lnTo>
                    <a:pt x="98200" y="577095"/>
                  </a:lnTo>
                  <a:lnTo>
                    <a:pt x="124982" y="541633"/>
                  </a:lnTo>
                  <a:lnTo>
                    <a:pt x="151763" y="512866"/>
                  </a:lnTo>
                  <a:lnTo>
                    <a:pt x="183009" y="484973"/>
                  </a:lnTo>
                  <a:lnTo>
                    <a:pt x="214254" y="461390"/>
                  </a:lnTo>
                  <a:lnTo>
                    <a:pt x="249964" y="438249"/>
                  </a:lnTo>
                  <a:lnTo>
                    <a:pt x="285673" y="418163"/>
                  </a:lnTo>
                  <a:lnTo>
                    <a:pt x="321382" y="400401"/>
                  </a:lnTo>
                  <a:lnTo>
                    <a:pt x="357091" y="384490"/>
                  </a:lnTo>
                  <a:lnTo>
                    <a:pt x="392800" y="370081"/>
                  </a:lnTo>
                  <a:lnTo>
                    <a:pt x="432973" y="355353"/>
                  </a:lnTo>
                  <a:lnTo>
                    <a:pt x="473146" y="341910"/>
                  </a:lnTo>
                  <a:lnTo>
                    <a:pt x="513318" y="329548"/>
                  </a:lnTo>
                  <a:lnTo>
                    <a:pt x="517782" y="328242"/>
                  </a:lnTo>
                  <a:lnTo>
                    <a:pt x="522246" y="326936"/>
                  </a:lnTo>
                  <a:lnTo>
                    <a:pt x="526709" y="325650"/>
                  </a:lnTo>
                  <a:lnTo>
                    <a:pt x="531173" y="324364"/>
                  </a:lnTo>
                  <a:lnTo>
                    <a:pt x="535637" y="323099"/>
                  </a:lnTo>
                  <a:lnTo>
                    <a:pt x="540100" y="321834"/>
                  </a:lnTo>
                  <a:lnTo>
                    <a:pt x="549028" y="319345"/>
                  </a:lnTo>
                  <a:lnTo>
                    <a:pt x="553491" y="318121"/>
                  </a:lnTo>
                  <a:lnTo>
                    <a:pt x="557955" y="316898"/>
                  </a:lnTo>
                  <a:lnTo>
                    <a:pt x="593664" y="307487"/>
                  </a:lnTo>
                  <a:lnTo>
                    <a:pt x="598128" y="306345"/>
                  </a:lnTo>
                  <a:lnTo>
                    <a:pt x="602591" y="305214"/>
                  </a:lnTo>
                  <a:lnTo>
                    <a:pt x="607055" y="304093"/>
                  </a:lnTo>
                  <a:lnTo>
                    <a:pt x="611519" y="302982"/>
                  </a:lnTo>
                  <a:lnTo>
                    <a:pt x="615982" y="301882"/>
                  </a:lnTo>
                  <a:lnTo>
                    <a:pt x="620446" y="300781"/>
                  </a:lnTo>
                  <a:lnTo>
                    <a:pt x="656155" y="292286"/>
                  </a:lnTo>
                  <a:lnTo>
                    <a:pt x="660619" y="291247"/>
                  </a:lnTo>
                  <a:lnTo>
                    <a:pt x="665082" y="290229"/>
                  </a:lnTo>
                  <a:lnTo>
                    <a:pt x="669546" y="289211"/>
                  </a:lnTo>
                  <a:lnTo>
                    <a:pt x="674010" y="288203"/>
                  </a:lnTo>
                  <a:lnTo>
                    <a:pt x="678473" y="287195"/>
                  </a:lnTo>
                  <a:lnTo>
                    <a:pt x="718646" y="278453"/>
                  </a:lnTo>
                  <a:lnTo>
                    <a:pt x="749892" y="271983"/>
                  </a:lnTo>
                  <a:lnTo>
                    <a:pt x="754355" y="271078"/>
                  </a:lnTo>
                  <a:lnTo>
                    <a:pt x="763282" y="269289"/>
                  </a:lnTo>
                  <a:lnTo>
                    <a:pt x="767746" y="268404"/>
                  </a:lnTo>
                  <a:lnTo>
                    <a:pt x="772210" y="267520"/>
                  </a:lnTo>
                  <a:lnTo>
                    <a:pt x="776673" y="266646"/>
                  </a:lnTo>
                  <a:lnTo>
                    <a:pt x="781137" y="265771"/>
                  </a:lnTo>
                  <a:lnTo>
                    <a:pt x="785601" y="264907"/>
                  </a:lnTo>
                  <a:lnTo>
                    <a:pt x="790064" y="264043"/>
                  </a:lnTo>
                  <a:lnTo>
                    <a:pt x="794528" y="263190"/>
                  </a:lnTo>
                  <a:lnTo>
                    <a:pt x="798992" y="262336"/>
                  </a:lnTo>
                  <a:lnTo>
                    <a:pt x="803455" y="261483"/>
                  </a:lnTo>
                  <a:lnTo>
                    <a:pt x="807919" y="260649"/>
                  </a:lnTo>
                  <a:lnTo>
                    <a:pt x="812383" y="259806"/>
                  </a:lnTo>
                  <a:lnTo>
                    <a:pt x="816846" y="258973"/>
                  </a:lnTo>
                  <a:lnTo>
                    <a:pt x="821310" y="258140"/>
                  </a:lnTo>
                  <a:lnTo>
                    <a:pt x="825773" y="257317"/>
                  </a:lnTo>
                  <a:lnTo>
                    <a:pt x="830237" y="256494"/>
                  </a:lnTo>
                  <a:lnTo>
                    <a:pt x="834701" y="255682"/>
                  </a:lnTo>
                  <a:lnTo>
                    <a:pt x="839164" y="254869"/>
                  </a:lnTo>
                  <a:lnTo>
                    <a:pt x="843628" y="254067"/>
                  </a:lnTo>
                  <a:lnTo>
                    <a:pt x="848092" y="253265"/>
                  </a:lnTo>
                  <a:lnTo>
                    <a:pt x="852555" y="252463"/>
                  </a:lnTo>
                  <a:lnTo>
                    <a:pt x="857019" y="251671"/>
                  </a:lnTo>
                  <a:lnTo>
                    <a:pt x="865946" y="250087"/>
                  </a:lnTo>
                  <a:lnTo>
                    <a:pt x="870410" y="249305"/>
                  </a:lnTo>
                  <a:lnTo>
                    <a:pt x="874874" y="248534"/>
                  </a:lnTo>
                  <a:lnTo>
                    <a:pt x="879337" y="247752"/>
                  </a:lnTo>
                  <a:lnTo>
                    <a:pt x="915046" y="241694"/>
                  </a:lnTo>
                  <a:lnTo>
                    <a:pt x="923974" y="240213"/>
                  </a:lnTo>
                  <a:lnTo>
                    <a:pt x="928437" y="239483"/>
                  </a:lnTo>
                  <a:lnTo>
                    <a:pt x="932901" y="238753"/>
                  </a:lnTo>
                  <a:lnTo>
                    <a:pt x="937365" y="238023"/>
                  </a:lnTo>
                  <a:lnTo>
                    <a:pt x="941828" y="237303"/>
                  </a:lnTo>
                  <a:lnTo>
                    <a:pt x="946292" y="236583"/>
                  </a:lnTo>
                  <a:lnTo>
                    <a:pt x="950755" y="235863"/>
                  </a:lnTo>
                  <a:lnTo>
                    <a:pt x="964146" y="233734"/>
                  </a:lnTo>
                  <a:lnTo>
                    <a:pt x="968610" y="233035"/>
                  </a:lnTo>
                  <a:lnTo>
                    <a:pt x="973074" y="232335"/>
                  </a:lnTo>
                  <a:lnTo>
                    <a:pt x="977537" y="231636"/>
                  </a:lnTo>
                  <a:lnTo>
                    <a:pt x="982001" y="230947"/>
                  </a:lnTo>
                  <a:lnTo>
                    <a:pt x="986465" y="230247"/>
                  </a:lnTo>
                  <a:lnTo>
                    <a:pt x="990928" y="229569"/>
                  </a:lnTo>
                  <a:lnTo>
                    <a:pt x="995392" y="228879"/>
                  </a:lnTo>
                  <a:lnTo>
                    <a:pt x="999856" y="228201"/>
                  </a:lnTo>
                  <a:lnTo>
                    <a:pt x="1004319" y="227522"/>
                  </a:lnTo>
                  <a:lnTo>
                    <a:pt x="1008783" y="226843"/>
                  </a:lnTo>
                  <a:lnTo>
                    <a:pt x="1013246" y="226175"/>
                  </a:lnTo>
                  <a:lnTo>
                    <a:pt x="1017710" y="225506"/>
                  </a:lnTo>
                  <a:lnTo>
                    <a:pt x="1026637" y="224169"/>
                  </a:lnTo>
                  <a:lnTo>
                    <a:pt x="1031101" y="223511"/>
                  </a:lnTo>
                  <a:lnTo>
                    <a:pt x="1035565" y="222853"/>
                  </a:lnTo>
                  <a:lnTo>
                    <a:pt x="1040028" y="222194"/>
                  </a:lnTo>
                  <a:lnTo>
                    <a:pt x="1044492" y="221546"/>
                  </a:lnTo>
                  <a:lnTo>
                    <a:pt x="1053419" y="220250"/>
                  </a:lnTo>
                  <a:lnTo>
                    <a:pt x="1057883" y="219602"/>
                  </a:lnTo>
                  <a:lnTo>
                    <a:pt x="1062347" y="218965"/>
                  </a:lnTo>
                  <a:lnTo>
                    <a:pt x="1066810" y="218327"/>
                  </a:lnTo>
                  <a:lnTo>
                    <a:pt x="1071274" y="217689"/>
                  </a:lnTo>
                  <a:lnTo>
                    <a:pt x="1075737" y="217052"/>
                  </a:lnTo>
                  <a:lnTo>
                    <a:pt x="1080201" y="216424"/>
                  </a:lnTo>
                  <a:lnTo>
                    <a:pt x="1084665" y="215797"/>
                  </a:lnTo>
                  <a:lnTo>
                    <a:pt x="1089128" y="215170"/>
                  </a:lnTo>
                  <a:lnTo>
                    <a:pt x="1093592" y="214542"/>
                  </a:lnTo>
                  <a:lnTo>
                    <a:pt x="1098056" y="213925"/>
                  </a:lnTo>
                  <a:lnTo>
                    <a:pt x="1102519" y="213308"/>
                  </a:lnTo>
                  <a:lnTo>
                    <a:pt x="1106983" y="212691"/>
                  </a:lnTo>
                  <a:lnTo>
                    <a:pt x="1111447" y="212084"/>
                  </a:lnTo>
                  <a:lnTo>
                    <a:pt x="1115910" y="211467"/>
                  </a:lnTo>
                  <a:lnTo>
                    <a:pt x="1120374" y="210860"/>
                  </a:lnTo>
                  <a:lnTo>
                    <a:pt x="1129301" y="209647"/>
                  </a:lnTo>
                  <a:lnTo>
                    <a:pt x="1133765" y="209050"/>
                  </a:lnTo>
                  <a:lnTo>
                    <a:pt x="1138228" y="208454"/>
                  </a:lnTo>
                  <a:lnTo>
                    <a:pt x="1142692" y="207857"/>
                  </a:lnTo>
                  <a:lnTo>
                    <a:pt x="1147156" y="207261"/>
                  </a:lnTo>
                  <a:lnTo>
                    <a:pt x="1151619" y="206664"/>
                  </a:lnTo>
                  <a:lnTo>
                    <a:pt x="1156083" y="206078"/>
                  </a:lnTo>
                  <a:lnTo>
                    <a:pt x="1160547" y="205492"/>
                  </a:lnTo>
                  <a:lnTo>
                    <a:pt x="1165010" y="204905"/>
                  </a:lnTo>
                  <a:lnTo>
                    <a:pt x="1169474" y="204329"/>
                  </a:lnTo>
                  <a:lnTo>
                    <a:pt x="1173938" y="203743"/>
                  </a:lnTo>
                  <a:lnTo>
                    <a:pt x="1178401" y="203167"/>
                  </a:lnTo>
                  <a:lnTo>
                    <a:pt x="1182865" y="202591"/>
                  </a:lnTo>
                  <a:lnTo>
                    <a:pt x="1187329" y="202015"/>
                  </a:lnTo>
                  <a:lnTo>
                    <a:pt x="1191792" y="201439"/>
                  </a:lnTo>
                  <a:lnTo>
                    <a:pt x="1196256" y="200874"/>
                  </a:lnTo>
                  <a:lnTo>
                    <a:pt x="1200719" y="200308"/>
                  </a:lnTo>
                  <a:lnTo>
                    <a:pt x="1205183" y="199742"/>
                  </a:lnTo>
                  <a:lnTo>
                    <a:pt x="1214110" y="198611"/>
                  </a:lnTo>
                  <a:lnTo>
                    <a:pt x="1218574" y="198056"/>
                  </a:lnTo>
                  <a:lnTo>
                    <a:pt x="1223038" y="197500"/>
                  </a:lnTo>
                  <a:lnTo>
                    <a:pt x="1227501" y="196945"/>
                  </a:lnTo>
                  <a:lnTo>
                    <a:pt x="1236429" y="195834"/>
                  </a:lnTo>
                  <a:lnTo>
                    <a:pt x="1240892" y="195289"/>
                  </a:lnTo>
                  <a:lnTo>
                    <a:pt x="1245356" y="194744"/>
                  </a:lnTo>
                  <a:lnTo>
                    <a:pt x="1249820" y="194199"/>
                  </a:lnTo>
                  <a:lnTo>
                    <a:pt x="1254283" y="193654"/>
                  </a:lnTo>
                  <a:lnTo>
                    <a:pt x="1258747" y="193109"/>
                  </a:lnTo>
                  <a:lnTo>
                    <a:pt x="1267674" y="192039"/>
                  </a:lnTo>
                  <a:lnTo>
                    <a:pt x="1272138" y="191494"/>
                  </a:lnTo>
                  <a:lnTo>
                    <a:pt x="1276601" y="190969"/>
                  </a:lnTo>
                  <a:lnTo>
                    <a:pt x="1285529" y="189900"/>
                  </a:lnTo>
                  <a:lnTo>
                    <a:pt x="1289992" y="189375"/>
                  </a:lnTo>
                  <a:lnTo>
                    <a:pt x="1294456" y="188851"/>
                  </a:lnTo>
                  <a:lnTo>
                    <a:pt x="1298920" y="188326"/>
                  </a:lnTo>
                  <a:lnTo>
                    <a:pt x="1303383" y="187802"/>
                  </a:lnTo>
                  <a:lnTo>
                    <a:pt x="1307847" y="187277"/>
                  </a:lnTo>
                  <a:lnTo>
                    <a:pt x="1312311" y="186763"/>
                  </a:lnTo>
                  <a:lnTo>
                    <a:pt x="1316774" y="186238"/>
                  </a:lnTo>
                  <a:lnTo>
                    <a:pt x="1321238" y="185724"/>
                  </a:lnTo>
                  <a:lnTo>
                    <a:pt x="1325701" y="185210"/>
                  </a:lnTo>
                  <a:lnTo>
                    <a:pt x="1330165" y="184696"/>
                  </a:lnTo>
                  <a:lnTo>
                    <a:pt x="1334629" y="184192"/>
                  </a:lnTo>
                  <a:lnTo>
                    <a:pt x="1339092" y="183677"/>
                  </a:lnTo>
                  <a:lnTo>
                    <a:pt x="1343556" y="183173"/>
                  </a:lnTo>
                  <a:lnTo>
                    <a:pt x="1348020" y="182669"/>
                  </a:lnTo>
                  <a:lnTo>
                    <a:pt x="1352483" y="182165"/>
                  </a:lnTo>
                  <a:lnTo>
                    <a:pt x="1356947" y="181662"/>
                  </a:lnTo>
                  <a:lnTo>
                    <a:pt x="1361411" y="181158"/>
                  </a:lnTo>
                  <a:lnTo>
                    <a:pt x="1365874" y="180664"/>
                  </a:lnTo>
                  <a:lnTo>
                    <a:pt x="1370338" y="180160"/>
                  </a:lnTo>
                  <a:lnTo>
                    <a:pt x="1374802" y="179666"/>
                  </a:lnTo>
                  <a:lnTo>
                    <a:pt x="1379265" y="179173"/>
                  </a:lnTo>
                  <a:lnTo>
                    <a:pt x="1383729" y="178679"/>
                  </a:lnTo>
                  <a:lnTo>
                    <a:pt x="1388192" y="178185"/>
                  </a:lnTo>
                  <a:lnTo>
                    <a:pt x="1392656" y="177702"/>
                  </a:lnTo>
                  <a:lnTo>
                    <a:pt x="1397120" y="177208"/>
                  </a:lnTo>
                  <a:lnTo>
                    <a:pt x="1401583" y="176725"/>
                  </a:lnTo>
                  <a:lnTo>
                    <a:pt x="1406047" y="176241"/>
                  </a:lnTo>
                  <a:lnTo>
                    <a:pt x="1410511" y="175758"/>
                  </a:lnTo>
                  <a:lnTo>
                    <a:pt x="1414974" y="175275"/>
                  </a:lnTo>
                  <a:lnTo>
                    <a:pt x="1419438" y="174791"/>
                  </a:lnTo>
                  <a:lnTo>
                    <a:pt x="1423902" y="174318"/>
                  </a:lnTo>
                  <a:lnTo>
                    <a:pt x="1428365" y="173835"/>
                  </a:lnTo>
                  <a:lnTo>
                    <a:pt x="1432829" y="173362"/>
                  </a:lnTo>
                  <a:lnTo>
                    <a:pt x="1437293" y="172889"/>
                  </a:lnTo>
                  <a:lnTo>
                    <a:pt x="1441756" y="172415"/>
                  </a:lnTo>
                  <a:lnTo>
                    <a:pt x="1446220" y="171942"/>
                  </a:lnTo>
                  <a:lnTo>
                    <a:pt x="1450683" y="171469"/>
                  </a:lnTo>
                  <a:lnTo>
                    <a:pt x="1455147" y="171006"/>
                  </a:lnTo>
                  <a:lnTo>
                    <a:pt x="1459611" y="170533"/>
                  </a:lnTo>
                  <a:lnTo>
                    <a:pt x="1464074" y="170070"/>
                  </a:lnTo>
                  <a:lnTo>
                    <a:pt x="1468538" y="169608"/>
                  </a:lnTo>
                  <a:lnTo>
                    <a:pt x="1473002" y="169145"/>
                  </a:lnTo>
                  <a:lnTo>
                    <a:pt x="1477465" y="168682"/>
                  </a:lnTo>
                  <a:lnTo>
                    <a:pt x="1481929" y="168219"/>
                  </a:lnTo>
                  <a:lnTo>
                    <a:pt x="1486393" y="167767"/>
                  </a:lnTo>
                  <a:lnTo>
                    <a:pt x="1490856" y="167304"/>
                  </a:lnTo>
                  <a:lnTo>
                    <a:pt x="1499784" y="166399"/>
                  </a:lnTo>
                  <a:lnTo>
                    <a:pt x="1504247" y="165946"/>
                  </a:lnTo>
                  <a:lnTo>
                    <a:pt x="1508711" y="165494"/>
                  </a:lnTo>
                  <a:lnTo>
                    <a:pt x="1517638" y="164589"/>
                  </a:lnTo>
                  <a:lnTo>
                    <a:pt x="1522102" y="164146"/>
                  </a:lnTo>
                  <a:lnTo>
                    <a:pt x="1526565" y="163694"/>
                  </a:lnTo>
                  <a:lnTo>
                    <a:pt x="1531029" y="163252"/>
                  </a:lnTo>
                  <a:lnTo>
                    <a:pt x="1535493" y="162809"/>
                  </a:lnTo>
                  <a:lnTo>
                    <a:pt x="1544420" y="161925"/>
                  </a:lnTo>
                  <a:lnTo>
                    <a:pt x="1548884" y="161483"/>
                  </a:lnTo>
                  <a:lnTo>
                    <a:pt x="1553347" y="161040"/>
                  </a:lnTo>
                  <a:lnTo>
                    <a:pt x="1557811" y="160608"/>
                  </a:lnTo>
                  <a:lnTo>
                    <a:pt x="1562275" y="160166"/>
                  </a:lnTo>
                  <a:lnTo>
                    <a:pt x="1566738" y="159734"/>
                  </a:lnTo>
                  <a:lnTo>
                    <a:pt x="1575666" y="158870"/>
                  </a:lnTo>
                  <a:lnTo>
                    <a:pt x="1580129" y="158438"/>
                  </a:lnTo>
                  <a:lnTo>
                    <a:pt x="1584593" y="158006"/>
                  </a:lnTo>
                  <a:lnTo>
                    <a:pt x="1589056" y="157574"/>
                  </a:lnTo>
                  <a:lnTo>
                    <a:pt x="1593520" y="157153"/>
                  </a:lnTo>
                  <a:lnTo>
                    <a:pt x="1597984" y="156721"/>
                  </a:lnTo>
                  <a:lnTo>
                    <a:pt x="1602447" y="156299"/>
                  </a:lnTo>
                  <a:lnTo>
                    <a:pt x="1606911" y="155867"/>
                  </a:lnTo>
                  <a:lnTo>
                    <a:pt x="1611375" y="155445"/>
                  </a:lnTo>
                  <a:lnTo>
                    <a:pt x="1615838" y="155024"/>
                  </a:lnTo>
                  <a:lnTo>
                    <a:pt x="1620302" y="154602"/>
                  </a:lnTo>
                  <a:lnTo>
                    <a:pt x="1624766" y="154180"/>
                  </a:lnTo>
                  <a:lnTo>
                    <a:pt x="1629229" y="153769"/>
                  </a:lnTo>
                  <a:lnTo>
                    <a:pt x="1633693" y="153347"/>
                  </a:lnTo>
                  <a:lnTo>
                    <a:pt x="1638157" y="152936"/>
                  </a:lnTo>
                  <a:lnTo>
                    <a:pt x="1642620" y="152514"/>
                  </a:lnTo>
                  <a:lnTo>
                    <a:pt x="1647084" y="152103"/>
                  </a:lnTo>
                  <a:lnTo>
                    <a:pt x="1651547" y="151691"/>
                  </a:lnTo>
                  <a:lnTo>
                    <a:pt x="1660475" y="150869"/>
                  </a:lnTo>
                  <a:lnTo>
                    <a:pt x="1664938" y="150457"/>
                  </a:lnTo>
                  <a:lnTo>
                    <a:pt x="1669402" y="150046"/>
                  </a:lnTo>
                  <a:lnTo>
                    <a:pt x="1673866" y="149645"/>
                  </a:lnTo>
                  <a:lnTo>
                    <a:pt x="1678329" y="149233"/>
                  </a:lnTo>
                  <a:lnTo>
                    <a:pt x="1682793" y="148832"/>
                  </a:lnTo>
                  <a:lnTo>
                    <a:pt x="1687257" y="148431"/>
                  </a:lnTo>
                  <a:lnTo>
                    <a:pt x="1691720" y="148020"/>
                  </a:lnTo>
                  <a:lnTo>
                    <a:pt x="1696184" y="147619"/>
                  </a:lnTo>
                  <a:lnTo>
                    <a:pt x="1700648" y="147217"/>
                  </a:lnTo>
                  <a:lnTo>
                    <a:pt x="1705111" y="146816"/>
                  </a:lnTo>
                  <a:lnTo>
                    <a:pt x="1709575" y="146425"/>
                  </a:lnTo>
                  <a:lnTo>
                    <a:pt x="1714038" y="146024"/>
                  </a:lnTo>
                  <a:lnTo>
                    <a:pt x="1718502" y="145623"/>
                  </a:lnTo>
                  <a:lnTo>
                    <a:pt x="1727429" y="144842"/>
                  </a:lnTo>
                  <a:lnTo>
                    <a:pt x="1731893" y="144440"/>
                  </a:lnTo>
                  <a:lnTo>
                    <a:pt x="1736357" y="144050"/>
                  </a:lnTo>
                  <a:lnTo>
                    <a:pt x="1740820" y="143659"/>
                  </a:lnTo>
                  <a:lnTo>
                    <a:pt x="1745284" y="143268"/>
                  </a:lnTo>
                  <a:lnTo>
                    <a:pt x="1749748" y="142877"/>
                  </a:lnTo>
                  <a:lnTo>
                    <a:pt x="1754211" y="142486"/>
                  </a:lnTo>
                  <a:lnTo>
                    <a:pt x="1758675" y="142106"/>
                  </a:lnTo>
                  <a:lnTo>
                    <a:pt x="1767602" y="141324"/>
                  </a:lnTo>
                  <a:lnTo>
                    <a:pt x="1772066" y="140944"/>
                  </a:lnTo>
                  <a:lnTo>
                    <a:pt x="1776529" y="140563"/>
                  </a:lnTo>
                  <a:lnTo>
                    <a:pt x="1780993" y="140172"/>
                  </a:lnTo>
                  <a:lnTo>
                    <a:pt x="1785457" y="139792"/>
                  </a:lnTo>
                  <a:lnTo>
                    <a:pt x="1789920" y="139411"/>
                  </a:lnTo>
                  <a:lnTo>
                    <a:pt x="1794384" y="139031"/>
                  </a:lnTo>
                  <a:lnTo>
                    <a:pt x="1798848" y="138650"/>
                  </a:lnTo>
                  <a:lnTo>
                    <a:pt x="1803311" y="138280"/>
                  </a:lnTo>
                  <a:lnTo>
                    <a:pt x="1812239" y="137519"/>
                  </a:lnTo>
                  <a:lnTo>
                    <a:pt x="1816702" y="137149"/>
                  </a:lnTo>
                  <a:lnTo>
                    <a:pt x="1821166" y="136768"/>
                  </a:lnTo>
                  <a:lnTo>
                    <a:pt x="1825630" y="136398"/>
                  </a:lnTo>
                  <a:lnTo>
                    <a:pt x="1830093" y="136027"/>
                  </a:lnTo>
                  <a:lnTo>
                    <a:pt x="1834557" y="135657"/>
                  </a:lnTo>
                  <a:lnTo>
                    <a:pt x="1839020" y="135287"/>
                  </a:lnTo>
                  <a:lnTo>
                    <a:pt x="1843484" y="134917"/>
                  </a:lnTo>
                  <a:lnTo>
                    <a:pt x="1847948" y="134546"/>
                  </a:lnTo>
                  <a:lnTo>
                    <a:pt x="1852411" y="134176"/>
                  </a:lnTo>
                  <a:lnTo>
                    <a:pt x="1856875" y="133806"/>
                  </a:lnTo>
                  <a:lnTo>
                    <a:pt x="1861339" y="133446"/>
                  </a:lnTo>
                  <a:lnTo>
                    <a:pt x="1865802" y="133076"/>
                  </a:lnTo>
                  <a:lnTo>
                    <a:pt x="1870266" y="132716"/>
                  </a:lnTo>
                  <a:lnTo>
                    <a:pt x="1874730" y="132345"/>
                  </a:lnTo>
                  <a:lnTo>
                    <a:pt x="1879193" y="131985"/>
                  </a:lnTo>
                  <a:lnTo>
                    <a:pt x="1883657" y="131626"/>
                  </a:lnTo>
                  <a:lnTo>
                    <a:pt x="1888121" y="131266"/>
                  </a:lnTo>
                  <a:lnTo>
                    <a:pt x="1892584" y="130906"/>
                  </a:lnTo>
                  <a:lnTo>
                    <a:pt x="1897048" y="130546"/>
                  </a:lnTo>
                  <a:lnTo>
                    <a:pt x="1901511" y="130186"/>
                  </a:lnTo>
                  <a:lnTo>
                    <a:pt x="1905975" y="129826"/>
                  </a:lnTo>
                  <a:lnTo>
                    <a:pt x="1910439" y="129466"/>
                  </a:lnTo>
                  <a:lnTo>
                    <a:pt x="1914902" y="129116"/>
                  </a:lnTo>
                  <a:lnTo>
                    <a:pt x="1919366" y="128756"/>
                  </a:lnTo>
                  <a:lnTo>
                    <a:pt x="1923830" y="128406"/>
                  </a:lnTo>
                  <a:lnTo>
                    <a:pt x="1928293" y="128046"/>
                  </a:lnTo>
                  <a:lnTo>
                    <a:pt x="1932757" y="127697"/>
                  </a:lnTo>
                  <a:lnTo>
                    <a:pt x="1937221" y="127347"/>
                  </a:lnTo>
                  <a:lnTo>
                    <a:pt x="1941684" y="126997"/>
                  </a:lnTo>
                  <a:lnTo>
                    <a:pt x="1946148" y="126648"/>
                  </a:lnTo>
                  <a:lnTo>
                    <a:pt x="1950612" y="126298"/>
                  </a:lnTo>
                  <a:lnTo>
                    <a:pt x="1955075" y="125948"/>
                  </a:lnTo>
                  <a:lnTo>
                    <a:pt x="1959539" y="125599"/>
                  </a:lnTo>
                  <a:lnTo>
                    <a:pt x="1964002" y="125249"/>
                  </a:lnTo>
                  <a:lnTo>
                    <a:pt x="1968466" y="124899"/>
                  </a:lnTo>
                  <a:lnTo>
                    <a:pt x="1972930" y="124560"/>
                  </a:lnTo>
                  <a:lnTo>
                    <a:pt x="1977393" y="124210"/>
                  </a:lnTo>
                  <a:lnTo>
                    <a:pt x="1981857" y="123871"/>
                  </a:lnTo>
                  <a:lnTo>
                    <a:pt x="1986321" y="123521"/>
                  </a:lnTo>
                  <a:lnTo>
                    <a:pt x="1990784" y="123182"/>
                  </a:lnTo>
                  <a:lnTo>
                    <a:pt x="1995248" y="122842"/>
                  </a:lnTo>
                  <a:lnTo>
                    <a:pt x="1999712" y="122503"/>
                  </a:lnTo>
                  <a:lnTo>
                    <a:pt x="2004175" y="122153"/>
                  </a:lnTo>
                  <a:lnTo>
                    <a:pt x="2008639" y="121814"/>
                  </a:lnTo>
                  <a:lnTo>
                    <a:pt x="2013103" y="121485"/>
                  </a:lnTo>
                  <a:lnTo>
                    <a:pt x="2017566" y="121145"/>
                  </a:lnTo>
                  <a:lnTo>
                    <a:pt x="2022030" y="120806"/>
                  </a:lnTo>
                  <a:lnTo>
                    <a:pt x="2030957" y="120127"/>
                  </a:lnTo>
                  <a:lnTo>
                    <a:pt x="2035421" y="119798"/>
                  </a:lnTo>
                  <a:lnTo>
                    <a:pt x="2039884" y="119459"/>
                  </a:lnTo>
                  <a:lnTo>
                    <a:pt x="2044348" y="119129"/>
                  </a:lnTo>
                  <a:lnTo>
                    <a:pt x="2048812" y="118800"/>
                  </a:lnTo>
                  <a:lnTo>
                    <a:pt x="2053275" y="118461"/>
                  </a:lnTo>
                  <a:lnTo>
                    <a:pt x="2057739" y="118132"/>
                  </a:lnTo>
                  <a:lnTo>
                    <a:pt x="2062203" y="117803"/>
                  </a:lnTo>
                  <a:lnTo>
                    <a:pt x="2066666" y="117474"/>
                  </a:lnTo>
                  <a:lnTo>
                    <a:pt x="2071130" y="117144"/>
                  </a:lnTo>
                  <a:lnTo>
                    <a:pt x="2075594" y="116815"/>
                  </a:lnTo>
                  <a:lnTo>
                    <a:pt x="2080057" y="116486"/>
                  </a:lnTo>
                  <a:lnTo>
                    <a:pt x="2084521" y="116157"/>
                  </a:lnTo>
                  <a:lnTo>
                    <a:pt x="2088984" y="115828"/>
                  </a:lnTo>
                  <a:lnTo>
                    <a:pt x="2093448" y="115509"/>
                  </a:lnTo>
                  <a:lnTo>
                    <a:pt x="2097912" y="115180"/>
                  </a:lnTo>
                  <a:lnTo>
                    <a:pt x="2102375" y="114851"/>
                  </a:lnTo>
                  <a:lnTo>
                    <a:pt x="2106839" y="114532"/>
                  </a:lnTo>
                  <a:lnTo>
                    <a:pt x="2111303" y="114213"/>
                  </a:lnTo>
                  <a:lnTo>
                    <a:pt x="2115766" y="113884"/>
                  </a:lnTo>
                  <a:lnTo>
                    <a:pt x="2120230" y="113565"/>
                  </a:lnTo>
                  <a:lnTo>
                    <a:pt x="2124694" y="113246"/>
                  </a:lnTo>
                  <a:lnTo>
                    <a:pt x="2129157" y="112928"/>
                  </a:lnTo>
                  <a:lnTo>
                    <a:pt x="2133621" y="112609"/>
                  </a:lnTo>
                  <a:lnTo>
                    <a:pt x="2138085" y="112280"/>
                  </a:lnTo>
                  <a:lnTo>
                    <a:pt x="2142548" y="111971"/>
                  </a:lnTo>
                  <a:lnTo>
                    <a:pt x="2147012" y="111652"/>
                  </a:lnTo>
                  <a:lnTo>
                    <a:pt x="2151475" y="111333"/>
                  </a:lnTo>
                  <a:lnTo>
                    <a:pt x="2155939" y="111015"/>
                  </a:lnTo>
                  <a:lnTo>
                    <a:pt x="2160403" y="110696"/>
                  </a:lnTo>
                  <a:lnTo>
                    <a:pt x="2164866" y="110387"/>
                  </a:lnTo>
                  <a:lnTo>
                    <a:pt x="2169330" y="110068"/>
                  </a:lnTo>
                  <a:lnTo>
                    <a:pt x="2173794" y="109760"/>
                  </a:lnTo>
                  <a:lnTo>
                    <a:pt x="2178257" y="109441"/>
                  </a:lnTo>
                  <a:lnTo>
                    <a:pt x="2182721" y="109132"/>
                  </a:lnTo>
                  <a:lnTo>
                    <a:pt x="2187185" y="108814"/>
                  </a:lnTo>
                  <a:lnTo>
                    <a:pt x="2191648" y="108505"/>
                  </a:lnTo>
                  <a:lnTo>
                    <a:pt x="2200576" y="107888"/>
                  </a:lnTo>
                  <a:lnTo>
                    <a:pt x="2205039" y="107579"/>
                  </a:lnTo>
                  <a:lnTo>
                    <a:pt x="2209503" y="107271"/>
                  </a:lnTo>
                  <a:lnTo>
                    <a:pt x="2213966" y="106962"/>
                  </a:lnTo>
                  <a:lnTo>
                    <a:pt x="2218430" y="106654"/>
                  </a:lnTo>
                  <a:lnTo>
                    <a:pt x="2222894" y="106345"/>
                  </a:lnTo>
                  <a:lnTo>
                    <a:pt x="2227357" y="106037"/>
                  </a:lnTo>
                  <a:lnTo>
                    <a:pt x="2231821" y="105738"/>
                  </a:lnTo>
                  <a:lnTo>
                    <a:pt x="2236285" y="105430"/>
                  </a:lnTo>
                  <a:lnTo>
                    <a:pt x="2240748" y="105121"/>
                  </a:lnTo>
                  <a:lnTo>
                    <a:pt x="2245212" y="104823"/>
                  </a:lnTo>
                  <a:lnTo>
                    <a:pt x="2249676" y="104515"/>
                  </a:lnTo>
                  <a:lnTo>
                    <a:pt x="2254139" y="104216"/>
                  </a:lnTo>
                  <a:lnTo>
                    <a:pt x="2258603" y="103908"/>
                  </a:lnTo>
                  <a:lnTo>
                    <a:pt x="2263067" y="103609"/>
                  </a:lnTo>
                  <a:lnTo>
                    <a:pt x="2267530" y="103311"/>
                  </a:lnTo>
                  <a:lnTo>
                    <a:pt x="2271994" y="103013"/>
                  </a:lnTo>
                  <a:lnTo>
                    <a:pt x="2276457" y="102715"/>
                  </a:lnTo>
                  <a:lnTo>
                    <a:pt x="2280921" y="102416"/>
                  </a:lnTo>
                  <a:lnTo>
                    <a:pt x="2285385" y="102108"/>
                  </a:lnTo>
                  <a:lnTo>
                    <a:pt x="2289848" y="101820"/>
                  </a:lnTo>
                  <a:lnTo>
                    <a:pt x="2294312" y="101522"/>
                  </a:lnTo>
                  <a:lnTo>
                    <a:pt x="2298776" y="101223"/>
                  </a:lnTo>
                  <a:lnTo>
                    <a:pt x="2303239" y="100925"/>
                  </a:lnTo>
                  <a:lnTo>
                    <a:pt x="2307703" y="100627"/>
                  </a:lnTo>
                  <a:lnTo>
                    <a:pt x="2312167" y="100339"/>
                  </a:lnTo>
                  <a:lnTo>
                    <a:pt x="2316630" y="100041"/>
                  </a:lnTo>
                  <a:lnTo>
                    <a:pt x="2321094" y="99742"/>
                  </a:lnTo>
                  <a:lnTo>
                    <a:pt x="2325558" y="99454"/>
                  </a:lnTo>
                  <a:lnTo>
                    <a:pt x="2330021" y="99156"/>
                  </a:lnTo>
                  <a:lnTo>
                    <a:pt x="2334485" y="98868"/>
                  </a:lnTo>
                  <a:lnTo>
                    <a:pt x="2338948" y="98580"/>
                  </a:lnTo>
                  <a:lnTo>
                    <a:pt x="2343412" y="98282"/>
                  </a:lnTo>
                  <a:lnTo>
                    <a:pt x="2347876" y="97994"/>
                  </a:lnTo>
                  <a:lnTo>
                    <a:pt x="2352339" y="97706"/>
                  </a:lnTo>
                  <a:lnTo>
                    <a:pt x="2356803" y="97418"/>
                  </a:lnTo>
                  <a:lnTo>
                    <a:pt x="2361267" y="97130"/>
                  </a:lnTo>
                  <a:lnTo>
                    <a:pt x="2365730" y="96832"/>
                  </a:lnTo>
                  <a:lnTo>
                    <a:pt x="2370194" y="96554"/>
                  </a:lnTo>
                  <a:lnTo>
                    <a:pt x="2374658" y="96266"/>
                  </a:lnTo>
                  <a:lnTo>
                    <a:pt x="2379121" y="95978"/>
                  </a:lnTo>
                  <a:lnTo>
                    <a:pt x="2383585" y="95690"/>
                  </a:lnTo>
                  <a:lnTo>
                    <a:pt x="2388049" y="95402"/>
                  </a:lnTo>
                  <a:lnTo>
                    <a:pt x="2392512" y="95114"/>
                  </a:lnTo>
                  <a:lnTo>
                    <a:pt x="2396976" y="94836"/>
                  </a:lnTo>
                  <a:lnTo>
                    <a:pt x="2401439" y="94548"/>
                  </a:lnTo>
                  <a:lnTo>
                    <a:pt x="2405903" y="94271"/>
                  </a:lnTo>
                  <a:lnTo>
                    <a:pt x="2410367" y="93983"/>
                  </a:lnTo>
                  <a:lnTo>
                    <a:pt x="2414830" y="93705"/>
                  </a:lnTo>
                  <a:lnTo>
                    <a:pt x="2419294" y="93417"/>
                  </a:lnTo>
                  <a:lnTo>
                    <a:pt x="2423758" y="93139"/>
                  </a:lnTo>
                  <a:lnTo>
                    <a:pt x="2428221" y="92851"/>
                  </a:lnTo>
                  <a:lnTo>
                    <a:pt x="2432685" y="92574"/>
                  </a:lnTo>
                  <a:lnTo>
                    <a:pt x="2437149" y="92296"/>
                  </a:lnTo>
                  <a:lnTo>
                    <a:pt x="2441612" y="92018"/>
                  </a:lnTo>
                  <a:lnTo>
                    <a:pt x="2446076" y="91741"/>
                  </a:lnTo>
                  <a:lnTo>
                    <a:pt x="2455003" y="91185"/>
                  </a:lnTo>
                  <a:lnTo>
                    <a:pt x="2459467" y="90908"/>
                  </a:lnTo>
                  <a:lnTo>
                    <a:pt x="2463930" y="90630"/>
                  </a:lnTo>
                  <a:lnTo>
                    <a:pt x="2468394" y="90352"/>
                  </a:lnTo>
                  <a:lnTo>
                    <a:pt x="2472858" y="90075"/>
                  </a:lnTo>
                  <a:lnTo>
                    <a:pt x="2477321" y="89797"/>
                  </a:lnTo>
                  <a:lnTo>
                    <a:pt x="2481785" y="89519"/>
                  </a:lnTo>
                  <a:lnTo>
                    <a:pt x="2486249" y="89252"/>
                  </a:lnTo>
                  <a:lnTo>
                    <a:pt x="2490712" y="88974"/>
                  </a:lnTo>
                  <a:lnTo>
                    <a:pt x="2495176" y="88707"/>
                  </a:lnTo>
                  <a:lnTo>
                    <a:pt x="2499640" y="88429"/>
                  </a:lnTo>
                  <a:lnTo>
                    <a:pt x="2504103" y="88162"/>
                  </a:lnTo>
                  <a:lnTo>
                    <a:pt x="2508567" y="87884"/>
                  </a:lnTo>
                  <a:lnTo>
                    <a:pt x="2513031" y="87616"/>
                  </a:lnTo>
                  <a:lnTo>
                    <a:pt x="2517494" y="87339"/>
                  </a:lnTo>
                  <a:lnTo>
                    <a:pt x="2521958" y="87071"/>
                  </a:lnTo>
                  <a:lnTo>
                    <a:pt x="2526421" y="86804"/>
                  </a:lnTo>
                  <a:lnTo>
                    <a:pt x="2530885" y="86537"/>
                  </a:lnTo>
                  <a:lnTo>
                    <a:pt x="2535349" y="86259"/>
                  </a:lnTo>
                  <a:lnTo>
                    <a:pt x="2539812" y="85991"/>
                  </a:lnTo>
                  <a:lnTo>
                    <a:pt x="2544276" y="85724"/>
                  </a:lnTo>
                  <a:lnTo>
                    <a:pt x="2548740" y="85457"/>
                  </a:lnTo>
                  <a:lnTo>
                    <a:pt x="2553203" y="85189"/>
                  </a:lnTo>
                  <a:lnTo>
                    <a:pt x="2557667" y="84922"/>
                  </a:lnTo>
                  <a:lnTo>
                    <a:pt x="2562131" y="84654"/>
                  </a:lnTo>
                  <a:lnTo>
                    <a:pt x="2566594" y="84397"/>
                  </a:lnTo>
                  <a:lnTo>
                    <a:pt x="2571058" y="84130"/>
                  </a:lnTo>
                  <a:lnTo>
                    <a:pt x="2575522" y="83862"/>
                  </a:lnTo>
                  <a:lnTo>
                    <a:pt x="2579985" y="83595"/>
                  </a:lnTo>
                  <a:lnTo>
                    <a:pt x="2584449" y="83338"/>
                  </a:lnTo>
                  <a:lnTo>
                    <a:pt x="2588912" y="83071"/>
                  </a:lnTo>
                  <a:lnTo>
                    <a:pt x="2593376" y="82803"/>
                  </a:lnTo>
                  <a:lnTo>
                    <a:pt x="2597840" y="82546"/>
                  </a:lnTo>
                  <a:lnTo>
                    <a:pt x="2602303" y="82279"/>
                  </a:lnTo>
                  <a:lnTo>
                    <a:pt x="2606767" y="82022"/>
                  </a:lnTo>
                  <a:lnTo>
                    <a:pt x="2611231" y="81764"/>
                  </a:lnTo>
                  <a:lnTo>
                    <a:pt x="2615694" y="81497"/>
                  </a:lnTo>
                  <a:lnTo>
                    <a:pt x="2620158" y="81240"/>
                  </a:lnTo>
                  <a:lnTo>
                    <a:pt x="2624622" y="80983"/>
                  </a:lnTo>
                  <a:lnTo>
                    <a:pt x="2629085" y="80715"/>
                  </a:lnTo>
                  <a:lnTo>
                    <a:pt x="2633549" y="80458"/>
                  </a:lnTo>
                  <a:lnTo>
                    <a:pt x="2642476" y="79944"/>
                  </a:lnTo>
                  <a:lnTo>
                    <a:pt x="2646940" y="79687"/>
                  </a:lnTo>
                  <a:lnTo>
                    <a:pt x="2651403" y="79430"/>
                  </a:lnTo>
                  <a:lnTo>
                    <a:pt x="2655867" y="79173"/>
                  </a:lnTo>
                  <a:lnTo>
                    <a:pt x="2660331" y="78915"/>
                  </a:lnTo>
                  <a:lnTo>
                    <a:pt x="2664794" y="78658"/>
                  </a:lnTo>
                  <a:lnTo>
                    <a:pt x="2669258" y="78401"/>
                  </a:lnTo>
                  <a:lnTo>
                    <a:pt x="2673722" y="78144"/>
                  </a:lnTo>
                  <a:lnTo>
                    <a:pt x="2678185" y="77897"/>
                  </a:lnTo>
                  <a:lnTo>
                    <a:pt x="2682649" y="77640"/>
                  </a:lnTo>
                  <a:lnTo>
                    <a:pt x="2687113" y="77383"/>
                  </a:lnTo>
                  <a:lnTo>
                    <a:pt x="2691576" y="77126"/>
                  </a:lnTo>
                  <a:lnTo>
                    <a:pt x="2696040" y="76879"/>
                  </a:lnTo>
                  <a:lnTo>
                    <a:pt x="2700504" y="76622"/>
                  </a:lnTo>
                  <a:lnTo>
                    <a:pt x="2704967" y="76375"/>
                  </a:lnTo>
                  <a:lnTo>
                    <a:pt x="2709431" y="76118"/>
                  </a:lnTo>
                  <a:lnTo>
                    <a:pt x="2713894" y="75871"/>
                  </a:lnTo>
                  <a:lnTo>
                    <a:pt x="2718358" y="75614"/>
                  </a:lnTo>
                  <a:lnTo>
                    <a:pt x="2722822" y="75367"/>
                  </a:lnTo>
                  <a:lnTo>
                    <a:pt x="2727285" y="75120"/>
                  </a:lnTo>
                  <a:lnTo>
                    <a:pt x="2731749" y="74863"/>
                  </a:lnTo>
                  <a:lnTo>
                    <a:pt x="2736213" y="74616"/>
                  </a:lnTo>
                  <a:lnTo>
                    <a:pt x="2740676" y="74370"/>
                  </a:lnTo>
                  <a:lnTo>
                    <a:pt x="2745140" y="74123"/>
                  </a:lnTo>
                  <a:lnTo>
                    <a:pt x="2749604" y="73876"/>
                  </a:lnTo>
                  <a:lnTo>
                    <a:pt x="2754067" y="73629"/>
                  </a:lnTo>
                  <a:lnTo>
                    <a:pt x="2758531" y="73382"/>
                  </a:lnTo>
                  <a:lnTo>
                    <a:pt x="2762995" y="73135"/>
                  </a:lnTo>
                  <a:lnTo>
                    <a:pt x="2771922" y="72642"/>
                  </a:lnTo>
                  <a:lnTo>
                    <a:pt x="2776385" y="72395"/>
                  </a:lnTo>
                  <a:lnTo>
                    <a:pt x="2780849" y="72148"/>
                  </a:lnTo>
                  <a:lnTo>
                    <a:pt x="2785313" y="71901"/>
                  </a:lnTo>
                  <a:lnTo>
                    <a:pt x="2789776" y="71654"/>
                  </a:lnTo>
                  <a:lnTo>
                    <a:pt x="2794240" y="71418"/>
                  </a:lnTo>
                  <a:lnTo>
                    <a:pt x="2798704" y="71171"/>
                  </a:lnTo>
                  <a:lnTo>
                    <a:pt x="2803167" y="70924"/>
                  </a:lnTo>
                  <a:lnTo>
                    <a:pt x="2807631" y="70688"/>
                  </a:lnTo>
                  <a:lnTo>
                    <a:pt x="2812095" y="70441"/>
                  </a:lnTo>
                  <a:lnTo>
                    <a:pt x="2816558" y="70194"/>
                  </a:lnTo>
                  <a:lnTo>
                    <a:pt x="2821022" y="69957"/>
                  </a:lnTo>
                  <a:lnTo>
                    <a:pt x="2825486" y="69710"/>
                  </a:lnTo>
                  <a:lnTo>
                    <a:pt x="2829949" y="69474"/>
                  </a:lnTo>
                  <a:lnTo>
                    <a:pt x="2834413" y="69237"/>
                  </a:lnTo>
                  <a:lnTo>
                    <a:pt x="2838876" y="68991"/>
                  </a:lnTo>
                  <a:lnTo>
                    <a:pt x="2843340" y="68754"/>
                  </a:lnTo>
                  <a:lnTo>
                    <a:pt x="2847804" y="68517"/>
                  </a:lnTo>
                  <a:lnTo>
                    <a:pt x="2852267" y="68271"/>
                  </a:lnTo>
                  <a:lnTo>
                    <a:pt x="2856731" y="68034"/>
                  </a:lnTo>
                  <a:lnTo>
                    <a:pt x="2861195" y="67797"/>
                  </a:lnTo>
                  <a:lnTo>
                    <a:pt x="2865658" y="67561"/>
                  </a:lnTo>
                  <a:lnTo>
                    <a:pt x="2870122" y="67324"/>
                  </a:lnTo>
                  <a:lnTo>
                    <a:pt x="2874586" y="67088"/>
                  </a:lnTo>
                  <a:lnTo>
                    <a:pt x="2879049" y="66851"/>
                  </a:lnTo>
                  <a:lnTo>
                    <a:pt x="2883513" y="66615"/>
                  </a:lnTo>
                  <a:lnTo>
                    <a:pt x="2887977" y="66378"/>
                  </a:lnTo>
                  <a:lnTo>
                    <a:pt x="2892440" y="66142"/>
                  </a:lnTo>
                  <a:lnTo>
                    <a:pt x="2896904" y="65905"/>
                  </a:lnTo>
                  <a:lnTo>
                    <a:pt x="2905831" y="65432"/>
                  </a:lnTo>
                  <a:lnTo>
                    <a:pt x="2910295" y="65195"/>
                  </a:lnTo>
                  <a:lnTo>
                    <a:pt x="2914758" y="64959"/>
                  </a:lnTo>
                  <a:lnTo>
                    <a:pt x="2919222" y="64733"/>
                  </a:lnTo>
                  <a:lnTo>
                    <a:pt x="2923686" y="64496"/>
                  </a:lnTo>
                  <a:lnTo>
                    <a:pt x="2928149" y="64259"/>
                  </a:lnTo>
                  <a:lnTo>
                    <a:pt x="2932613" y="64033"/>
                  </a:lnTo>
                  <a:lnTo>
                    <a:pt x="2937077" y="63797"/>
                  </a:lnTo>
                  <a:lnTo>
                    <a:pt x="2941540" y="63570"/>
                  </a:lnTo>
                  <a:lnTo>
                    <a:pt x="2946004" y="63334"/>
                  </a:lnTo>
                  <a:lnTo>
                    <a:pt x="2950468" y="63108"/>
                  </a:lnTo>
                  <a:lnTo>
                    <a:pt x="2954931" y="62871"/>
                  </a:lnTo>
                  <a:lnTo>
                    <a:pt x="2959395" y="62645"/>
                  </a:lnTo>
                  <a:lnTo>
                    <a:pt x="2963858" y="62408"/>
                  </a:lnTo>
                  <a:lnTo>
                    <a:pt x="2972786" y="61956"/>
                  </a:lnTo>
                  <a:lnTo>
                    <a:pt x="2977249" y="61719"/>
                  </a:lnTo>
                  <a:lnTo>
                    <a:pt x="2981713" y="61493"/>
                  </a:lnTo>
                  <a:lnTo>
                    <a:pt x="2990640" y="61040"/>
                  </a:lnTo>
                  <a:lnTo>
                    <a:pt x="2995104" y="60814"/>
                  </a:lnTo>
                  <a:lnTo>
                    <a:pt x="2999568" y="60578"/>
                  </a:lnTo>
                  <a:lnTo>
                    <a:pt x="3004031" y="60351"/>
                  </a:lnTo>
                  <a:lnTo>
                    <a:pt x="3012959" y="59899"/>
                  </a:lnTo>
                  <a:lnTo>
                    <a:pt x="3017422" y="59672"/>
                  </a:lnTo>
                  <a:lnTo>
                    <a:pt x="3021886" y="59446"/>
                  </a:lnTo>
                  <a:lnTo>
                    <a:pt x="3026349" y="59220"/>
                  </a:lnTo>
                  <a:lnTo>
                    <a:pt x="3030813" y="59004"/>
                  </a:lnTo>
                  <a:lnTo>
                    <a:pt x="3035277" y="58778"/>
                  </a:lnTo>
                  <a:lnTo>
                    <a:pt x="3048668" y="58099"/>
                  </a:lnTo>
                  <a:lnTo>
                    <a:pt x="3053131" y="57883"/>
                  </a:lnTo>
                  <a:lnTo>
                    <a:pt x="3057595" y="57657"/>
                  </a:lnTo>
                  <a:lnTo>
                    <a:pt x="3062059" y="57430"/>
                  </a:lnTo>
                  <a:lnTo>
                    <a:pt x="3066522" y="57214"/>
                  </a:lnTo>
                  <a:lnTo>
                    <a:pt x="3070986" y="56988"/>
                  </a:lnTo>
                  <a:lnTo>
                    <a:pt x="3075450" y="56762"/>
                  </a:lnTo>
                  <a:lnTo>
                    <a:pt x="3079913" y="56546"/>
                  </a:lnTo>
                  <a:lnTo>
                    <a:pt x="3084377" y="56320"/>
                  </a:lnTo>
                  <a:lnTo>
                    <a:pt x="3088840" y="56104"/>
                  </a:lnTo>
                  <a:lnTo>
                    <a:pt x="3093304" y="55877"/>
                  </a:lnTo>
                  <a:lnTo>
                    <a:pt x="3097768" y="55661"/>
                  </a:lnTo>
                  <a:lnTo>
                    <a:pt x="3102231" y="55445"/>
                  </a:lnTo>
                  <a:lnTo>
                    <a:pt x="3106695" y="55219"/>
                  </a:lnTo>
                  <a:lnTo>
                    <a:pt x="3111159" y="55003"/>
                  </a:lnTo>
                  <a:lnTo>
                    <a:pt x="3115622" y="54787"/>
                  </a:lnTo>
                  <a:lnTo>
                    <a:pt x="3120086" y="54561"/>
                  </a:lnTo>
                  <a:lnTo>
                    <a:pt x="3124550" y="54345"/>
                  </a:lnTo>
                  <a:lnTo>
                    <a:pt x="3129013" y="54129"/>
                  </a:lnTo>
                  <a:lnTo>
                    <a:pt x="3133477" y="53913"/>
                  </a:lnTo>
                  <a:lnTo>
                    <a:pt x="3137941" y="53697"/>
                  </a:lnTo>
                  <a:lnTo>
                    <a:pt x="3142404" y="53481"/>
                  </a:lnTo>
                  <a:lnTo>
                    <a:pt x="3146868" y="53255"/>
                  </a:lnTo>
                  <a:lnTo>
                    <a:pt x="3155795" y="52823"/>
                  </a:lnTo>
                  <a:lnTo>
                    <a:pt x="3160259" y="52607"/>
                  </a:lnTo>
                  <a:lnTo>
                    <a:pt x="3164722" y="52391"/>
                  </a:lnTo>
                  <a:lnTo>
                    <a:pt x="3169186" y="52175"/>
                  </a:lnTo>
                  <a:lnTo>
                    <a:pt x="3173650" y="51969"/>
                  </a:lnTo>
                  <a:lnTo>
                    <a:pt x="3178113" y="51753"/>
                  </a:lnTo>
                  <a:lnTo>
                    <a:pt x="3182577" y="51537"/>
                  </a:lnTo>
                  <a:lnTo>
                    <a:pt x="3187041" y="51321"/>
                  </a:lnTo>
                  <a:lnTo>
                    <a:pt x="3191504" y="51105"/>
                  </a:lnTo>
                  <a:lnTo>
                    <a:pt x="3195968" y="50889"/>
                  </a:lnTo>
                  <a:lnTo>
                    <a:pt x="3200432" y="50683"/>
                  </a:lnTo>
                  <a:lnTo>
                    <a:pt x="3204895" y="50467"/>
                  </a:lnTo>
                  <a:lnTo>
                    <a:pt x="3209359" y="50251"/>
                  </a:lnTo>
                  <a:lnTo>
                    <a:pt x="3213823" y="50046"/>
                  </a:lnTo>
                  <a:lnTo>
                    <a:pt x="3218286" y="49830"/>
                  </a:lnTo>
                  <a:lnTo>
                    <a:pt x="3222750" y="49624"/>
                  </a:lnTo>
                  <a:lnTo>
                    <a:pt x="3227213" y="49408"/>
                  </a:lnTo>
                  <a:lnTo>
                    <a:pt x="3231677" y="49192"/>
                  </a:lnTo>
                  <a:lnTo>
                    <a:pt x="3236141" y="48986"/>
                  </a:lnTo>
                  <a:lnTo>
                    <a:pt x="3240604" y="48770"/>
                  </a:lnTo>
                  <a:lnTo>
                    <a:pt x="3245068" y="48565"/>
                  </a:lnTo>
                  <a:lnTo>
                    <a:pt x="3249532" y="48359"/>
                  </a:lnTo>
                  <a:lnTo>
                    <a:pt x="3253995" y="48143"/>
                  </a:lnTo>
                  <a:lnTo>
                    <a:pt x="3258459" y="47937"/>
                  </a:lnTo>
                  <a:lnTo>
                    <a:pt x="3262923" y="47732"/>
                  </a:lnTo>
                  <a:lnTo>
                    <a:pt x="3267386" y="47516"/>
                  </a:lnTo>
                  <a:lnTo>
                    <a:pt x="3271850" y="47310"/>
                  </a:lnTo>
                  <a:lnTo>
                    <a:pt x="3276314" y="47104"/>
                  </a:lnTo>
                  <a:lnTo>
                    <a:pt x="3280777" y="46888"/>
                  </a:lnTo>
                  <a:lnTo>
                    <a:pt x="3285241" y="46683"/>
                  </a:lnTo>
                  <a:lnTo>
                    <a:pt x="3289704" y="46477"/>
                  </a:lnTo>
                  <a:lnTo>
                    <a:pt x="3294168" y="46271"/>
                  </a:lnTo>
                  <a:lnTo>
                    <a:pt x="3298632" y="46066"/>
                  </a:lnTo>
                  <a:lnTo>
                    <a:pt x="3303095" y="45860"/>
                  </a:lnTo>
                  <a:lnTo>
                    <a:pt x="3307559" y="45654"/>
                  </a:lnTo>
                  <a:lnTo>
                    <a:pt x="3312023" y="45448"/>
                  </a:lnTo>
                  <a:lnTo>
                    <a:pt x="3316486" y="45243"/>
                  </a:lnTo>
                  <a:lnTo>
                    <a:pt x="3320950" y="45037"/>
                  </a:lnTo>
                  <a:lnTo>
                    <a:pt x="3325414" y="44831"/>
                  </a:lnTo>
                  <a:lnTo>
                    <a:pt x="3329877" y="44626"/>
                  </a:lnTo>
                  <a:lnTo>
                    <a:pt x="3334341" y="44420"/>
                  </a:lnTo>
                  <a:lnTo>
                    <a:pt x="3338805" y="44214"/>
                  </a:lnTo>
                  <a:lnTo>
                    <a:pt x="3343268" y="44009"/>
                  </a:lnTo>
                  <a:lnTo>
                    <a:pt x="3347732" y="43803"/>
                  </a:lnTo>
                  <a:lnTo>
                    <a:pt x="3352195" y="43607"/>
                  </a:lnTo>
                  <a:lnTo>
                    <a:pt x="3356659" y="43402"/>
                  </a:lnTo>
                  <a:lnTo>
                    <a:pt x="3361123" y="43196"/>
                  </a:lnTo>
                  <a:lnTo>
                    <a:pt x="3365586" y="42990"/>
                  </a:lnTo>
                  <a:lnTo>
                    <a:pt x="3370050" y="42795"/>
                  </a:lnTo>
                  <a:lnTo>
                    <a:pt x="3374514" y="42589"/>
                  </a:lnTo>
                  <a:lnTo>
                    <a:pt x="3378977" y="42384"/>
                  </a:lnTo>
                  <a:lnTo>
                    <a:pt x="3383441" y="42188"/>
                  </a:lnTo>
                  <a:lnTo>
                    <a:pt x="3387905" y="41982"/>
                  </a:lnTo>
                  <a:lnTo>
                    <a:pt x="3392368" y="41787"/>
                  </a:lnTo>
                  <a:lnTo>
                    <a:pt x="3396832" y="41581"/>
                  </a:lnTo>
                  <a:lnTo>
                    <a:pt x="3401296" y="41386"/>
                  </a:lnTo>
                  <a:lnTo>
                    <a:pt x="3405759" y="41180"/>
                  </a:lnTo>
                  <a:lnTo>
                    <a:pt x="3410223" y="40985"/>
                  </a:lnTo>
                  <a:lnTo>
                    <a:pt x="3414686" y="40779"/>
                  </a:lnTo>
                  <a:lnTo>
                    <a:pt x="3419150" y="40584"/>
                  </a:lnTo>
                  <a:lnTo>
                    <a:pt x="3423614" y="40378"/>
                  </a:lnTo>
                  <a:lnTo>
                    <a:pt x="3428077" y="40183"/>
                  </a:lnTo>
                  <a:lnTo>
                    <a:pt x="3432541" y="39987"/>
                  </a:lnTo>
                  <a:lnTo>
                    <a:pt x="3437005" y="39781"/>
                  </a:lnTo>
                  <a:lnTo>
                    <a:pt x="3441468" y="39586"/>
                  </a:lnTo>
                  <a:lnTo>
                    <a:pt x="3445932" y="39391"/>
                  </a:lnTo>
                  <a:lnTo>
                    <a:pt x="3450396" y="39195"/>
                  </a:lnTo>
                  <a:lnTo>
                    <a:pt x="3454859" y="38990"/>
                  </a:lnTo>
                  <a:lnTo>
                    <a:pt x="3459323" y="38794"/>
                  </a:lnTo>
                  <a:lnTo>
                    <a:pt x="3463787" y="38599"/>
                  </a:lnTo>
                  <a:lnTo>
                    <a:pt x="3477177" y="38012"/>
                  </a:lnTo>
                  <a:lnTo>
                    <a:pt x="3481641" y="37817"/>
                  </a:lnTo>
                  <a:lnTo>
                    <a:pt x="3486105" y="37622"/>
                  </a:lnTo>
                  <a:lnTo>
                    <a:pt x="3490568" y="37426"/>
                  </a:lnTo>
                  <a:lnTo>
                    <a:pt x="3495032" y="37231"/>
                  </a:lnTo>
                  <a:lnTo>
                    <a:pt x="3499496" y="37035"/>
                  </a:lnTo>
                  <a:lnTo>
                    <a:pt x="3503959" y="36840"/>
                  </a:lnTo>
                  <a:lnTo>
                    <a:pt x="3508423" y="36645"/>
                  </a:lnTo>
                  <a:lnTo>
                    <a:pt x="3512887" y="36449"/>
                  </a:lnTo>
                  <a:lnTo>
                    <a:pt x="3517350" y="36254"/>
                  </a:lnTo>
                  <a:lnTo>
                    <a:pt x="3521814" y="36058"/>
                  </a:lnTo>
                  <a:lnTo>
                    <a:pt x="3526278" y="35863"/>
                  </a:lnTo>
                  <a:lnTo>
                    <a:pt x="3530741" y="35678"/>
                  </a:lnTo>
                  <a:lnTo>
                    <a:pt x="3535205" y="35482"/>
                  </a:lnTo>
                  <a:lnTo>
                    <a:pt x="3544132" y="35092"/>
                  </a:lnTo>
                  <a:lnTo>
                    <a:pt x="3548596" y="34906"/>
                  </a:lnTo>
                  <a:lnTo>
                    <a:pt x="3553059" y="34711"/>
                  </a:lnTo>
                  <a:lnTo>
                    <a:pt x="3557523" y="34516"/>
                  </a:lnTo>
                  <a:lnTo>
                    <a:pt x="3561987" y="34330"/>
                  </a:lnTo>
                  <a:lnTo>
                    <a:pt x="3566450" y="34135"/>
                  </a:lnTo>
                  <a:lnTo>
                    <a:pt x="3570914" y="33950"/>
                  </a:lnTo>
                  <a:lnTo>
                    <a:pt x="3575378" y="33755"/>
                  </a:lnTo>
                  <a:lnTo>
                    <a:pt x="3579841" y="33559"/>
                  </a:lnTo>
                  <a:lnTo>
                    <a:pt x="3584305" y="33374"/>
                  </a:lnTo>
                  <a:lnTo>
                    <a:pt x="3588769" y="33189"/>
                  </a:lnTo>
                  <a:lnTo>
                    <a:pt x="3593232" y="32993"/>
                  </a:lnTo>
                  <a:lnTo>
                    <a:pt x="3597696" y="32808"/>
                  </a:lnTo>
                  <a:lnTo>
                    <a:pt x="3602159" y="32613"/>
                  </a:lnTo>
                  <a:lnTo>
                    <a:pt x="3606623" y="32428"/>
                  </a:lnTo>
                  <a:lnTo>
                    <a:pt x="3611087" y="32232"/>
                  </a:lnTo>
                  <a:lnTo>
                    <a:pt x="3615550" y="32047"/>
                  </a:lnTo>
                  <a:lnTo>
                    <a:pt x="3620014" y="31862"/>
                  </a:lnTo>
                  <a:lnTo>
                    <a:pt x="3624478" y="31667"/>
                  </a:lnTo>
                  <a:lnTo>
                    <a:pt x="3628941" y="31482"/>
                  </a:lnTo>
                  <a:lnTo>
                    <a:pt x="3633405" y="31296"/>
                  </a:lnTo>
                  <a:lnTo>
                    <a:pt x="3637869" y="31111"/>
                  </a:lnTo>
                  <a:lnTo>
                    <a:pt x="3642332" y="30916"/>
                  </a:lnTo>
                  <a:lnTo>
                    <a:pt x="3646796" y="30731"/>
                  </a:lnTo>
                  <a:lnTo>
                    <a:pt x="3651260" y="30546"/>
                  </a:lnTo>
                  <a:lnTo>
                    <a:pt x="3655723" y="30360"/>
                  </a:lnTo>
                  <a:lnTo>
                    <a:pt x="3660187" y="30175"/>
                  </a:lnTo>
                  <a:lnTo>
                    <a:pt x="3664650" y="29990"/>
                  </a:lnTo>
                  <a:lnTo>
                    <a:pt x="3669114" y="29805"/>
                  </a:lnTo>
                  <a:lnTo>
                    <a:pt x="3673578" y="29610"/>
                  </a:lnTo>
                  <a:lnTo>
                    <a:pt x="3678041" y="29425"/>
                  </a:lnTo>
                  <a:lnTo>
                    <a:pt x="3682505" y="29239"/>
                  </a:lnTo>
                  <a:lnTo>
                    <a:pt x="3686969" y="29054"/>
                  </a:lnTo>
                  <a:lnTo>
                    <a:pt x="3691432" y="28869"/>
                  </a:lnTo>
                  <a:lnTo>
                    <a:pt x="3695896" y="28694"/>
                  </a:lnTo>
                  <a:lnTo>
                    <a:pt x="3700360" y="28509"/>
                  </a:lnTo>
                  <a:lnTo>
                    <a:pt x="3704823" y="28324"/>
                  </a:lnTo>
                  <a:lnTo>
                    <a:pt x="3709287" y="28139"/>
                  </a:lnTo>
                  <a:lnTo>
                    <a:pt x="3713751" y="27954"/>
                  </a:lnTo>
                  <a:lnTo>
                    <a:pt x="3718214" y="27769"/>
                  </a:lnTo>
                  <a:lnTo>
                    <a:pt x="3722678" y="27584"/>
                  </a:lnTo>
                  <a:lnTo>
                    <a:pt x="3727141" y="27398"/>
                  </a:lnTo>
                  <a:lnTo>
                    <a:pt x="3731605" y="27224"/>
                  </a:lnTo>
                  <a:lnTo>
                    <a:pt x="3736069" y="27038"/>
                  </a:lnTo>
                  <a:lnTo>
                    <a:pt x="3740532" y="26853"/>
                  </a:lnTo>
                  <a:lnTo>
                    <a:pt x="3744996" y="26668"/>
                  </a:lnTo>
                  <a:lnTo>
                    <a:pt x="3749460" y="26493"/>
                  </a:lnTo>
                  <a:lnTo>
                    <a:pt x="3753923" y="26308"/>
                  </a:lnTo>
                  <a:lnTo>
                    <a:pt x="3758387" y="26123"/>
                  </a:lnTo>
                  <a:lnTo>
                    <a:pt x="3762851" y="25948"/>
                  </a:lnTo>
                  <a:lnTo>
                    <a:pt x="3767314" y="25763"/>
                  </a:lnTo>
                  <a:lnTo>
                    <a:pt x="3771778" y="25588"/>
                  </a:lnTo>
                  <a:lnTo>
                    <a:pt x="3776242" y="25403"/>
                  </a:lnTo>
                  <a:lnTo>
                    <a:pt x="3780705" y="25218"/>
                  </a:lnTo>
                  <a:lnTo>
                    <a:pt x="3785169" y="25043"/>
                  </a:lnTo>
                  <a:lnTo>
                    <a:pt x="3789632" y="24858"/>
                  </a:lnTo>
                  <a:lnTo>
                    <a:pt x="3794096" y="24683"/>
                  </a:lnTo>
                  <a:lnTo>
                    <a:pt x="3798560" y="24498"/>
                  </a:lnTo>
                  <a:lnTo>
                    <a:pt x="3803023" y="24323"/>
                  </a:lnTo>
                  <a:lnTo>
                    <a:pt x="3807487" y="24148"/>
                  </a:lnTo>
                  <a:lnTo>
                    <a:pt x="3811951" y="23963"/>
                  </a:lnTo>
                  <a:lnTo>
                    <a:pt x="3816414" y="23788"/>
                  </a:lnTo>
                  <a:lnTo>
                    <a:pt x="3820878" y="23603"/>
                  </a:lnTo>
                  <a:lnTo>
                    <a:pt x="3825342" y="23428"/>
                  </a:lnTo>
                  <a:lnTo>
                    <a:pt x="3829805" y="23254"/>
                  </a:lnTo>
                  <a:lnTo>
                    <a:pt x="3834269" y="23069"/>
                  </a:lnTo>
                  <a:lnTo>
                    <a:pt x="3838733" y="22894"/>
                  </a:lnTo>
                  <a:lnTo>
                    <a:pt x="3843196" y="22719"/>
                  </a:lnTo>
                  <a:lnTo>
                    <a:pt x="3847660" y="22544"/>
                  </a:lnTo>
                  <a:lnTo>
                    <a:pt x="3852123" y="22359"/>
                  </a:lnTo>
                  <a:lnTo>
                    <a:pt x="3856587" y="22184"/>
                  </a:lnTo>
                  <a:lnTo>
                    <a:pt x="3861051" y="22009"/>
                  </a:lnTo>
                  <a:lnTo>
                    <a:pt x="3865514" y="21834"/>
                  </a:lnTo>
                  <a:lnTo>
                    <a:pt x="3869978" y="21659"/>
                  </a:lnTo>
                  <a:lnTo>
                    <a:pt x="3874442" y="21485"/>
                  </a:lnTo>
                  <a:lnTo>
                    <a:pt x="3878905" y="21300"/>
                  </a:lnTo>
                  <a:lnTo>
                    <a:pt x="3883369" y="21125"/>
                  </a:lnTo>
                  <a:lnTo>
                    <a:pt x="3887833" y="20950"/>
                  </a:lnTo>
                  <a:lnTo>
                    <a:pt x="3896760" y="20600"/>
                  </a:lnTo>
                  <a:lnTo>
                    <a:pt x="3901224" y="20425"/>
                  </a:lnTo>
                  <a:lnTo>
                    <a:pt x="3905687" y="20250"/>
                  </a:lnTo>
                  <a:lnTo>
                    <a:pt x="3910151" y="20076"/>
                  </a:lnTo>
                  <a:lnTo>
                    <a:pt x="3919078" y="19726"/>
                  </a:lnTo>
                  <a:lnTo>
                    <a:pt x="3923542" y="19551"/>
                  </a:lnTo>
                  <a:lnTo>
                    <a:pt x="3928005" y="19387"/>
                  </a:lnTo>
                  <a:lnTo>
                    <a:pt x="3932469" y="19212"/>
                  </a:lnTo>
                  <a:lnTo>
                    <a:pt x="3936933" y="19037"/>
                  </a:lnTo>
                  <a:lnTo>
                    <a:pt x="3945860" y="18687"/>
                  </a:lnTo>
                  <a:lnTo>
                    <a:pt x="3950324" y="18512"/>
                  </a:lnTo>
                  <a:lnTo>
                    <a:pt x="3954787" y="18348"/>
                  </a:lnTo>
                  <a:lnTo>
                    <a:pt x="3959251" y="18173"/>
                  </a:lnTo>
                  <a:lnTo>
                    <a:pt x="3963715" y="17998"/>
                  </a:lnTo>
                  <a:lnTo>
                    <a:pt x="3968178" y="17823"/>
                  </a:lnTo>
                  <a:lnTo>
                    <a:pt x="3972642" y="17659"/>
                  </a:lnTo>
                  <a:lnTo>
                    <a:pt x="3977105" y="17484"/>
                  </a:lnTo>
                  <a:lnTo>
                    <a:pt x="3981569" y="17309"/>
                  </a:lnTo>
                  <a:lnTo>
                    <a:pt x="3986033" y="17144"/>
                  </a:lnTo>
                  <a:lnTo>
                    <a:pt x="3990496" y="16970"/>
                  </a:lnTo>
                  <a:lnTo>
                    <a:pt x="3994960" y="16795"/>
                  </a:lnTo>
                  <a:lnTo>
                    <a:pt x="3999424" y="16630"/>
                  </a:lnTo>
                  <a:lnTo>
                    <a:pt x="4003887" y="16455"/>
                  </a:lnTo>
                  <a:lnTo>
                    <a:pt x="4008351" y="16291"/>
                  </a:lnTo>
                  <a:lnTo>
                    <a:pt x="4012815" y="16116"/>
                  </a:lnTo>
                  <a:lnTo>
                    <a:pt x="4017278" y="15951"/>
                  </a:lnTo>
                  <a:lnTo>
                    <a:pt x="4021742" y="15777"/>
                  </a:lnTo>
                  <a:lnTo>
                    <a:pt x="4026206" y="15612"/>
                  </a:lnTo>
                  <a:lnTo>
                    <a:pt x="4030669" y="15437"/>
                  </a:lnTo>
                  <a:lnTo>
                    <a:pt x="4035133" y="15273"/>
                  </a:lnTo>
                  <a:lnTo>
                    <a:pt x="4039596" y="15098"/>
                  </a:lnTo>
                  <a:lnTo>
                    <a:pt x="4048524" y="14769"/>
                  </a:lnTo>
                  <a:lnTo>
                    <a:pt x="4052987" y="14594"/>
                  </a:lnTo>
                  <a:lnTo>
                    <a:pt x="4057451" y="14429"/>
                  </a:lnTo>
                  <a:lnTo>
                    <a:pt x="4061915" y="14265"/>
                  </a:lnTo>
                  <a:lnTo>
                    <a:pt x="4066378" y="14090"/>
                  </a:lnTo>
                  <a:lnTo>
                    <a:pt x="4070842" y="13925"/>
                  </a:lnTo>
                  <a:lnTo>
                    <a:pt x="4075306" y="13761"/>
                  </a:lnTo>
                  <a:lnTo>
                    <a:pt x="4079769" y="13586"/>
                  </a:lnTo>
                  <a:lnTo>
                    <a:pt x="4084233" y="13421"/>
                  </a:lnTo>
                  <a:lnTo>
                    <a:pt x="4093160" y="13092"/>
                  </a:lnTo>
                  <a:lnTo>
                    <a:pt x="4097624" y="12917"/>
                  </a:lnTo>
                  <a:lnTo>
                    <a:pt x="4102087" y="12753"/>
                  </a:lnTo>
                  <a:lnTo>
                    <a:pt x="4106551" y="12588"/>
                  </a:lnTo>
                  <a:lnTo>
                    <a:pt x="4111015" y="12424"/>
                  </a:lnTo>
                  <a:lnTo>
                    <a:pt x="4115478" y="12259"/>
                  </a:lnTo>
                  <a:lnTo>
                    <a:pt x="4119942" y="12095"/>
                  </a:lnTo>
                  <a:lnTo>
                    <a:pt x="4124406" y="11930"/>
                  </a:lnTo>
                  <a:lnTo>
                    <a:pt x="4128869" y="11765"/>
                  </a:lnTo>
                  <a:lnTo>
                    <a:pt x="4133333" y="11601"/>
                  </a:lnTo>
                  <a:lnTo>
                    <a:pt x="4137797" y="11426"/>
                  </a:lnTo>
                  <a:lnTo>
                    <a:pt x="4142260" y="11261"/>
                  </a:lnTo>
                  <a:lnTo>
                    <a:pt x="4146724" y="11097"/>
                  </a:lnTo>
                  <a:lnTo>
                    <a:pt x="4151188" y="10932"/>
                  </a:lnTo>
                  <a:lnTo>
                    <a:pt x="4155651" y="10778"/>
                  </a:lnTo>
                  <a:lnTo>
                    <a:pt x="4160115" y="10614"/>
                  </a:lnTo>
                  <a:lnTo>
                    <a:pt x="4164578" y="10449"/>
                  </a:lnTo>
                  <a:lnTo>
                    <a:pt x="4169042" y="10284"/>
                  </a:lnTo>
                  <a:lnTo>
                    <a:pt x="4173506" y="10120"/>
                  </a:lnTo>
                  <a:lnTo>
                    <a:pt x="4177969" y="9955"/>
                  </a:lnTo>
                  <a:lnTo>
                    <a:pt x="4182433" y="9791"/>
                  </a:lnTo>
                  <a:lnTo>
                    <a:pt x="4186897" y="9626"/>
                  </a:lnTo>
                  <a:lnTo>
                    <a:pt x="4191360" y="9462"/>
                  </a:lnTo>
                  <a:lnTo>
                    <a:pt x="4195824" y="9307"/>
                  </a:lnTo>
                  <a:lnTo>
                    <a:pt x="4200288" y="9143"/>
                  </a:lnTo>
                  <a:lnTo>
                    <a:pt x="4204751" y="8978"/>
                  </a:lnTo>
                  <a:lnTo>
                    <a:pt x="4209215" y="8814"/>
                  </a:lnTo>
                  <a:lnTo>
                    <a:pt x="4213679" y="8649"/>
                  </a:lnTo>
                  <a:lnTo>
                    <a:pt x="4218142" y="8495"/>
                  </a:lnTo>
                  <a:lnTo>
                    <a:pt x="4222606" y="8330"/>
                  </a:lnTo>
                  <a:lnTo>
                    <a:pt x="4227069" y="8166"/>
                  </a:lnTo>
                  <a:lnTo>
                    <a:pt x="4231533" y="8011"/>
                  </a:lnTo>
                  <a:lnTo>
                    <a:pt x="4235997" y="7847"/>
                  </a:lnTo>
                  <a:lnTo>
                    <a:pt x="4240460" y="7682"/>
                  </a:lnTo>
                  <a:lnTo>
                    <a:pt x="4244924" y="7528"/>
                  </a:lnTo>
                  <a:lnTo>
                    <a:pt x="4249388" y="7363"/>
                  </a:lnTo>
                  <a:lnTo>
                    <a:pt x="4253851" y="7199"/>
                  </a:lnTo>
                  <a:lnTo>
                    <a:pt x="4258315" y="7045"/>
                  </a:lnTo>
                  <a:lnTo>
                    <a:pt x="4262779" y="6880"/>
                  </a:lnTo>
                  <a:lnTo>
                    <a:pt x="4267242" y="6726"/>
                  </a:lnTo>
                  <a:lnTo>
                    <a:pt x="4271706" y="6561"/>
                  </a:lnTo>
                  <a:lnTo>
                    <a:pt x="4276170" y="6407"/>
                  </a:lnTo>
                  <a:lnTo>
                    <a:pt x="4280633" y="6242"/>
                  </a:lnTo>
                  <a:lnTo>
                    <a:pt x="4285097" y="6088"/>
                  </a:lnTo>
                  <a:lnTo>
                    <a:pt x="4289560" y="5924"/>
                  </a:lnTo>
                  <a:lnTo>
                    <a:pt x="4294024" y="5769"/>
                  </a:lnTo>
                  <a:lnTo>
                    <a:pt x="4298488" y="5605"/>
                  </a:lnTo>
                  <a:lnTo>
                    <a:pt x="4302951" y="5450"/>
                  </a:lnTo>
                  <a:lnTo>
                    <a:pt x="4307415" y="5296"/>
                  </a:lnTo>
                  <a:lnTo>
                    <a:pt x="4311879" y="5132"/>
                  </a:lnTo>
                  <a:lnTo>
                    <a:pt x="4316342" y="4977"/>
                  </a:lnTo>
                  <a:lnTo>
                    <a:pt x="4320806" y="4813"/>
                  </a:lnTo>
                  <a:lnTo>
                    <a:pt x="4325270" y="4659"/>
                  </a:lnTo>
                  <a:lnTo>
                    <a:pt x="4329733" y="4504"/>
                  </a:lnTo>
                  <a:lnTo>
                    <a:pt x="4334197" y="4340"/>
                  </a:lnTo>
                  <a:lnTo>
                    <a:pt x="4338661" y="4185"/>
                  </a:lnTo>
                  <a:lnTo>
                    <a:pt x="4343124" y="4031"/>
                  </a:lnTo>
                  <a:lnTo>
                    <a:pt x="4347588" y="3877"/>
                  </a:lnTo>
                  <a:lnTo>
                    <a:pt x="4352051" y="3712"/>
                  </a:lnTo>
                  <a:lnTo>
                    <a:pt x="4356515" y="3558"/>
                  </a:lnTo>
                  <a:lnTo>
                    <a:pt x="4360979" y="3404"/>
                  </a:lnTo>
                  <a:lnTo>
                    <a:pt x="4365442" y="3250"/>
                  </a:lnTo>
                  <a:lnTo>
                    <a:pt x="4369906" y="3095"/>
                  </a:lnTo>
                  <a:lnTo>
                    <a:pt x="4374370" y="2931"/>
                  </a:lnTo>
                  <a:lnTo>
                    <a:pt x="4383297" y="2622"/>
                  </a:lnTo>
                  <a:lnTo>
                    <a:pt x="4387761" y="2468"/>
                  </a:lnTo>
                  <a:lnTo>
                    <a:pt x="4392224" y="2314"/>
                  </a:lnTo>
                  <a:lnTo>
                    <a:pt x="4396688" y="2159"/>
                  </a:lnTo>
                  <a:lnTo>
                    <a:pt x="4401152" y="2005"/>
                  </a:lnTo>
                  <a:lnTo>
                    <a:pt x="4405615" y="1851"/>
                  </a:lnTo>
                  <a:lnTo>
                    <a:pt x="4410079" y="1697"/>
                  </a:lnTo>
                  <a:lnTo>
                    <a:pt x="4414542" y="1542"/>
                  </a:lnTo>
                  <a:lnTo>
                    <a:pt x="4419006" y="1378"/>
                  </a:lnTo>
                  <a:lnTo>
                    <a:pt x="4423470" y="1223"/>
                  </a:lnTo>
                  <a:lnTo>
                    <a:pt x="4427933" y="1069"/>
                  </a:lnTo>
                  <a:lnTo>
                    <a:pt x="4432397" y="925"/>
                  </a:lnTo>
                  <a:lnTo>
                    <a:pt x="4436861" y="771"/>
                  </a:lnTo>
                  <a:lnTo>
                    <a:pt x="4441324" y="617"/>
                  </a:lnTo>
                  <a:lnTo>
                    <a:pt x="4445788" y="462"/>
                  </a:lnTo>
                  <a:lnTo>
                    <a:pt x="4450252" y="308"/>
                  </a:lnTo>
                  <a:lnTo>
                    <a:pt x="4454715" y="154"/>
                  </a:lnTo>
                  <a:lnTo>
                    <a:pt x="4459179" y="0"/>
                  </a:lnTo>
                </a:path>
              </a:pathLst>
            </a:custGeom>
            <a:ln w="20569">
              <a:solidFill>
                <a:srgbClr val="D953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61486" y="1160995"/>
              <a:ext cx="1712595" cy="273050"/>
            </a:xfrm>
            <a:custGeom>
              <a:avLst/>
              <a:gdLst/>
              <a:ahLst/>
              <a:cxnLst/>
              <a:rect l="l" t="t" r="r" b="b"/>
              <a:pathLst>
                <a:path w="1712595" h="273050">
                  <a:moveTo>
                    <a:pt x="1712434" y="0"/>
                  </a:moveTo>
                  <a:lnTo>
                    <a:pt x="0" y="0"/>
                  </a:lnTo>
                  <a:lnTo>
                    <a:pt x="0" y="272549"/>
                  </a:lnTo>
                  <a:lnTo>
                    <a:pt x="1712434" y="272549"/>
                  </a:lnTo>
                  <a:lnTo>
                    <a:pt x="17124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129327" y="1168866"/>
            <a:ext cx="1357630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dirty="0">
                <a:latin typeface="Helvetica"/>
                <a:cs typeface="Helvetica"/>
              </a:rPr>
              <a:t>CRECIMIENTO</a:t>
            </a:r>
            <a:r>
              <a:rPr sz="700" spc="200" dirty="0">
                <a:latin typeface="Helvetica"/>
                <a:cs typeface="Helvetica"/>
              </a:rPr>
              <a:t> </a:t>
            </a:r>
            <a:r>
              <a:rPr sz="700" spc="-10" dirty="0">
                <a:latin typeface="Helvetica"/>
                <a:cs typeface="Helvetica"/>
              </a:rPr>
              <a:t>EXPONENCIAL</a:t>
            </a:r>
            <a:endParaRPr sz="700">
              <a:latin typeface="Helvetica"/>
              <a:cs typeface="Helvetic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802625" y="1238133"/>
            <a:ext cx="308610" cy="0"/>
          </a:xfrm>
          <a:custGeom>
            <a:avLst/>
            <a:gdLst/>
            <a:ahLst/>
            <a:cxnLst/>
            <a:rect l="l" t="t" r="r" b="b"/>
            <a:pathLst>
              <a:path w="308609">
                <a:moveTo>
                  <a:pt x="0" y="0"/>
                </a:moveTo>
                <a:lnTo>
                  <a:pt x="308546" y="0"/>
                </a:lnTo>
              </a:path>
            </a:pathLst>
          </a:custGeom>
          <a:ln w="20569">
            <a:solidFill>
              <a:srgbClr val="0072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129327" y="1287142"/>
            <a:ext cx="126555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dirty="0">
                <a:latin typeface="Helvetica"/>
                <a:cs typeface="Helvetica"/>
              </a:rPr>
              <a:t>CRECIMIENTO</a:t>
            </a:r>
            <a:r>
              <a:rPr sz="700" spc="200" dirty="0">
                <a:latin typeface="Helvetica"/>
                <a:cs typeface="Helvetica"/>
              </a:rPr>
              <a:t> </a:t>
            </a:r>
            <a:r>
              <a:rPr sz="700" spc="-10" dirty="0">
                <a:latin typeface="Helvetica"/>
                <a:cs typeface="Helvetica"/>
              </a:rPr>
              <a:t>POLINOMIAL</a:t>
            </a:r>
            <a:endParaRPr sz="700">
              <a:latin typeface="Helvetica"/>
              <a:cs typeface="Helvetic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758915" y="1158425"/>
            <a:ext cx="2385695" cy="3985260"/>
            <a:chOff x="6758915" y="1158425"/>
            <a:chExt cx="2385695" cy="3985260"/>
          </a:xfrm>
        </p:grpSpPr>
        <p:sp>
          <p:nvSpPr>
            <p:cNvPr id="54" name="object 54"/>
            <p:cNvSpPr/>
            <p:nvPr/>
          </p:nvSpPr>
          <p:spPr>
            <a:xfrm>
              <a:off x="6802626" y="1356409"/>
              <a:ext cx="308610" cy="0"/>
            </a:xfrm>
            <a:custGeom>
              <a:avLst/>
              <a:gdLst/>
              <a:ahLst/>
              <a:cxnLst/>
              <a:rect l="l" t="t" r="r" b="b"/>
              <a:pathLst>
                <a:path w="308609">
                  <a:moveTo>
                    <a:pt x="0" y="0"/>
                  </a:moveTo>
                  <a:lnTo>
                    <a:pt x="308546" y="0"/>
                  </a:lnTo>
                </a:path>
              </a:pathLst>
            </a:custGeom>
            <a:ln w="20569">
              <a:solidFill>
                <a:srgbClr val="D9531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61486" y="1160997"/>
              <a:ext cx="1712595" cy="273050"/>
            </a:xfrm>
            <a:custGeom>
              <a:avLst/>
              <a:gdLst/>
              <a:ahLst/>
              <a:cxnLst/>
              <a:rect l="l" t="t" r="r" b="b"/>
              <a:pathLst>
                <a:path w="1712595" h="273050">
                  <a:moveTo>
                    <a:pt x="0" y="272549"/>
                  </a:moveTo>
                  <a:lnTo>
                    <a:pt x="1712434" y="272549"/>
                  </a:lnTo>
                  <a:lnTo>
                    <a:pt x="1712434" y="0"/>
                  </a:lnTo>
                  <a:lnTo>
                    <a:pt x="0" y="0"/>
                  </a:lnTo>
                  <a:lnTo>
                    <a:pt x="0" y="272549"/>
                  </a:lnTo>
                  <a:close/>
                </a:path>
              </a:pathLst>
            </a:custGeom>
            <a:ln w="5142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497073" y="180332"/>
            <a:ext cx="5247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solidFill>
                  <a:srgbClr val="B51700"/>
                </a:solidFill>
                <a:latin typeface="Arial"/>
                <a:cs typeface="Arial"/>
              </a:rPr>
              <a:t>Crecimiento</a:t>
            </a:r>
            <a:r>
              <a:rPr sz="2800" spc="-125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B51700"/>
                </a:solidFill>
                <a:latin typeface="Arial"/>
                <a:cs typeface="Arial"/>
              </a:rPr>
              <a:t>polinomial/exponencial</a:t>
            </a:r>
            <a:endParaRPr sz="2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81382" y="1465068"/>
            <a:ext cx="1023619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-30" dirty="0">
                <a:latin typeface="Times New Roman"/>
                <a:cs typeface="Times New Roman"/>
              </a:rPr>
              <a:t>f</a:t>
            </a:r>
            <a:r>
              <a:rPr sz="3900" spc="-44" baseline="-20299" dirty="0">
                <a:latin typeface="Apple Symbols"/>
                <a:cs typeface="Apple Symbols"/>
              </a:rPr>
              <a:t>𝒜</a:t>
            </a:r>
            <a:r>
              <a:rPr sz="3700" spc="-30" dirty="0">
                <a:latin typeface="Apple Symbols"/>
                <a:cs typeface="Apple Symbols"/>
              </a:rPr>
              <a:t>(</a:t>
            </a:r>
            <a:r>
              <a:rPr sz="3700" i="1" spc="-30" dirty="0">
                <a:latin typeface="Times New Roman"/>
                <a:cs typeface="Times New Roman"/>
              </a:rPr>
              <a:t>n</a:t>
            </a:r>
            <a:r>
              <a:rPr sz="3700" spc="-30" dirty="0">
                <a:latin typeface="Apple Symbols"/>
                <a:cs typeface="Apple Symbols"/>
              </a:rPr>
              <a:t>)</a:t>
            </a:r>
            <a:endParaRPr sz="3700">
              <a:latin typeface="Apple Symbols"/>
              <a:cs typeface="Apple Symbol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57685" y="2640206"/>
            <a:ext cx="66929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550" i="1" spc="142" baseline="-20270" dirty="0">
                <a:latin typeface="Times New Roman"/>
                <a:cs typeface="Times New Roman"/>
              </a:rPr>
              <a:t>n</a:t>
            </a:r>
            <a:r>
              <a:rPr sz="2600" spc="95" dirty="0">
                <a:latin typeface="Apple Symbols"/>
                <a:cs typeface="Apple Symbols"/>
              </a:rPr>
              <a:t>10</a:t>
            </a:r>
            <a:endParaRPr sz="2600">
              <a:latin typeface="Apple Symbols"/>
              <a:cs typeface="Apple Symbols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27157" y="566963"/>
            <a:ext cx="26885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2612" y="266098"/>
            <a:ext cx="5842635" cy="21189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46505" marR="1198245" indent="-1120140">
              <a:lnSpc>
                <a:spcPct val="76400"/>
              </a:lnSpc>
              <a:spcBef>
                <a:spcPts val="890"/>
              </a:spcBef>
            </a:pP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Algoritmo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C0504D"/>
                </a:solidFill>
                <a:latin typeface="Arial"/>
                <a:cs typeface="Arial"/>
              </a:rPr>
              <a:t>factorizar</a:t>
            </a:r>
            <a:r>
              <a:rPr sz="2800" b="1" spc="-12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200" dirty="0">
                <a:solidFill>
                  <a:srgbClr val="C0504D"/>
                </a:solidFill>
                <a:latin typeface="Arial"/>
                <a:cs typeface="Arial"/>
              </a:rPr>
              <a:t>en</a:t>
            </a:r>
            <a:r>
              <a:rPr sz="2800" b="1" spc="-1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2800" b="1" spc="-190" dirty="0">
                <a:solidFill>
                  <a:srgbClr val="C0504D"/>
                </a:solidFill>
                <a:latin typeface="Arial"/>
                <a:cs typeface="Arial"/>
              </a:rPr>
              <a:t>primos </a:t>
            </a:r>
            <a:r>
              <a:rPr sz="2800" b="1" spc="-210" dirty="0">
                <a:solidFill>
                  <a:srgbClr val="C0504D"/>
                </a:solidFill>
                <a:latin typeface="Arial"/>
                <a:cs typeface="Arial"/>
              </a:rPr>
              <a:t>estado-</a:t>
            </a:r>
            <a:r>
              <a:rPr sz="2800" b="1" spc="-145" dirty="0">
                <a:solidFill>
                  <a:srgbClr val="C0504D"/>
                </a:solidFill>
                <a:latin typeface="Arial"/>
                <a:cs typeface="Arial"/>
              </a:rPr>
              <a:t>del-</a:t>
            </a:r>
            <a:r>
              <a:rPr sz="2800" b="1" spc="-20" dirty="0">
                <a:solidFill>
                  <a:srgbClr val="C0504D"/>
                </a:solidFill>
                <a:latin typeface="Arial"/>
                <a:cs typeface="Arial"/>
              </a:rPr>
              <a:t>arte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ts val="4615"/>
              </a:lnSpc>
              <a:spcBef>
                <a:spcPts val="1325"/>
              </a:spcBef>
            </a:pPr>
            <a:r>
              <a:rPr sz="4000" b="1" spc="-155" dirty="0">
                <a:latin typeface="Arial"/>
                <a:cs typeface="Arial"/>
              </a:rPr>
              <a:t>x</a:t>
            </a:r>
            <a:r>
              <a:rPr sz="2800" spc="-155" dirty="0">
                <a:latin typeface="Arial"/>
                <a:cs typeface="Arial"/>
              </a:rPr>
              <a:t>=123456789012345678901234567890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ts val="4615"/>
              </a:lnSpc>
            </a:pPr>
            <a:r>
              <a:rPr sz="4000" b="1" spc="-405" dirty="0">
                <a:latin typeface="Arial"/>
                <a:cs typeface="Arial"/>
              </a:rPr>
              <a:t>x</a:t>
            </a:r>
            <a:r>
              <a:rPr sz="4000" b="1" spc="-47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tiene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4000" b="1" spc="-225" dirty="0">
                <a:latin typeface="Arial"/>
                <a:cs typeface="Arial"/>
              </a:rPr>
              <a:t>n</a:t>
            </a:r>
            <a:r>
              <a:rPr sz="2800" spc="-225" dirty="0">
                <a:latin typeface="Arial"/>
                <a:cs typeface="Arial"/>
              </a:rPr>
              <a:t>=30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dígitos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3298" y="2599850"/>
            <a:ext cx="2998150" cy="582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i="1" spc="715" dirty="0">
                <a:latin typeface="Times New Roman"/>
                <a:cs typeface="Times New Roman"/>
              </a:rPr>
              <a:t>f</a:t>
            </a:r>
            <a:r>
              <a:rPr sz="3900" spc="1072" baseline="-20299" dirty="0">
                <a:latin typeface="Apple Symbols"/>
                <a:cs typeface="Apple Symbols"/>
              </a:rPr>
              <a:t>𝒜</a:t>
            </a:r>
            <a:r>
              <a:rPr sz="3700" spc="715" dirty="0">
                <a:latin typeface="Apple Symbols"/>
                <a:cs typeface="Apple Symbols"/>
              </a:rPr>
              <a:t>(30)</a:t>
            </a:r>
            <a:r>
              <a:rPr sz="3700" spc="-200" dirty="0">
                <a:latin typeface="Apple Symbols"/>
                <a:cs typeface="Apple Symbols"/>
              </a:rPr>
              <a:t> </a:t>
            </a:r>
            <a:r>
              <a:rPr sz="3700" spc="720" dirty="0">
                <a:latin typeface="Apple Symbols"/>
                <a:cs typeface="Apple Symbols"/>
              </a:rPr>
              <a:t>=</a:t>
            </a:r>
            <a:r>
              <a:rPr lang="es-ES" sz="3700" spc="720" dirty="0">
                <a:latin typeface="Apple Symbols"/>
                <a:cs typeface="Apple Symbols"/>
              </a:rPr>
              <a:t>10</a:t>
            </a:r>
            <a:endParaRPr sz="3700" dirty="0">
              <a:latin typeface="Apple Symbols"/>
              <a:cs typeface="Apple Symbol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3167" y="2618555"/>
            <a:ext cx="2080895" cy="411480"/>
          </a:xfrm>
          <a:custGeom>
            <a:avLst/>
            <a:gdLst/>
            <a:ahLst/>
            <a:cxnLst/>
            <a:rect l="l" t="t" r="r" b="b"/>
            <a:pathLst>
              <a:path w="2080895" h="411480">
                <a:moveTo>
                  <a:pt x="72733" y="214523"/>
                </a:moveTo>
                <a:lnTo>
                  <a:pt x="25689" y="214523"/>
                </a:lnTo>
                <a:lnTo>
                  <a:pt x="31642" y="215487"/>
                </a:lnTo>
                <a:lnTo>
                  <a:pt x="37032" y="218735"/>
                </a:lnTo>
                <a:lnTo>
                  <a:pt x="41954" y="224866"/>
                </a:lnTo>
                <a:lnTo>
                  <a:pt x="46374" y="234208"/>
                </a:lnTo>
                <a:lnTo>
                  <a:pt x="113766" y="411031"/>
                </a:lnTo>
                <a:lnTo>
                  <a:pt x="124443" y="411031"/>
                </a:lnTo>
                <a:lnTo>
                  <a:pt x="145931" y="355648"/>
                </a:lnTo>
                <a:lnTo>
                  <a:pt x="126445" y="355648"/>
                </a:lnTo>
                <a:lnTo>
                  <a:pt x="72733" y="214523"/>
                </a:lnTo>
                <a:close/>
              </a:path>
              <a:path w="2080895" h="411480">
                <a:moveTo>
                  <a:pt x="265902" y="0"/>
                </a:moveTo>
                <a:lnTo>
                  <a:pt x="127779" y="355648"/>
                </a:lnTo>
                <a:lnTo>
                  <a:pt x="145931" y="355648"/>
                </a:lnTo>
                <a:lnTo>
                  <a:pt x="275244" y="22353"/>
                </a:lnTo>
                <a:lnTo>
                  <a:pt x="265902" y="22353"/>
                </a:lnTo>
                <a:lnTo>
                  <a:pt x="265902" y="0"/>
                </a:lnTo>
                <a:close/>
              </a:path>
              <a:path w="2080895" h="411480">
                <a:moveTo>
                  <a:pt x="58384" y="176823"/>
                </a:moveTo>
                <a:lnTo>
                  <a:pt x="52045" y="176823"/>
                </a:lnTo>
                <a:lnTo>
                  <a:pt x="0" y="218193"/>
                </a:lnTo>
                <a:lnTo>
                  <a:pt x="4003" y="224866"/>
                </a:lnTo>
                <a:lnTo>
                  <a:pt x="11342" y="218193"/>
                </a:lnTo>
                <a:lnTo>
                  <a:pt x="20017" y="214523"/>
                </a:lnTo>
                <a:lnTo>
                  <a:pt x="72733" y="214523"/>
                </a:lnTo>
                <a:lnTo>
                  <a:pt x="58384" y="176823"/>
                </a:lnTo>
                <a:close/>
              </a:path>
              <a:path w="2080895" h="411480">
                <a:moveTo>
                  <a:pt x="283917" y="0"/>
                </a:moveTo>
                <a:lnTo>
                  <a:pt x="265902" y="0"/>
                </a:lnTo>
                <a:lnTo>
                  <a:pt x="265902" y="22353"/>
                </a:lnTo>
                <a:lnTo>
                  <a:pt x="275244" y="22353"/>
                </a:lnTo>
                <a:lnTo>
                  <a:pt x="283917" y="0"/>
                </a:lnTo>
                <a:close/>
              </a:path>
              <a:path w="2080895" h="411480">
                <a:moveTo>
                  <a:pt x="2080324" y="0"/>
                </a:moveTo>
                <a:lnTo>
                  <a:pt x="283917" y="0"/>
                </a:lnTo>
                <a:lnTo>
                  <a:pt x="275244" y="22353"/>
                </a:lnTo>
                <a:lnTo>
                  <a:pt x="2080324" y="22353"/>
                </a:lnTo>
                <a:lnTo>
                  <a:pt x="20803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18986" y="2550990"/>
            <a:ext cx="1872614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600" spc="85" dirty="0">
                <a:latin typeface="Apple Symbols"/>
                <a:cs typeface="Apple Symbols"/>
              </a:rPr>
              <a:t>30</a:t>
            </a:r>
            <a:r>
              <a:rPr sz="2600" spc="-285" dirty="0">
                <a:latin typeface="Apple Symbols"/>
                <a:cs typeface="Apple Symbols"/>
              </a:rPr>
              <a:t> </a:t>
            </a:r>
            <a:r>
              <a:rPr sz="2600" spc="-405" dirty="0">
                <a:latin typeface="Apple Symbols"/>
                <a:cs typeface="Apple Symbols"/>
              </a:rPr>
              <a:t>⋅</a:t>
            </a:r>
            <a:r>
              <a:rPr sz="2600" spc="-285" dirty="0">
                <a:latin typeface="Apple Symbols"/>
                <a:cs typeface="Apple Symbols"/>
              </a:rPr>
              <a:t> </a:t>
            </a:r>
            <a:r>
              <a:rPr sz="2600" spc="105" dirty="0">
                <a:latin typeface="Apple Symbols"/>
                <a:cs typeface="Apple Symbols"/>
              </a:rPr>
              <a:t>log</a:t>
            </a:r>
            <a:r>
              <a:rPr sz="2775" spc="157" baseline="-19519" dirty="0">
                <a:latin typeface="Apple Symbols"/>
                <a:cs typeface="Apple Symbols"/>
              </a:rPr>
              <a:t>10</a:t>
            </a:r>
            <a:r>
              <a:rPr sz="2600" spc="105" dirty="0">
                <a:latin typeface="Apple Symbols"/>
                <a:cs typeface="Apple Symbols"/>
              </a:rPr>
              <a:t>(30)</a:t>
            </a:r>
            <a:endParaRPr sz="2600">
              <a:latin typeface="Apple Symbols"/>
              <a:cs typeface="Apple Symbol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2938" y="3287997"/>
            <a:ext cx="301625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00" spc="770" dirty="0">
                <a:latin typeface="Apple Symbols"/>
                <a:cs typeface="Apple Symbols"/>
              </a:rPr>
              <a:t>=</a:t>
            </a:r>
            <a:r>
              <a:rPr sz="3700" spc="-204" dirty="0">
                <a:latin typeface="Apple Symbols"/>
                <a:cs typeface="Apple Symbols"/>
              </a:rPr>
              <a:t> </a:t>
            </a:r>
            <a:r>
              <a:rPr sz="3700" spc="95" dirty="0">
                <a:latin typeface="Apple Symbols"/>
                <a:cs typeface="Apple Symbols"/>
              </a:rPr>
              <a:t>1.2318</a:t>
            </a:r>
            <a:r>
              <a:rPr sz="3700" spc="-620" dirty="0">
                <a:latin typeface="Apple Symbols"/>
                <a:cs typeface="Apple Symbols"/>
              </a:rPr>
              <a:t> </a:t>
            </a:r>
            <a:r>
              <a:rPr sz="3700" spc="505" dirty="0">
                <a:latin typeface="Apple Symbols"/>
                <a:cs typeface="Apple Symbols"/>
              </a:rPr>
              <a:t>*</a:t>
            </a:r>
            <a:r>
              <a:rPr sz="3700" spc="-615" dirty="0">
                <a:latin typeface="Apple Symbols"/>
                <a:cs typeface="Apple Symbols"/>
              </a:rPr>
              <a:t> </a:t>
            </a:r>
            <a:r>
              <a:rPr sz="3700" spc="65" dirty="0">
                <a:latin typeface="Apple Symbols"/>
                <a:cs typeface="Apple Symbols"/>
              </a:rPr>
              <a:t>10</a:t>
            </a:r>
            <a:r>
              <a:rPr sz="3900" spc="97" baseline="28846" dirty="0">
                <a:latin typeface="Apple Symbols"/>
                <a:cs typeface="Apple Symbols"/>
              </a:rPr>
              <a:t>08</a:t>
            </a:r>
            <a:endParaRPr sz="3900" baseline="28846" dirty="0">
              <a:latin typeface="Apple Symbols"/>
              <a:cs typeface="Apple Symbol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7157" y="353047"/>
            <a:ext cx="2688590" cy="142557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8330">
              <a:lnSpc>
                <a:spcPct val="100000"/>
              </a:lnSpc>
              <a:spcBef>
                <a:spcPts val="1175"/>
              </a:spcBef>
            </a:pPr>
            <a:r>
              <a:rPr sz="2800" spc="-40" dirty="0">
                <a:solidFill>
                  <a:srgbClr val="B51700"/>
                </a:solidFill>
                <a:latin typeface="Arial"/>
                <a:cs typeface="Arial"/>
              </a:rPr>
              <a:t>Complejidad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5219" y="461569"/>
            <a:ext cx="6409055" cy="4682490"/>
            <a:chOff x="2735219" y="461569"/>
            <a:chExt cx="6409055" cy="468249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5219" y="461569"/>
              <a:ext cx="6256834" cy="425750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4137" y="178046"/>
            <a:ext cx="2788920" cy="1617345"/>
            <a:chOff x="294137" y="178046"/>
            <a:chExt cx="2788920" cy="1617345"/>
          </a:xfrm>
        </p:grpSpPr>
        <p:sp>
          <p:nvSpPr>
            <p:cNvPr id="6" name="object 6"/>
            <p:cNvSpPr/>
            <p:nvPr/>
          </p:nvSpPr>
          <p:spPr>
            <a:xfrm>
              <a:off x="388761" y="1210870"/>
              <a:ext cx="539750" cy="584835"/>
            </a:xfrm>
            <a:custGeom>
              <a:avLst/>
              <a:gdLst/>
              <a:ahLst/>
              <a:cxnLst/>
              <a:rect l="l" t="t" r="r" b="b"/>
              <a:pathLst>
                <a:path w="539750" h="584835">
                  <a:moveTo>
                    <a:pt x="292716" y="0"/>
                  </a:moveTo>
                  <a:lnTo>
                    <a:pt x="2003" y="0"/>
                  </a:lnTo>
                  <a:lnTo>
                    <a:pt x="0" y="1953"/>
                  </a:lnTo>
                  <a:lnTo>
                    <a:pt x="0" y="582472"/>
                  </a:lnTo>
                  <a:lnTo>
                    <a:pt x="2003" y="584427"/>
                  </a:lnTo>
                  <a:lnTo>
                    <a:pt x="449293" y="584427"/>
                  </a:lnTo>
                  <a:lnTo>
                    <a:pt x="451299" y="582472"/>
                  </a:lnTo>
                  <a:lnTo>
                    <a:pt x="451299" y="464759"/>
                  </a:lnTo>
                  <a:lnTo>
                    <a:pt x="205672" y="464759"/>
                  </a:lnTo>
                  <a:lnTo>
                    <a:pt x="201751" y="460822"/>
                  </a:lnTo>
                  <a:lnTo>
                    <a:pt x="203529" y="457056"/>
                  </a:lnTo>
                  <a:lnTo>
                    <a:pt x="248830" y="354585"/>
                  </a:lnTo>
                  <a:lnTo>
                    <a:pt x="251691" y="348556"/>
                  </a:lnTo>
                  <a:lnTo>
                    <a:pt x="255525" y="343042"/>
                  </a:lnTo>
                  <a:lnTo>
                    <a:pt x="440693" y="157924"/>
                  </a:lnTo>
                  <a:lnTo>
                    <a:pt x="295429" y="157924"/>
                  </a:lnTo>
                  <a:lnTo>
                    <a:pt x="293424" y="155971"/>
                  </a:lnTo>
                  <a:lnTo>
                    <a:pt x="293425" y="693"/>
                  </a:lnTo>
                  <a:lnTo>
                    <a:pt x="292716" y="0"/>
                  </a:lnTo>
                  <a:close/>
                </a:path>
                <a:path w="539750" h="584835">
                  <a:moveTo>
                    <a:pt x="451299" y="281759"/>
                  </a:moveTo>
                  <a:lnTo>
                    <a:pt x="321363" y="411694"/>
                  </a:lnTo>
                  <a:lnTo>
                    <a:pt x="315884" y="415527"/>
                  </a:lnTo>
                  <a:lnTo>
                    <a:pt x="309889" y="418371"/>
                  </a:lnTo>
                  <a:lnTo>
                    <a:pt x="209437" y="462965"/>
                  </a:lnTo>
                  <a:lnTo>
                    <a:pt x="205672" y="464759"/>
                  </a:lnTo>
                  <a:lnTo>
                    <a:pt x="451299" y="464759"/>
                  </a:lnTo>
                  <a:lnTo>
                    <a:pt x="451299" y="281759"/>
                  </a:lnTo>
                  <a:close/>
                </a:path>
                <a:path w="539750" h="584835">
                  <a:moveTo>
                    <a:pt x="268046" y="363152"/>
                  </a:moveTo>
                  <a:lnTo>
                    <a:pt x="266533" y="363152"/>
                  </a:lnTo>
                  <a:lnTo>
                    <a:pt x="266076" y="363435"/>
                  </a:lnTo>
                  <a:lnTo>
                    <a:pt x="234160" y="430974"/>
                  </a:lnTo>
                  <a:lnTo>
                    <a:pt x="235535" y="432334"/>
                  </a:lnTo>
                  <a:lnTo>
                    <a:pt x="303552" y="400175"/>
                  </a:lnTo>
                  <a:lnTo>
                    <a:pt x="303746" y="398844"/>
                  </a:lnTo>
                  <a:lnTo>
                    <a:pt x="268046" y="363152"/>
                  </a:lnTo>
                  <a:close/>
                </a:path>
                <a:path w="539750" h="584835">
                  <a:moveTo>
                    <a:pt x="458012" y="169085"/>
                  </a:moveTo>
                  <a:lnTo>
                    <a:pt x="457212" y="169085"/>
                  </a:lnTo>
                  <a:lnTo>
                    <a:pt x="456806" y="169233"/>
                  </a:lnTo>
                  <a:lnTo>
                    <a:pt x="279680" y="346360"/>
                  </a:lnTo>
                  <a:lnTo>
                    <a:pt x="279679" y="347355"/>
                  </a:lnTo>
                  <a:lnTo>
                    <a:pt x="318484" y="386158"/>
                  </a:lnTo>
                  <a:lnTo>
                    <a:pt x="319426" y="386158"/>
                  </a:lnTo>
                  <a:lnTo>
                    <a:pt x="496861" y="208723"/>
                  </a:lnTo>
                  <a:lnTo>
                    <a:pt x="496861" y="207712"/>
                  </a:lnTo>
                  <a:lnTo>
                    <a:pt x="458416" y="169233"/>
                  </a:lnTo>
                  <a:lnTo>
                    <a:pt x="458012" y="169085"/>
                  </a:lnTo>
                  <a:close/>
                </a:path>
                <a:path w="539750" h="584835">
                  <a:moveTo>
                    <a:pt x="507543" y="127755"/>
                  </a:moveTo>
                  <a:lnTo>
                    <a:pt x="500101" y="128094"/>
                  </a:lnTo>
                  <a:lnTo>
                    <a:pt x="496334" y="129707"/>
                  </a:lnTo>
                  <a:lnTo>
                    <a:pt x="471845" y="154195"/>
                  </a:lnTo>
                  <a:lnTo>
                    <a:pt x="471845" y="155188"/>
                  </a:lnTo>
                  <a:lnTo>
                    <a:pt x="510598" y="193992"/>
                  </a:lnTo>
                  <a:lnTo>
                    <a:pt x="511592" y="193992"/>
                  </a:lnTo>
                  <a:lnTo>
                    <a:pt x="539062" y="166504"/>
                  </a:lnTo>
                  <a:lnTo>
                    <a:pt x="539460" y="157924"/>
                  </a:lnTo>
                  <a:lnTo>
                    <a:pt x="539488" y="157328"/>
                  </a:lnTo>
                  <a:lnTo>
                    <a:pt x="511216" y="129006"/>
                  </a:lnTo>
                  <a:lnTo>
                    <a:pt x="507543" y="127755"/>
                  </a:lnTo>
                  <a:close/>
                </a:path>
                <a:path w="539750" h="584835">
                  <a:moveTo>
                    <a:pt x="315002" y="2184"/>
                  </a:moveTo>
                  <a:lnTo>
                    <a:pt x="314113" y="2184"/>
                  </a:lnTo>
                  <a:lnTo>
                    <a:pt x="313230" y="2550"/>
                  </a:lnTo>
                  <a:lnTo>
                    <a:pt x="312818" y="3084"/>
                  </a:lnTo>
                  <a:lnTo>
                    <a:pt x="312818" y="136578"/>
                  </a:lnTo>
                  <a:lnTo>
                    <a:pt x="314822" y="138531"/>
                  </a:lnTo>
                  <a:lnTo>
                    <a:pt x="448917" y="138531"/>
                  </a:lnTo>
                  <a:lnTo>
                    <a:pt x="449608" y="136839"/>
                  </a:lnTo>
                  <a:lnTo>
                    <a:pt x="315002" y="2184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4137" y="178046"/>
              <a:ext cx="2788920" cy="1062990"/>
            </a:xfrm>
            <a:custGeom>
              <a:avLst/>
              <a:gdLst/>
              <a:ahLst/>
              <a:cxnLst/>
              <a:rect l="l" t="t" r="r" b="b"/>
              <a:pathLst>
                <a:path w="2788920" h="1062990">
                  <a:moveTo>
                    <a:pt x="2788880" y="0"/>
                  </a:moveTo>
                  <a:lnTo>
                    <a:pt x="0" y="0"/>
                  </a:lnTo>
                  <a:lnTo>
                    <a:pt x="0" y="1062989"/>
                  </a:lnTo>
                  <a:lnTo>
                    <a:pt x="2788880" y="1062989"/>
                  </a:lnTo>
                  <a:lnTo>
                    <a:pt x="2788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27044" y="4515916"/>
            <a:ext cx="746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0" dirty="0">
                <a:latin typeface="Arial"/>
                <a:cs typeface="Arial"/>
              </a:rPr>
              <a:t>2008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9393" y="2331567"/>
            <a:ext cx="222250" cy="2190750"/>
            <a:chOff x="6089393" y="2331567"/>
            <a:chExt cx="222250" cy="21907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9393" y="2331567"/>
              <a:ext cx="221627" cy="2742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40193" y="2359368"/>
              <a:ext cx="120650" cy="172720"/>
            </a:xfrm>
            <a:custGeom>
              <a:avLst/>
              <a:gdLst/>
              <a:ahLst/>
              <a:cxnLst/>
              <a:rect l="l" t="t" r="r" b="b"/>
              <a:pathLst>
                <a:path w="120650" h="172719">
                  <a:moveTo>
                    <a:pt x="120027" y="0"/>
                  </a:moveTo>
                  <a:lnTo>
                    <a:pt x="0" y="0"/>
                  </a:lnTo>
                  <a:lnTo>
                    <a:pt x="0" y="172615"/>
                  </a:lnTo>
                  <a:lnTo>
                    <a:pt x="120027" y="172615"/>
                  </a:lnTo>
                  <a:lnTo>
                    <a:pt x="12002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40193" y="2359367"/>
              <a:ext cx="120650" cy="172720"/>
            </a:xfrm>
            <a:custGeom>
              <a:avLst/>
              <a:gdLst/>
              <a:ahLst/>
              <a:cxnLst/>
              <a:rect l="l" t="t" r="r" b="b"/>
              <a:pathLst>
                <a:path w="120650" h="172719">
                  <a:moveTo>
                    <a:pt x="0" y="0"/>
                  </a:moveTo>
                  <a:lnTo>
                    <a:pt x="120027" y="0"/>
                  </a:lnTo>
                  <a:lnTo>
                    <a:pt x="120027" y="172615"/>
                  </a:lnTo>
                  <a:lnTo>
                    <a:pt x="0" y="17261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69129" y="2421407"/>
              <a:ext cx="101600" cy="21007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19929" y="2439507"/>
              <a:ext cx="0" cy="2025014"/>
            </a:xfrm>
            <a:custGeom>
              <a:avLst/>
              <a:gdLst/>
              <a:ahLst/>
              <a:cxnLst/>
              <a:rect l="l" t="t" r="r" b="b"/>
              <a:pathLst>
                <a:path h="2025014">
                  <a:moveTo>
                    <a:pt x="0" y="2024574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224699" y="57351"/>
            <a:ext cx="45427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spc="-160" dirty="0">
                <a:solidFill>
                  <a:srgbClr val="000000"/>
                </a:solidFill>
                <a:latin typeface="Arial"/>
                <a:cs typeface="Arial"/>
              </a:rPr>
              <a:t>Posición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65" dirty="0">
                <a:solidFill>
                  <a:srgbClr val="000000"/>
                </a:solidFill>
                <a:latin typeface="Arial"/>
                <a:cs typeface="Arial"/>
              </a:rPr>
              <a:t>22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90" dirty="0">
                <a:solidFill>
                  <a:srgbClr val="000000"/>
                </a:solidFill>
                <a:latin typeface="Arial"/>
                <a:cs typeface="Arial"/>
              </a:rPr>
              <a:t>del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5" dirty="0">
                <a:solidFill>
                  <a:srgbClr val="000000"/>
                </a:solidFill>
                <a:latin typeface="Arial"/>
                <a:cs typeface="Arial"/>
              </a:rPr>
              <a:t>mundo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40" dirty="0">
                <a:solidFill>
                  <a:srgbClr val="000000"/>
                </a:solidFill>
                <a:latin typeface="Arial"/>
                <a:cs typeface="Arial"/>
              </a:rPr>
              <a:t>en</a:t>
            </a:r>
            <a:r>
              <a:rPr sz="2800" b="0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0" spc="-100" dirty="0">
                <a:solidFill>
                  <a:srgbClr val="000000"/>
                </a:solidFill>
                <a:latin typeface="Arial"/>
                <a:cs typeface="Arial"/>
              </a:rPr>
              <a:t>2008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0919" y="3264337"/>
            <a:ext cx="925680" cy="106298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Complejidad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17617" y="2493723"/>
            <a:ext cx="4926965" cy="2649855"/>
            <a:chOff x="4217617" y="2493723"/>
            <a:chExt cx="4926965" cy="26498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0817" y="2696923"/>
              <a:ext cx="3855398" cy="19493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17617" y="2493723"/>
              <a:ext cx="4261798" cy="23938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67768" y="672228"/>
            <a:ext cx="4299585" cy="1745614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19"/>
              </a:spcBef>
            </a:pPr>
            <a:r>
              <a:rPr sz="2800" b="1" spc="-270" dirty="0">
                <a:latin typeface="Arial"/>
                <a:cs typeface="Arial"/>
              </a:rPr>
              <a:t>VelocidadCPU</a:t>
            </a:r>
            <a:endParaRPr sz="28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925"/>
              </a:spcBef>
            </a:pPr>
            <a:r>
              <a:rPr sz="2800" spc="-170" dirty="0">
                <a:latin typeface="Arial"/>
                <a:cs typeface="Arial"/>
              </a:rPr>
              <a:t>=1.05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*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10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3900" b="1" spc="-232" baseline="17094" dirty="0">
                <a:latin typeface="Arial"/>
                <a:cs typeface="Arial"/>
              </a:rPr>
              <a:t>15</a:t>
            </a:r>
            <a:r>
              <a:rPr sz="3900" b="1" spc="-179" baseline="1709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operaciones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/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360" dirty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14"/>
              </a:spcBef>
            </a:pPr>
            <a:r>
              <a:rPr sz="2800" b="1" spc="-254" dirty="0">
                <a:latin typeface="Arial"/>
                <a:cs typeface="Arial"/>
              </a:rPr>
              <a:t>=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1.105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95" dirty="0">
                <a:latin typeface="Arial"/>
                <a:cs typeface="Arial"/>
              </a:rPr>
              <a:t>Petaflops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9632" y="384753"/>
            <a:ext cx="5497195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297815" algn="l"/>
                <a:tab pos="2798445" algn="l"/>
              </a:tabLst>
            </a:pPr>
            <a:r>
              <a:rPr sz="2800" spc="-210" dirty="0">
                <a:latin typeface="Arial"/>
                <a:cs typeface="Arial"/>
              </a:rPr>
              <a:t>¿Cuánto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tiempo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requiere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n=</a:t>
            </a:r>
            <a:r>
              <a:rPr sz="2800" b="1" spc="-175" dirty="0">
                <a:latin typeface="Arial"/>
                <a:cs typeface="Arial"/>
              </a:rPr>
              <a:t>50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cifras</a:t>
            </a:r>
            <a:r>
              <a:rPr sz="2800" spc="-2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03119" y="2230631"/>
            <a:ext cx="24955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35" dirty="0">
                <a:latin typeface="Apple Symbols"/>
                <a:cs typeface="Apple Symbols"/>
              </a:rPr>
              <a:t>𝒜</a:t>
            </a:r>
            <a:endParaRPr sz="2050">
              <a:latin typeface="Apple Symbols"/>
              <a:cs typeface="Apple Symbol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3672" y="2031749"/>
            <a:ext cx="177736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120" algn="l"/>
              </a:tabLst>
            </a:pPr>
            <a:r>
              <a:rPr sz="2900" i="1" spc="-50" dirty="0">
                <a:latin typeface="Times New Roman"/>
                <a:cs typeface="Times New Roman"/>
              </a:rPr>
              <a:t>f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spc="50" dirty="0">
                <a:latin typeface="Apple Symbols"/>
                <a:cs typeface="Apple Symbols"/>
              </a:rPr>
              <a:t>(50)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40" dirty="0">
                <a:latin typeface="Apple Symbols"/>
                <a:cs typeface="Apple Symbols"/>
              </a:rPr>
              <a:t>10</a:t>
            </a:r>
            <a:endParaRPr sz="2900">
              <a:latin typeface="Apple Symbols"/>
              <a:cs typeface="Apple Symbol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78179" y="1888337"/>
            <a:ext cx="1663700" cy="483234"/>
          </a:xfrm>
          <a:custGeom>
            <a:avLst/>
            <a:gdLst/>
            <a:ahLst/>
            <a:cxnLst/>
            <a:rect l="l" t="t" r="r" b="b"/>
            <a:pathLst>
              <a:path w="1663700" h="483235">
                <a:moveTo>
                  <a:pt x="59006" y="268814"/>
                </a:moveTo>
                <a:lnTo>
                  <a:pt x="29287" y="268814"/>
                </a:lnTo>
                <a:lnTo>
                  <a:pt x="33470" y="274567"/>
                </a:lnTo>
                <a:lnTo>
                  <a:pt x="37132" y="286597"/>
                </a:lnTo>
                <a:lnTo>
                  <a:pt x="97537" y="482977"/>
                </a:lnTo>
                <a:lnTo>
                  <a:pt x="108520" y="482977"/>
                </a:lnTo>
                <a:lnTo>
                  <a:pt x="124512" y="430418"/>
                </a:lnTo>
                <a:lnTo>
                  <a:pt x="108780" y="430418"/>
                </a:lnTo>
                <a:lnTo>
                  <a:pt x="59006" y="268814"/>
                </a:lnTo>
                <a:close/>
              </a:path>
              <a:path w="1663700" h="483235">
                <a:moveTo>
                  <a:pt x="240573" y="0"/>
                </a:moveTo>
                <a:lnTo>
                  <a:pt x="109827" y="430418"/>
                </a:lnTo>
                <a:lnTo>
                  <a:pt x="124512" y="430418"/>
                </a:lnTo>
                <a:lnTo>
                  <a:pt x="250147" y="17519"/>
                </a:lnTo>
                <a:lnTo>
                  <a:pt x="240573" y="17519"/>
                </a:lnTo>
                <a:lnTo>
                  <a:pt x="240573" y="0"/>
                </a:lnTo>
                <a:close/>
              </a:path>
              <a:path w="1663700" h="483235">
                <a:moveTo>
                  <a:pt x="49422" y="237697"/>
                </a:moveTo>
                <a:lnTo>
                  <a:pt x="42885" y="237697"/>
                </a:lnTo>
                <a:lnTo>
                  <a:pt x="0" y="270645"/>
                </a:lnTo>
                <a:lnTo>
                  <a:pt x="3138" y="275875"/>
                </a:lnTo>
                <a:lnTo>
                  <a:pt x="9413" y="270907"/>
                </a:lnTo>
                <a:lnTo>
                  <a:pt x="15951" y="268814"/>
                </a:lnTo>
                <a:lnTo>
                  <a:pt x="59006" y="268814"/>
                </a:lnTo>
                <a:lnTo>
                  <a:pt x="49422" y="237697"/>
                </a:lnTo>
                <a:close/>
              </a:path>
              <a:path w="1663700" h="483235">
                <a:moveTo>
                  <a:pt x="255478" y="0"/>
                </a:moveTo>
                <a:lnTo>
                  <a:pt x="240573" y="0"/>
                </a:lnTo>
                <a:lnTo>
                  <a:pt x="240573" y="17519"/>
                </a:lnTo>
                <a:lnTo>
                  <a:pt x="250147" y="17519"/>
                </a:lnTo>
                <a:lnTo>
                  <a:pt x="255478" y="0"/>
                </a:lnTo>
                <a:close/>
              </a:path>
              <a:path w="1663700" h="483235">
                <a:moveTo>
                  <a:pt x="1663472" y="0"/>
                </a:moveTo>
                <a:lnTo>
                  <a:pt x="255478" y="0"/>
                </a:lnTo>
                <a:lnTo>
                  <a:pt x="250147" y="17519"/>
                </a:lnTo>
                <a:lnTo>
                  <a:pt x="1663472" y="17519"/>
                </a:lnTo>
                <a:lnTo>
                  <a:pt x="1663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95559" y="1806891"/>
            <a:ext cx="3865879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Apple Symbols"/>
                <a:cs typeface="Apple Symbols"/>
              </a:rPr>
              <a:t>50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-315" dirty="0">
                <a:latin typeface="Apple Symbols"/>
                <a:cs typeface="Apple Symbols"/>
              </a:rPr>
              <a:t>⋅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80" dirty="0">
                <a:latin typeface="Apple Symbols"/>
                <a:cs typeface="Apple Symbols"/>
              </a:rPr>
              <a:t>log</a:t>
            </a:r>
            <a:r>
              <a:rPr sz="2175" spc="120" baseline="-19157" dirty="0">
                <a:latin typeface="Apple Symbols"/>
                <a:cs typeface="Apple Symbols"/>
              </a:rPr>
              <a:t>10</a:t>
            </a:r>
            <a:r>
              <a:rPr sz="2050" spc="80" dirty="0">
                <a:latin typeface="Apple Symbols"/>
                <a:cs typeface="Apple Symbols"/>
              </a:rPr>
              <a:t>(50)</a:t>
            </a:r>
            <a:r>
              <a:rPr sz="2050" spc="254" dirty="0">
                <a:latin typeface="Apple Symbols"/>
                <a:cs typeface="Apple Symbols"/>
              </a:rPr>
              <a:t> </a:t>
            </a:r>
            <a:r>
              <a:rPr sz="4350" spc="907" baseline="-33524" dirty="0">
                <a:latin typeface="Apple Symbols"/>
                <a:cs typeface="Apple Symbols"/>
              </a:rPr>
              <a:t>=</a:t>
            </a:r>
            <a:r>
              <a:rPr sz="4350" spc="-209" baseline="-33524" dirty="0">
                <a:latin typeface="Apple Symbols"/>
                <a:cs typeface="Apple Symbols"/>
              </a:rPr>
              <a:t> </a:t>
            </a:r>
            <a:r>
              <a:rPr sz="4350" spc="112" baseline="-33524" dirty="0">
                <a:latin typeface="Apple Symbols"/>
                <a:cs typeface="Apple Symbols"/>
              </a:rPr>
              <a:t>1.0316</a:t>
            </a:r>
            <a:r>
              <a:rPr sz="4350" spc="-450" baseline="-33524" dirty="0">
                <a:latin typeface="Apple Symbols"/>
                <a:cs typeface="Apple Symbols"/>
              </a:rPr>
              <a:t> </a:t>
            </a:r>
            <a:r>
              <a:rPr sz="4350" spc="-675" baseline="-33524" dirty="0">
                <a:latin typeface="Apple Symbols"/>
                <a:cs typeface="Apple Symbols"/>
              </a:rPr>
              <a:t>⋅</a:t>
            </a:r>
            <a:r>
              <a:rPr sz="4350" spc="-457" baseline="-33524" dirty="0">
                <a:latin typeface="Apple Symbols"/>
                <a:cs typeface="Apple Symbols"/>
              </a:rPr>
              <a:t> </a:t>
            </a:r>
            <a:r>
              <a:rPr sz="4350" spc="52" baseline="-33524" dirty="0">
                <a:latin typeface="Apple Symbols"/>
                <a:cs typeface="Apple Symbols"/>
              </a:rPr>
              <a:t>10</a:t>
            </a:r>
            <a:r>
              <a:rPr sz="3075" spc="52" baseline="-18970" dirty="0">
                <a:latin typeface="Apple Symbols"/>
                <a:cs typeface="Apple Symbols"/>
              </a:rPr>
              <a:t>12</a:t>
            </a:r>
            <a:endParaRPr sz="3075" baseline="-18970">
              <a:latin typeface="Apple Symbols"/>
              <a:cs typeface="Apple Symbol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B7959C-20E5-F57B-1097-29248918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FEE2D9-C1DF-B22F-A271-0DCE4C40FBE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9EBF22-024D-0A77-42F3-C0C3398C1A8C}"/>
              </a:ext>
            </a:extLst>
          </p:cNvPr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D532E5D-F093-CE6B-275E-50425D943A8B}"/>
              </a:ext>
            </a:extLst>
          </p:cNvPr>
          <p:cNvSpPr txBox="1"/>
          <p:nvPr/>
        </p:nvSpPr>
        <p:spPr>
          <a:xfrm>
            <a:off x="3289632" y="384753"/>
            <a:ext cx="5497195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297815" algn="l"/>
                <a:tab pos="2798445" algn="l"/>
              </a:tabLst>
            </a:pPr>
            <a:r>
              <a:rPr sz="2800" spc="-210" dirty="0">
                <a:latin typeface="Arial"/>
                <a:cs typeface="Arial"/>
              </a:rPr>
              <a:t>¿Cuánto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tiempo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10" dirty="0">
                <a:latin typeface="Arial"/>
                <a:cs typeface="Arial"/>
              </a:rPr>
              <a:t>requiere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un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número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con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n=</a:t>
            </a:r>
            <a:r>
              <a:rPr sz="2800" b="1" spc="-175" dirty="0">
                <a:latin typeface="Arial"/>
                <a:cs typeface="Arial"/>
              </a:rPr>
              <a:t>50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cifras</a:t>
            </a:r>
            <a:r>
              <a:rPr sz="2800" spc="-2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B588366-49F5-3740-2506-6FEE52DF9ECD}"/>
              </a:ext>
            </a:extLst>
          </p:cNvPr>
          <p:cNvSpPr txBox="1"/>
          <p:nvPr/>
        </p:nvSpPr>
        <p:spPr>
          <a:xfrm>
            <a:off x="3403119" y="2230631"/>
            <a:ext cx="24955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235" dirty="0">
                <a:latin typeface="Apple Symbols"/>
                <a:cs typeface="Apple Symbols"/>
              </a:rPr>
              <a:t>𝒜</a:t>
            </a:r>
            <a:endParaRPr sz="2050">
              <a:latin typeface="Apple Symbols"/>
              <a:cs typeface="Apple Symbol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8E82A29-FC48-A3A0-355F-00E19BD130E5}"/>
              </a:ext>
            </a:extLst>
          </p:cNvPr>
          <p:cNvSpPr txBox="1"/>
          <p:nvPr/>
        </p:nvSpPr>
        <p:spPr>
          <a:xfrm>
            <a:off x="3313672" y="2031749"/>
            <a:ext cx="1777364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120" algn="l"/>
              </a:tabLst>
            </a:pPr>
            <a:r>
              <a:rPr sz="2900" i="1" spc="-50" dirty="0">
                <a:latin typeface="Times New Roman"/>
                <a:cs typeface="Times New Roman"/>
              </a:rPr>
              <a:t>f</a:t>
            </a:r>
            <a:r>
              <a:rPr sz="2900" i="1" dirty="0">
                <a:latin typeface="Times New Roman"/>
                <a:cs typeface="Times New Roman"/>
              </a:rPr>
              <a:t>	</a:t>
            </a:r>
            <a:r>
              <a:rPr sz="2900" spc="50" dirty="0">
                <a:latin typeface="Apple Symbols"/>
                <a:cs typeface="Apple Symbols"/>
              </a:rPr>
              <a:t>(50)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605" dirty="0">
                <a:latin typeface="Apple Symbols"/>
                <a:cs typeface="Apple Symbols"/>
              </a:rPr>
              <a:t>=</a:t>
            </a:r>
            <a:r>
              <a:rPr sz="2900" spc="-160" dirty="0">
                <a:latin typeface="Apple Symbols"/>
                <a:cs typeface="Apple Symbols"/>
              </a:rPr>
              <a:t> </a:t>
            </a:r>
            <a:r>
              <a:rPr sz="2900" spc="40" dirty="0">
                <a:latin typeface="Apple Symbols"/>
                <a:cs typeface="Apple Symbols"/>
              </a:rPr>
              <a:t>10</a:t>
            </a:r>
            <a:endParaRPr sz="2900">
              <a:latin typeface="Apple Symbols"/>
              <a:cs typeface="Apple Symbol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BA91F59-E678-5022-2969-8925317249F1}"/>
              </a:ext>
            </a:extLst>
          </p:cNvPr>
          <p:cNvSpPr/>
          <p:nvPr/>
        </p:nvSpPr>
        <p:spPr>
          <a:xfrm>
            <a:off x="5078179" y="1888337"/>
            <a:ext cx="1663700" cy="483234"/>
          </a:xfrm>
          <a:custGeom>
            <a:avLst/>
            <a:gdLst/>
            <a:ahLst/>
            <a:cxnLst/>
            <a:rect l="l" t="t" r="r" b="b"/>
            <a:pathLst>
              <a:path w="1663700" h="483235">
                <a:moveTo>
                  <a:pt x="59006" y="268814"/>
                </a:moveTo>
                <a:lnTo>
                  <a:pt x="29287" y="268814"/>
                </a:lnTo>
                <a:lnTo>
                  <a:pt x="33470" y="274567"/>
                </a:lnTo>
                <a:lnTo>
                  <a:pt x="37132" y="286597"/>
                </a:lnTo>
                <a:lnTo>
                  <a:pt x="97537" y="482977"/>
                </a:lnTo>
                <a:lnTo>
                  <a:pt x="108520" y="482977"/>
                </a:lnTo>
                <a:lnTo>
                  <a:pt x="124512" y="430418"/>
                </a:lnTo>
                <a:lnTo>
                  <a:pt x="108780" y="430418"/>
                </a:lnTo>
                <a:lnTo>
                  <a:pt x="59006" y="268814"/>
                </a:lnTo>
                <a:close/>
              </a:path>
              <a:path w="1663700" h="483235">
                <a:moveTo>
                  <a:pt x="240573" y="0"/>
                </a:moveTo>
                <a:lnTo>
                  <a:pt x="109827" y="430418"/>
                </a:lnTo>
                <a:lnTo>
                  <a:pt x="124512" y="430418"/>
                </a:lnTo>
                <a:lnTo>
                  <a:pt x="250147" y="17519"/>
                </a:lnTo>
                <a:lnTo>
                  <a:pt x="240573" y="17519"/>
                </a:lnTo>
                <a:lnTo>
                  <a:pt x="240573" y="0"/>
                </a:lnTo>
                <a:close/>
              </a:path>
              <a:path w="1663700" h="483235">
                <a:moveTo>
                  <a:pt x="49422" y="237697"/>
                </a:moveTo>
                <a:lnTo>
                  <a:pt x="42885" y="237697"/>
                </a:lnTo>
                <a:lnTo>
                  <a:pt x="0" y="270645"/>
                </a:lnTo>
                <a:lnTo>
                  <a:pt x="3138" y="275875"/>
                </a:lnTo>
                <a:lnTo>
                  <a:pt x="9413" y="270907"/>
                </a:lnTo>
                <a:lnTo>
                  <a:pt x="15951" y="268814"/>
                </a:lnTo>
                <a:lnTo>
                  <a:pt x="59006" y="268814"/>
                </a:lnTo>
                <a:lnTo>
                  <a:pt x="49422" y="237697"/>
                </a:lnTo>
                <a:close/>
              </a:path>
              <a:path w="1663700" h="483235">
                <a:moveTo>
                  <a:pt x="255478" y="0"/>
                </a:moveTo>
                <a:lnTo>
                  <a:pt x="240573" y="0"/>
                </a:lnTo>
                <a:lnTo>
                  <a:pt x="240573" y="17519"/>
                </a:lnTo>
                <a:lnTo>
                  <a:pt x="250147" y="17519"/>
                </a:lnTo>
                <a:lnTo>
                  <a:pt x="255478" y="0"/>
                </a:lnTo>
                <a:close/>
              </a:path>
              <a:path w="1663700" h="483235">
                <a:moveTo>
                  <a:pt x="1663472" y="0"/>
                </a:moveTo>
                <a:lnTo>
                  <a:pt x="255478" y="0"/>
                </a:lnTo>
                <a:lnTo>
                  <a:pt x="250147" y="17519"/>
                </a:lnTo>
                <a:lnTo>
                  <a:pt x="1663472" y="17519"/>
                </a:lnTo>
                <a:lnTo>
                  <a:pt x="16634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F2998EA-6658-96B2-8613-FC8F56220789}"/>
              </a:ext>
            </a:extLst>
          </p:cNvPr>
          <p:cNvSpPr txBox="1"/>
          <p:nvPr/>
        </p:nvSpPr>
        <p:spPr>
          <a:xfrm>
            <a:off x="5295559" y="1806891"/>
            <a:ext cx="3865879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latin typeface="Apple Symbols"/>
                <a:cs typeface="Apple Symbols"/>
              </a:rPr>
              <a:t>50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-315" dirty="0">
                <a:latin typeface="Apple Symbols"/>
                <a:cs typeface="Apple Symbols"/>
              </a:rPr>
              <a:t>⋅</a:t>
            </a:r>
            <a:r>
              <a:rPr sz="2050" spc="-215" dirty="0">
                <a:latin typeface="Apple Symbols"/>
                <a:cs typeface="Apple Symbols"/>
              </a:rPr>
              <a:t> </a:t>
            </a:r>
            <a:r>
              <a:rPr sz="2050" spc="80" dirty="0">
                <a:latin typeface="Apple Symbols"/>
                <a:cs typeface="Apple Symbols"/>
              </a:rPr>
              <a:t>log</a:t>
            </a:r>
            <a:r>
              <a:rPr sz="2175" spc="120" baseline="-19157" dirty="0">
                <a:latin typeface="Apple Symbols"/>
                <a:cs typeface="Apple Symbols"/>
              </a:rPr>
              <a:t>10</a:t>
            </a:r>
            <a:r>
              <a:rPr sz="2050" spc="80" dirty="0">
                <a:latin typeface="Apple Symbols"/>
                <a:cs typeface="Apple Symbols"/>
              </a:rPr>
              <a:t>(50)</a:t>
            </a:r>
            <a:r>
              <a:rPr sz="2050" spc="254" dirty="0">
                <a:latin typeface="Apple Symbols"/>
                <a:cs typeface="Apple Symbols"/>
              </a:rPr>
              <a:t> </a:t>
            </a:r>
            <a:r>
              <a:rPr sz="4350" spc="907" baseline="-33524" dirty="0">
                <a:latin typeface="Apple Symbols"/>
                <a:cs typeface="Apple Symbols"/>
              </a:rPr>
              <a:t>=</a:t>
            </a:r>
            <a:r>
              <a:rPr sz="4350" spc="-209" baseline="-33524" dirty="0">
                <a:latin typeface="Apple Symbols"/>
                <a:cs typeface="Apple Symbols"/>
              </a:rPr>
              <a:t> </a:t>
            </a:r>
            <a:r>
              <a:rPr sz="4350" spc="112" baseline="-33524" dirty="0">
                <a:latin typeface="Apple Symbols"/>
                <a:cs typeface="Apple Symbols"/>
              </a:rPr>
              <a:t>1.0316</a:t>
            </a:r>
            <a:r>
              <a:rPr sz="4350" spc="-450" baseline="-33524" dirty="0">
                <a:latin typeface="Apple Symbols"/>
                <a:cs typeface="Apple Symbols"/>
              </a:rPr>
              <a:t> </a:t>
            </a:r>
            <a:r>
              <a:rPr sz="4350" spc="-675" baseline="-33524" dirty="0">
                <a:latin typeface="Apple Symbols"/>
                <a:cs typeface="Apple Symbols"/>
              </a:rPr>
              <a:t>⋅</a:t>
            </a:r>
            <a:r>
              <a:rPr sz="4350" spc="-457" baseline="-33524" dirty="0">
                <a:latin typeface="Apple Symbols"/>
                <a:cs typeface="Apple Symbols"/>
              </a:rPr>
              <a:t> </a:t>
            </a:r>
            <a:r>
              <a:rPr sz="4350" spc="52" baseline="-33524" dirty="0">
                <a:latin typeface="Apple Symbols"/>
                <a:cs typeface="Apple Symbols"/>
              </a:rPr>
              <a:t>10</a:t>
            </a:r>
            <a:r>
              <a:rPr sz="3075" spc="52" baseline="-18970" dirty="0">
                <a:latin typeface="Apple Symbols"/>
                <a:cs typeface="Apple Symbols"/>
              </a:rPr>
              <a:t>12</a:t>
            </a:r>
            <a:endParaRPr sz="3075" baseline="-18970">
              <a:latin typeface="Apple Symbols"/>
              <a:cs typeface="Apple Symbol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0A66498-FCFE-0BF8-CC78-FACEB7080870}"/>
              </a:ext>
            </a:extLst>
          </p:cNvPr>
          <p:cNvSpPr txBox="1"/>
          <p:nvPr/>
        </p:nvSpPr>
        <p:spPr>
          <a:xfrm>
            <a:off x="3657948" y="3062040"/>
            <a:ext cx="843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i="1" spc="15" dirty="0">
                <a:latin typeface="Times New Roman"/>
                <a:cs typeface="Times New Roman"/>
              </a:rPr>
              <a:t>f</a:t>
            </a:r>
            <a:r>
              <a:rPr sz="2550" spc="22" baseline="-19607" dirty="0">
                <a:latin typeface="Apple Symbols"/>
                <a:cs typeface="Apple Symbols"/>
              </a:rPr>
              <a:t>𝒜</a:t>
            </a:r>
            <a:r>
              <a:rPr sz="2400" spc="15" dirty="0">
                <a:latin typeface="Apple Symbols"/>
                <a:cs typeface="Apple Symbols"/>
              </a:rPr>
              <a:t>(50)</a:t>
            </a:r>
            <a:endParaRPr sz="2400">
              <a:latin typeface="Apple Symbols"/>
              <a:cs typeface="Apple Symbol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D03CEF5-F42C-6D9B-C424-5960660D37C9}"/>
              </a:ext>
            </a:extLst>
          </p:cNvPr>
          <p:cNvSpPr/>
          <p:nvPr/>
        </p:nvSpPr>
        <p:spPr>
          <a:xfrm>
            <a:off x="3188618" y="3520468"/>
            <a:ext cx="1781810" cy="20955"/>
          </a:xfrm>
          <a:custGeom>
            <a:avLst/>
            <a:gdLst/>
            <a:ahLst/>
            <a:cxnLst/>
            <a:rect l="l" t="t" r="r" b="b"/>
            <a:pathLst>
              <a:path w="1781810" h="20954">
                <a:moveTo>
                  <a:pt x="1781710" y="0"/>
                </a:moveTo>
                <a:lnTo>
                  <a:pt x="0" y="0"/>
                </a:lnTo>
                <a:lnTo>
                  <a:pt x="0" y="20421"/>
                </a:lnTo>
                <a:lnTo>
                  <a:pt x="1781710" y="20421"/>
                </a:lnTo>
                <a:lnTo>
                  <a:pt x="1781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F01354D-8312-5526-9B28-CBAD58F55E4F}"/>
              </a:ext>
            </a:extLst>
          </p:cNvPr>
          <p:cNvSpPr txBox="1"/>
          <p:nvPr/>
        </p:nvSpPr>
        <p:spPr>
          <a:xfrm>
            <a:off x="3206398" y="3518740"/>
            <a:ext cx="174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75" dirty="0">
                <a:latin typeface="Arial"/>
                <a:cs typeface="Arial"/>
              </a:rPr>
              <a:t>VelocidadCPU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11AD11A-6191-233C-B559-A18EE9059CFA}"/>
              </a:ext>
            </a:extLst>
          </p:cNvPr>
          <p:cNvSpPr txBox="1"/>
          <p:nvPr/>
        </p:nvSpPr>
        <p:spPr>
          <a:xfrm>
            <a:off x="5032136" y="3239340"/>
            <a:ext cx="3556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500" dirty="0">
                <a:latin typeface="Apple Symbols"/>
                <a:cs typeface="Apple Symbols"/>
              </a:rPr>
              <a:t>=</a:t>
            </a:r>
            <a:r>
              <a:rPr sz="2400" spc="-130" dirty="0">
                <a:latin typeface="Apple Symbols"/>
                <a:cs typeface="Apple Symbols"/>
              </a:rPr>
              <a:t> </a:t>
            </a:r>
            <a:r>
              <a:rPr sz="2400" spc="60" dirty="0">
                <a:latin typeface="Apple Symbols"/>
                <a:cs typeface="Apple Symbols"/>
              </a:rPr>
              <a:t>9.3362</a:t>
            </a:r>
            <a:r>
              <a:rPr sz="2400" spc="-260" dirty="0">
                <a:latin typeface="Apple Symbols"/>
                <a:cs typeface="Apple Symbols"/>
              </a:rPr>
              <a:t> </a:t>
            </a:r>
            <a:r>
              <a:rPr sz="2400" spc="-385" dirty="0">
                <a:latin typeface="Apple Symbols"/>
                <a:cs typeface="Apple Symbols"/>
              </a:rPr>
              <a:t>⋅</a:t>
            </a:r>
            <a:r>
              <a:rPr sz="2400" spc="-260" dirty="0">
                <a:latin typeface="Apple Symbols"/>
                <a:cs typeface="Apple Symbols"/>
              </a:rPr>
              <a:t> </a:t>
            </a:r>
            <a:r>
              <a:rPr sz="2400" spc="70" dirty="0">
                <a:latin typeface="Apple Symbols"/>
                <a:cs typeface="Apple Symbols"/>
              </a:rPr>
              <a:t>10</a:t>
            </a:r>
            <a:r>
              <a:rPr sz="2550" spc="104" baseline="29411" dirty="0">
                <a:latin typeface="Apple Symbols"/>
                <a:cs typeface="Apple Symbols"/>
              </a:rPr>
              <a:t>−04</a:t>
            </a:r>
            <a:r>
              <a:rPr sz="2550" spc="165" baseline="29411" dirty="0">
                <a:latin typeface="Apple Symbols"/>
                <a:cs typeface="Apple Symbols"/>
              </a:rPr>
              <a:t> </a:t>
            </a:r>
            <a:r>
              <a:rPr sz="4200" spc="-209" baseline="1984" dirty="0">
                <a:latin typeface="Arial"/>
                <a:cs typeface="Arial"/>
              </a:rPr>
              <a:t>segundos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354FC0B-7CD2-D9E2-F3FA-1BD3E832A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F3B7C6C-4905-4202-EFB9-3237935BB336}"/>
              </a:ext>
            </a:extLst>
          </p:cNvPr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7302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4" name="object 4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157" y="566963"/>
            <a:ext cx="2688590" cy="1428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4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 dirty="0">
              <a:latin typeface="Arial Narrow"/>
              <a:cs typeface="Arial Narrow"/>
            </a:endParaRPr>
          </a:p>
          <a:p>
            <a:pPr marL="659130">
              <a:lnSpc>
                <a:spcPts val="3105"/>
              </a:lnSpc>
            </a:pPr>
            <a:r>
              <a:rPr sz="2800" spc="-45" dirty="0">
                <a:solidFill>
                  <a:srgbClr val="B51700"/>
                </a:solidFill>
                <a:latin typeface="Arial"/>
                <a:cs typeface="Arial"/>
              </a:rPr>
              <a:t>Roadrunner</a:t>
            </a:r>
            <a:endParaRPr sz="2800" dirty="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40"/>
              </a:spcBef>
            </a:pPr>
            <a:r>
              <a:rPr sz="2800" spc="-25" dirty="0">
                <a:solidFill>
                  <a:srgbClr val="B51700"/>
                </a:solidFill>
                <a:latin typeface="Arial"/>
                <a:cs typeface="Arial"/>
              </a:rPr>
              <a:t>IBM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0586" y="382436"/>
            <a:ext cx="5255895" cy="7785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  <a:tab pos="3930650" algn="l"/>
              </a:tabLst>
            </a:pPr>
            <a:r>
              <a:rPr sz="2800" spc="-254" dirty="0">
                <a:latin typeface="Arial"/>
                <a:cs typeface="Arial"/>
              </a:rPr>
              <a:t>¿Qué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máximo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 </a:t>
            </a: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en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año</a:t>
            </a:r>
            <a:r>
              <a:rPr sz="2800" spc="-20" dirty="0">
                <a:latin typeface="Arial"/>
                <a:cs typeface="Arial"/>
              </a:rPr>
              <a:t>?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3092" y="2611553"/>
            <a:ext cx="3280308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i="1" spc="710" dirty="0">
                <a:latin typeface="Times New Roman"/>
                <a:cs typeface="Times New Roman"/>
              </a:rPr>
              <a:t>f</a:t>
            </a:r>
            <a:r>
              <a:rPr sz="3375" spc="1064" baseline="-19753" dirty="0">
                <a:latin typeface="Apple Symbols"/>
                <a:cs typeface="Apple Symbols"/>
              </a:rPr>
              <a:t>𝒜</a:t>
            </a:r>
            <a:r>
              <a:rPr sz="3200" spc="710" dirty="0">
                <a:latin typeface="Apple Symbols"/>
                <a:cs typeface="Apple Symbols"/>
              </a:rPr>
              <a:t>(</a:t>
            </a:r>
            <a:r>
              <a:rPr sz="3200" i="1" spc="710" dirty="0">
                <a:latin typeface="Times New Roman"/>
                <a:cs typeface="Times New Roman"/>
              </a:rPr>
              <a:t>n</a:t>
            </a:r>
            <a:r>
              <a:rPr sz="3200" spc="710" dirty="0">
                <a:latin typeface="Apple Symbols"/>
                <a:cs typeface="Apple Symbols"/>
              </a:rPr>
              <a:t>)</a:t>
            </a:r>
            <a:r>
              <a:rPr sz="3200" spc="-175" dirty="0">
                <a:latin typeface="Apple Symbols"/>
                <a:cs typeface="Apple Symbols"/>
              </a:rPr>
              <a:t> </a:t>
            </a:r>
            <a:r>
              <a:rPr sz="3200" spc="300" dirty="0">
                <a:latin typeface="Apple Symbols"/>
                <a:cs typeface="Apple Symbols"/>
              </a:rPr>
              <a:t>≤</a:t>
            </a:r>
            <a:r>
              <a:rPr lang="es-ES" sz="3200" spc="-175" dirty="0">
                <a:latin typeface="Apple Symbols"/>
                <a:cs typeface="Apple Symbols"/>
              </a:rPr>
              <a:t> </a:t>
            </a:r>
            <a:r>
              <a:rPr lang="es-ES" sz="3200" spc="-175" dirty="0" err="1">
                <a:latin typeface="Apple Symbols"/>
                <a:cs typeface="Apple Symbols"/>
              </a:rPr>
              <a:t>nOp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5137" y="1844621"/>
            <a:ext cx="5353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nOp</a:t>
            </a:r>
            <a:r>
              <a:rPr sz="2400" i="1" spc="85" dirty="0">
                <a:latin typeface="Times New Roman"/>
                <a:cs typeface="Times New Roman"/>
              </a:rPr>
              <a:t> </a:t>
            </a:r>
            <a:r>
              <a:rPr sz="2400" spc="500" dirty="0">
                <a:latin typeface="Apple Symbols"/>
                <a:cs typeface="Apple Symbols"/>
              </a:rPr>
              <a:t>=</a:t>
            </a:r>
            <a:r>
              <a:rPr sz="2400" spc="-114" dirty="0">
                <a:latin typeface="Apple Symbols"/>
                <a:cs typeface="Apple Symbols"/>
              </a:rPr>
              <a:t> </a:t>
            </a:r>
            <a:r>
              <a:rPr sz="2400" spc="-150" dirty="0">
                <a:latin typeface="Arial"/>
                <a:cs typeface="Arial"/>
              </a:rPr>
              <a:t>VelocidadCPU*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55" dirty="0">
                <a:latin typeface="Arial"/>
                <a:cs typeface="Arial"/>
              </a:rPr>
              <a:t>segundos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en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un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año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1760" y="1535905"/>
            <a:ext cx="6732270" cy="3608070"/>
            <a:chOff x="2411760" y="1535905"/>
            <a:chExt cx="6732270" cy="3608070"/>
          </a:xfrm>
        </p:grpSpPr>
        <p:sp>
          <p:nvSpPr>
            <p:cNvPr id="3" name="object 3"/>
            <p:cNvSpPr/>
            <p:nvPr/>
          </p:nvSpPr>
          <p:spPr>
            <a:xfrm>
              <a:off x="2411760" y="1535905"/>
              <a:ext cx="6559550" cy="3416300"/>
            </a:xfrm>
            <a:custGeom>
              <a:avLst/>
              <a:gdLst/>
              <a:ahLst/>
              <a:cxnLst/>
              <a:rect l="l" t="t" r="r" b="b"/>
              <a:pathLst>
                <a:path w="6559550" h="3416300">
                  <a:moveTo>
                    <a:pt x="6559275" y="0"/>
                  </a:moveTo>
                  <a:lnTo>
                    <a:pt x="0" y="0"/>
                  </a:lnTo>
                  <a:lnTo>
                    <a:pt x="0" y="3416300"/>
                  </a:lnTo>
                  <a:lnTo>
                    <a:pt x="5081379" y="3416300"/>
                  </a:lnTo>
                  <a:lnTo>
                    <a:pt x="5062415" y="3390900"/>
                  </a:lnTo>
                  <a:lnTo>
                    <a:pt x="5048532" y="3378200"/>
                  </a:lnTo>
                  <a:lnTo>
                    <a:pt x="5040002" y="3352800"/>
                  </a:lnTo>
                  <a:lnTo>
                    <a:pt x="5037098" y="3327400"/>
                  </a:lnTo>
                  <a:lnTo>
                    <a:pt x="5038739" y="3314700"/>
                  </a:lnTo>
                  <a:lnTo>
                    <a:pt x="5043585" y="3302000"/>
                  </a:lnTo>
                  <a:lnTo>
                    <a:pt x="5051521" y="3289300"/>
                  </a:lnTo>
                  <a:lnTo>
                    <a:pt x="5062429" y="3276600"/>
                  </a:lnTo>
                  <a:lnTo>
                    <a:pt x="5025783" y="3238500"/>
                  </a:lnTo>
                  <a:lnTo>
                    <a:pt x="4992674" y="3200400"/>
                  </a:lnTo>
                  <a:lnTo>
                    <a:pt x="4963176" y="3149600"/>
                  </a:lnTo>
                  <a:lnTo>
                    <a:pt x="4937366" y="3111500"/>
                  </a:lnTo>
                  <a:lnTo>
                    <a:pt x="4915320" y="3073400"/>
                  </a:lnTo>
                  <a:lnTo>
                    <a:pt x="4897112" y="3022600"/>
                  </a:lnTo>
                  <a:lnTo>
                    <a:pt x="4882818" y="2984500"/>
                  </a:lnTo>
                  <a:lnTo>
                    <a:pt x="4872515" y="2933700"/>
                  </a:lnTo>
                  <a:lnTo>
                    <a:pt x="4866278" y="2895600"/>
                  </a:lnTo>
                  <a:lnTo>
                    <a:pt x="4864182" y="2844800"/>
                  </a:lnTo>
                  <a:lnTo>
                    <a:pt x="4866168" y="2794000"/>
                  </a:lnTo>
                  <a:lnTo>
                    <a:pt x="4872086" y="2755900"/>
                  </a:lnTo>
                  <a:lnTo>
                    <a:pt x="4881874" y="2705100"/>
                  </a:lnTo>
                  <a:lnTo>
                    <a:pt x="4895471" y="2667000"/>
                  </a:lnTo>
                  <a:lnTo>
                    <a:pt x="4912815" y="2616200"/>
                  </a:lnTo>
                  <a:lnTo>
                    <a:pt x="4933846" y="2578100"/>
                  </a:lnTo>
                  <a:lnTo>
                    <a:pt x="4958502" y="2540000"/>
                  </a:lnTo>
                  <a:lnTo>
                    <a:pt x="4986721" y="2501900"/>
                  </a:lnTo>
                  <a:lnTo>
                    <a:pt x="5018443" y="2463800"/>
                  </a:lnTo>
                  <a:lnTo>
                    <a:pt x="5053605" y="2425700"/>
                  </a:lnTo>
                  <a:lnTo>
                    <a:pt x="5092148" y="2387600"/>
                  </a:lnTo>
                  <a:lnTo>
                    <a:pt x="5134009" y="2349500"/>
                  </a:lnTo>
                  <a:lnTo>
                    <a:pt x="5172156" y="2324100"/>
                  </a:lnTo>
                  <a:lnTo>
                    <a:pt x="5211966" y="2298700"/>
                  </a:lnTo>
                  <a:lnTo>
                    <a:pt x="5253346" y="2273300"/>
                  </a:lnTo>
                  <a:lnTo>
                    <a:pt x="5296201" y="2260600"/>
                  </a:lnTo>
                  <a:lnTo>
                    <a:pt x="5340439" y="2235200"/>
                  </a:lnTo>
                  <a:lnTo>
                    <a:pt x="5480519" y="2197100"/>
                  </a:lnTo>
                  <a:lnTo>
                    <a:pt x="5629688" y="2159000"/>
                  </a:lnTo>
                  <a:lnTo>
                    <a:pt x="6559275" y="2159000"/>
                  </a:lnTo>
                  <a:lnTo>
                    <a:pt x="6559275" y="0"/>
                  </a:lnTo>
                  <a:close/>
                </a:path>
                <a:path w="6559550" h="3416300">
                  <a:moveTo>
                    <a:pt x="5369917" y="3225800"/>
                  </a:moveTo>
                  <a:lnTo>
                    <a:pt x="5246112" y="3225800"/>
                  </a:lnTo>
                  <a:lnTo>
                    <a:pt x="5272050" y="3238500"/>
                  </a:lnTo>
                  <a:lnTo>
                    <a:pt x="5295116" y="3251200"/>
                  </a:lnTo>
                  <a:lnTo>
                    <a:pt x="5314078" y="3276600"/>
                  </a:lnTo>
                  <a:lnTo>
                    <a:pt x="5327956" y="3289300"/>
                  </a:lnTo>
                  <a:lnTo>
                    <a:pt x="5336481" y="3314700"/>
                  </a:lnTo>
                  <a:lnTo>
                    <a:pt x="5339383" y="3327400"/>
                  </a:lnTo>
                  <a:lnTo>
                    <a:pt x="5336481" y="3352800"/>
                  </a:lnTo>
                  <a:lnTo>
                    <a:pt x="5327956" y="3378200"/>
                  </a:lnTo>
                  <a:lnTo>
                    <a:pt x="5314078" y="3390900"/>
                  </a:lnTo>
                  <a:lnTo>
                    <a:pt x="5295116" y="3416300"/>
                  </a:lnTo>
                  <a:lnTo>
                    <a:pt x="6131483" y="3416300"/>
                  </a:lnTo>
                  <a:lnTo>
                    <a:pt x="6259940" y="3365500"/>
                  </a:lnTo>
                  <a:lnTo>
                    <a:pt x="6304079" y="3340100"/>
                  </a:lnTo>
                  <a:lnTo>
                    <a:pt x="6325056" y="3327400"/>
                  </a:lnTo>
                  <a:lnTo>
                    <a:pt x="5647473" y="3327400"/>
                  </a:lnTo>
                  <a:lnTo>
                    <a:pt x="5639758" y="3314700"/>
                  </a:lnTo>
                  <a:lnTo>
                    <a:pt x="5636929" y="3302000"/>
                  </a:lnTo>
                  <a:lnTo>
                    <a:pt x="5636929" y="3251200"/>
                  </a:lnTo>
                  <a:lnTo>
                    <a:pt x="5401726" y="3251200"/>
                  </a:lnTo>
                  <a:lnTo>
                    <a:pt x="5369917" y="3225800"/>
                  </a:lnTo>
                  <a:close/>
                </a:path>
                <a:path w="6559550" h="3416300">
                  <a:moveTo>
                    <a:pt x="6559275" y="3213100"/>
                  </a:moveTo>
                  <a:lnTo>
                    <a:pt x="6526362" y="3251200"/>
                  </a:lnTo>
                  <a:lnTo>
                    <a:pt x="6468553" y="3302000"/>
                  </a:lnTo>
                  <a:lnTo>
                    <a:pt x="6436848" y="3327400"/>
                  </a:lnTo>
                  <a:lnTo>
                    <a:pt x="6403562" y="3352800"/>
                  </a:lnTo>
                  <a:lnTo>
                    <a:pt x="6368993" y="3378200"/>
                  </a:lnTo>
                  <a:lnTo>
                    <a:pt x="6333206" y="3403600"/>
                  </a:lnTo>
                  <a:lnTo>
                    <a:pt x="6296261" y="3416300"/>
                  </a:lnTo>
                  <a:lnTo>
                    <a:pt x="6559275" y="3416300"/>
                  </a:lnTo>
                  <a:lnTo>
                    <a:pt x="6559275" y="3213100"/>
                  </a:lnTo>
                  <a:close/>
                </a:path>
                <a:path w="6559550" h="3416300">
                  <a:moveTo>
                    <a:pt x="5232138" y="3378200"/>
                  </a:moveTo>
                  <a:lnTo>
                    <a:pt x="5144347" y="3378200"/>
                  </a:lnTo>
                  <a:lnTo>
                    <a:pt x="5157933" y="3390900"/>
                  </a:lnTo>
                  <a:lnTo>
                    <a:pt x="5218552" y="3390900"/>
                  </a:lnTo>
                  <a:lnTo>
                    <a:pt x="5232138" y="3378200"/>
                  </a:lnTo>
                  <a:close/>
                </a:path>
                <a:path w="6559550" h="3416300">
                  <a:moveTo>
                    <a:pt x="5267410" y="3327400"/>
                  </a:moveTo>
                  <a:lnTo>
                    <a:pt x="5109071" y="3327400"/>
                  </a:lnTo>
                  <a:lnTo>
                    <a:pt x="5110592" y="3340100"/>
                  </a:lnTo>
                  <a:lnTo>
                    <a:pt x="5115059" y="3352800"/>
                  </a:lnTo>
                  <a:lnTo>
                    <a:pt x="5122331" y="3365500"/>
                  </a:lnTo>
                  <a:lnTo>
                    <a:pt x="5132264" y="3378200"/>
                  </a:lnTo>
                  <a:lnTo>
                    <a:pt x="5244214" y="3378200"/>
                  </a:lnTo>
                  <a:lnTo>
                    <a:pt x="5254149" y="3365500"/>
                  </a:lnTo>
                  <a:lnTo>
                    <a:pt x="5261421" y="3352800"/>
                  </a:lnTo>
                  <a:lnTo>
                    <a:pt x="5265889" y="3340100"/>
                  </a:lnTo>
                  <a:lnTo>
                    <a:pt x="5267410" y="3327400"/>
                  </a:lnTo>
                  <a:close/>
                </a:path>
                <a:path w="6559550" h="3416300">
                  <a:moveTo>
                    <a:pt x="5244214" y="3289300"/>
                  </a:moveTo>
                  <a:lnTo>
                    <a:pt x="5132264" y="3289300"/>
                  </a:lnTo>
                  <a:lnTo>
                    <a:pt x="5122331" y="3302000"/>
                  </a:lnTo>
                  <a:lnTo>
                    <a:pt x="5115059" y="3314700"/>
                  </a:lnTo>
                  <a:lnTo>
                    <a:pt x="5110592" y="3327400"/>
                  </a:lnTo>
                  <a:lnTo>
                    <a:pt x="5265889" y="3327400"/>
                  </a:lnTo>
                  <a:lnTo>
                    <a:pt x="5261421" y="3314700"/>
                  </a:lnTo>
                  <a:lnTo>
                    <a:pt x="5254149" y="3302000"/>
                  </a:lnTo>
                  <a:lnTo>
                    <a:pt x="5244214" y="3289300"/>
                  </a:lnTo>
                  <a:close/>
                </a:path>
                <a:path w="6559550" h="3416300">
                  <a:moveTo>
                    <a:pt x="6266259" y="2425700"/>
                  </a:moveTo>
                  <a:lnTo>
                    <a:pt x="6156825" y="2425700"/>
                  </a:lnTo>
                  <a:lnTo>
                    <a:pt x="6168724" y="2438400"/>
                  </a:lnTo>
                  <a:lnTo>
                    <a:pt x="6334639" y="2565400"/>
                  </a:lnTo>
                  <a:lnTo>
                    <a:pt x="6338435" y="2565400"/>
                  </a:lnTo>
                  <a:lnTo>
                    <a:pt x="6338449" y="2578100"/>
                  </a:lnTo>
                  <a:lnTo>
                    <a:pt x="6334654" y="2590800"/>
                  </a:lnTo>
                  <a:lnTo>
                    <a:pt x="6278973" y="2628900"/>
                  </a:lnTo>
                  <a:lnTo>
                    <a:pt x="6296257" y="2654300"/>
                  </a:lnTo>
                  <a:lnTo>
                    <a:pt x="6311361" y="2679700"/>
                  </a:lnTo>
                  <a:lnTo>
                    <a:pt x="6324261" y="2705100"/>
                  </a:lnTo>
                  <a:lnTo>
                    <a:pt x="6334935" y="2730500"/>
                  </a:lnTo>
                  <a:lnTo>
                    <a:pt x="6418456" y="2730500"/>
                  </a:lnTo>
                  <a:lnTo>
                    <a:pt x="6429894" y="2743200"/>
                  </a:lnTo>
                  <a:lnTo>
                    <a:pt x="6437606" y="2743200"/>
                  </a:lnTo>
                  <a:lnTo>
                    <a:pt x="6440434" y="2755900"/>
                  </a:lnTo>
                  <a:lnTo>
                    <a:pt x="6440434" y="2921000"/>
                  </a:lnTo>
                  <a:lnTo>
                    <a:pt x="6437606" y="2933700"/>
                  </a:lnTo>
                  <a:lnTo>
                    <a:pt x="6429894" y="2946400"/>
                  </a:lnTo>
                  <a:lnTo>
                    <a:pt x="6418456" y="2946400"/>
                  </a:lnTo>
                  <a:lnTo>
                    <a:pt x="6404448" y="2959100"/>
                  </a:lnTo>
                  <a:lnTo>
                    <a:pt x="6334949" y="2959100"/>
                  </a:lnTo>
                  <a:lnTo>
                    <a:pt x="6324273" y="2984500"/>
                  </a:lnTo>
                  <a:lnTo>
                    <a:pt x="6311368" y="3009900"/>
                  </a:lnTo>
                  <a:lnTo>
                    <a:pt x="6296259" y="3035300"/>
                  </a:lnTo>
                  <a:lnTo>
                    <a:pt x="6278973" y="3060700"/>
                  </a:lnTo>
                  <a:lnTo>
                    <a:pt x="6328173" y="3086100"/>
                  </a:lnTo>
                  <a:lnTo>
                    <a:pt x="6336072" y="3098800"/>
                  </a:lnTo>
                  <a:lnTo>
                    <a:pt x="6338705" y="3111500"/>
                  </a:lnTo>
                  <a:lnTo>
                    <a:pt x="6336072" y="3124200"/>
                  </a:lnTo>
                  <a:lnTo>
                    <a:pt x="6328173" y="3124200"/>
                  </a:lnTo>
                  <a:lnTo>
                    <a:pt x="6169131" y="3251200"/>
                  </a:lnTo>
                  <a:lnTo>
                    <a:pt x="5933913" y="3251200"/>
                  </a:lnTo>
                  <a:lnTo>
                    <a:pt x="5933913" y="3302000"/>
                  </a:lnTo>
                  <a:lnTo>
                    <a:pt x="5931085" y="3314700"/>
                  </a:lnTo>
                  <a:lnTo>
                    <a:pt x="5923374" y="3327400"/>
                  </a:lnTo>
                  <a:lnTo>
                    <a:pt x="6325056" y="3327400"/>
                  </a:lnTo>
                  <a:lnTo>
                    <a:pt x="6346034" y="3314700"/>
                  </a:lnTo>
                  <a:lnTo>
                    <a:pt x="6385677" y="3289300"/>
                  </a:lnTo>
                  <a:lnTo>
                    <a:pt x="6422882" y="3263900"/>
                  </a:lnTo>
                  <a:lnTo>
                    <a:pt x="6457519" y="3225800"/>
                  </a:lnTo>
                  <a:lnTo>
                    <a:pt x="6489463" y="3200400"/>
                  </a:lnTo>
                  <a:lnTo>
                    <a:pt x="6559275" y="3098800"/>
                  </a:lnTo>
                  <a:lnTo>
                    <a:pt x="6559275" y="2590800"/>
                  </a:lnTo>
                  <a:lnTo>
                    <a:pt x="6532143" y="2540000"/>
                  </a:lnTo>
                  <a:lnTo>
                    <a:pt x="6514805" y="2514600"/>
                  </a:lnTo>
                  <a:lnTo>
                    <a:pt x="6496192" y="2489200"/>
                  </a:lnTo>
                  <a:lnTo>
                    <a:pt x="6476320" y="2476500"/>
                  </a:lnTo>
                  <a:lnTo>
                    <a:pt x="6465763" y="2463800"/>
                  </a:lnTo>
                  <a:lnTo>
                    <a:pt x="6352900" y="2463800"/>
                  </a:lnTo>
                  <a:lnTo>
                    <a:pt x="6324745" y="2451100"/>
                  </a:lnTo>
                  <a:lnTo>
                    <a:pt x="6298806" y="2451100"/>
                  </a:lnTo>
                  <a:lnTo>
                    <a:pt x="6275740" y="2438400"/>
                  </a:lnTo>
                  <a:lnTo>
                    <a:pt x="6266259" y="2425700"/>
                  </a:lnTo>
                  <a:close/>
                </a:path>
                <a:path w="6559550" h="3416300">
                  <a:moveTo>
                    <a:pt x="5218547" y="3276600"/>
                  </a:moveTo>
                  <a:lnTo>
                    <a:pt x="5157927" y="3276600"/>
                  </a:lnTo>
                  <a:lnTo>
                    <a:pt x="5144341" y="3289300"/>
                  </a:lnTo>
                  <a:lnTo>
                    <a:pt x="5232132" y="3289300"/>
                  </a:lnTo>
                  <a:lnTo>
                    <a:pt x="5218547" y="3276600"/>
                  </a:lnTo>
                  <a:close/>
                </a:path>
                <a:path w="6559550" h="3416300">
                  <a:moveTo>
                    <a:pt x="5869933" y="3213100"/>
                  </a:moveTo>
                  <a:lnTo>
                    <a:pt x="5700905" y="3213100"/>
                  </a:lnTo>
                  <a:lnTo>
                    <a:pt x="5706791" y="3225800"/>
                  </a:lnTo>
                  <a:lnTo>
                    <a:pt x="5708902" y="3238500"/>
                  </a:lnTo>
                  <a:lnTo>
                    <a:pt x="5708902" y="3276600"/>
                  </a:lnTo>
                  <a:lnTo>
                    <a:pt x="5861941" y="3276600"/>
                  </a:lnTo>
                  <a:lnTo>
                    <a:pt x="5861941" y="3238500"/>
                  </a:lnTo>
                  <a:lnTo>
                    <a:pt x="5864050" y="3225800"/>
                  </a:lnTo>
                  <a:lnTo>
                    <a:pt x="5869933" y="3213100"/>
                  </a:lnTo>
                  <a:close/>
                </a:path>
                <a:path w="6559550" h="3416300">
                  <a:moveTo>
                    <a:pt x="5501868" y="3213100"/>
                  </a:moveTo>
                  <a:lnTo>
                    <a:pt x="5452626" y="3251200"/>
                  </a:lnTo>
                  <a:lnTo>
                    <a:pt x="5601850" y="3251200"/>
                  </a:lnTo>
                  <a:lnTo>
                    <a:pt x="5534258" y="3225800"/>
                  </a:lnTo>
                  <a:lnTo>
                    <a:pt x="5501868" y="3213100"/>
                  </a:lnTo>
                  <a:close/>
                </a:path>
                <a:path w="6559550" h="3416300">
                  <a:moveTo>
                    <a:pt x="6068974" y="3213100"/>
                  </a:moveTo>
                  <a:lnTo>
                    <a:pt x="6036591" y="3225800"/>
                  </a:lnTo>
                  <a:lnTo>
                    <a:pt x="6003247" y="3238500"/>
                  </a:lnTo>
                  <a:lnTo>
                    <a:pt x="5969000" y="3251200"/>
                  </a:lnTo>
                  <a:lnTo>
                    <a:pt x="6118231" y="3251200"/>
                  </a:lnTo>
                  <a:lnTo>
                    <a:pt x="6068974" y="3213100"/>
                  </a:lnTo>
                  <a:close/>
                </a:path>
                <a:path w="6559550" h="3416300">
                  <a:moveTo>
                    <a:pt x="6084647" y="2209800"/>
                  </a:moveTo>
                  <a:lnTo>
                    <a:pt x="5981581" y="2209800"/>
                  </a:lnTo>
                  <a:lnTo>
                    <a:pt x="5968842" y="2222500"/>
                  </a:lnTo>
                  <a:lnTo>
                    <a:pt x="5568555" y="2222500"/>
                  </a:lnTo>
                  <a:lnTo>
                    <a:pt x="5467402" y="2247900"/>
                  </a:lnTo>
                  <a:lnTo>
                    <a:pt x="5419042" y="2273300"/>
                  </a:lnTo>
                  <a:lnTo>
                    <a:pt x="5372310" y="2286000"/>
                  </a:lnTo>
                  <a:lnTo>
                    <a:pt x="5327318" y="2311400"/>
                  </a:lnTo>
                  <a:lnTo>
                    <a:pt x="5284179" y="2324100"/>
                  </a:lnTo>
                  <a:lnTo>
                    <a:pt x="5243006" y="2349500"/>
                  </a:lnTo>
                  <a:lnTo>
                    <a:pt x="5203912" y="2374900"/>
                  </a:lnTo>
                  <a:lnTo>
                    <a:pt x="5167009" y="2413000"/>
                  </a:lnTo>
                  <a:lnTo>
                    <a:pt x="5132410" y="2438400"/>
                  </a:lnTo>
                  <a:lnTo>
                    <a:pt x="5100229" y="2463800"/>
                  </a:lnTo>
                  <a:lnTo>
                    <a:pt x="5070577" y="2501900"/>
                  </a:lnTo>
                  <a:lnTo>
                    <a:pt x="5043568" y="2527300"/>
                  </a:lnTo>
                  <a:lnTo>
                    <a:pt x="5019313" y="2565400"/>
                  </a:lnTo>
                  <a:lnTo>
                    <a:pt x="4997927" y="2603500"/>
                  </a:lnTo>
                  <a:lnTo>
                    <a:pt x="4979522" y="2641600"/>
                  </a:lnTo>
                  <a:lnTo>
                    <a:pt x="4964210" y="2679700"/>
                  </a:lnTo>
                  <a:lnTo>
                    <a:pt x="4952105" y="2717800"/>
                  </a:lnTo>
                  <a:lnTo>
                    <a:pt x="4943319" y="2755900"/>
                  </a:lnTo>
                  <a:lnTo>
                    <a:pt x="4937964" y="2806700"/>
                  </a:lnTo>
                  <a:lnTo>
                    <a:pt x="4936154" y="2844800"/>
                  </a:lnTo>
                  <a:lnTo>
                    <a:pt x="4938495" y="2895600"/>
                  </a:lnTo>
                  <a:lnTo>
                    <a:pt x="4945453" y="2933700"/>
                  </a:lnTo>
                  <a:lnTo>
                    <a:pt x="4956937" y="2984500"/>
                  </a:lnTo>
                  <a:lnTo>
                    <a:pt x="4972853" y="3022600"/>
                  </a:lnTo>
                  <a:lnTo>
                    <a:pt x="4993108" y="3073400"/>
                  </a:lnTo>
                  <a:lnTo>
                    <a:pt x="5017608" y="3111500"/>
                  </a:lnTo>
                  <a:lnTo>
                    <a:pt x="5046261" y="3162300"/>
                  </a:lnTo>
                  <a:lnTo>
                    <a:pt x="5078972" y="3200400"/>
                  </a:lnTo>
                  <a:lnTo>
                    <a:pt x="5115650" y="3238500"/>
                  </a:lnTo>
                  <a:lnTo>
                    <a:pt x="5132645" y="3225800"/>
                  </a:lnTo>
                  <a:lnTo>
                    <a:pt x="5369917" y="3225800"/>
                  </a:lnTo>
                  <a:lnTo>
                    <a:pt x="5242683" y="3124200"/>
                  </a:lnTo>
                  <a:lnTo>
                    <a:pt x="5234778" y="3124200"/>
                  </a:lnTo>
                  <a:lnTo>
                    <a:pt x="5232146" y="3111500"/>
                  </a:lnTo>
                  <a:lnTo>
                    <a:pt x="5234782" y="3098800"/>
                  </a:lnTo>
                  <a:lnTo>
                    <a:pt x="5242683" y="3086100"/>
                  </a:lnTo>
                  <a:lnTo>
                    <a:pt x="5291882" y="3060700"/>
                  </a:lnTo>
                  <a:lnTo>
                    <a:pt x="5274597" y="3035300"/>
                  </a:lnTo>
                  <a:lnTo>
                    <a:pt x="5259488" y="3009900"/>
                  </a:lnTo>
                  <a:lnTo>
                    <a:pt x="5246583" y="2984500"/>
                  </a:lnTo>
                  <a:lnTo>
                    <a:pt x="5235907" y="2959100"/>
                  </a:lnTo>
                  <a:lnTo>
                    <a:pt x="5159348" y="2959100"/>
                  </a:lnTo>
                  <a:lnTo>
                    <a:pt x="5152627" y="2946400"/>
                  </a:lnTo>
                  <a:lnTo>
                    <a:pt x="5134204" y="2946400"/>
                  </a:lnTo>
                  <a:lnTo>
                    <a:pt x="5130408" y="2933700"/>
                  </a:lnTo>
                  <a:lnTo>
                    <a:pt x="5130530" y="2781300"/>
                  </a:lnTo>
                  <a:lnTo>
                    <a:pt x="5130549" y="2755900"/>
                  </a:lnTo>
                  <a:lnTo>
                    <a:pt x="5133377" y="2743200"/>
                  </a:lnTo>
                  <a:lnTo>
                    <a:pt x="5141088" y="2743200"/>
                  </a:lnTo>
                  <a:lnTo>
                    <a:pt x="5152527" y="2730500"/>
                  </a:lnTo>
                  <a:lnTo>
                    <a:pt x="5235907" y="2730500"/>
                  </a:lnTo>
                  <a:lnTo>
                    <a:pt x="5246583" y="2705100"/>
                  </a:lnTo>
                  <a:lnTo>
                    <a:pt x="5259488" y="2679700"/>
                  </a:lnTo>
                  <a:lnTo>
                    <a:pt x="5274597" y="2654300"/>
                  </a:lnTo>
                  <a:lnTo>
                    <a:pt x="5291882" y="2628900"/>
                  </a:lnTo>
                  <a:lnTo>
                    <a:pt x="5236203" y="2590800"/>
                  </a:lnTo>
                  <a:lnTo>
                    <a:pt x="5232407" y="2578100"/>
                  </a:lnTo>
                  <a:lnTo>
                    <a:pt x="5232407" y="2565400"/>
                  </a:lnTo>
                  <a:lnTo>
                    <a:pt x="5236203" y="2565400"/>
                  </a:lnTo>
                  <a:lnTo>
                    <a:pt x="5402118" y="2438400"/>
                  </a:lnTo>
                  <a:lnTo>
                    <a:pt x="5414025" y="2425700"/>
                  </a:lnTo>
                  <a:lnTo>
                    <a:pt x="5636929" y="2425700"/>
                  </a:lnTo>
                  <a:lnTo>
                    <a:pt x="5636929" y="2374900"/>
                  </a:lnTo>
                  <a:lnTo>
                    <a:pt x="5639758" y="2374900"/>
                  </a:lnTo>
                  <a:lnTo>
                    <a:pt x="5647473" y="2362200"/>
                  </a:lnTo>
                  <a:lnTo>
                    <a:pt x="5658912" y="2349500"/>
                  </a:lnTo>
                  <a:lnTo>
                    <a:pt x="6231474" y="2349500"/>
                  </a:lnTo>
                  <a:lnTo>
                    <a:pt x="6234376" y="2324100"/>
                  </a:lnTo>
                  <a:lnTo>
                    <a:pt x="6242901" y="2311400"/>
                  </a:lnTo>
                  <a:lnTo>
                    <a:pt x="6256779" y="2286000"/>
                  </a:lnTo>
                  <a:lnTo>
                    <a:pt x="6275740" y="2273300"/>
                  </a:lnTo>
                  <a:lnTo>
                    <a:pt x="6298806" y="2260600"/>
                  </a:lnTo>
                  <a:lnTo>
                    <a:pt x="6109741" y="2260600"/>
                  </a:lnTo>
                  <a:lnTo>
                    <a:pt x="6103013" y="2247900"/>
                  </a:lnTo>
                  <a:lnTo>
                    <a:pt x="6084647" y="2247900"/>
                  </a:lnTo>
                  <a:lnTo>
                    <a:pt x="6080795" y="2235200"/>
                  </a:lnTo>
                  <a:lnTo>
                    <a:pt x="6080795" y="2222500"/>
                  </a:lnTo>
                  <a:lnTo>
                    <a:pt x="6084647" y="2209800"/>
                  </a:lnTo>
                  <a:close/>
                </a:path>
                <a:path w="6559550" h="3416300">
                  <a:moveTo>
                    <a:pt x="6054862" y="3149600"/>
                  </a:moveTo>
                  <a:lnTo>
                    <a:pt x="5515982" y="3149600"/>
                  </a:lnTo>
                  <a:lnTo>
                    <a:pt x="5554737" y="3175000"/>
                  </a:lnTo>
                  <a:lnTo>
                    <a:pt x="5595167" y="3187700"/>
                  </a:lnTo>
                  <a:lnTo>
                    <a:pt x="5680478" y="3213100"/>
                  </a:lnTo>
                  <a:lnTo>
                    <a:pt x="5890364" y="3213100"/>
                  </a:lnTo>
                  <a:lnTo>
                    <a:pt x="5975675" y="3187700"/>
                  </a:lnTo>
                  <a:lnTo>
                    <a:pt x="6016106" y="3175000"/>
                  </a:lnTo>
                  <a:lnTo>
                    <a:pt x="6054862" y="3149600"/>
                  </a:lnTo>
                  <a:close/>
                </a:path>
                <a:path w="6559550" h="3416300">
                  <a:moveTo>
                    <a:pt x="6208055" y="3073400"/>
                  </a:moveTo>
                  <a:lnTo>
                    <a:pt x="5362787" y="3073400"/>
                  </a:lnTo>
                  <a:lnTo>
                    <a:pt x="5319014" y="3111500"/>
                  </a:lnTo>
                  <a:lnTo>
                    <a:pt x="5427183" y="3187700"/>
                  </a:lnTo>
                  <a:lnTo>
                    <a:pt x="5470998" y="3162300"/>
                  </a:lnTo>
                  <a:lnTo>
                    <a:pt x="5481089" y="3149600"/>
                  </a:lnTo>
                  <a:lnTo>
                    <a:pt x="6197744" y="3149600"/>
                  </a:lnTo>
                  <a:lnTo>
                    <a:pt x="6251830" y="3111500"/>
                  </a:lnTo>
                  <a:lnTo>
                    <a:pt x="6208055" y="3073400"/>
                  </a:lnTo>
                  <a:close/>
                </a:path>
                <a:path w="6559550" h="3416300">
                  <a:moveTo>
                    <a:pt x="6197744" y="3149600"/>
                  </a:moveTo>
                  <a:lnTo>
                    <a:pt x="6089753" y="3149600"/>
                  </a:lnTo>
                  <a:lnTo>
                    <a:pt x="6099844" y="3162300"/>
                  </a:lnTo>
                  <a:lnTo>
                    <a:pt x="6143659" y="3187700"/>
                  </a:lnTo>
                  <a:lnTo>
                    <a:pt x="6197744" y="3149600"/>
                  </a:lnTo>
                  <a:close/>
                </a:path>
                <a:path w="6559550" h="3416300">
                  <a:moveTo>
                    <a:pt x="5681778" y="2628900"/>
                  </a:moveTo>
                  <a:lnTo>
                    <a:pt x="5372391" y="2628900"/>
                  </a:lnTo>
                  <a:lnTo>
                    <a:pt x="5367567" y="2641600"/>
                  </a:lnTo>
                  <a:lnTo>
                    <a:pt x="5344923" y="2667000"/>
                  </a:lnTo>
                  <a:lnTo>
                    <a:pt x="5325973" y="2705100"/>
                  </a:lnTo>
                  <a:lnTo>
                    <a:pt x="5310780" y="2730500"/>
                  </a:lnTo>
                  <a:lnTo>
                    <a:pt x="5299403" y="2768600"/>
                  </a:lnTo>
                  <a:lnTo>
                    <a:pt x="5294785" y="2768600"/>
                  </a:lnTo>
                  <a:lnTo>
                    <a:pt x="5286835" y="2781300"/>
                  </a:lnTo>
                  <a:lnTo>
                    <a:pt x="5202494" y="2781300"/>
                  </a:lnTo>
                  <a:lnTo>
                    <a:pt x="5202410" y="2895600"/>
                  </a:lnTo>
                  <a:lnTo>
                    <a:pt x="5276372" y="2895600"/>
                  </a:lnTo>
                  <a:lnTo>
                    <a:pt x="5286835" y="2908300"/>
                  </a:lnTo>
                  <a:lnTo>
                    <a:pt x="5294785" y="2908300"/>
                  </a:lnTo>
                  <a:lnTo>
                    <a:pt x="5299403" y="2921000"/>
                  </a:lnTo>
                  <a:lnTo>
                    <a:pt x="5310780" y="2959100"/>
                  </a:lnTo>
                  <a:lnTo>
                    <a:pt x="5325973" y="2984500"/>
                  </a:lnTo>
                  <a:lnTo>
                    <a:pt x="5344923" y="3009900"/>
                  </a:lnTo>
                  <a:lnTo>
                    <a:pt x="5367567" y="3048000"/>
                  </a:lnTo>
                  <a:lnTo>
                    <a:pt x="5372391" y="3048000"/>
                  </a:lnTo>
                  <a:lnTo>
                    <a:pt x="5373126" y="3060700"/>
                  </a:lnTo>
                  <a:lnTo>
                    <a:pt x="5369887" y="3073400"/>
                  </a:lnTo>
                  <a:lnTo>
                    <a:pt x="6200955" y="3073400"/>
                  </a:lnTo>
                  <a:lnTo>
                    <a:pt x="6197716" y="3060700"/>
                  </a:lnTo>
                  <a:lnTo>
                    <a:pt x="5732048" y="3060700"/>
                  </a:lnTo>
                  <a:lnTo>
                    <a:pt x="5681778" y="3048000"/>
                  </a:lnTo>
                  <a:lnTo>
                    <a:pt x="5635465" y="3035300"/>
                  </a:lnTo>
                  <a:lnTo>
                    <a:pt x="5593956" y="3009900"/>
                  </a:lnTo>
                  <a:lnTo>
                    <a:pt x="5558096" y="2984500"/>
                  </a:lnTo>
                  <a:lnTo>
                    <a:pt x="5528732" y="2959100"/>
                  </a:lnTo>
                  <a:lnTo>
                    <a:pt x="5506710" y="2921000"/>
                  </a:lnTo>
                  <a:lnTo>
                    <a:pt x="5492876" y="2882900"/>
                  </a:lnTo>
                  <a:lnTo>
                    <a:pt x="5488077" y="2844800"/>
                  </a:lnTo>
                  <a:lnTo>
                    <a:pt x="5492876" y="2806700"/>
                  </a:lnTo>
                  <a:lnTo>
                    <a:pt x="5506710" y="2768600"/>
                  </a:lnTo>
                  <a:lnTo>
                    <a:pt x="5528732" y="2730500"/>
                  </a:lnTo>
                  <a:lnTo>
                    <a:pt x="5558096" y="2705100"/>
                  </a:lnTo>
                  <a:lnTo>
                    <a:pt x="5593956" y="2667000"/>
                  </a:lnTo>
                  <a:lnTo>
                    <a:pt x="5635465" y="2654300"/>
                  </a:lnTo>
                  <a:lnTo>
                    <a:pt x="5681778" y="2628900"/>
                  </a:lnTo>
                  <a:close/>
                </a:path>
                <a:path w="6559550" h="3416300">
                  <a:moveTo>
                    <a:pt x="6198449" y="2628900"/>
                  </a:moveTo>
                  <a:lnTo>
                    <a:pt x="5889079" y="2628900"/>
                  </a:lnTo>
                  <a:lnTo>
                    <a:pt x="5935391" y="2654300"/>
                  </a:lnTo>
                  <a:lnTo>
                    <a:pt x="5976900" y="2667000"/>
                  </a:lnTo>
                  <a:lnTo>
                    <a:pt x="6012759" y="2705100"/>
                  </a:lnTo>
                  <a:lnTo>
                    <a:pt x="6042123" y="2730500"/>
                  </a:lnTo>
                  <a:lnTo>
                    <a:pt x="6064145" y="2768600"/>
                  </a:lnTo>
                  <a:lnTo>
                    <a:pt x="6077978" y="2806700"/>
                  </a:lnTo>
                  <a:lnTo>
                    <a:pt x="6082778" y="2844800"/>
                  </a:lnTo>
                  <a:lnTo>
                    <a:pt x="6077978" y="2882900"/>
                  </a:lnTo>
                  <a:lnTo>
                    <a:pt x="6064145" y="2921000"/>
                  </a:lnTo>
                  <a:lnTo>
                    <a:pt x="6042123" y="2959100"/>
                  </a:lnTo>
                  <a:lnTo>
                    <a:pt x="6012759" y="2984500"/>
                  </a:lnTo>
                  <a:lnTo>
                    <a:pt x="5976900" y="3009900"/>
                  </a:lnTo>
                  <a:lnTo>
                    <a:pt x="5935391" y="3035300"/>
                  </a:lnTo>
                  <a:lnTo>
                    <a:pt x="5889079" y="3048000"/>
                  </a:lnTo>
                  <a:lnTo>
                    <a:pt x="5838809" y="3060700"/>
                  </a:lnTo>
                  <a:lnTo>
                    <a:pt x="6197716" y="3060700"/>
                  </a:lnTo>
                  <a:lnTo>
                    <a:pt x="6198451" y="3048000"/>
                  </a:lnTo>
                  <a:lnTo>
                    <a:pt x="6203275" y="3048000"/>
                  </a:lnTo>
                  <a:lnTo>
                    <a:pt x="6225919" y="3009900"/>
                  </a:lnTo>
                  <a:lnTo>
                    <a:pt x="6244869" y="2984500"/>
                  </a:lnTo>
                  <a:lnTo>
                    <a:pt x="6260062" y="2959100"/>
                  </a:lnTo>
                  <a:lnTo>
                    <a:pt x="6271439" y="2921000"/>
                  </a:lnTo>
                  <a:lnTo>
                    <a:pt x="6276057" y="2908300"/>
                  </a:lnTo>
                  <a:lnTo>
                    <a:pt x="6284008" y="2908300"/>
                  </a:lnTo>
                  <a:lnTo>
                    <a:pt x="6294470" y="2895600"/>
                  </a:lnTo>
                  <a:lnTo>
                    <a:pt x="6368460" y="2895600"/>
                  </a:lnTo>
                  <a:lnTo>
                    <a:pt x="6368460" y="2781300"/>
                  </a:lnTo>
                  <a:lnTo>
                    <a:pt x="6284002" y="2781300"/>
                  </a:lnTo>
                  <a:lnTo>
                    <a:pt x="6276050" y="2768600"/>
                  </a:lnTo>
                  <a:lnTo>
                    <a:pt x="6271439" y="2768600"/>
                  </a:lnTo>
                  <a:lnTo>
                    <a:pt x="6260057" y="2730500"/>
                  </a:lnTo>
                  <a:lnTo>
                    <a:pt x="6244864" y="2705100"/>
                  </a:lnTo>
                  <a:lnTo>
                    <a:pt x="6225917" y="2667000"/>
                  </a:lnTo>
                  <a:lnTo>
                    <a:pt x="6203275" y="2641600"/>
                  </a:lnTo>
                  <a:lnTo>
                    <a:pt x="6198449" y="2628900"/>
                  </a:lnTo>
                  <a:close/>
                </a:path>
                <a:path w="6559550" h="3416300">
                  <a:moveTo>
                    <a:pt x="5837044" y="2679700"/>
                  </a:moveTo>
                  <a:lnTo>
                    <a:pt x="5733812" y="2679700"/>
                  </a:lnTo>
                  <a:lnTo>
                    <a:pt x="5686397" y="2692400"/>
                  </a:lnTo>
                  <a:lnTo>
                    <a:pt x="5644547" y="2705100"/>
                  </a:lnTo>
                  <a:lnTo>
                    <a:pt x="5609624" y="2743200"/>
                  </a:lnTo>
                  <a:lnTo>
                    <a:pt x="5582991" y="2768600"/>
                  </a:lnTo>
                  <a:lnTo>
                    <a:pt x="5566012" y="2806700"/>
                  </a:lnTo>
                  <a:lnTo>
                    <a:pt x="5560049" y="2844800"/>
                  </a:lnTo>
                  <a:lnTo>
                    <a:pt x="5566012" y="2882900"/>
                  </a:lnTo>
                  <a:lnTo>
                    <a:pt x="5582991" y="2921000"/>
                  </a:lnTo>
                  <a:lnTo>
                    <a:pt x="5644547" y="2971800"/>
                  </a:lnTo>
                  <a:lnTo>
                    <a:pt x="5686397" y="2997200"/>
                  </a:lnTo>
                  <a:lnTo>
                    <a:pt x="5733812" y="3009900"/>
                  </a:lnTo>
                  <a:lnTo>
                    <a:pt x="5837044" y="3009900"/>
                  </a:lnTo>
                  <a:lnTo>
                    <a:pt x="5884459" y="2997200"/>
                  </a:lnTo>
                  <a:lnTo>
                    <a:pt x="5926309" y="2971800"/>
                  </a:lnTo>
                  <a:lnTo>
                    <a:pt x="5961232" y="2946400"/>
                  </a:lnTo>
                  <a:lnTo>
                    <a:pt x="6004843" y="2882900"/>
                  </a:lnTo>
                  <a:lnTo>
                    <a:pt x="6010805" y="2844800"/>
                  </a:lnTo>
                  <a:lnTo>
                    <a:pt x="6004843" y="2806700"/>
                  </a:lnTo>
                  <a:lnTo>
                    <a:pt x="5987864" y="2768600"/>
                  </a:lnTo>
                  <a:lnTo>
                    <a:pt x="5961232" y="2743200"/>
                  </a:lnTo>
                  <a:lnTo>
                    <a:pt x="5926309" y="2705100"/>
                  </a:lnTo>
                  <a:lnTo>
                    <a:pt x="5884459" y="2692400"/>
                  </a:lnTo>
                  <a:lnTo>
                    <a:pt x="5837044" y="2679700"/>
                  </a:lnTo>
                  <a:close/>
                </a:path>
                <a:path w="6559550" h="3416300">
                  <a:moveTo>
                    <a:pt x="5427548" y="2489200"/>
                  </a:moveTo>
                  <a:lnTo>
                    <a:pt x="5319294" y="2578100"/>
                  </a:lnTo>
                  <a:lnTo>
                    <a:pt x="5362787" y="2603500"/>
                  </a:lnTo>
                  <a:lnTo>
                    <a:pt x="5369887" y="2616200"/>
                  </a:lnTo>
                  <a:lnTo>
                    <a:pt x="5373126" y="2628900"/>
                  </a:lnTo>
                  <a:lnTo>
                    <a:pt x="5732048" y="2628900"/>
                  </a:lnTo>
                  <a:lnTo>
                    <a:pt x="5785429" y="2616200"/>
                  </a:lnTo>
                  <a:lnTo>
                    <a:pt x="6200949" y="2616200"/>
                  </a:lnTo>
                  <a:lnTo>
                    <a:pt x="6208055" y="2603500"/>
                  </a:lnTo>
                  <a:lnTo>
                    <a:pt x="6251548" y="2578100"/>
                  </a:lnTo>
                  <a:lnTo>
                    <a:pt x="6205153" y="2540000"/>
                  </a:lnTo>
                  <a:lnTo>
                    <a:pt x="5492646" y="2540000"/>
                  </a:lnTo>
                  <a:lnTo>
                    <a:pt x="5481087" y="2527300"/>
                  </a:lnTo>
                  <a:lnTo>
                    <a:pt x="5470998" y="2527300"/>
                  </a:lnTo>
                  <a:lnTo>
                    <a:pt x="5427548" y="2489200"/>
                  </a:lnTo>
                  <a:close/>
                </a:path>
                <a:path w="6559550" h="3416300">
                  <a:moveTo>
                    <a:pt x="6200949" y="2616200"/>
                  </a:moveTo>
                  <a:lnTo>
                    <a:pt x="5785429" y="2616200"/>
                  </a:lnTo>
                  <a:lnTo>
                    <a:pt x="5838809" y="2628900"/>
                  </a:lnTo>
                  <a:lnTo>
                    <a:pt x="6197710" y="2628900"/>
                  </a:lnTo>
                  <a:lnTo>
                    <a:pt x="6200949" y="2616200"/>
                  </a:lnTo>
                  <a:close/>
                </a:path>
                <a:path w="6559550" h="3416300">
                  <a:moveTo>
                    <a:pt x="6066209" y="2527300"/>
                  </a:moveTo>
                  <a:lnTo>
                    <a:pt x="5504628" y="2527300"/>
                  </a:lnTo>
                  <a:lnTo>
                    <a:pt x="5492646" y="2540000"/>
                  </a:lnTo>
                  <a:lnTo>
                    <a:pt x="6078189" y="2540000"/>
                  </a:lnTo>
                  <a:lnTo>
                    <a:pt x="6066209" y="2527300"/>
                  </a:lnTo>
                  <a:close/>
                </a:path>
                <a:path w="6559550" h="3416300">
                  <a:moveTo>
                    <a:pt x="6143294" y="2489200"/>
                  </a:moveTo>
                  <a:lnTo>
                    <a:pt x="6099830" y="2527300"/>
                  </a:lnTo>
                  <a:lnTo>
                    <a:pt x="6089747" y="2527300"/>
                  </a:lnTo>
                  <a:lnTo>
                    <a:pt x="6078189" y="2540000"/>
                  </a:lnTo>
                  <a:lnTo>
                    <a:pt x="6205153" y="2540000"/>
                  </a:lnTo>
                  <a:lnTo>
                    <a:pt x="6143294" y="2489200"/>
                  </a:lnTo>
                  <a:close/>
                </a:path>
                <a:path w="6559550" h="3416300">
                  <a:moveTo>
                    <a:pt x="5890364" y="2476500"/>
                  </a:moveTo>
                  <a:lnTo>
                    <a:pt x="5680478" y="2476500"/>
                  </a:lnTo>
                  <a:lnTo>
                    <a:pt x="5595157" y="2501900"/>
                  </a:lnTo>
                  <a:lnTo>
                    <a:pt x="5554729" y="2514600"/>
                  </a:lnTo>
                  <a:lnTo>
                    <a:pt x="5515982" y="2527300"/>
                  </a:lnTo>
                  <a:lnTo>
                    <a:pt x="6054862" y="2527300"/>
                  </a:lnTo>
                  <a:lnTo>
                    <a:pt x="6016112" y="2514600"/>
                  </a:lnTo>
                  <a:lnTo>
                    <a:pt x="5975681" y="2501900"/>
                  </a:lnTo>
                  <a:lnTo>
                    <a:pt x="5890364" y="2476500"/>
                  </a:lnTo>
                  <a:close/>
                </a:path>
                <a:path w="6559550" h="3416300">
                  <a:moveTo>
                    <a:pt x="5636929" y="2425700"/>
                  </a:moveTo>
                  <a:lnTo>
                    <a:pt x="5441107" y="2425700"/>
                  </a:lnTo>
                  <a:lnTo>
                    <a:pt x="5453006" y="2438400"/>
                  </a:lnTo>
                  <a:lnTo>
                    <a:pt x="5501883" y="2476500"/>
                  </a:lnTo>
                  <a:lnTo>
                    <a:pt x="5534265" y="2463800"/>
                  </a:lnTo>
                  <a:lnTo>
                    <a:pt x="5567608" y="2451100"/>
                  </a:lnTo>
                  <a:lnTo>
                    <a:pt x="5636929" y="2425700"/>
                  </a:lnTo>
                  <a:close/>
                </a:path>
                <a:path w="6559550" h="3416300">
                  <a:moveTo>
                    <a:pt x="5869933" y="2463800"/>
                  </a:moveTo>
                  <a:lnTo>
                    <a:pt x="5700905" y="2463800"/>
                  </a:lnTo>
                  <a:lnTo>
                    <a:pt x="5691911" y="2476500"/>
                  </a:lnTo>
                  <a:lnTo>
                    <a:pt x="5878925" y="2476500"/>
                  </a:lnTo>
                  <a:lnTo>
                    <a:pt x="5869933" y="2463800"/>
                  </a:lnTo>
                  <a:close/>
                </a:path>
                <a:path w="6559550" h="3416300">
                  <a:moveTo>
                    <a:pt x="6231474" y="2349500"/>
                  </a:moveTo>
                  <a:lnTo>
                    <a:pt x="5911935" y="2349500"/>
                  </a:lnTo>
                  <a:lnTo>
                    <a:pt x="5923374" y="2362200"/>
                  </a:lnTo>
                  <a:lnTo>
                    <a:pt x="5931085" y="2374900"/>
                  </a:lnTo>
                  <a:lnTo>
                    <a:pt x="5933913" y="2374900"/>
                  </a:lnTo>
                  <a:lnTo>
                    <a:pt x="5933913" y="2425700"/>
                  </a:lnTo>
                  <a:lnTo>
                    <a:pt x="6003247" y="2451100"/>
                  </a:lnTo>
                  <a:lnTo>
                    <a:pt x="6036591" y="2463800"/>
                  </a:lnTo>
                  <a:lnTo>
                    <a:pt x="6068974" y="2476500"/>
                  </a:lnTo>
                  <a:lnTo>
                    <a:pt x="6117836" y="2438400"/>
                  </a:lnTo>
                  <a:lnTo>
                    <a:pt x="6129743" y="2425700"/>
                  </a:lnTo>
                  <a:lnTo>
                    <a:pt x="6266259" y="2425700"/>
                  </a:lnTo>
                  <a:lnTo>
                    <a:pt x="6256779" y="2413000"/>
                  </a:lnTo>
                  <a:lnTo>
                    <a:pt x="6242901" y="2400300"/>
                  </a:lnTo>
                  <a:lnTo>
                    <a:pt x="6234376" y="2374900"/>
                  </a:lnTo>
                  <a:lnTo>
                    <a:pt x="6231474" y="2349500"/>
                  </a:lnTo>
                  <a:close/>
                </a:path>
                <a:path w="6559550" h="3416300">
                  <a:moveTo>
                    <a:pt x="6559275" y="2235200"/>
                  </a:moveTo>
                  <a:lnTo>
                    <a:pt x="6412333" y="2235200"/>
                  </a:lnTo>
                  <a:lnTo>
                    <a:pt x="6440487" y="2247900"/>
                  </a:lnTo>
                  <a:lnTo>
                    <a:pt x="6466425" y="2260600"/>
                  </a:lnTo>
                  <a:lnTo>
                    <a:pt x="6489492" y="2273300"/>
                  </a:lnTo>
                  <a:lnTo>
                    <a:pt x="6519777" y="2298700"/>
                  </a:lnTo>
                  <a:lnTo>
                    <a:pt x="6533020" y="2336800"/>
                  </a:lnTo>
                  <a:lnTo>
                    <a:pt x="6529225" y="2374900"/>
                  </a:lnTo>
                  <a:lnTo>
                    <a:pt x="6508399" y="2413000"/>
                  </a:lnTo>
                  <a:lnTo>
                    <a:pt x="6559275" y="2476500"/>
                  </a:lnTo>
                  <a:lnTo>
                    <a:pt x="6559275" y="2235200"/>
                  </a:lnTo>
                  <a:close/>
                </a:path>
                <a:path w="6559550" h="3416300">
                  <a:moveTo>
                    <a:pt x="5861941" y="2400300"/>
                  </a:moveTo>
                  <a:lnTo>
                    <a:pt x="5708902" y="2400300"/>
                  </a:lnTo>
                  <a:lnTo>
                    <a:pt x="5708902" y="2451100"/>
                  </a:lnTo>
                  <a:lnTo>
                    <a:pt x="5706791" y="2463800"/>
                  </a:lnTo>
                  <a:lnTo>
                    <a:pt x="5864050" y="2463800"/>
                  </a:lnTo>
                  <a:lnTo>
                    <a:pt x="5861941" y="2451100"/>
                  </a:lnTo>
                  <a:lnTo>
                    <a:pt x="5861941" y="2400300"/>
                  </a:lnTo>
                  <a:close/>
                </a:path>
                <a:path w="6559550" h="3416300">
                  <a:moveTo>
                    <a:pt x="6455206" y="2451100"/>
                  </a:moveTo>
                  <a:lnTo>
                    <a:pt x="6438211" y="2463800"/>
                  </a:lnTo>
                  <a:lnTo>
                    <a:pt x="6465763" y="2463800"/>
                  </a:lnTo>
                  <a:lnTo>
                    <a:pt x="6455206" y="2451100"/>
                  </a:lnTo>
                  <a:close/>
                </a:path>
                <a:path w="6559550" h="3416300">
                  <a:moveTo>
                    <a:pt x="6426520" y="2400300"/>
                  </a:moveTo>
                  <a:lnTo>
                    <a:pt x="6338716" y="2400300"/>
                  </a:lnTo>
                  <a:lnTo>
                    <a:pt x="6352298" y="2413000"/>
                  </a:lnTo>
                  <a:lnTo>
                    <a:pt x="6412930" y="2413000"/>
                  </a:lnTo>
                  <a:lnTo>
                    <a:pt x="6426520" y="2400300"/>
                  </a:lnTo>
                  <a:close/>
                </a:path>
                <a:path w="6559550" h="3416300">
                  <a:moveTo>
                    <a:pt x="6426520" y="2298700"/>
                  </a:moveTo>
                  <a:lnTo>
                    <a:pt x="6338717" y="2298700"/>
                  </a:lnTo>
                  <a:lnTo>
                    <a:pt x="6326640" y="2311400"/>
                  </a:lnTo>
                  <a:lnTo>
                    <a:pt x="6316707" y="2324100"/>
                  </a:lnTo>
                  <a:lnTo>
                    <a:pt x="6309435" y="2324100"/>
                  </a:lnTo>
                  <a:lnTo>
                    <a:pt x="6304967" y="2336800"/>
                  </a:lnTo>
                  <a:lnTo>
                    <a:pt x="6303446" y="2349500"/>
                  </a:lnTo>
                  <a:lnTo>
                    <a:pt x="6304967" y="2362200"/>
                  </a:lnTo>
                  <a:lnTo>
                    <a:pt x="6309435" y="2374900"/>
                  </a:lnTo>
                  <a:lnTo>
                    <a:pt x="6316707" y="2387600"/>
                  </a:lnTo>
                  <a:lnTo>
                    <a:pt x="6326640" y="2400300"/>
                  </a:lnTo>
                  <a:lnTo>
                    <a:pt x="6438606" y="2400300"/>
                  </a:lnTo>
                  <a:lnTo>
                    <a:pt x="6455962" y="2374900"/>
                  </a:lnTo>
                  <a:lnTo>
                    <a:pt x="6461747" y="2349500"/>
                  </a:lnTo>
                  <a:lnTo>
                    <a:pt x="6455962" y="2324100"/>
                  </a:lnTo>
                  <a:lnTo>
                    <a:pt x="6438606" y="2311400"/>
                  </a:lnTo>
                  <a:lnTo>
                    <a:pt x="6426520" y="2298700"/>
                  </a:lnTo>
                  <a:close/>
                </a:path>
                <a:path w="6559550" h="3416300">
                  <a:moveTo>
                    <a:pt x="6559275" y="2197100"/>
                  </a:moveTo>
                  <a:lnTo>
                    <a:pt x="6130547" y="2197100"/>
                  </a:lnTo>
                  <a:lnTo>
                    <a:pt x="6136759" y="2209800"/>
                  </a:lnTo>
                  <a:lnTo>
                    <a:pt x="6148931" y="2209800"/>
                  </a:lnTo>
                  <a:lnTo>
                    <a:pt x="6152767" y="2222500"/>
                  </a:lnTo>
                  <a:lnTo>
                    <a:pt x="6152767" y="2235200"/>
                  </a:lnTo>
                  <a:lnTo>
                    <a:pt x="6148915" y="2247900"/>
                  </a:lnTo>
                  <a:lnTo>
                    <a:pt x="6130547" y="2247900"/>
                  </a:lnTo>
                  <a:lnTo>
                    <a:pt x="6123813" y="2260600"/>
                  </a:lnTo>
                  <a:lnTo>
                    <a:pt x="6298806" y="2260600"/>
                  </a:lnTo>
                  <a:lnTo>
                    <a:pt x="6324745" y="2247900"/>
                  </a:lnTo>
                  <a:lnTo>
                    <a:pt x="6352900" y="2235200"/>
                  </a:lnTo>
                  <a:lnTo>
                    <a:pt x="6559275" y="2235200"/>
                  </a:lnTo>
                  <a:lnTo>
                    <a:pt x="6559275" y="2197100"/>
                  </a:lnTo>
                  <a:close/>
                </a:path>
                <a:path w="6559550" h="3416300">
                  <a:moveTo>
                    <a:pt x="5912812" y="2209800"/>
                  </a:moveTo>
                  <a:lnTo>
                    <a:pt x="5674864" y="2209800"/>
                  </a:lnTo>
                  <a:lnTo>
                    <a:pt x="5621121" y="2222500"/>
                  </a:lnTo>
                  <a:lnTo>
                    <a:pt x="5954563" y="2222500"/>
                  </a:lnTo>
                  <a:lnTo>
                    <a:pt x="5912812" y="2209800"/>
                  </a:lnTo>
                  <a:close/>
                </a:path>
                <a:path w="6559550" h="3416300">
                  <a:moveTo>
                    <a:pt x="6559275" y="2159000"/>
                  </a:moveTo>
                  <a:lnTo>
                    <a:pt x="5923536" y="2159000"/>
                  </a:lnTo>
                  <a:lnTo>
                    <a:pt x="5968818" y="2171700"/>
                  </a:lnTo>
                  <a:lnTo>
                    <a:pt x="5981987" y="2171700"/>
                  </a:lnTo>
                  <a:lnTo>
                    <a:pt x="5991670" y="2184400"/>
                  </a:lnTo>
                  <a:lnTo>
                    <a:pt x="5996963" y="2184400"/>
                  </a:lnTo>
                  <a:lnTo>
                    <a:pt x="5996960" y="2197100"/>
                  </a:lnTo>
                  <a:lnTo>
                    <a:pt x="5991411" y="2209800"/>
                  </a:lnTo>
                  <a:lnTo>
                    <a:pt x="6096812" y="2209800"/>
                  </a:lnTo>
                  <a:lnTo>
                    <a:pt x="6103013" y="2197100"/>
                  </a:lnTo>
                  <a:lnTo>
                    <a:pt x="6559275" y="2197100"/>
                  </a:lnTo>
                  <a:lnTo>
                    <a:pt x="6559275" y="215900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0982" y="4912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0982" y="449173"/>
            <a:ext cx="8601075" cy="438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5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48260">
              <a:lnSpc>
                <a:spcPts val="311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costeComputacional.py</a:t>
            </a:r>
            <a:endParaRPr sz="2800">
              <a:latin typeface="Arial Narrow"/>
              <a:cs typeface="Arial Narrow"/>
            </a:endParaRPr>
          </a:p>
          <a:p>
            <a:pPr marL="2185670">
              <a:lnSpc>
                <a:spcPts val="2805"/>
              </a:lnSpc>
              <a:spcBef>
                <a:spcPts val="330"/>
              </a:spcBef>
              <a:tabLst>
                <a:tab pos="3138170" algn="l"/>
                <a:tab pos="4091304" algn="l"/>
                <a:tab pos="5424805" algn="l"/>
              </a:tabLst>
            </a:pPr>
            <a:r>
              <a:rPr sz="2500" b="1" spc="-20" dirty="0">
                <a:latin typeface="Courier New"/>
                <a:cs typeface="Courier New"/>
              </a:rPr>
              <a:t>from</a:t>
            </a:r>
            <a:r>
              <a:rPr sz="2500" b="1" dirty="0">
                <a:latin typeface="Courier New"/>
                <a:cs typeface="Courier New"/>
              </a:rPr>
              <a:t>	</a:t>
            </a:r>
            <a:r>
              <a:rPr sz="2500" spc="-20" dirty="0">
                <a:latin typeface="Courier New"/>
                <a:cs typeface="Courier New"/>
              </a:rPr>
              <a:t>math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import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*</a:t>
            </a:r>
            <a:endParaRPr sz="2500">
              <a:latin typeface="Courier New"/>
              <a:cs typeface="Courier New"/>
            </a:endParaRPr>
          </a:p>
          <a:p>
            <a:pPr marL="2185670" marR="500380">
              <a:lnSpc>
                <a:spcPts val="2610"/>
              </a:lnSpc>
              <a:spcBef>
                <a:spcPts val="215"/>
              </a:spcBef>
              <a:tabLst>
                <a:tab pos="4662805" algn="l"/>
                <a:tab pos="5043805" algn="l"/>
                <a:tab pos="6186805" algn="l"/>
                <a:tab pos="6567805" algn="l"/>
                <a:tab pos="7139305" algn="l"/>
                <a:tab pos="7710805" algn="l"/>
              </a:tabLst>
            </a:pPr>
            <a:r>
              <a:rPr sz="2500" spc="-10" dirty="0">
                <a:latin typeface="Courier New"/>
                <a:cs typeface="Courier New"/>
              </a:rPr>
              <a:t>VelocidadCPU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=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1.105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*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10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**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15 n=1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ts val="2360"/>
              </a:lnSpc>
            </a:pPr>
            <a:r>
              <a:rPr sz="2500" spc="-20" dirty="0">
                <a:latin typeface="Courier New"/>
                <a:cs typeface="Courier New"/>
              </a:rPr>
              <a:t>fA=1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ts val="2460"/>
              </a:lnSpc>
              <a:tabLst>
                <a:tab pos="5295265" algn="l"/>
                <a:tab pos="6026785" algn="l"/>
                <a:tab pos="6392545" algn="l"/>
                <a:tab pos="6941184" algn="l"/>
                <a:tab pos="7306945" algn="l"/>
                <a:tab pos="7856220" algn="l"/>
              </a:tabLst>
            </a:pPr>
            <a:r>
              <a:rPr sz="2400" spc="-10" dirty="0">
                <a:latin typeface="Courier New"/>
                <a:cs typeface="Courier New"/>
              </a:rPr>
              <a:t>nOp=VelocidadCPU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*24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*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60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50" dirty="0">
                <a:latin typeface="Courier New"/>
                <a:cs typeface="Courier New"/>
              </a:rPr>
              <a:t>*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5" dirty="0">
                <a:latin typeface="Courier New"/>
                <a:cs typeface="Courier New"/>
              </a:rPr>
              <a:t>60</a:t>
            </a:r>
            <a:r>
              <a:rPr sz="2400" dirty="0">
                <a:latin typeface="Courier New"/>
                <a:cs typeface="Courier New"/>
              </a:rPr>
              <a:t>	</a:t>
            </a:r>
            <a:r>
              <a:rPr sz="2400" spc="-20" dirty="0">
                <a:latin typeface="Courier New"/>
                <a:cs typeface="Courier New"/>
              </a:rPr>
              <a:t>*365</a:t>
            </a:r>
            <a:endParaRPr sz="2400">
              <a:latin typeface="Courier New"/>
              <a:cs typeface="Courier New"/>
            </a:endParaRPr>
          </a:p>
          <a:p>
            <a:pPr marL="2947670" marR="3167380" indent="-762635">
              <a:lnSpc>
                <a:spcPts val="2610"/>
              </a:lnSpc>
              <a:spcBef>
                <a:spcPts val="225"/>
              </a:spcBef>
              <a:tabLst>
                <a:tab pos="3328670" algn="l"/>
                <a:tab pos="3519170" algn="l"/>
                <a:tab pos="3709670" algn="l"/>
                <a:tab pos="4091304" algn="l"/>
                <a:tab pos="4662805" algn="l"/>
              </a:tabLst>
            </a:pPr>
            <a:r>
              <a:rPr sz="2500" b="1" spc="-10" dirty="0">
                <a:latin typeface="Courier New"/>
                <a:cs typeface="Courier New"/>
              </a:rPr>
              <a:t>while</a:t>
            </a:r>
            <a:r>
              <a:rPr sz="2500" b="1" dirty="0">
                <a:latin typeface="Courier New"/>
                <a:cs typeface="Courier New"/>
              </a:rPr>
              <a:t>		</a:t>
            </a:r>
            <a:r>
              <a:rPr sz="2500" spc="-25" dirty="0">
                <a:latin typeface="Courier New"/>
                <a:cs typeface="Courier New"/>
              </a:rPr>
              <a:t>fA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5" dirty="0">
                <a:latin typeface="Courier New"/>
                <a:cs typeface="Courier New"/>
              </a:rPr>
              <a:t>&lt;=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20" dirty="0">
                <a:latin typeface="Courier New"/>
                <a:cs typeface="Courier New"/>
              </a:rPr>
              <a:t>nOp: </a:t>
            </a:r>
            <a:r>
              <a:rPr sz="2500" spc="-50" dirty="0">
                <a:latin typeface="Courier New"/>
                <a:cs typeface="Courier New"/>
              </a:rPr>
              <a:t>n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50" dirty="0">
                <a:latin typeface="Courier New"/>
                <a:cs typeface="Courier New"/>
              </a:rPr>
              <a:t>=</a:t>
            </a:r>
            <a:r>
              <a:rPr sz="2500" dirty="0">
                <a:latin typeface="Courier New"/>
                <a:cs typeface="Courier New"/>
              </a:rPr>
              <a:t>		</a:t>
            </a:r>
            <a:r>
              <a:rPr sz="2500" spc="-25" dirty="0">
                <a:latin typeface="Courier New"/>
                <a:cs typeface="Courier New"/>
              </a:rPr>
              <a:t>n+1</a:t>
            </a:r>
            <a:endParaRPr sz="2500">
              <a:latin typeface="Courier New"/>
              <a:cs typeface="Courier New"/>
            </a:endParaRPr>
          </a:p>
          <a:p>
            <a:pPr marL="2947670">
              <a:lnSpc>
                <a:spcPts val="2590"/>
              </a:lnSpc>
              <a:tabLst>
                <a:tab pos="3519170" algn="l"/>
                <a:tab pos="4853305" algn="l"/>
              </a:tabLst>
            </a:pPr>
            <a:r>
              <a:rPr sz="2500" spc="-25" dirty="0">
                <a:latin typeface="Courier New"/>
                <a:cs typeface="Courier New"/>
              </a:rPr>
              <a:t>fA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=10**(</a:t>
            </a:r>
            <a:r>
              <a:rPr sz="2500" dirty="0">
                <a:latin typeface="Courier New"/>
                <a:cs typeface="Courier New"/>
              </a:rPr>
              <a:t>	</a:t>
            </a:r>
            <a:r>
              <a:rPr sz="2500" spc="-10" dirty="0">
                <a:latin typeface="Courier New"/>
                <a:cs typeface="Courier New"/>
              </a:rPr>
              <a:t>pow(log(n,10),0.5))</a:t>
            </a:r>
            <a:endParaRPr sz="2500">
              <a:latin typeface="Courier New"/>
              <a:cs typeface="Courier New"/>
            </a:endParaRPr>
          </a:p>
          <a:p>
            <a:pPr marL="2185670">
              <a:lnSpc>
                <a:spcPct val="100000"/>
              </a:lnSpc>
              <a:spcBef>
                <a:spcPts val="2220"/>
              </a:spcBef>
            </a:pPr>
            <a:r>
              <a:rPr sz="2500" b="1" dirty="0">
                <a:latin typeface="Courier New"/>
                <a:cs typeface="Courier New"/>
              </a:rPr>
              <a:t>print</a:t>
            </a:r>
            <a:r>
              <a:rPr sz="2500" dirty="0">
                <a:latin typeface="Courier New"/>
                <a:cs typeface="Courier New"/>
              </a:rPr>
              <a:t>(n-</a:t>
            </a:r>
            <a:r>
              <a:rPr sz="2500" spc="-25" dirty="0">
                <a:latin typeface="Courier New"/>
                <a:cs typeface="Courier New"/>
              </a:rPr>
              <a:t>1)</a:t>
            </a:r>
            <a:endParaRPr sz="2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10586" y="2285243"/>
            <a:ext cx="4942814" cy="157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375" indent="-32702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98000"/>
              <a:buFont typeface="Lucida Grande"/>
              <a:buChar char="▪"/>
              <a:tabLst>
                <a:tab pos="333375" algn="l"/>
              </a:tabLst>
            </a:pPr>
            <a:r>
              <a:rPr sz="5000" b="1" spc="-110" dirty="0">
                <a:solidFill>
                  <a:srgbClr val="C0504D"/>
                </a:solidFill>
                <a:latin typeface="Arial"/>
                <a:cs typeface="Arial"/>
              </a:rPr>
              <a:t>2</a:t>
            </a:r>
            <a:r>
              <a:rPr sz="2800" spc="-110" dirty="0">
                <a:latin typeface="Arial"/>
                <a:cs typeface="Arial"/>
              </a:rPr>
              <a:t>*VelocidadCPU</a:t>
            </a:r>
            <a:endParaRPr sz="2800" dirty="0">
              <a:latin typeface="Arial"/>
              <a:cs typeface="Arial"/>
            </a:endParaRPr>
          </a:p>
          <a:p>
            <a:pPr marL="1806575" lvl="1" indent="-285115">
              <a:lnSpc>
                <a:spcPct val="100000"/>
              </a:lnSpc>
              <a:spcBef>
                <a:spcPts val="215"/>
              </a:spcBef>
              <a:buFont typeface="Lucida Grande"/>
              <a:buChar char="▪"/>
              <a:tabLst>
                <a:tab pos="1806575" algn="l"/>
              </a:tabLst>
            </a:pPr>
            <a:r>
              <a:rPr sz="2800" b="1" spc="-240" dirty="0">
                <a:latin typeface="Arial"/>
                <a:cs typeface="Arial"/>
              </a:rPr>
              <a:t>n</a:t>
            </a:r>
            <a:r>
              <a:rPr sz="2800" spc="-240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00" spc="-195" dirty="0">
                <a:latin typeface="Arial"/>
                <a:cs typeface="Arial"/>
              </a:rPr>
              <a:t>217+</a:t>
            </a:r>
            <a:r>
              <a:rPr sz="5000" b="1" spc="-195" dirty="0">
                <a:solidFill>
                  <a:srgbClr val="C0504D"/>
                </a:solidFill>
                <a:latin typeface="Arial"/>
                <a:cs typeface="Arial"/>
              </a:rPr>
              <a:t>5</a:t>
            </a:r>
            <a:endParaRPr sz="5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0586" y="382436"/>
            <a:ext cx="5255895" cy="15055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8450" marR="5080" indent="-285750">
              <a:lnSpc>
                <a:spcPct val="76400"/>
              </a:lnSpc>
              <a:spcBef>
                <a:spcPts val="890"/>
              </a:spcBef>
              <a:buFont typeface="Lucida Grande"/>
              <a:buChar char="▪"/>
              <a:tabLst>
                <a:tab pos="298450" algn="l"/>
                <a:tab pos="3930650" algn="l"/>
              </a:tabLst>
            </a:pPr>
            <a:r>
              <a:rPr sz="2800" spc="-254" dirty="0">
                <a:latin typeface="Arial"/>
                <a:cs typeface="Arial"/>
              </a:rPr>
              <a:t>¿Qué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tamaño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máximo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puede </a:t>
            </a:r>
            <a:r>
              <a:rPr sz="2800" spc="-90" dirty="0">
                <a:latin typeface="Arial"/>
                <a:cs typeface="Arial"/>
              </a:rPr>
              <a:t>factorizar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en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b="1" spc="-235" dirty="0">
                <a:latin typeface="Arial"/>
                <a:cs typeface="Arial"/>
              </a:rPr>
              <a:t>un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año</a:t>
            </a:r>
            <a:r>
              <a:rPr sz="2800" spc="-2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  <a:p>
            <a:pPr marL="1804035" lvl="1" indent="-285115">
              <a:lnSpc>
                <a:spcPct val="100000"/>
              </a:lnSpc>
              <a:spcBef>
                <a:spcPts val="1650"/>
              </a:spcBef>
              <a:buFont typeface="Lucida Grande"/>
              <a:buChar char="▪"/>
              <a:tabLst>
                <a:tab pos="1804035" algn="l"/>
              </a:tabLst>
            </a:pPr>
            <a:r>
              <a:rPr sz="2800" b="1" spc="-240" dirty="0">
                <a:latin typeface="Arial"/>
                <a:cs typeface="Arial"/>
              </a:rPr>
              <a:t>n</a:t>
            </a:r>
            <a:r>
              <a:rPr sz="2800" spc="-240" dirty="0">
                <a:latin typeface="Arial"/>
                <a:cs typeface="Arial"/>
              </a:rPr>
              <a:t>=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3400" b="1" spc="-25" dirty="0">
                <a:latin typeface="Arial"/>
                <a:cs typeface="Arial"/>
              </a:rPr>
              <a:t>217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7157" y="501278"/>
            <a:ext cx="2688590" cy="11734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0710">
              <a:lnSpc>
                <a:spcPct val="100000"/>
              </a:lnSpc>
              <a:spcBef>
                <a:spcPts val="365"/>
              </a:spcBef>
            </a:pPr>
            <a:r>
              <a:rPr sz="2800" spc="-85" dirty="0">
                <a:solidFill>
                  <a:srgbClr val="B51700"/>
                </a:solidFill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95112" y="2105536"/>
            <a:ext cx="5949315" cy="127000"/>
            <a:chOff x="3195112" y="2105536"/>
            <a:chExt cx="5949315" cy="127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5112" y="2105536"/>
              <a:ext cx="5948887" cy="127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33212" y="2123636"/>
              <a:ext cx="5911215" cy="50800"/>
            </a:xfrm>
            <a:custGeom>
              <a:avLst/>
              <a:gdLst/>
              <a:ahLst/>
              <a:cxnLst/>
              <a:rect l="l" t="t" r="r" b="b"/>
              <a:pathLst>
                <a:path w="5911215" h="50800">
                  <a:moveTo>
                    <a:pt x="5910787" y="50800"/>
                  </a:moveTo>
                  <a:lnTo>
                    <a:pt x="0" y="50800"/>
                  </a:lnTo>
                  <a:lnTo>
                    <a:pt x="0" y="0"/>
                  </a:lnTo>
                  <a:lnTo>
                    <a:pt x="5910787" y="0"/>
                  </a:lnTo>
                  <a:lnTo>
                    <a:pt x="5910787" y="50800"/>
                  </a:lnTo>
                  <a:close/>
                </a:path>
              </a:pathLst>
            </a:custGeom>
            <a:solidFill>
              <a:srgbClr val="4F81BD">
                <a:alpha val="3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8761" y="1210870"/>
            <a:ext cx="539750" cy="584835"/>
          </a:xfrm>
          <a:custGeom>
            <a:avLst/>
            <a:gdLst/>
            <a:ahLst/>
            <a:cxnLst/>
            <a:rect l="l" t="t" r="r" b="b"/>
            <a:pathLst>
              <a:path w="539750" h="584835">
                <a:moveTo>
                  <a:pt x="292716" y="0"/>
                </a:moveTo>
                <a:lnTo>
                  <a:pt x="2003" y="0"/>
                </a:lnTo>
                <a:lnTo>
                  <a:pt x="0" y="1953"/>
                </a:lnTo>
                <a:lnTo>
                  <a:pt x="0" y="582472"/>
                </a:lnTo>
                <a:lnTo>
                  <a:pt x="2003" y="584427"/>
                </a:lnTo>
                <a:lnTo>
                  <a:pt x="449293" y="584427"/>
                </a:lnTo>
                <a:lnTo>
                  <a:pt x="451299" y="582472"/>
                </a:lnTo>
                <a:lnTo>
                  <a:pt x="451299" y="464759"/>
                </a:lnTo>
                <a:lnTo>
                  <a:pt x="205672" y="464759"/>
                </a:lnTo>
                <a:lnTo>
                  <a:pt x="201751" y="460822"/>
                </a:lnTo>
                <a:lnTo>
                  <a:pt x="203529" y="457056"/>
                </a:lnTo>
                <a:lnTo>
                  <a:pt x="248830" y="354585"/>
                </a:lnTo>
                <a:lnTo>
                  <a:pt x="251691" y="348556"/>
                </a:lnTo>
                <a:lnTo>
                  <a:pt x="255525" y="343042"/>
                </a:lnTo>
                <a:lnTo>
                  <a:pt x="440693" y="157924"/>
                </a:lnTo>
                <a:lnTo>
                  <a:pt x="295429" y="157924"/>
                </a:lnTo>
                <a:lnTo>
                  <a:pt x="293424" y="155971"/>
                </a:lnTo>
                <a:lnTo>
                  <a:pt x="293425" y="693"/>
                </a:lnTo>
                <a:lnTo>
                  <a:pt x="292716" y="0"/>
                </a:lnTo>
                <a:close/>
              </a:path>
              <a:path w="539750" h="584835">
                <a:moveTo>
                  <a:pt x="451299" y="281759"/>
                </a:moveTo>
                <a:lnTo>
                  <a:pt x="321363" y="411694"/>
                </a:lnTo>
                <a:lnTo>
                  <a:pt x="315884" y="415527"/>
                </a:lnTo>
                <a:lnTo>
                  <a:pt x="309889" y="418371"/>
                </a:lnTo>
                <a:lnTo>
                  <a:pt x="209437" y="462965"/>
                </a:lnTo>
                <a:lnTo>
                  <a:pt x="205672" y="464759"/>
                </a:lnTo>
                <a:lnTo>
                  <a:pt x="451299" y="464759"/>
                </a:lnTo>
                <a:lnTo>
                  <a:pt x="451299" y="281759"/>
                </a:lnTo>
                <a:close/>
              </a:path>
              <a:path w="539750" h="584835">
                <a:moveTo>
                  <a:pt x="268046" y="363152"/>
                </a:moveTo>
                <a:lnTo>
                  <a:pt x="266533" y="363152"/>
                </a:lnTo>
                <a:lnTo>
                  <a:pt x="266076" y="363435"/>
                </a:lnTo>
                <a:lnTo>
                  <a:pt x="234160" y="430974"/>
                </a:lnTo>
                <a:lnTo>
                  <a:pt x="235535" y="432334"/>
                </a:lnTo>
                <a:lnTo>
                  <a:pt x="303552" y="400175"/>
                </a:lnTo>
                <a:lnTo>
                  <a:pt x="303746" y="398844"/>
                </a:lnTo>
                <a:lnTo>
                  <a:pt x="268046" y="363152"/>
                </a:lnTo>
                <a:close/>
              </a:path>
              <a:path w="539750" h="584835">
                <a:moveTo>
                  <a:pt x="458012" y="169085"/>
                </a:moveTo>
                <a:lnTo>
                  <a:pt x="457212" y="169085"/>
                </a:lnTo>
                <a:lnTo>
                  <a:pt x="456806" y="169233"/>
                </a:lnTo>
                <a:lnTo>
                  <a:pt x="279680" y="346360"/>
                </a:lnTo>
                <a:lnTo>
                  <a:pt x="279679" y="347355"/>
                </a:lnTo>
                <a:lnTo>
                  <a:pt x="318484" y="386158"/>
                </a:lnTo>
                <a:lnTo>
                  <a:pt x="319426" y="386158"/>
                </a:lnTo>
                <a:lnTo>
                  <a:pt x="496861" y="208723"/>
                </a:lnTo>
                <a:lnTo>
                  <a:pt x="496861" y="207712"/>
                </a:lnTo>
                <a:lnTo>
                  <a:pt x="458416" y="169233"/>
                </a:lnTo>
                <a:lnTo>
                  <a:pt x="458012" y="169085"/>
                </a:lnTo>
                <a:close/>
              </a:path>
              <a:path w="539750" h="584835">
                <a:moveTo>
                  <a:pt x="507543" y="127755"/>
                </a:moveTo>
                <a:lnTo>
                  <a:pt x="500101" y="128094"/>
                </a:lnTo>
                <a:lnTo>
                  <a:pt x="496334" y="129707"/>
                </a:lnTo>
                <a:lnTo>
                  <a:pt x="471845" y="154195"/>
                </a:lnTo>
                <a:lnTo>
                  <a:pt x="471845" y="155188"/>
                </a:lnTo>
                <a:lnTo>
                  <a:pt x="510598" y="193992"/>
                </a:lnTo>
                <a:lnTo>
                  <a:pt x="511592" y="193992"/>
                </a:lnTo>
                <a:lnTo>
                  <a:pt x="539062" y="166504"/>
                </a:lnTo>
                <a:lnTo>
                  <a:pt x="539460" y="157924"/>
                </a:lnTo>
                <a:lnTo>
                  <a:pt x="539488" y="157328"/>
                </a:lnTo>
                <a:lnTo>
                  <a:pt x="511216" y="129006"/>
                </a:lnTo>
                <a:lnTo>
                  <a:pt x="507543" y="127755"/>
                </a:lnTo>
                <a:close/>
              </a:path>
              <a:path w="539750" h="584835">
                <a:moveTo>
                  <a:pt x="315002" y="2184"/>
                </a:moveTo>
                <a:lnTo>
                  <a:pt x="314113" y="2184"/>
                </a:lnTo>
                <a:lnTo>
                  <a:pt x="313230" y="2550"/>
                </a:lnTo>
                <a:lnTo>
                  <a:pt x="312818" y="3084"/>
                </a:lnTo>
                <a:lnTo>
                  <a:pt x="312818" y="136578"/>
                </a:lnTo>
                <a:lnTo>
                  <a:pt x="314822" y="138531"/>
                </a:lnTo>
                <a:lnTo>
                  <a:pt x="448917" y="138531"/>
                </a:lnTo>
                <a:lnTo>
                  <a:pt x="449608" y="136839"/>
                </a:lnTo>
                <a:lnTo>
                  <a:pt x="315002" y="2184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157" y="166913"/>
            <a:ext cx="2525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Complejidad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7157" y="501278"/>
            <a:ext cx="2688590" cy="11734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Escalabilidad</a:t>
            </a:r>
            <a:endParaRPr sz="4000">
              <a:latin typeface="Arial Narrow"/>
              <a:cs typeface="Arial Narrow"/>
            </a:endParaRPr>
          </a:p>
          <a:p>
            <a:pPr marL="600710">
              <a:lnSpc>
                <a:spcPct val="100000"/>
              </a:lnSpc>
              <a:spcBef>
                <a:spcPts val="365"/>
              </a:spcBef>
            </a:pPr>
            <a:r>
              <a:rPr sz="2800" spc="-85" dirty="0">
                <a:solidFill>
                  <a:srgbClr val="B51700"/>
                </a:solidFill>
                <a:latin typeface="Arial"/>
                <a:cs typeface="Arial"/>
              </a:rPr>
              <a:t>Escalabilidad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6430" y="941386"/>
            <a:ext cx="5949315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latin typeface="Arial"/>
                <a:cs typeface="Arial"/>
              </a:rPr>
              <a:t>123456789012345678901234567890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2345678901234567890123456789012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3456789012345678901234567890123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965"/>
              </a:lnSpc>
            </a:pPr>
            <a:r>
              <a:rPr sz="2800" spc="-114" dirty="0">
                <a:latin typeface="Arial"/>
                <a:cs typeface="Arial"/>
              </a:rPr>
              <a:t>456789012345678901234567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80710" y="2450764"/>
            <a:ext cx="6043295" cy="127000"/>
            <a:chOff x="3080710" y="2450764"/>
            <a:chExt cx="6043295" cy="127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80710" y="2450764"/>
              <a:ext cx="6042955" cy="127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18810" y="2494264"/>
              <a:ext cx="5967095" cy="0"/>
            </a:xfrm>
            <a:custGeom>
              <a:avLst/>
              <a:gdLst/>
              <a:ahLst/>
              <a:cxnLst/>
              <a:rect l="l" t="t" r="r" b="b"/>
              <a:pathLst>
                <a:path w="5967095">
                  <a:moveTo>
                    <a:pt x="0" y="0"/>
                  </a:moveTo>
                  <a:lnTo>
                    <a:pt x="5966755" y="0"/>
                  </a:lnTo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26430" y="2745477"/>
            <a:ext cx="5949315" cy="14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296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latin typeface="Arial"/>
                <a:cs typeface="Arial"/>
              </a:rPr>
              <a:t>123456789012345678901234567890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2345678901234567890123456789012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565"/>
              </a:lnSpc>
            </a:pPr>
            <a:r>
              <a:rPr sz="2800" spc="-145" dirty="0">
                <a:latin typeface="Arial"/>
                <a:cs typeface="Arial"/>
              </a:rPr>
              <a:t>3456789012345678901234567890123</a:t>
            </a:r>
            <a:endParaRPr sz="2800" dirty="0">
              <a:latin typeface="Arial"/>
              <a:cs typeface="Arial"/>
            </a:endParaRPr>
          </a:p>
          <a:p>
            <a:pPr marL="323215">
              <a:lnSpc>
                <a:spcPts val="2965"/>
              </a:lnSpc>
            </a:pPr>
            <a:r>
              <a:rPr sz="2800" spc="-125" dirty="0">
                <a:latin typeface="Arial"/>
                <a:cs typeface="Arial"/>
              </a:rPr>
              <a:t>456789012345678901234567</a:t>
            </a:r>
            <a:r>
              <a:rPr sz="2800" spc="-125" dirty="0">
                <a:solidFill>
                  <a:srgbClr val="C0504D"/>
                </a:solidFill>
                <a:latin typeface="Arial"/>
                <a:cs typeface="Arial"/>
              </a:rPr>
              <a:t>12345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5156" y="196986"/>
            <a:ext cx="1494062" cy="75541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9152" y="4165834"/>
            <a:ext cx="2986069" cy="75541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7042975" y="261679"/>
            <a:ext cx="1318895" cy="720725"/>
            <a:chOff x="7042975" y="261679"/>
            <a:chExt cx="1318895" cy="72072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2975" y="261679"/>
              <a:ext cx="1318280" cy="7204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5837" y="284541"/>
              <a:ext cx="1232554" cy="63471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85838" y="284542"/>
            <a:ext cx="1233170" cy="6350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50165" marR="106680">
              <a:lnSpc>
                <a:spcPts val="2300"/>
              </a:lnSpc>
              <a:spcBef>
                <a:spcPts val="10"/>
              </a:spcBef>
            </a:pPr>
            <a:r>
              <a:rPr sz="1800" spc="-100" dirty="0">
                <a:latin typeface="Arial"/>
                <a:cs typeface="Arial"/>
              </a:rPr>
              <a:t>75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millones </a:t>
            </a:r>
            <a:r>
              <a:rPr sz="1800" spc="-10" dirty="0">
                <a:latin typeface="Arial"/>
                <a:cs typeface="Arial"/>
              </a:rPr>
              <a:t>Euros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693486" y="4203323"/>
            <a:ext cx="1434465" cy="720725"/>
            <a:chOff x="7693486" y="4203323"/>
            <a:chExt cx="1434465" cy="72072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93486" y="4203323"/>
              <a:ext cx="1434142" cy="7204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6349" y="4226185"/>
              <a:ext cx="1348417" cy="63471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736349" y="4226185"/>
            <a:ext cx="1348740" cy="635000"/>
          </a:xfrm>
          <a:prstGeom prst="rect">
            <a:avLst/>
          </a:prstGeom>
          <a:ln w="9525">
            <a:solidFill>
              <a:srgbClr val="7D60A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50165" marR="106680">
              <a:lnSpc>
                <a:spcPts val="2300"/>
              </a:lnSpc>
              <a:spcBef>
                <a:spcPts val="10"/>
              </a:spcBef>
            </a:pPr>
            <a:r>
              <a:rPr sz="1800" spc="-100" dirty="0">
                <a:latin typeface="Arial"/>
                <a:cs typeface="Arial"/>
              </a:rPr>
              <a:t>150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millones </a:t>
            </a:r>
            <a:r>
              <a:rPr sz="1800" spc="-10" dirty="0">
                <a:latin typeface="Arial"/>
                <a:cs typeface="Arial"/>
              </a:rPr>
              <a:t>Euros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4853236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Tarea UT1_1</a:t>
            </a:r>
            <a:endParaRPr sz="4000" dirty="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2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3869054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dirty="0">
                <a:solidFill>
                  <a:srgbClr val="044247"/>
                </a:solidFill>
                <a:latin typeface="Arial Narrow"/>
                <a:cs typeface="Arial Narrow"/>
              </a:rPr>
              <a:t>Proceso</a:t>
            </a:r>
            <a:r>
              <a:rPr sz="4000" b="1" spc="-50" dirty="0">
                <a:solidFill>
                  <a:srgbClr val="044247"/>
                </a:solidFill>
                <a:latin typeface="Arial Narrow"/>
                <a:cs typeface="Arial Narrow"/>
              </a:rPr>
              <a:t> </a:t>
            </a: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 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8183" y="1009629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26557" y="1181190"/>
            <a:ext cx="6790690" cy="3962400"/>
            <a:chOff x="2326557" y="1181190"/>
            <a:chExt cx="6790690" cy="3962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458" y="2616065"/>
              <a:ext cx="3543015" cy="1905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808" y="1187540"/>
              <a:ext cx="482315" cy="24889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81808" y="1187540"/>
              <a:ext cx="482600" cy="2489200"/>
            </a:xfrm>
            <a:custGeom>
              <a:avLst/>
              <a:gdLst/>
              <a:ahLst/>
              <a:cxnLst/>
              <a:rect l="l" t="t" r="r" b="b"/>
              <a:pathLst>
                <a:path w="482600" h="2489200">
                  <a:moveTo>
                    <a:pt x="163987" y="1676175"/>
                  </a:moveTo>
                  <a:lnTo>
                    <a:pt x="0" y="1676175"/>
                  </a:lnTo>
                  <a:lnTo>
                    <a:pt x="241157" y="2488975"/>
                  </a:lnTo>
                  <a:lnTo>
                    <a:pt x="482315" y="1676175"/>
                  </a:lnTo>
                  <a:lnTo>
                    <a:pt x="318328" y="1676175"/>
                  </a:lnTo>
                  <a:lnTo>
                    <a:pt x="318328" y="0"/>
                  </a:lnTo>
                  <a:lnTo>
                    <a:pt x="163987" y="0"/>
                  </a:lnTo>
                  <a:lnTo>
                    <a:pt x="163987" y="167617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64178"/>
              <a:ext cx="6790574" cy="147932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9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1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3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2"/>
                  </a:lnTo>
                  <a:lnTo>
                    <a:pt x="18943" y="528391"/>
                  </a:lnTo>
                  <a:lnTo>
                    <a:pt x="51464" y="584209"/>
                  </a:lnTo>
                  <a:lnTo>
                    <a:pt x="98602" y="636800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7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10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10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8" y="730207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1"/>
                  </a:lnTo>
                  <a:lnTo>
                    <a:pt x="3721363" y="499437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3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1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9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35338" y="3887614"/>
            <a:ext cx="1772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>
                <a:latin typeface="Arial"/>
                <a:cs typeface="Arial"/>
              </a:rPr>
              <a:t>Información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74080" y="265765"/>
            <a:ext cx="6606540" cy="1905000"/>
            <a:chOff x="2474080" y="265765"/>
            <a:chExt cx="6606540" cy="19050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0" y="265765"/>
              <a:ext cx="6606373" cy="1905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9" y="0"/>
                  </a:lnTo>
                  <a:lnTo>
                    <a:pt x="820263" y="922"/>
                  </a:lnTo>
                  <a:lnTo>
                    <a:pt x="755427" y="3645"/>
                  </a:lnTo>
                  <a:lnTo>
                    <a:pt x="692084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1" y="98467"/>
                  </a:lnTo>
                  <a:lnTo>
                    <a:pt x="217419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9" y="556768"/>
                  </a:lnTo>
                  <a:lnTo>
                    <a:pt x="259621" y="573926"/>
                  </a:lnTo>
                  <a:lnTo>
                    <a:pt x="304857" y="589932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1" y="641147"/>
                  </a:lnTo>
                  <a:lnTo>
                    <a:pt x="570559" y="650424"/>
                  </a:lnTo>
                  <a:lnTo>
                    <a:pt x="630404" y="658160"/>
                  </a:lnTo>
                  <a:lnTo>
                    <a:pt x="692084" y="664289"/>
                  </a:lnTo>
                  <a:lnTo>
                    <a:pt x="755427" y="668748"/>
                  </a:lnTo>
                  <a:lnTo>
                    <a:pt x="820263" y="671471"/>
                  </a:lnTo>
                  <a:lnTo>
                    <a:pt x="886419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7" y="668748"/>
                  </a:lnTo>
                  <a:lnTo>
                    <a:pt x="2853590" y="664289"/>
                  </a:lnTo>
                  <a:lnTo>
                    <a:pt x="2915270" y="658160"/>
                  </a:lnTo>
                  <a:lnTo>
                    <a:pt x="2975115" y="650424"/>
                  </a:lnTo>
                  <a:lnTo>
                    <a:pt x="3032953" y="641147"/>
                  </a:lnTo>
                  <a:lnTo>
                    <a:pt x="3088614" y="630395"/>
                  </a:lnTo>
                  <a:lnTo>
                    <a:pt x="3141926" y="618231"/>
                  </a:lnTo>
                  <a:lnTo>
                    <a:pt x="3192717" y="604722"/>
                  </a:lnTo>
                  <a:lnTo>
                    <a:pt x="3240817" y="589932"/>
                  </a:lnTo>
                  <a:lnTo>
                    <a:pt x="3286053" y="573926"/>
                  </a:lnTo>
                  <a:lnTo>
                    <a:pt x="3328255" y="556768"/>
                  </a:lnTo>
                  <a:lnTo>
                    <a:pt x="3367251" y="538525"/>
                  </a:lnTo>
                  <a:lnTo>
                    <a:pt x="3402870" y="519261"/>
                  </a:lnTo>
                  <a:lnTo>
                    <a:pt x="3463291" y="477931"/>
                  </a:lnTo>
                  <a:lnTo>
                    <a:pt x="3508145" y="433296"/>
                  </a:lnTo>
                  <a:lnTo>
                    <a:pt x="3536064" y="385878"/>
                  </a:lnTo>
                  <a:lnTo>
                    <a:pt x="3545674" y="336196"/>
                  </a:lnTo>
                  <a:lnTo>
                    <a:pt x="3543243" y="311105"/>
                  </a:lnTo>
                  <a:lnTo>
                    <a:pt x="3524307" y="262490"/>
                  </a:lnTo>
                  <a:lnTo>
                    <a:pt x="3487749" y="216399"/>
                  </a:lnTo>
                  <a:lnTo>
                    <a:pt x="3434940" y="173351"/>
                  </a:lnTo>
                  <a:lnTo>
                    <a:pt x="3367251" y="133867"/>
                  </a:lnTo>
                  <a:lnTo>
                    <a:pt x="3328255" y="115624"/>
                  </a:lnTo>
                  <a:lnTo>
                    <a:pt x="3286053" y="98467"/>
                  </a:lnTo>
                  <a:lnTo>
                    <a:pt x="3240817" y="82461"/>
                  </a:lnTo>
                  <a:lnTo>
                    <a:pt x="3192717" y="67671"/>
                  </a:lnTo>
                  <a:lnTo>
                    <a:pt x="3141926" y="54162"/>
                  </a:lnTo>
                  <a:lnTo>
                    <a:pt x="3088614" y="41998"/>
                  </a:lnTo>
                  <a:lnTo>
                    <a:pt x="3032953" y="31246"/>
                  </a:lnTo>
                  <a:lnTo>
                    <a:pt x="2975115" y="21969"/>
                  </a:lnTo>
                  <a:lnTo>
                    <a:pt x="2915270" y="14233"/>
                  </a:lnTo>
                  <a:lnTo>
                    <a:pt x="2853590" y="8104"/>
                  </a:lnTo>
                  <a:lnTo>
                    <a:pt x="2790247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51297" y="600739"/>
            <a:ext cx="8216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75614" y="275357"/>
            <a:ext cx="4850130" cy="2016125"/>
            <a:chOff x="3775614" y="275357"/>
            <a:chExt cx="4850130" cy="201612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5614" y="275357"/>
              <a:ext cx="4849713" cy="20156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45464" y="322206"/>
              <a:ext cx="4710430" cy="1876425"/>
            </a:xfrm>
            <a:custGeom>
              <a:avLst/>
              <a:gdLst/>
              <a:ahLst/>
              <a:cxnLst/>
              <a:rect l="l" t="t" r="r" b="b"/>
              <a:pathLst>
                <a:path w="4710430" h="1876425">
                  <a:moveTo>
                    <a:pt x="4710013" y="0"/>
                  </a:moveTo>
                  <a:lnTo>
                    <a:pt x="0" y="0"/>
                  </a:lnTo>
                  <a:lnTo>
                    <a:pt x="0" y="1875944"/>
                  </a:lnTo>
                  <a:lnTo>
                    <a:pt x="4710013" y="1875944"/>
                  </a:lnTo>
                  <a:lnTo>
                    <a:pt x="4710013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45464" y="322207"/>
              <a:ext cx="4710430" cy="1876425"/>
            </a:xfrm>
            <a:custGeom>
              <a:avLst/>
              <a:gdLst/>
              <a:ahLst/>
              <a:cxnLst/>
              <a:rect l="l" t="t" r="r" b="b"/>
              <a:pathLst>
                <a:path w="4710430" h="1876425">
                  <a:moveTo>
                    <a:pt x="0" y="0"/>
                  </a:moveTo>
                  <a:lnTo>
                    <a:pt x="4710013" y="0"/>
                  </a:lnTo>
                  <a:lnTo>
                    <a:pt x="4710013" y="1875944"/>
                  </a:lnTo>
                  <a:lnTo>
                    <a:pt x="0" y="1875944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9513" y="803121"/>
              <a:ext cx="760274" cy="810987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265765"/>
            <a:ext cx="6790690" cy="4878070"/>
            <a:chOff x="2326557" y="265765"/>
            <a:chExt cx="6790690" cy="487807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6557" y="3664178"/>
              <a:ext cx="6790574" cy="147932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9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1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3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2"/>
                  </a:lnTo>
                  <a:lnTo>
                    <a:pt x="18943" y="528391"/>
                  </a:lnTo>
                  <a:lnTo>
                    <a:pt x="51464" y="584209"/>
                  </a:lnTo>
                  <a:lnTo>
                    <a:pt x="98602" y="636800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7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10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10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8" y="730207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1"/>
                  </a:lnTo>
                  <a:lnTo>
                    <a:pt x="3721363" y="499437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3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1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9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730804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4080" y="265765"/>
              <a:ext cx="6606373" cy="1905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9" y="0"/>
                  </a:lnTo>
                  <a:lnTo>
                    <a:pt x="820263" y="922"/>
                  </a:lnTo>
                  <a:lnTo>
                    <a:pt x="755427" y="3645"/>
                  </a:lnTo>
                  <a:lnTo>
                    <a:pt x="692084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1" y="98467"/>
                  </a:lnTo>
                  <a:lnTo>
                    <a:pt x="217419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9" y="556768"/>
                  </a:lnTo>
                  <a:lnTo>
                    <a:pt x="259621" y="573926"/>
                  </a:lnTo>
                  <a:lnTo>
                    <a:pt x="304857" y="589932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1" y="641147"/>
                  </a:lnTo>
                  <a:lnTo>
                    <a:pt x="570559" y="650424"/>
                  </a:lnTo>
                  <a:lnTo>
                    <a:pt x="630404" y="658160"/>
                  </a:lnTo>
                  <a:lnTo>
                    <a:pt x="692084" y="664289"/>
                  </a:lnTo>
                  <a:lnTo>
                    <a:pt x="755427" y="668748"/>
                  </a:lnTo>
                  <a:lnTo>
                    <a:pt x="820263" y="671471"/>
                  </a:lnTo>
                  <a:lnTo>
                    <a:pt x="886419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7" y="668748"/>
                  </a:lnTo>
                  <a:lnTo>
                    <a:pt x="2853590" y="664289"/>
                  </a:lnTo>
                  <a:lnTo>
                    <a:pt x="2915270" y="658160"/>
                  </a:lnTo>
                  <a:lnTo>
                    <a:pt x="2975115" y="650424"/>
                  </a:lnTo>
                  <a:lnTo>
                    <a:pt x="3032953" y="641147"/>
                  </a:lnTo>
                  <a:lnTo>
                    <a:pt x="3088614" y="630395"/>
                  </a:lnTo>
                  <a:lnTo>
                    <a:pt x="3141926" y="618231"/>
                  </a:lnTo>
                  <a:lnTo>
                    <a:pt x="3192717" y="604722"/>
                  </a:lnTo>
                  <a:lnTo>
                    <a:pt x="3240817" y="589932"/>
                  </a:lnTo>
                  <a:lnTo>
                    <a:pt x="3286053" y="573926"/>
                  </a:lnTo>
                  <a:lnTo>
                    <a:pt x="3328255" y="556768"/>
                  </a:lnTo>
                  <a:lnTo>
                    <a:pt x="3367251" y="538525"/>
                  </a:lnTo>
                  <a:lnTo>
                    <a:pt x="3402870" y="519261"/>
                  </a:lnTo>
                  <a:lnTo>
                    <a:pt x="3463291" y="477931"/>
                  </a:lnTo>
                  <a:lnTo>
                    <a:pt x="3508145" y="433296"/>
                  </a:lnTo>
                  <a:lnTo>
                    <a:pt x="3536064" y="385878"/>
                  </a:lnTo>
                  <a:lnTo>
                    <a:pt x="3545674" y="336196"/>
                  </a:lnTo>
                  <a:lnTo>
                    <a:pt x="3543243" y="311105"/>
                  </a:lnTo>
                  <a:lnTo>
                    <a:pt x="3524307" y="262490"/>
                  </a:lnTo>
                  <a:lnTo>
                    <a:pt x="3487749" y="216399"/>
                  </a:lnTo>
                  <a:lnTo>
                    <a:pt x="3434940" y="173351"/>
                  </a:lnTo>
                  <a:lnTo>
                    <a:pt x="3367251" y="133867"/>
                  </a:lnTo>
                  <a:lnTo>
                    <a:pt x="3328255" y="115624"/>
                  </a:lnTo>
                  <a:lnTo>
                    <a:pt x="3286053" y="98467"/>
                  </a:lnTo>
                  <a:lnTo>
                    <a:pt x="3240817" y="82461"/>
                  </a:lnTo>
                  <a:lnTo>
                    <a:pt x="3192717" y="67671"/>
                  </a:lnTo>
                  <a:lnTo>
                    <a:pt x="3141926" y="54162"/>
                  </a:lnTo>
                  <a:lnTo>
                    <a:pt x="3088614" y="41998"/>
                  </a:lnTo>
                  <a:lnTo>
                    <a:pt x="3032953" y="31246"/>
                  </a:lnTo>
                  <a:lnTo>
                    <a:pt x="2975115" y="21969"/>
                  </a:lnTo>
                  <a:lnTo>
                    <a:pt x="2915270" y="14233"/>
                  </a:lnTo>
                  <a:lnTo>
                    <a:pt x="2853590" y="8104"/>
                  </a:lnTo>
                  <a:lnTo>
                    <a:pt x="2790247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4430" y="539521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57054" y="600739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Iden4ﬁcación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25621" y="1128902"/>
            <a:ext cx="6818630" cy="1905000"/>
            <a:chOff x="2325621" y="1128902"/>
            <a:chExt cx="6818630" cy="190500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93448" y="1139770"/>
              <a:ext cx="167639" cy="23142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5621" y="1128902"/>
              <a:ext cx="6818378" cy="1905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5971" y="135158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5971" y="135158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15350" y="142040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26557" y="2063353"/>
            <a:ext cx="6790690" cy="2250440"/>
            <a:chOff x="2326557" y="2063353"/>
            <a:chExt cx="6790690" cy="225044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93448" y="2063353"/>
              <a:ext cx="167639" cy="2974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74216" y="2361330"/>
            <a:ext cx="2606675" cy="197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800">
              <a:latin typeface="Arial"/>
              <a:cs typeface="Arial"/>
            </a:endParaRPr>
          </a:p>
          <a:p>
            <a:pPr marL="320040">
              <a:lnSpc>
                <a:spcPct val="100000"/>
              </a:lnSpc>
            </a:pPr>
            <a:r>
              <a:rPr sz="2800" spc="-7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08184" y="1473481"/>
            <a:ext cx="981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Etapas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5263" y="588228"/>
            <a:ext cx="4189095" cy="4555490"/>
            <a:chOff x="4955263" y="588228"/>
            <a:chExt cx="4189095" cy="4555490"/>
          </a:xfrm>
        </p:grpSpPr>
        <p:sp>
          <p:nvSpPr>
            <p:cNvPr id="3" name="object 3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735" y="588228"/>
              <a:ext cx="3204138" cy="17647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5263" y="2076875"/>
              <a:ext cx="3702113" cy="2476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2506" y="799327"/>
              <a:ext cx="2602513" cy="14151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47618" y="841438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2310706" y="0"/>
                  </a:moveTo>
                  <a:lnTo>
                    <a:pt x="0" y="841028"/>
                  </a:lnTo>
                  <a:lnTo>
                    <a:pt x="161583" y="1284977"/>
                  </a:lnTo>
                  <a:lnTo>
                    <a:pt x="2472291" y="443948"/>
                  </a:lnTo>
                  <a:lnTo>
                    <a:pt x="231070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47618" y="841438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0" y="841028"/>
                  </a:moveTo>
                  <a:lnTo>
                    <a:pt x="2310707" y="0"/>
                  </a:lnTo>
                  <a:lnTo>
                    <a:pt x="2472291" y="443948"/>
                  </a:lnTo>
                  <a:lnTo>
                    <a:pt x="161583" y="1284976"/>
                  </a:lnTo>
                  <a:lnTo>
                    <a:pt x="0" y="841028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 rot="20460000">
            <a:off x="5403176" y="1345204"/>
            <a:ext cx="21880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5"/>
              </a:lnSpc>
            </a:pPr>
            <a:r>
              <a:rPr sz="4200" b="1" spc="-397" baseline="-297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2800" b="1" spc="-265" dirty="0">
                <a:solidFill>
                  <a:srgbClr val="FFFFFF"/>
                </a:solidFill>
                <a:latin typeface="Arial"/>
                <a:cs typeface="Arial"/>
              </a:rPr>
              <a:t>tos</a:t>
            </a: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intern</a:t>
            </a:r>
            <a:r>
              <a:rPr sz="4200" b="1" spc="-232" baseline="198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200" b="1" spc="-232" baseline="2976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4200" baseline="2976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82506" y="2395899"/>
            <a:ext cx="2602865" cy="1415415"/>
            <a:chOff x="5282506" y="2395899"/>
            <a:chExt cx="2602865" cy="141541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2506" y="2395899"/>
              <a:ext cx="2602513" cy="1415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47618" y="2438010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161583" y="0"/>
                  </a:moveTo>
                  <a:lnTo>
                    <a:pt x="0" y="443948"/>
                  </a:lnTo>
                  <a:lnTo>
                    <a:pt x="2310706" y="1284977"/>
                  </a:lnTo>
                  <a:lnTo>
                    <a:pt x="2472291" y="841028"/>
                  </a:lnTo>
                  <a:lnTo>
                    <a:pt x="16158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47617" y="2438010"/>
              <a:ext cx="2472690" cy="1285240"/>
            </a:xfrm>
            <a:custGeom>
              <a:avLst/>
              <a:gdLst/>
              <a:ahLst/>
              <a:cxnLst/>
              <a:rect l="l" t="t" r="r" b="b"/>
              <a:pathLst>
                <a:path w="2472690" h="1285239">
                  <a:moveTo>
                    <a:pt x="161583" y="0"/>
                  </a:moveTo>
                  <a:lnTo>
                    <a:pt x="2472291" y="841028"/>
                  </a:lnTo>
                  <a:lnTo>
                    <a:pt x="2310707" y="1284976"/>
                  </a:lnTo>
                  <a:lnTo>
                    <a:pt x="0" y="443948"/>
                  </a:lnTo>
                  <a:lnTo>
                    <a:pt x="161583" y="0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1140000">
            <a:off x="5397073" y="2887956"/>
            <a:ext cx="224951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4200" b="1" spc="-397" baseline="2976" dirty="0">
                <a:solidFill>
                  <a:srgbClr val="FFFFFF"/>
                </a:solidFill>
                <a:latin typeface="Arial"/>
                <a:cs typeface="Arial"/>
              </a:rPr>
              <a:t>Da</a:t>
            </a:r>
            <a:r>
              <a:rPr sz="4200" b="1" spc="-397" baseline="1984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26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extern</a:t>
            </a:r>
            <a:r>
              <a:rPr sz="4200" b="1" spc="-262" baseline="-198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200" b="1" spc="-262" baseline="-2976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4200" baseline="-2976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183" y="1009629"/>
            <a:ext cx="332232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2990"/>
              </a:lnSpc>
              <a:tabLst>
                <a:tab pos="570230" algn="l"/>
              </a:tabLst>
            </a:pP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1.-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	Identificación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0192" y="1515234"/>
            <a:ext cx="428371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75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b="1" spc="-254" dirty="0">
                <a:latin typeface="Arial"/>
                <a:cs typeface="Arial"/>
              </a:rPr>
              <a:t>NO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estructurados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b="1" spc="-254" dirty="0">
                <a:latin typeface="Arial"/>
                <a:cs typeface="Arial"/>
              </a:rPr>
              <a:t>SEMI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estrucuturados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2806" y="1251733"/>
            <a:ext cx="5741670" cy="3891915"/>
            <a:chOff x="3402806" y="1251733"/>
            <a:chExt cx="5741670" cy="3891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2806" y="1251733"/>
              <a:ext cx="5741193" cy="38917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97546" y="662463"/>
            <a:ext cx="503685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4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estructurados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97546" y="675907"/>
            <a:ext cx="51511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3000" b="1" spc="-275" dirty="0">
                <a:solidFill>
                  <a:srgbClr val="009193"/>
                </a:solidFill>
                <a:latin typeface="Arial"/>
                <a:cs typeface="Arial"/>
              </a:rPr>
              <a:t>NO</a:t>
            </a:r>
            <a:r>
              <a:rPr sz="3000" b="1" spc="-130" dirty="0">
                <a:solidFill>
                  <a:srgbClr val="009193"/>
                </a:solidFill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estructurados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1809750"/>
            <a:ext cx="3199226" cy="29365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12955" y="1723568"/>
            <a:ext cx="4731385" cy="3420110"/>
            <a:chOff x="4412955" y="1723568"/>
            <a:chExt cx="4731385" cy="3420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2955" y="1723568"/>
              <a:ext cx="4313018" cy="27583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497546" y="675907"/>
            <a:ext cx="51511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80" dirty="0">
                <a:latin typeface="Arial"/>
                <a:cs typeface="Arial"/>
              </a:rPr>
              <a:t>Datos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3000" b="1" spc="-220" dirty="0">
                <a:solidFill>
                  <a:srgbClr val="009193"/>
                </a:solidFill>
                <a:latin typeface="Arial"/>
                <a:cs typeface="Arial"/>
              </a:rPr>
              <a:t>semi-</a:t>
            </a:r>
            <a:r>
              <a:rPr sz="2800" spc="-95" dirty="0">
                <a:latin typeface="Arial"/>
                <a:cs typeface="Arial"/>
              </a:rPr>
              <a:t>estructurados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00" y="1009629"/>
            <a:ext cx="2422525" cy="976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46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Tipología</a:t>
            </a:r>
            <a:r>
              <a:rPr sz="2800" b="1" spc="-7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08202" y="958376"/>
            <a:ext cx="6436360" cy="4185285"/>
            <a:chOff x="2708202" y="958376"/>
            <a:chExt cx="6436360" cy="418528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246" y="2592231"/>
              <a:ext cx="6339753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202" y="1713160"/>
              <a:ext cx="6435797" cy="1905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202" y="958376"/>
              <a:ext cx="6435797" cy="19049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0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199" y="537225"/>
                  </a:lnTo>
                  <a:lnTo>
                    <a:pt x="3178077" y="535230"/>
                  </a:lnTo>
                  <a:lnTo>
                    <a:pt x="3247413" y="531960"/>
                  </a:lnTo>
                  <a:lnTo>
                    <a:pt x="3315035" y="527460"/>
                  </a:lnTo>
                  <a:lnTo>
                    <a:pt x="3380772" y="521777"/>
                  </a:lnTo>
                  <a:lnTo>
                    <a:pt x="3444453" y="514956"/>
                  </a:lnTo>
                  <a:lnTo>
                    <a:pt x="3505907" y="507042"/>
                  </a:lnTo>
                  <a:lnTo>
                    <a:pt x="3564962" y="498081"/>
                  </a:lnTo>
                  <a:lnTo>
                    <a:pt x="3621448" y="488119"/>
                  </a:lnTo>
                  <a:lnTo>
                    <a:pt x="3675194" y="477200"/>
                  </a:lnTo>
                  <a:lnTo>
                    <a:pt x="3726027" y="465370"/>
                  </a:lnTo>
                  <a:lnTo>
                    <a:pt x="3773778" y="452676"/>
                  </a:lnTo>
                  <a:lnTo>
                    <a:pt x="3818274" y="439161"/>
                  </a:lnTo>
                  <a:lnTo>
                    <a:pt x="3859345" y="424873"/>
                  </a:lnTo>
                  <a:lnTo>
                    <a:pt x="3896820" y="409856"/>
                  </a:lnTo>
                  <a:lnTo>
                    <a:pt x="3960295" y="377818"/>
                  </a:lnTo>
                  <a:lnTo>
                    <a:pt x="4007329" y="343412"/>
                  </a:lnTo>
                  <a:lnTo>
                    <a:pt x="4036554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57981" y="1337283"/>
            <a:ext cx="3172460" cy="210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  <a:tabLst>
                <a:tab pos="1918970" algn="l"/>
              </a:tabLst>
            </a:pPr>
            <a:r>
              <a:rPr sz="2800" spc="-35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  <a:p>
            <a:pPr marL="269240" marR="182245" indent="-257175">
              <a:lnSpc>
                <a:spcPts val="6520"/>
              </a:lnSpc>
              <a:spcBef>
                <a:spcPts val="505"/>
              </a:spcBef>
              <a:tabLst>
                <a:tab pos="1741805" algn="l"/>
              </a:tabLst>
            </a:pPr>
            <a:r>
              <a:rPr sz="2800" spc="-75" dirty="0" err="1">
                <a:latin typeface="Arial"/>
                <a:cs typeface="Arial"/>
              </a:rPr>
              <a:t>Mode</a:t>
            </a:r>
            <a:r>
              <a:rPr lang="en-US" sz="2800" spc="-75" dirty="0" err="1">
                <a:latin typeface="Arial"/>
                <a:cs typeface="Arial"/>
              </a:rPr>
              <a:t>l</a:t>
            </a:r>
            <a:r>
              <a:rPr sz="2800" spc="-75" dirty="0" err="1">
                <a:latin typeface="Arial"/>
                <a:cs typeface="Arial"/>
              </a:rPr>
              <a:t>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datos </a:t>
            </a:r>
            <a:r>
              <a:rPr sz="2800" spc="-55" dirty="0">
                <a:latin typeface="Arial"/>
                <a:cs typeface="Arial"/>
              </a:rPr>
              <a:t>Almacenamiento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6315BD-4D1D-F5CB-6B35-E4B64B26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FC52DD0-6402-2306-570B-60D24E4A359F}"/>
              </a:ext>
            </a:extLst>
          </p:cNvPr>
          <p:cNvGrpSpPr/>
          <p:nvPr/>
        </p:nvGrpSpPr>
        <p:grpSpPr>
          <a:xfrm>
            <a:off x="2708202" y="958376"/>
            <a:ext cx="6436360" cy="4185285"/>
            <a:chOff x="2708202" y="958376"/>
            <a:chExt cx="6436360" cy="418528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967E53F-FF5F-1738-7CC1-ACB9A8DCD8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246" y="2592231"/>
              <a:ext cx="6339753" cy="190500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0E5079-9343-FFCC-E354-72F70AF3FB35}"/>
                </a:ext>
              </a:extLst>
            </p:cNvPr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9A73D2-DF73-7E05-72F3-6B9E21F4A65E}"/>
                </a:ext>
              </a:extLst>
            </p:cNvPr>
            <p:cNvSpPr/>
            <p:nvPr/>
          </p:nvSpPr>
          <p:spPr>
            <a:xfrm>
              <a:off x="4334596" y="300048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79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9B3688B-7FEA-56A3-8414-E3EAE8CBE3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202" y="1713160"/>
              <a:ext cx="6435797" cy="190500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D523FF0-CD0C-B2DA-F7C8-94D3A405024C}"/>
                </a:ext>
              </a:extLst>
            </p:cNvPr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2"/>
                  </a:lnTo>
                  <a:lnTo>
                    <a:pt x="371404" y="60701"/>
                  </a:lnTo>
                  <a:lnTo>
                    <a:pt x="320570" y="72530"/>
                  </a:lnTo>
                  <a:lnTo>
                    <a:pt x="272820" y="85225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5"/>
                  </a:lnTo>
                  <a:lnTo>
                    <a:pt x="3726029" y="72530"/>
                  </a:lnTo>
                  <a:lnTo>
                    <a:pt x="3675196" y="60701"/>
                  </a:lnTo>
                  <a:lnTo>
                    <a:pt x="3621450" y="49782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FA6F399-AD72-FA1E-8584-A9D59FB6CA89}"/>
                </a:ext>
              </a:extLst>
            </p:cNvPr>
            <p:cNvSpPr/>
            <p:nvPr/>
          </p:nvSpPr>
          <p:spPr>
            <a:xfrm>
              <a:off x="4238552" y="2121409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8905FDE-0C45-7213-66C8-8053E5203E1C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A8E329B5-6F98-3452-44AE-3B2FDA55136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202" y="958376"/>
              <a:ext cx="6435797" cy="1904999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0E7D022-95BF-607D-04A9-9F7CC112D995}"/>
                </a:ext>
              </a:extLst>
            </p:cNvPr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1" y="2670"/>
                  </a:lnTo>
                  <a:lnTo>
                    <a:pt x="799186" y="5940"/>
                  </a:lnTo>
                  <a:lnTo>
                    <a:pt x="731563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0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8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6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0" y="465370"/>
                  </a:lnTo>
                  <a:lnTo>
                    <a:pt x="371404" y="477200"/>
                  </a:lnTo>
                  <a:lnTo>
                    <a:pt x="425149" y="488119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3" y="527460"/>
                  </a:lnTo>
                  <a:lnTo>
                    <a:pt x="799186" y="531960"/>
                  </a:lnTo>
                  <a:lnTo>
                    <a:pt x="868521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199" y="537225"/>
                  </a:lnTo>
                  <a:lnTo>
                    <a:pt x="3178077" y="535230"/>
                  </a:lnTo>
                  <a:lnTo>
                    <a:pt x="3247413" y="531960"/>
                  </a:lnTo>
                  <a:lnTo>
                    <a:pt x="3315035" y="527460"/>
                  </a:lnTo>
                  <a:lnTo>
                    <a:pt x="3380772" y="521777"/>
                  </a:lnTo>
                  <a:lnTo>
                    <a:pt x="3444453" y="514956"/>
                  </a:lnTo>
                  <a:lnTo>
                    <a:pt x="3505907" y="507042"/>
                  </a:lnTo>
                  <a:lnTo>
                    <a:pt x="3564962" y="498081"/>
                  </a:lnTo>
                  <a:lnTo>
                    <a:pt x="3621448" y="488119"/>
                  </a:lnTo>
                  <a:lnTo>
                    <a:pt x="3675194" y="477200"/>
                  </a:lnTo>
                  <a:lnTo>
                    <a:pt x="3726027" y="465370"/>
                  </a:lnTo>
                  <a:lnTo>
                    <a:pt x="3773778" y="452676"/>
                  </a:lnTo>
                  <a:lnTo>
                    <a:pt x="3818274" y="439161"/>
                  </a:lnTo>
                  <a:lnTo>
                    <a:pt x="3859345" y="424873"/>
                  </a:lnTo>
                  <a:lnTo>
                    <a:pt x="3896820" y="409856"/>
                  </a:lnTo>
                  <a:lnTo>
                    <a:pt x="3960295" y="377818"/>
                  </a:lnTo>
                  <a:lnTo>
                    <a:pt x="4007329" y="343412"/>
                  </a:lnTo>
                  <a:lnTo>
                    <a:pt x="4036554" y="307001"/>
                  </a:lnTo>
                  <a:lnTo>
                    <a:pt x="4046600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5A2DCD4-F28C-DFE5-3D07-BFACC4A6E029}"/>
                </a:ext>
              </a:extLst>
            </p:cNvPr>
            <p:cNvSpPr/>
            <p:nvPr/>
          </p:nvSpPr>
          <p:spPr>
            <a:xfrm>
              <a:off x="4238552" y="1366625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890BCCFA-CC65-E40E-62AE-89E44E20FB98}"/>
              </a:ext>
            </a:extLst>
          </p:cNvPr>
          <p:cNvSpPr txBox="1"/>
          <p:nvPr/>
        </p:nvSpPr>
        <p:spPr>
          <a:xfrm>
            <a:off x="4757981" y="1337283"/>
            <a:ext cx="3172460" cy="210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  <a:tabLst>
                <a:tab pos="1918970" algn="l"/>
              </a:tabLst>
            </a:pPr>
            <a:r>
              <a:rPr sz="2800" spc="-35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269240" marR="182245" indent="-257175">
              <a:lnSpc>
                <a:spcPts val="6520"/>
              </a:lnSpc>
              <a:spcBef>
                <a:spcPts val="505"/>
              </a:spcBef>
              <a:tabLst>
                <a:tab pos="1741805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datos </a:t>
            </a:r>
            <a:r>
              <a:rPr sz="2800" spc="-55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0BA8EA36-A718-8104-122B-F1FECB004AD3}"/>
              </a:ext>
            </a:extLst>
          </p:cNvPr>
          <p:cNvGrpSpPr/>
          <p:nvPr/>
        </p:nvGrpSpPr>
        <p:grpSpPr>
          <a:xfrm>
            <a:off x="4911164" y="1408592"/>
            <a:ext cx="2864485" cy="1984375"/>
            <a:chOff x="4911164" y="1408592"/>
            <a:chExt cx="2864485" cy="1984375"/>
          </a:xfrm>
        </p:grpSpPr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4323BFAF-9570-7F08-02E8-B6A67BB8684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3751" y="1895963"/>
              <a:ext cx="76200" cy="238052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D43F77B8-1F9B-0572-EDD0-1B736535576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3751" y="2699409"/>
              <a:ext cx="76200" cy="238052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80B45A8D-CEB2-2F34-99F4-51C656B6109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1164" y="1408592"/>
              <a:ext cx="2864461" cy="1983901"/>
            </a:xfrm>
            <a:prstGeom prst="rect">
              <a:avLst/>
            </a:prstGeom>
          </p:spPr>
        </p:pic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D15A90F-ACF2-4546-6134-98E4E58A93B2}"/>
                </a:ext>
              </a:extLst>
            </p:cNvPr>
            <p:cNvSpPr/>
            <p:nvPr/>
          </p:nvSpPr>
          <p:spPr>
            <a:xfrm>
              <a:off x="4980559" y="1454985"/>
              <a:ext cx="2726055" cy="1845310"/>
            </a:xfrm>
            <a:custGeom>
              <a:avLst/>
              <a:gdLst/>
              <a:ahLst/>
              <a:cxnLst/>
              <a:rect l="l" t="t" r="r" b="b"/>
              <a:pathLst>
                <a:path w="2726054" h="1845310">
                  <a:moveTo>
                    <a:pt x="2490593" y="0"/>
                  </a:moveTo>
                  <a:lnTo>
                    <a:pt x="0" y="1437944"/>
                  </a:lnTo>
                  <a:lnTo>
                    <a:pt x="235078" y="1845114"/>
                  </a:lnTo>
                  <a:lnTo>
                    <a:pt x="2725672" y="407168"/>
                  </a:lnTo>
                  <a:lnTo>
                    <a:pt x="2490593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48EBA49-916B-7B65-C267-CFD01B2CD33D}"/>
                </a:ext>
              </a:extLst>
            </p:cNvPr>
            <p:cNvSpPr/>
            <p:nvPr/>
          </p:nvSpPr>
          <p:spPr>
            <a:xfrm>
              <a:off x="4980559" y="1454985"/>
              <a:ext cx="2726055" cy="1845310"/>
            </a:xfrm>
            <a:custGeom>
              <a:avLst/>
              <a:gdLst/>
              <a:ahLst/>
              <a:cxnLst/>
              <a:rect l="l" t="t" r="r" b="b"/>
              <a:pathLst>
                <a:path w="2726054" h="1845310">
                  <a:moveTo>
                    <a:pt x="0" y="1437944"/>
                  </a:moveTo>
                  <a:lnTo>
                    <a:pt x="2490593" y="0"/>
                  </a:lnTo>
                  <a:lnTo>
                    <a:pt x="2725672" y="407168"/>
                  </a:lnTo>
                  <a:lnTo>
                    <a:pt x="235078" y="1845113"/>
                  </a:lnTo>
                  <a:lnTo>
                    <a:pt x="0" y="1437944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2B6A5E24-4050-2F12-013F-9232FCB8E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7CD7D9B-C013-0EA1-2A40-4F4D572DFEFF}"/>
              </a:ext>
            </a:extLst>
          </p:cNvPr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7132A98-6386-EE65-D5C7-4A69399D9D64}"/>
              </a:ext>
            </a:extLst>
          </p:cNvPr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722AE72-B835-EA4B-C036-ED1EBA4127B2}"/>
              </a:ext>
            </a:extLst>
          </p:cNvPr>
          <p:cNvSpPr txBox="1"/>
          <p:nvPr/>
        </p:nvSpPr>
        <p:spPr>
          <a:xfrm rot="19800000">
            <a:off x="4952734" y="2202119"/>
            <a:ext cx="276867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spc="-190" dirty="0">
                <a:solidFill>
                  <a:srgbClr val="FFFFFF"/>
                </a:solidFill>
                <a:latin typeface="Arial"/>
                <a:cs typeface="Arial"/>
              </a:rPr>
              <a:t>Ingeniero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88357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1650" y="988750"/>
            <a:ext cx="6102350" cy="1905000"/>
            <a:chOff x="3041650" y="988750"/>
            <a:chExt cx="6102350" cy="190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1650" y="988750"/>
              <a:ext cx="6102350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20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3970" y="1950637"/>
              <a:ext cx="76200" cy="2380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000631" y="1391958"/>
            <a:ext cx="3182620" cy="2182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916430" algn="l"/>
              </a:tabLst>
            </a:pPr>
            <a:r>
              <a:rPr sz="2800" spc="-35" dirty="0">
                <a:latin typeface="Arial"/>
                <a:cs typeface="Arial"/>
              </a:rPr>
              <a:t>Preparación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2730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40" dirty="0">
                <a:latin typeface="Arial"/>
                <a:cs typeface="Arial"/>
              </a:rPr>
              <a:t>Depuración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10" dirty="0">
                <a:latin typeface="Arial"/>
                <a:cs typeface="Arial"/>
              </a:rPr>
              <a:t>Criba</a:t>
            </a:r>
            <a:endParaRPr sz="2800">
              <a:latin typeface="Arial"/>
              <a:cs typeface="Arial"/>
            </a:endParaRPr>
          </a:p>
          <a:p>
            <a:pPr marL="533400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533400" algn="l"/>
              </a:tabLst>
            </a:pPr>
            <a:r>
              <a:rPr sz="2800" spc="-180" dirty="0">
                <a:latin typeface="Arial"/>
                <a:cs typeface="Arial"/>
              </a:rPr>
              <a:t>Valores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faltantes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1450" y="988750"/>
            <a:ext cx="6432550" cy="1905000"/>
            <a:chOff x="2711450" y="988750"/>
            <a:chExt cx="6432550" cy="1905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1450" y="988750"/>
              <a:ext cx="6432550" cy="1905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418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41800" y="13970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0216" y="1920558"/>
              <a:ext cx="76200" cy="2380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668520" y="1436091"/>
            <a:ext cx="4282440" cy="222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  <a:tabLst>
                <a:tab pos="1834514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3080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0" dirty="0">
                <a:latin typeface="Arial"/>
                <a:cs typeface="Arial"/>
              </a:rPr>
              <a:t>Notación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55" dirty="0">
                <a:latin typeface="Arial"/>
                <a:cs typeface="Arial"/>
              </a:rPr>
              <a:t>Restricciones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integridad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160" dirty="0">
                <a:latin typeface="Arial"/>
                <a:cs typeface="Arial"/>
              </a:rPr>
              <a:t>Operaciones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I/O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4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711450" y="963350"/>
            <a:ext cx="6432550" cy="1905000"/>
            <a:chOff x="2711450" y="963350"/>
            <a:chExt cx="6432550" cy="1905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1450" y="963350"/>
              <a:ext cx="6432550" cy="1905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1800" y="13716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3034950" y="0"/>
                  </a:moveTo>
                  <a:lnTo>
                    <a:pt x="1011650" y="0"/>
                  </a:ln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7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6" y="39819"/>
                  </a:lnTo>
                  <a:lnTo>
                    <a:pt x="425150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8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50" y="488119"/>
                  </a:lnTo>
                  <a:lnTo>
                    <a:pt x="481636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7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9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8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41800" y="1371600"/>
              <a:ext cx="4046854" cy="538480"/>
            </a:xfrm>
            <a:custGeom>
              <a:avLst/>
              <a:gdLst/>
              <a:ahLst/>
              <a:cxnLst/>
              <a:rect l="l" t="t" r="r" b="b"/>
              <a:pathLst>
                <a:path w="4046854" h="538480">
                  <a:moveTo>
                    <a:pt x="1011650" y="0"/>
                  </a:moveTo>
                  <a:lnTo>
                    <a:pt x="939400" y="675"/>
                  </a:lnTo>
                  <a:lnTo>
                    <a:pt x="868522" y="2670"/>
                  </a:lnTo>
                  <a:lnTo>
                    <a:pt x="799186" y="5940"/>
                  </a:lnTo>
                  <a:lnTo>
                    <a:pt x="731564" y="10440"/>
                  </a:lnTo>
                  <a:lnTo>
                    <a:pt x="665826" y="16123"/>
                  </a:lnTo>
                  <a:lnTo>
                    <a:pt x="602145" y="22944"/>
                  </a:lnTo>
                  <a:lnTo>
                    <a:pt x="540691" y="30858"/>
                  </a:lnTo>
                  <a:lnTo>
                    <a:pt x="481635" y="39819"/>
                  </a:lnTo>
                  <a:lnTo>
                    <a:pt x="425149" y="49781"/>
                  </a:lnTo>
                  <a:lnTo>
                    <a:pt x="371404" y="60700"/>
                  </a:lnTo>
                  <a:lnTo>
                    <a:pt x="320571" y="72530"/>
                  </a:lnTo>
                  <a:lnTo>
                    <a:pt x="272820" y="85224"/>
                  </a:lnTo>
                  <a:lnTo>
                    <a:pt x="228324" y="98739"/>
                  </a:lnTo>
                  <a:lnTo>
                    <a:pt x="187253" y="113027"/>
                  </a:lnTo>
                  <a:lnTo>
                    <a:pt x="149779" y="128044"/>
                  </a:lnTo>
                  <a:lnTo>
                    <a:pt x="86304" y="160082"/>
                  </a:lnTo>
                  <a:lnTo>
                    <a:pt x="39270" y="194488"/>
                  </a:lnTo>
                  <a:lnTo>
                    <a:pt x="10045" y="230899"/>
                  </a:lnTo>
                  <a:lnTo>
                    <a:pt x="0" y="268950"/>
                  </a:lnTo>
                  <a:lnTo>
                    <a:pt x="2539" y="288158"/>
                  </a:lnTo>
                  <a:lnTo>
                    <a:pt x="22346" y="325434"/>
                  </a:lnTo>
                  <a:lnTo>
                    <a:pt x="60647" y="360888"/>
                  </a:lnTo>
                  <a:lnTo>
                    <a:pt x="116072" y="394156"/>
                  </a:lnTo>
                  <a:lnTo>
                    <a:pt x="187253" y="424873"/>
                  </a:lnTo>
                  <a:lnTo>
                    <a:pt x="228324" y="439161"/>
                  </a:lnTo>
                  <a:lnTo>
                    <a:pt x="272820" y="452676"/>
                  </a:lnTo>
                  <a:lnTo>
                    <a:pt x="320571" y="465370"/>
                  </a:lnTo>
                  <a:lnTo>
                    <a:pt x="371404" y="477200"/>
                  </a:lnTo>
                  <a:lnTo>
                    <a:pt x="425149" y="488118"/>
                  </a:lnTo>
                  <a:lnTo>
                    <a:pt x="481635" y="498081"/>
                  </a:lnTo>
                  <a:lnTo>
                    <a:pt x="540691" y="507042"/>
                  </a:lnTo>
                  <a:lnTo>
                    <a:pt x="602145" y="514956"/>
                  </a:lnTo>
                  <a:lnTo>
                    <a:pt x="665826" y="521777"/>
                  </a:lnTo>
                  <a:lnTo>
                    <a:pt x="731564" y="527460"/>
                  </a:lnTo>
                  <a:lnTo>
                    <a:pt x="799186" y="531960"/>
                  </a:lnTo>
                  <a:lnTo>
                    <a:pt x="868522" y="535230"/>
                  </a:lnTo>
                  <a:lnTo>
                    <a:pt x="939400" y="537225"/>
                  </a:lnTo>
                  <a:lnTo>
                    <a:pt x="1011650" y="537900"/>
                  </a:lnTo>
                  <a:lnTo>
                    <a:pt x="3034950" y="537900"/>
                  </a:lnTo>
                  <a:lnTo>
                    <a:pt x="3107200" y="537225"/>
                  </a:lnTo>
                  <a:lnTo>
                    <a:pt x="3178078" y="535230"/>
                  </a:lnTo>
                  <a:lnTo>
                    <a:pt x="3247414" y="531960"/>
                  </a:lnTo>
                  <a:lnTo>
                    <a:pt x="3315036" y="527460"/>
                  </a:lnTo>
                  <a:lnTo>
                    <a:pt x="3380773" y="521777"/>
                  </a:lnTo>
                  <a:lnTo>
                    <a:pt x="3444455" y="514956"/>
                  </a:lnTo>
                  <a:lnTo>
                    <a:pt x="3505909" y="507042"/>
                  </a:lnTo>
                  <a:lnTo>
                    <a:pt x="3564964" y="498081"/>
                  </a:lnTo>
                  <a:lnTo>
                    <a:pt x="3621450" y="488118"/>
                  </a:lnTo>
                  <a:lnTo>
                    <a:pt x="3675196" y="477200"/>
                  </a:lnTo>
                  <a:lnTo>
                    <a:pt x="3726029" y="465370"/>
                  </a:lnTo>
                  <a:lnTo>
                    <a:pt x="3773780" y="452676"/>
                  </a:lnTo>
                  <a:lnTo>
                    <a:pt x="3818276" y="439161"/>
                  </a:lnTo>
                  <a:lnTo>
                    <a:pt x="3859347" y="424873"/>
                  </a:lnTo>
                  <a:lnTo>
                    <a:pt x="3896821" y="409856"/>
                  </a:lnTo>
                  <a:lnTo>
                    <a:pt x="3960296" y="377818"/>
                  </a:lnTo>
                  <a:lnTo>
                    <a:pt x="4007330" y="343412"/>
                  </a:lnTo>
                  <a:lnTo>
                    <a:pt x="4036555" y="307001"/>
                  </a:lnTo>
                  <a:lnTo>
                    <a:pt x="4046601" y="268950"/>
                  </a:lnTo>
                  <a:lnTo>
                    <a:pt x="4044061" y="249742"/>
                  </a:lnTo>
                  <a:lnTo>
                    <a:pt x="4024254" y="212466"/>
                  </a:lnTo>
                  <a:lnTo>
                    <a:pt x="3985953" y="177012"/>
                  </a:lnTo>
                  <a:lnTo>
                    <a:pt x="3930528" y="143744"/>
                  </a:lnTo>
                  <a:lnTo>
                    <a:pt x="3859347" y="113027"/>
                  </a:lnTo>
                  <a:lnTo>
                    <a:pt x="3818276" y="98739"/>
                  </a:lnTo>
                  <a:lnTo>
                    <a:pt x="3773780" y="85224"/>
                  </a:lnTo>
                  <a:lnTo>
                    <a:pt x="3726029" y="72530"/>
                  </a:lnTo>
                  <a:lnTo>
                    <a:pt x="3675196" y="60700"/>
                  </a:lnTo>
                  <a:lnTo>
                    <a:pt x="3621450" y="49781"/>
                  </a:lnTo>
                  <a:lnTo>
                    <a:pt x="3564964" y="39819"/>
                  </a:lnTo>
                  <a:lnTo>
                    <a:pt x="3505909" y="30858"/>
                  </a:lnTo>
                  <a:lnTo>
                    <a:pt x="3444455" y="22944"/>
                  </a:lnTo>
                  <a:lnTo>
                    <a:pt x="3380773" y="16123"/>
                  </a:lnTo>
                  <a:lnTo>
                    <a:pt x="3315036" y="10440"/>
                  </a:lnTo>
                  <a:lnTo>
                    <a:pt x="3247414" y="5940"/>
                  </a:lnTo>
                  <a:lnTo>
                    <a:pt x="3178078" y="2670"/>
                  </a:lnTo>
                  <a:lnTo>
                    <a:pt x="3107200" y="675"/>
                  </a:lnTo>
                  <a:lnTo>
                    <a:pt x="3034950" y="0"/>
                  </a:lnTo>
                  <a:lnTo>
                    <a:pt x="101165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0216" y="1920558"/>
              <a:ext cx="76200" cy="23805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668796" y="1410691"/>
            <a:ext cx="3100705" cy="224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00"/>
              </a:spcBef>
              <a:tabLst>
                <a:tab pos="1833880" algn="l"/>
              </a:tabLst>
            </a:pPr>
            <a:r>
              <a:rPr sz="2800" spc="-75" dirty="0">
                <a:latin typeface="Arial"/>
                <a:cs typeface="Arial"/>
              </a:rPr>
              <a:t>Modelo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buFont typeface="Lucida Grande"/>
              <a:buChar char="▪"/>
              <a:tabLst>
                <a:tab pos="335915" algn="l"/>
              </a:tabLst>
            </a:pPr>
            <a:r>
              <a:rPr sz="2800" spc="-50" dirty="0">
                <a:latin typeface="Arial"/>
                <a:cs typeface="Arial"/>
              </a:rPr>
              <a:t>Conceptual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9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20" dirty="0">
                <a:latin typeface="Arial"/>
                <a:cs typeface="Arial"/>
              </a:rPr>
              <a:t>Lógico</a:t>
            </a:r>
            <a:endParaRPr sz="2800">
              <a:latin typeface="Arial"/>
              <a:cs typeface="Arial"/>
            </a:endParaRPr>
          </a:p>
          <a:p>
            <a:pPr marL="3359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35915" algn="l"/>
              </a:tabLst>
            </a:pPr>
            <a:r>
              <a:rPr sz="2800" spc="-45" dirty="0">
                <a:latin typeface="Arial"/>
                <a:cs typeface="Arial"/>
              </a:rPr>
              <a:t>Físico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54121" y="2034493"/>
            <a:ext cx="889635" cy="770890"/>
            <a:chOff x="3954121" y="2034493"/>
            <a:chExt cx="889635" cy="77089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4121" y="2219735"/>
              <a:ext cx="889126" cy="5854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29579" y="2039256"/>
              <a:ext cx="738505" cy="393700"/>
            </a:xfrm>
            <a:custGeom>
              <a:avLst/>
              <a:gdLst/>
              <a:ahLst/>
              <a:cxnLst/>
              <a:rect l="l" t="t" r="r" b="b"/>
              <a:pathLst>
                <a:path w="738504" h="393700">
                  <a:moveTo>
                    <a:pt x="343829" y="0"/>
                  </a:moveTo>
                  <a:lnTo>
                    <a:pt x="292061" y="1616"/>
                  </a:lnTo>
                  <a:lnTo>
                    <a:pt x="241265" y="9058"/>
                  </a:lnTo>
                  <a:lnTo>
                    <a:pt x="191855" y="22190"/>
                  </a:lnTo>
                  <a:lnTo>
                    <a:pt x="144251" y="40874"/>
                  </a:lnTo>
                  <a:lnTo>
                    <a:pt x="98867" y="64976"/>
                  </a:lnTo>
                  <a:lnTo>
                    <a:pt x="56120" y="94358"/>
                  </a:lnTo>
                  <a:lnTo>
                    <a:pt x="16428" y="128884"/>
                  </a:lnTo>
                  <a:lnTo>
                    <a:pt x="0" y="144925"/>
                  </a:lnTo>
                  <a:lnTo>
                    <a:pt x="11370" y="164872"/>
                  </a:lnTo>
                  <a:lnTo>
                    <a:pt x="40008" y="209002"/>
                  </a:lnTo>
                  <a:lnTo>
                    <a:pt x="73000" y="249029"/>
                  </a:lnTo>
                  <a:lnTo>
                    <a:pt x="109982" y="284707"/>
                  </a:lnTo>
                  <a:lnTo>
                    <a:pt x="150593" y="315789"/>
                  </a:lnTo>
                  <a:lnTo>
                    <a:pt x="194468" y="342031"/>
                  </a:lnTo>
                  <a:lnTo>
                    <a:pt x="241246" y="363186"/>
                  </a:lnTo>
                  <a:lnTo>
                    <a:pt x="290564" y="379008"/>
                  </a:lnTo>
                  <a:lnTo>
                    <a:pt x="342057" y="389252"/>
                  </a:lnTo>
                  <a:lnTo>
                    <a:pt x="394377" y="393599"/>
                  </a:lnTo>
                  <a:lnTo>
                    <a:pt x="446139" y="391982"/>
                  </a:lnTo>
                  <a:lnTo>
                    <a:pt x="496926" y="384539"/>
                  </a:lnTo>
                  <a:lnTo>
                    <a:pt x="546325" y="371406"/>
                  </a:lnTo>
                  <a:lnTo>
                    <a:pt x="593919" y="352720"/>
                  </a:lnTo>
                  <a:lnTo>
                    <a:pt x="629318" y="333916"/>
                  </a:lnTo>
                  <a:lnTo>
                    <a:pt x="424113" y="333916"/>
                  </a:lnTo>
                  <a:lnTo>
                    <a:pt x="457293" y="315305"/>
                  </a:lnTo>
                  <a:lnTo>
                    <a:pt x="459246" y="313433"/>
                  </a:lnTo>
                  <a:lnTo>
                    <a:pt x="278375" y="313433"/>
                  </a:lnTo>
                  <a:lnTo>
                    <a:pt x="229961" y="293418"/>
                  </a:lnTo>
                  <a:lnTo>
                    <a:pt x="184924" y="267276"/>
                  </a:lnTo>
                  <a:lnTo>
                    <a:pt x="143772" y="235347"/>
                  </a:lnTo>
                  <a:lnTo>
                    <a:pt x="107011" y="197970"/>
                  </a:lnTo>
                  <a:lnTo>
                    <a:pt x="75148" y="155486"/>
                  </a:lnTo>
                  <a:lnTo>
                    <a:pt x="117487" y="123427"/>
                  </a:lnTo>
                  <a:lnTo>
                    <a:pt x="163130" y="97617"/>
                  </a:lnTo>
                  <a:lnTo>
                    <a:pt x="211475" y="78257"/>
                  </a:lnTo>
                  <a:lnTo>
                    <a:pt x="261992" y="65519"/>
                  </a:lnTo>
                  <a:lnTo>
                    <a:pt x="314046" y="59616"/>
                  </a:lnTo>
                  <a:lnTo>
                    <a:pt x="557181" y="59616"/>
                  </a:lnTo>
                  <a:lnTo>
                    <a:pt x="543723" y="51565"/>
                  </a:lnTo>
                  <a:lnTo>
                    <a:pt x="496954" y="30411"/>
                  </a:lnTo>
                  <a:lnTo>
                    <a:pt x="447643" y="14589"/>
                  </a:lnTo>
                  <a:lnTo>
                    <a:pt x="396152" y="4346"/>
                  </a:lnTo>
                  <a:lnTo>
                    <a:pt x="343829" y="0"/>
                  </a:lnTo>
                  <a:close/>
                </a:path>
                <a:path w="738504" h="393700">
                  <a:moveTo>
                    <a:pt x="590583" y="80099"/>
                  </a:moveTo>
                  <a:lnTo>
                    <a:pt x="459785" y="80099"/>
                  </a:lnTo>
                  <a:lnTo>
                    <a:pt x="508196" y="100121"/>
                  </a:lnTo>
                  <a:lnTo>
                    <a:pt x="553230" y="126278"/>
                  </a:lnTo>
                  <a:lnTo>
                    <a:pt x="594381" y="158226"/>
                  </a:lnTo>
                  <a:lnTo>
                    <a:pt x="631142" y="195616"/>
                  </a:lnTo>
                  <a:lnTo>
                    <a:pt x="663004" y="238104"/>
                  </a:lnTo>
                  <a:lnTo>
                    <a:pt x="620665" y="270160"/>
                  </a:lnTo>
                  <a:lnTo>
                    <a:pt x="575025" y="295956"/>
                  </a:lnTo>
                  <a:lnTo>
                    <a:pt x="526665" y="315305"/>
                  </a:lnTo>
                  <a:lnTo>
                    <a:pt x="476168" y="328021"/>
                  </a:lnTo>
                  <a:lnTo>
                    <a:pt x="424113" y="333916"/>
                  </a:lnTo>
                  <a:lnTo>
                    <a:pt x="629318" y="333916"/>
                  </a:lnTo>
                  <a:lnTo>
                    <a:pt x="639294" y="328617"/>
                  </a:lnTo>
                  <a:lnTo>
                    <a:pt x="682034" y="299233"/>
                  </a:lnTo>
                  <a:lnTo>
                    <a:pt x="721724" y="264706"/>
                  </a:lnTo>
                  <a:lnTo>
                    <a:pt x="738210" y="248673"/>
                  </a:lnTo>
                  <a:lnTo>
                    <a:pt x="726782" y="228718"/>
                  </a:lnTo>
                  <a:lnTo>
                    <a:pt x="698147" y="184589"/>
                  </a:lnTo>
                  <a:lnTo>
                    <a:pt x="665161" y="144564"/>
                  </a:lnTo>
                  <a:lnTo>
                    <a:pt x="628188" y="108887"/>
                  </a:lnTo>
                  <a:lnTo>
                    <a:pt x="590583" y="80099"/>
                  </a:lnTo>
                  <a:close/>
                </a:path>
                <a:path w="738504" h="393700">
                  <a:moveTo>
                    <a:pt x="557181" y="59616"/>
                  </a:moveTo>
                  <a:lnTo>
                    <a:pt x="314046" y="59616"/>
                  </a:lnTo>
                  <a:lnTo>
                    <a:pt x="280830" y="78257"/>
                  </a:lnTo>
                  <a:lnTo>
                    <a:pt x="233545" y="137788"/>
                  </a:lnTo>
                  <a:lnTo>
                    <a:pt x="222770" y="176094"/>
                  </a:lnTo>
                  <a:lnTo>
                    <a:pt x="222531" y="216151"/>
                  </a:lnTo>
                  <a:lnTo>
                    <a:pt x="232557" y="253403"/>
                  </a:lnTo>
                  <a:lnTo>
                    <a:pt x="251581" y="286369"/>
                  </a:lnTo>
                  <a:lnTo>
                    <a:pt x="278375" y="313433"/>
                  </a:lnTo>
                  <a:lnTo>
                    <a:pt x="459246" y="313433"/>
                  </a:lnTo>
                  <a:lnTo>
                    <a:pt x="504609" y="255794"/>
                  </a:lnTo>
                  <a:lnTo>
                    <a:pt x="515420" y="217363"/>
                  </a:lnTo>
                  <a:lnTo>
                    <a:pt x="419026" y="193522"/>
                  </a:lnTo>
                  <a:lnTo>
                    <a:pt x="405326" y="188695"/>
                  </a:lnTo>
                  <a:lnTo>
                    <a:pt x="394905" y="179317"/>
                  </a:lnTo>
                  <a:lnTo>
                    <a:pt x="388762" y="166714"/>
                  </a:lnTo>
                  <a:lnTo>
                    <a:pt x="387898" y="152214"/>
                  </a:lnTo>
                  <a:lnTo>
                    <a:pt x="392725" y="138514"/>
                  </a:lnTo>
                  <a:lnTo>
                    <a:pt x="402104" y="128093"/>
                  </a:lnTo>
                  <a:lnTo>
                    <a:pt x="414706" y="121950"/>
                  </a:lnTo>
                  <a:lnTo>
                    <a:pt x="429206" y="121087"/>
                  </a:lnTo>
                  <a:lnTo>
                    <a:pt x="494599" y="121087"/>
                  </a:lnTo>
                  <a:lnTo>
                    <a:pt x="486576" y="107173"/>
                  </a:lnTo>
                  <a:lnTo>
                    <a:pt x="459785" y="80099"/>
                  </a:lnTo>
                  <a:lnTo>
                    <a:pt x="590583" y="80099"/>
                  </a:lnTo>
                  <a:lnTo>
                    <a:pt x="587588" y="77806"/>
                  </a:lnTo>
                  <a:lnTo>
                    <a:pt x="557181" y="59616"/>
                  </a:lnTo>
                  <a:close/>
                </a:path>
                <a:path w="738504" h="393700">
                  <a:moveTo>
                    <a:pt x="494599" y="121087"/>
                  </a:moveTo>
                  <a:lnTo>
                    <a:pt x="429206" y="121087"/>
                  </a:lnTo>
                  <a:lnTo>
                    <a:pt x="442906" y="125914"/>
                  </a:lnTo>
                  <a:lnTo>
                    <a:pt x="453328" y="135292"/>
                  </a:lnTo>
                  <a:lnTo>
                    <a:pt x="459471" y="147895"/>
                  </a:lnTo>
                  <a:lnTo>
                    <a:pt x="460335" y="162395"/>
                  </a:lnTo>
                  <a:lnTo>
                    <a:pt x="455508" y="176094"/>
                  </a:lnTo>
                  <a:lnTo>
                    <a:pt x="446129" y="186516"/>
                  </a:lnTo>
                  <a:lnTo>
                    <a:pt x="433526" y="192658"/>
                  </a:lnTo>
                  <a:lnTo>
                    <a:pt x="419026" y="193522"/>
                  </a:lnTo>
                  <a:lnTo>
                    <a:pt x="515540" y="193522"/>
                  </a:lnTo>
                  <a:lnTo>
                    <a:pt x="515621" y="177431"/>
                  </a:lnTo>
                  <a:lnTo>
                    <a:pt x="505597" y="140159"/>
                  </a:lnTo>
                  <a:lnTo>
                    <a:pt x="494599" y="121087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9580" y="2039256"/>
              <a:ext cx="738505" cy="393700"/>
            </a:xfrm>
            <a:custGeom>
              <a:avLst/>
              <a:gdLst/>
              <a:ahLst/>
              <a:cxnLst/>
              <a:rect l="l" t="t" r="r" b="b"/>
              <a:pathLst>
                <a:path w="738504" h="393700">
                  <a:moveTo>
                    <a:pt x="396152" y="4346"/>
                  </a:moveTo>
                  <a:lnTo>
                    <a:pt x="343829" y="0"/>
                  </a:lnTo>
                  <a:lnTo>
                    <a:pt x="292061" y="1616"/>
                  </a:lnTo>
                  <a:lnTo>
                    <a:pt x="241264" y="9058"/>
                  </a:lnTo>
                  <a:lnTo>
                    <a:pt x="191855" y="22190"/>
                  </a:lnTo>
                  <a:lnTo>
                    <a:pt x="144250" y="40875"/>
                  </a:lnTo>
                  <a:lnTo>
                    <a:pt x="98866" y="64977"/>
                  </a:lnTo>
                  <a:lnTo>
                    <a:pt x="56120" y="94359"/>
                  </a:lnTo>
                  <a:lnTo>
                    <a:pt x="16427" y="128885"/>
                  </a:lnTo>
                  <a:lnTo>
                    <a:pt x="0" y="144925"/>
                  </a:lnTo>
                  <a:lnTo>
                    <a:pt x="11370" y="164872"/>
                  </a:lnTo>
                  <a:lnTo>
                    <a:pt x="40008" y="209003"/>
                  </a:lnTo>
                  <a:lnTo>
                    <a:pt x="72999" y="249029"/>
                  </a:lnTo>
                  <a:lnTo>
                    <a:pt x="109982" y="284707"/>
                  </a:lnTo>
                  <a:lnTo>
                    <a:pt x="150592" y="315790"/>
                  </a:lnTo>
                  <a:lnTo>
                    <a:pt x="194468" y="342031"/>
                  </a:lnTo>
                  <a:lnTo>
                    <a:pt x="241246" y="363186"/>
                  </a:lnTo>
                  <a:lnTo>
                    <a:pt x="290563" y="379009"/>
                  </a:lnTo>
                  <a:lnTo>
                    <a:pt x="342057" y="389253"/>
                  </a:lnTo>
                  <a:lnTo>
                    <a:pt x="394377" y="393599"/>
                  </a:lnTo>
                  <a:lnTo>
                    <a:pt x="446138" y="391982"/>
                  </a:lnTo>
                  <a:lnTo>
                    <a:pt x="496926" y="384539"/>
                  </a:lnTo>
                  <a:lnTo>
                    <a:pt x="546325" y="371406"/>
                  </a:lnTo>
                  <a:lnTo>
                    <a:pt x="593919" y="352720"/>
                  </a:lnTo>
                  <a:lnTo>
                    <a:pt x="639293" y="328617"/>
                  </a:lnTo>
                  <a:lnTo>
                    <a:pt x="682033" y="299233"/>
                  </a:lnTo>
                  <a:lnTo>
                    <a:pt x="721724" y="264706"/>
                  </a:lnTo>
                  <a:lnTo>
                    <a:pt x="738209" y="248674"/>
                  </a:lnTo>
                  <a:lnTo>
                    <a:pt x="726781" y="228718"/>
                  </a:lnTo>
                  <a:lnTo>
                    <a:pt x="698146" y="184589"/>
                  </a:lnTo>
                  <a:lnTo>
                    <a:pt x="665160" y="144564"/>
                  </a:lnTo>
                  <a:lnTo>
                    <a:pt x="628187" y="108888"/>
                  </a:lnTo>
                  <a:lnTo>
                    <a:pt x="587587" y="77806"/>
                  </a:lnTo>
                  <a:lnTo>
                    <a:pt x="543723" y="51566"/>
                  </a:lnTo>
                  <a:lnTo>
                    <a:pt x="496954" y="30412"/>
                  </a:lnTo>
                  <a:lnTo>
                    <a:pt x="447643" y="14590"/>
                  </a:lnTo>
                  <a:lnTo>
                    <a:pt x="396152" y="4346"/>
                  </a:lnTo>
                  <a:close/>
                </a:path>
                <a:path w="738504" h="393700">
                  <a:moveTo>
                    <a:pt x="314046" y="59617"/>
                  </a:moveTo>
                  <a:lnTo>
                    <a:pt x="253453" y="104723"/>
                  </a:lnTo>
                  <a:lnTo>
                    <a:pt x="233544" y="137788"/>
                  </a:lnTo>
                  <a:lnTo>
                    <a:pt x="222731" y="176228"/>
                  </a:lnTo>
                  <a:lnTo>
                    <a:pt x="222531" y="216152"/>
                  </a:lnTo>
                  <a:lnTo>
                    <a:pt x="232557" y="253404"/>
                  </a:lnTo>
                  <a:lnTo>
                    <a:pt x="251581" y="286369"/>
                  </a:lnTo>
                  <a:lnTo>
                    <a:pt x="278374" y="313434"/>
                  </a:lnTo>
                  <a:lnTo>
                    <a:pt x="229961" y="293419"/>
                  </a:lnTo>
                  <a:lnTo>
                    <a:pt x="184924" y="267277"/>
                  </a:lnTo>
                  <a:lnTo>
                    <a:pt x="143772" y="235347"/>
                  </a:lnTo>
                  <a:lnTo>
                    <a:pt x="107010" y="197971"/>
                  </a:lnTo>
                  <a:lnTo>
                    <a:pt x="75147" y="155486"/>
                  </a:lnTo>
                  <a:lnTo>
                    <a:pt x="117487" y="123427"/>
                  </a:lnTo>
                  <a:lnTo>
                    <a:pt x="163129" y="97617"/>
                  </a:lnTo>
                  <a:lnTo>
                    <a:pt x="211492" y="78251"/>
                  </a:lnTo>
                  <a:lnTo>
                    <a:pt x="261992" y="65519"/>
                  </a:lnTo>
                  <a:lnTo>
                    <a:pt x="314046" y="59617"/>
                  </a:lnTo>
                  <a:close/>
                </a:path>
                <a:path w="738504" h="393700">
                  <a:moveTo>
                    <a:pt x="459785" y="80099"/>
                  </a:moveTo>
                  <a:lnTo>
                    <a:pt x="508195" y="100121"/>
                  </a:lnTo>
                  <a:lnTo>
                    <a:pt x="553230" y="126279"/>
                  </a:lnTo>
                  <a:lnTo>
                    <a:pt x="594381" y="158226"/>
                  </a:lnTo>
                  <a:lnTo>
                    <a:pt x="631141" y="195616"/>
                  </a:lnTo>
                  <a:lnTo>
                    <a:pt x="663004" y="238104"/>
                  </a:lnTo>
                  <a:lnTo>
                    <a:pt x="620665" y="270160"/>
                  </a:lnTo>
                  <a:lnTo>
                    <a:pt x="575024" y="295956"/>
                  </a:lnTo>
                  <a:lnTo>
                    <a:pt x="526665" y="315305"/>
                  </a:lnTo>
                  <a:lnTo>
                    <a:pt x="476167" y="328021"/>
                  </a:lnTo>
                  <a:lnTo>
                    <a:pt x="424113" y="333916"/>
                  </a:lnTo>
                  <a:lnTo>
                    <a:pt x="457329" y="315285"/>
                  </a:lnTo>
                  <a:lnTo>
                    <a:pt x="484702" y="288840"/>
                  </a:lnTo>
                  <a:lnTo>
                    <a:pt x="504608" y="255794"/>
                  </a:lnTo>
                  <a:lnTo>
                    <a:pt x="515420" y="217363"/>
                  </a:lnTo>
                  <a:lnTo>
                    <a:pt x="515621" y="177432"/>
                  </a:lnTo>
                  <a:lnTo>
                    <a:pt x="505596" y="140160"/>
                  </a:lnTo>
                  <a:lnTo>
                    <a:pt x="486575" y="107174"/>
                  </a:lnTo>
                  <a:lnTo>
                    <a:pt x="459785" y="80099"/>
                  </a:lnTo>
                  <a:close/>
                </a:path>
              </a:pathLst>
            </a:custGeom>
            <a:ln w="9525">
              <a:solidFill>
                <a:srgbClr val="46A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12715" y="2155580"/>
            <a:ext cx="81961" cy="8196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0279" y="2156059"/>
            <a:ext cx="1188764" cy="17564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035346" y="963350"/>
            <a:ext cx="6108700" cy="1905000"/>
            <a:chOff x="3035346" y="963350"/>
            <a:chExt cx="6108700" cy="1905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5346" y="963350"/>
              <a:ext cx="6108653" cy="1905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65696" y="1371600"/>
              <a:ext cx="3094355" cy="538480"/>
            </a:xfrm>
            <a:custGeom>
              <a:avLst/>
              <a:gdLst/>
              <a:ahLst/>
              <a:cxnLst/>
              <a:rect l="l" t="t" r="r" b="b"/>
              <a:pathLst>
                <a:path w="3094354" h="538480">
                  <a:moveTo>
                    <a:pt x="2320505" y="0"/>
                  </a:moveTo>
                  <a:lnTo>
                    <a:pt x="773501" y="0"/>
                  </a:lnTo>
                  <a:lnTo>
                    <a:pt x="706758" y="987"/>
                  </a:lnTo>
                  <a:lnTo>
                    <a:pt x="641593" y="3894"/>
                  </a:lnTo>
                  <a:lnTo>
                    <a:pt x="578237" y="8642"/>
                  </a:lnTo>
                  <a:lnTo>
                    <a:pt x="516922" y="15149"/>
                  </a:lnTo>
                  <a:lnTo>
                    <a:pt x="457880" y="23334"/>
                  </a:lnTo>
                  <a:lnTo>
                    <a:pt x="401343" y="33116"/>
                  </a:lnTo>
                  <a:lnTo>
                    <a:pt x="347545" y="44416"/>
                  </a:lnTo>
                  <a:lnTo>
                    <a:pt x="296716" y="57152"/>
                  </a:lnTo>
                  <a:lnTo>
                    <a:pt x="249089" y="71243"/>
                  </a:lnTo>
                  <a:lnTo>
                    <a:pt x="204896" y="86609"/>
                  </a:lnTo>
                  <a:lnTo>
                    <a:pt x="164369" y="103169"/>
                  </a:lnTo>
                  <a:lnTo>
                    <a:pt x="127741" y="120843"/>
                  </a:lnTo>
                  <a:lnTo>
                    <a:pt x="67108" y="159207"/>
                  </a:lnTo>
                  <a:lnTo>
                    <a:pt x="24855" y="201055"/>
                  </a:lnTo>
                  <a:lnTo>
                    <a:pt x="2839" y="245743"/>
                  </a:lnTo>
                  <a:lnTo>
                    <a:pt x="0" y="268950"/>
                  </a:lnTo>
                  <a:lnTo>
                    <a:pt x="2839" y="292157"/>
                  </a:lnTo>
                  <a:lnTo>
                    <a:pt x="24855" y="336844"/>
                  </a:lnTo>
                  <a:lnTo>
                    <a:pt x="67108" y="378693"/>
                  </a:lnTo>
                  <a:lnTo>
                    <a:pt x="127741" y="417057"/>
                  </a:lnTo>
                  <a:lnTo>
                    <a:pt x="164369" y="434731"/>
                  </a:lnTo>
                  <a:lnTo>
                    <a:pt x="204896" y="451291"/>
                  </a:lnTo>
                  <a:lnTo>
                    <a:pt x="249089" y="466657"/>
                  </a:lnTo>
                  <a:lnTo>
                    <a:pt x="296716" y="480748"/>
                  </a:lnTo>
                  <a:lnTo>
                    <a:pt x="347545" y="493484"/>
                  </a:lnTo>
                  <a:lnTo>
                    <a:pt x="401343" y="504784"/>
                  </a:lnTo>
                  <a:lnTo>
                    <a:pt x="457880" y="514566"/>
                  </a:lnTo>
                  <a:lnTo>
                    <a:pt x="516922" y="522751"/>
                  </a:lnTo>
                  <a:lnTo>
                    <a:pt x="578237" y="529258"/>
                  </a:lnTo>
                  <a:lnTo>
                    <a:pt x="641593" y="534006"/>
                  </a:lnTo>
                  <a:lnTo>
                    <a:pt x="706758" y="536913"/>
                  </a:lnTo>
                  <a:lnTo>
                    <a:pt x="773501" y="537900"/>
                  </a:lnTo>
                  <a:lnTo>
                    <a:pt x="2320505" y="537900"/>
                  </a:lnTo>
                  <a:lnTo>
                    <a:pt x="2387248" y="536913"/>
                  </a:lnTo>
                  <a:lnTo>
                    <a:pt x="2452413" y="534006"/>
                  </a:lnTo>
                  <a:lnTo>
                    <a:pt x="2515769" y="529258"/>
                  </a:lnTo>
                  <a:lnTo>
                    <a:pt x="2577084" y="522751"/>
                  </a:lnTo>
                  <a:lnTo>
                    <a:pt x="2636126" y="514566"/>
                  </a:lnTo>
                  <a:lnTo>
                    <a:pt x="2692663" y="504784"/>
                  </a:lnTo>
                  <a:lnTo>
                    <a:pt x="2746461" y="493484"/>
                  </a:lnTo>
                  <a:lnTo>
                    <a:pt x="2797290" y="480748"/>
                  </a:lnTo>
                  <a:lnTo>
                    <a:pt x="2844917" y="466657"/>
                  </a:lnTo>
                  <a:lnTo>
                    <a:pt x="2889110" y="451291"/>
                  </a:lnTo>
                  <a:lnTo>
                    <a:pt x="2929637" y="434731"/>
                  </a:lnTo>
                  <a:lnTo>
                    <a:pt x="2966265" y="417057"/>
                  </a:lnTo>
                  <a:lnTo>
                    <a:pt x="3026898" y="378693"/>
                  </a:lnTo>
                  <a:lnTo>
                    <a:pt x="3069151" y="336844"/>
                  </a:lnTo>
                  <a:lnTo>
                    <a:pt x="3091167" y="292157"/>
                  </a:lnTo>
                  <a:lnTo>
                    <a:pt x="3094007" y="268950"/>
                  </a:lnTo>
                  <a:lnTo>
                    <a:pt x="3091167" y="245743"/>
                  </a:lnTo>
                  <a:lnTo>
                    <a:pt x="3069151" y="201055"/>
                  </a:lnTo>
                  <a:lnTo>
                    <a:pt x="3026898" y="159207"/>
                  </a:lnTo>
                  <a:lnTo>
                    <a:pt x="2966265" y="120843"/>
                  </a:lnTo>
                  <a:lnTo>
                    <a:pt x="2929637" y="103169"/>
                  </a:lnTo>
                  <a:lnTo>
                    <a:pt x="2889111" y="86609"/>
                  </a:lnTo>
                  <a:lnTo>
                    <a:pt x="2844918" y="71243"/>
                  </a:lnTo>
                  <a:lnTo>
                    <a:pt x="2797291" y="57152"/>
                  </a:lnTo>
                  <a:lnTo>
                    <a:pt x="2746462" y="44416"/>
                  </a:lnTo>
                  <a:lnTo>
                    <a:pt x="2692663" y="33116"/>
                  </a:lnTo>
                  <a:lnTo>
                    <a:pt x="2636127" y="23334"/>
                  </a:lnTo>
                  <a:lnTo>
                    <a:pt x="2577085" y="15149"/>
                  </a:lnTo>
                  <a:lnTo>
                    <a:pt x="2515770" y="8642"/>
                  </a:lnTo>
                  <a:lnTo>
                    <a:pt x="2452413" y="3894"/>
                  </a:lnTo>
                  <a:lnTo>
                    <a:pt x="2387248" y="987"/>
                  </a:lnTo>
                  <a:lnTo>
                    <a:pt x="2320505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5696" y="1371600"/>
              <a:ext cx="3094355" cy="538480"/>
            </a:xfrm>
            <a:custGeom>
              <a:avLst/>
              <a:gdLst/>
              <a:ahLst/>
              <a:cxnLst/>
              <a:rect l="l" t="t" r="r" b="b"/>
              <a:pathLst>
                <a:path w="3094354" h="538480">
                  <a:moveTo>
                    <a:pt x="773501" y="0"/>
                  </a:moveTo>
                  <a:lnTo>
                    <a:pt x="706759" y="987"/>
                  </a:lnTo>
                  <a:lnTo>
                    <a:pt x="641593" y="3894"/>
                  </a:lnTo>
                  <a:lnTo>
                    <a:pt x="578237" y="8642"/>
                  </a:lnTo>
                  <a:lnTo>
                    <a:pt x="516922" y="15149"/>
                  </a:lnTo>
                  <a:lnTo>
                    <a:pt x="457880" y="23334"/>
                  </a:lnTo>
                  <a:lnTo>
                    <a:pt x="401343" y="33116"/>
                  </a:lnTo>
                  <a:lnTo>
                    <a:pt x="347545" y="44416"/>
                  </a:lnTo>
                  <a:lnTo>
                    <a:pt x="296716" y="57152"/>
                  </a:lnTo>
                  <a:lnTo>
                    <a:pt x="249089" y="71243"/>
                  </a:lnTo>
                  <a:lnTo>
                    <a:pt x="204896" y="86609"/>
                  </a:lnTo>
                  <a:lnTo>
                    <a:pt x="164369" y="103169"/>
                  </a:lnTo>
                  <a:lnTo>
                    <a:pt x="127741" y="120843"/>
                  </a:lnTo>
                  <a:lnTo>
                    <a:pt x="67108" y="159207"/>
                  </a:lnTo>
                  <a:lnTo>
                    <a:pt x="24855" y="201056"/>
                  </a:lnTo>
                  <a:lnTo>
                    <a:pt x="2839" y="245743"/>
                  </a:lnTo>
                  <a:lnTo>
                    <a:pt x="0" y="268950"/>
                  </a:lnTo>
                  <a:lnTo>
                    <a:pt x="2839" y="292157"/>
                  </a:lnTo>
                  <a:lnTo>
                    <a:pt x="24855" y="336844"/>
                  </a:lnTo>
                  <a:lnTo>
                    <a:pt x="67108" y="378693"/>
                  </a:lnTo>
                  <a:lnTo>
                    <a:pt x="127741" y="417057"/>
                  </a:lnTo>
                  <a:lnTo>
                    <a:pt x="164369" y="434731"/>
                  </a:lnTo>
                  <a:lnTo>
                    <a:pt x="204896" y="451291"/>
                  </a:lnTo>
                  <a:lnTo>
                    <a:pt x="249089" y="466657"/>
                  </a:lnTo>
                  <a:lnTo>
                    <a:pt x="296716" y="480748"/>
                  </a:lnTo>
                  <a:lnTo>
                    <a:pt x="347545" y="493484"/>
                  </a:lnTo>
                  <a:lnTo>
                    <a:pt x="401343" y="504784"/>
                  </a:lnTo>
                  <a:lnTo>
                    <a:pt x="457880" y="514566"/>
                  </a:lnTo>
                  <a:lnTo>
                    <a:pt x="516922" y="522751"/>
                  </a:lnTo>
                  <a:lnTo>
                    <a:pt x="578237" y="529258"/>
                  </a:lnTo>
                  <a:lnTo>
                    <a:pt x="641593" y="534005"/>
                  </a:lnTo>
                  <a:lnTo>
                    <a:pt x="706759" y="536913"/>
                  </a:lnTo>
                  <a:lnTo>
                    <a:pt x="773501" y="537900"/>
                  </a:lnTo>
                  <a:lnTo>
                    <a:pt x="2320505" y="537900"/>
                  </a:lnTo>
                  <a:lnTo>
                    <a:pt x="2387248" y="536913"/>
                  </a:lnTo>
                  <a:lnTo>
                    <a:pt x="2452413" y="534005"/>
                  </a:lnTo>
                  <a:lnTo>
                    <a:pt x="2515769" y="529258"/>
                  </a:lnTo>
                  <a:lnTo>
                    <a:pt x="2577084" y="522751"/>
                  </a:lnTo>
                  <a:lnTo>
                    <a:pt x="2636126" y="514566"/>
                  </a:lnTo>
                  <a:lnTo>
                    <a:pt x="2692663" y="504784"/>
                  </a:lnTo>
                  <a:lnTo>
                    <a:pt x="2746461" y="493484"/>
                  </a:lnTo>
                  <a:lnTo>
                    <a:pt x="2797290" y="480748"/>
                  </a:lnTo>
                  <a:lnTo>
                    <a:pt x="2844917" y="466657"/>
                  </a:lnTo>
                  <a:lnTo>
                    <a:pt x="2889110" y="451291"/>
                  </a:lnTo>
                  <a:lnTo>
                    <a:pt x="2929637" y="434731"/>
                  </a:lnTo>
                  <a:lnTo>
                    <a:pt x="2966265" y="417057"/>
                  </a:lnTo>
                  <a:lnTo>
                    <a:pt x="3026898" y="378693"/>
                  </a:lnTo>
                  <a:lnTo>
                    <a:pt x="3069151" y="336844"/>
                  </a:lnTo>
                  <a:lnTo>
                    <a:pt x="3091167" y="292157"/>
                  </a:lnTo>
                  <a:lnTo>
                    <a:pt x="3094007" y="268950"/>
                  </a:lnTo>
                  <a:lnTo>
                    <a:pt x="3091167" y="245743"/>
                  </a:lnTo>
                  <a:lnTo>
                    <a:pt x="3069151" y="201056"/>
                  </a:lnTo>
                  <a:lnTo>
                    <a:pt x="3026898" y="159207"/>
                  </a:lnTo>
                  <a:lnTo>
                    <a:pt x="2966265" y="120843"/>
                  </a:lnTo>
                  <a:lnTo>
                    <a:pt x="2929637" y="103169"/>
                  </a:lnTo>
                  <a:lnTo>
                    <a:pt x="2889111" y="86609"/>
                  </a:lnTo>
                  <a:lnTo>
                    <a:pt x="2844918" y="71243"/>
                  </a:lnTo>
                  <a:lnTo>
                    <a:pt x="2797291" y="57152"/>
                  </a:lnTo>
                  <a:lnTo>
                    <a:pt x="2746462" y="44416"/>
                  </a:lnTo>
                  <a:lnTo>
                    <a:pt x="2692663" y="33116"/>
                  </a:lnTo>
                  <a:lnTo>
                    <a:pt x="2636127" y="23334"/>
                  </a:lnTo>
                  <a:lnTo>
                    <a:pt x="2577085" y="15149"/>
                  </a:lnTo>
                  <a:lnTo>
                    <a:pt x="2515770" y="8642"/>
                  </a:lnTo>
                  <a:lnTo>
                    <a:pt x="2452413" y="3894"/>
                  </a:lnTo>
                  <a:lnTo>
                    <a:pt x="2387248" y="987"/>
                  </a:lnTo>
                  <a:lnTo>
                    <a:pt x="2320505" y="0"/>
                  </a:lnTo>
                  <a:lnTo>
                    <a:pt x="773501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65893" y="1342257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80620" y="1948877"/>
            <a:ext cx="213359" cy="49783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8183" y="209529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8183" y="609579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8183" y="1009629"/>
            <a:ext cx="2754630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  <a:p>
            <a:pPr marL="67945">
              <a:lnSpc>
                <a:spcPts val="31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2.-Almacenamiento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000578"/>
            <a:ext cx="2386965" cy="10922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 marR="5080">
              <a:lnSpc>
                <a:spcPct val="75000"/>
              </a:lnSpc>
              <a:spcBef>
                <a:spcPts val="13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 automático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62810" y="2288472"/>
            <a:ext cx="4859655" cy="1276350"/>
            <a:chOff x="3562810" y="2288472"/>
            <a:chExt cx="4859655" cy="1276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2810" y="2288472"/>
              <a:ext cx="4859110" cy="1276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32660" y="2335322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4719410" y="0"/>
                  </a:moveTo>
                  <a:lnTo>
                    <a:pt x="0" y="0"/>
                  </a:lnTo>
                  <a:lnTo>
                    <a:pt x="0" y="1136416"/>
                  </a:lnTo>
                  <a:lnTo>
                    <a:pt x="4719410" y="1136416"/>
                  </a:lnTo>
                  <a:lnTo>
                    <a:pt x="4719410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32660" y="2335323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0" y="0"/>
                  </a:moveTo>
                  <a:lnTo>
                    <a:pt x="4719410" y="0"/>
                  </a:lnTo>
                  <a:lnTo>
                    <a:pt x="4719410" y="1136416"/>
                  </a:lnTo>
                  <a:lnTo>
                    <a:pt x="0" y="113641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008" y="2434449"/>
              <a:ext cx="608246" cy="651358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66941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6283" y="800427"/>
            <a:ext cx="21094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83" y="1200477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3612297"/>
            <a:ext cx="6790690" cy="1531620"/>
            <a:chOff x="2326557" y="3612297"/>
            <a:chExt cx="6790690" cy="15316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12297"/>
              <a:ext cx="6790574" cy="15312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0"/>
                  </a:lnTo>
                  <a:lnTo>
                    <a:pt x="3721363" y="499436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2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0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82118" y="3835733"/>
            <a:ext cx="1879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74081" y="103126"/>
            <a:ext cx="6606540" cy="1905000"/>
            <a:chOff x="2474081" y="103126"/>
            <a:chExt cx="6606540" cy="190500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1" y="103126"/>
              <a:ext cx="6606373" cy="19050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8" y="0"/>
                  </a:lnTo>
                  <a:lnTo>
                    <a:pt x="820262" y="922"/>
                  </a:lnTo>
                  <a:lnTo>
                    <a:pt x="755426" y="3645"/>
                  </a:lnTo>
                  <a:lnTo>
                    <a:pt x="692083" y="8104"/>
                  </a:lnTo>
                  <a:lnTo>
                    <a:pt x="630403" y="14233"/>
                  </a:lnTo>
                  <a:lnTo>
                    <a:pt x="570559" y="21969"/>
                  </a:lnTo>
                  <a:lnTo>
                    <a:pt x="512720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6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6"/>
                  </a:lnTo>
                  <a:lnTo>
                    <a:pt x="304857" y="589932"/>
                  </a:lnTo>
                  <a:lnTo>
                    <a:pt x="352956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0" y="641147"/>
                  </a:lnTo>
                  <a:lnTo>
                    <a:pt x="570559" y="650424"/>
                  </a:lnTo>
                  <a:lnTo>
                    <a:pt x="630403" y="658160"/>
                  </a:lnTo>
                  <a:lnTo>
                    <a:pt x="692083" y="664289"/>
                  </a:lnTo>
                  <a:lnTo>
                    <a:pt x="755426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60"/>
                  </a:lnTo>
                  <a:lnTo>
                    <a:pt x="2975114" y="650424"/>
                  </a:lnTo>
                  <a:lnTo>
                    <a:pt x="3032952" y="641147"/>
                  </a:lnTo>
                  <a:lnTo>
                    <a:pt x="3088613" y="630395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2"/>
                  </a:lnTo>
                  <a:lnTo>
                    <a:pt x="3286052" y="573926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57054" y="438101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Iden.ﬁcación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325621" y="977131"/>
            <a:ext cx="6818630" cy="2005330"/>
            <a:chOff x="2325621" y="977131"/>
            <a:chExt cx="6818630" cy="200533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448" y="977131"/>
              <a:ext cx="167639" cy="2314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1" y="1077022"/>
              <a:ext cx="6818378" cy="19050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15350" y="136852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26557" y="2011472"/>
            <a:ext cx="6790690" cy="2302510"/>
            <a:chOff x="2326557" y="2011472"/>
            <a:chExt cx="6790690" cy="230251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3448" y="2011472"/>
              <a:ext cx="167639" cy="29742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37691" y="1451799"/>
            <a:ext cx="6543040" cy="1793875"/>
          </a:xfrm>
          <a:prstGeom prst="rect">
            <a:avLst/>
          </a:prstGeom>
        </p:spPr>
        <p:txBody>
          <a:bodyPr vert="horz" wrap="square" lIns="0" tIns="254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Recordatorio</a:t>
            </a:r>
            <a:endParaRPr sz="2800">
              <a:latin typeface="Arial Narrow"/>
              <a:cs typeface="Arial Narrow"/>
            </a:endParaRPr>
          </a:p>
          <a:p>
            <a:pPr marL="3935729" algn="ctr">
              <a:lnSpc>
                <a:spcPct val="100000"/>
              </a:lnSpc>
              <a:spcBef>
                <a:spcPts val="19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marL="3936365"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01862" y="1794541"/>
            <a:ext cx="323850" cy="213360"/>
            <a:chOff x="4301862" y="1794541"/>
            <a:chExt cx="323850" cy="213360"/>
          </a:xfrm>
        </p:grpSpPr>
        <p:sp>
          <p:nvSpPr>
            <p:cNvPr id="3" name="object 3"/>
            <p:cNvSpPr/>
            <p:nvPr/>
          </p:nvSpPr>
          <p:spPr>
            <a:xfrm>
              <a:off x="4301862" y="1901221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8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11770" y="1794541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59"/>
                  </a:lnTo>
                  <a:lnTo>
                    <a:pt x="213359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385" y="176360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37117" y="1219644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89017" y="1219644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89017" y="1219644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10022" y="943715"/>
            <a:ext cx="2582545" cy="3124835"/>
            <a:chOff x="4610022" y="943715"/>
            <a:chExt cx="2582545" cy="3124835"/>
          </a:xfrm>
        </p:grpSpPr>
        <p:sp>
          <p:nvSpPr>
            <p:cNvPr id="11" name="object 11"/>
            <p:cNvSpPr/>
            <p:nvPr/>
          </p:nvSpPr>
          <p:spPr>
            <a:xfrm>
              <a:off x="4611671" y="945401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6" y="0"/>
                  </a:lnTo>
                  <a:lnTo>
                    <a:pt x="1732391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1" y="86557"/>
                  </a:lnTo>
                  <a:lnTo>
                    <a:pt x="776360" y="99540"/>
                  </a:lnTo>
                  <a:lnTo>
                    <a:pt x="726524" y="113989"/>
                  </a:lnTo>
                  <a:lnTo>
                    <a:pt x="676798" y="129991"/>
                  </a:lnTo>
                  <a:lnTo>
                    <a:pt x="638610" y="143694"/>
                  </a:lnTo>
                  <a:lnTo>
                    <a:pt x="600555" y="158963"/>
                  </a:lnTo>
                  <a:lnTo>
                    <a:pt x="562738" y="175826"/>
                  </a:lnTo>
                  <a:lnTo>
                    <a:pt x="525265" y="194315"/>
                  </a:lnTo>
                  <a:lnTo>
                    <a:pt x="488240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39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1" y="641029"/>
                  </a:lnTo>
                  <a:lnTo>
                    <a:pt x="75744" y="687584"/>
                  </a:lnTo>
                  <a:lnTo>
                    <a:pt x="58040" y="736255"/>
                  </a:lnTo>
                  <a:lnTo>
                    <a:pt x="42464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1628" y="1169943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3" y="1370473"/>
                  </a:lnTo>
                  <a:lnTo>
                    <a:pt x="39975" y="1418666"/>
                  </a:lnTo>
                  <a:lnTo>
                    <a:pt x="53024" y="1466011"/>
                  </a:lnTo>
                  <a:lnTo>
                    <a:pt x="67646" y="1512470"/>
                  </a:lnTo>
                  <a:lnTo>
                    <a:pt x="83746" y="1558007"/>
                  </a:lnTo>
                  <a:lnTo>
                    <a:pt x="101231" y="1602586"/>
                  </a:lnTo>
                  <a:lnTo>
                    <a:pt x="120006" y="1646169"/>
                  </a:lnTo>
                  <a:lnTo>
                    <a:pt x="139976" y="1688720"/>
                  </a:lnTo>
                  <a:lnTo>
                    <a:pt x="161047" y="1730203"/>
                  </a:lnTo>
                  <a:lnTo>
                    <a:pt x="183124" y="1770581"/>
                  </a:lnTo>
                  <a:lnTo>
                    <a:pt x="206114" y="1809816"/>
                  </a:lnTo>
                  <a:lnTo>
                    <a:pt x="229921" y="1847874"/>
                  </a:lnTo>
                  <a:lnTo>
                    <a:pt x="254452" y="1884716"/>
                  </a:lnTo>
                  <a:lnTo>
                    <a:pt x="279612" y="1920307"/>
                  </a:lnTo>
                  <a:lnTo>
                    <a:pt x="311250" y="1961825"/>
                  </a:lnTo>
                  <a:lnTo>
                    <a:pt x="343858" y="2000809"/>
                  </a:lnTo>
                  <a:lnTo>
                    <a:pt x="377304" y="2037107"/>
                  </a:lnTo>
                  <a:lnTo>
                    <a:pt x="411456" y="2070571"/>
                  </a:lnTo>
                  <a:lnTo>
                    <a:pt x="446182" y="2101050"/>
                  </a:lnTo>
                  <a:lnTo>
                    <a:pt x="481349" y="2128396"/>
                  </a:lnTo>
                  <a:lnTo>
                    <a:pt x="516825" y="2152458"/>
                  </a:lnTo>
                  <a:lnTo>
                    <a:pt x="552479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8" y="2060756"/>
                  </a:lnTo>
                  <a:lnTo>
                    <a:pt x="996190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3" y="1839865"/>
                  </a:lnTo>
                  <a:lnTo>
                    <a:pt x="1068286" y="1791072"/>
                  </a:lnTo>
                  <a:lnTo>
                    <a:pt x="1078253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8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5" y="1282236"/>
                  </a:lnTo>
                  <a:lnTo>
                    <a:pt x="1226640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3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2" y="836302"/>
                  </a:lnTo>
                  <a:lnTo>
                    <a:pt x="2578287" y="787073"/>
                  </a:lnTo>
                  <a:lnTo>
                    <a:pt x="2578274" y="78604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3" y="638159"/>
                  </a:lnTo>
                  <a:lnTo>
                    <a:pt x="2559089" y="590261"/>
                  </a:lnTo>
                  <a:lnTo>
                    <a:pt x="2550102" y="543278"/>
                  </a:lnTo>
                  <a:lnTo>
                    <a:pt x="2539426" y="497338"/>
                  </a:lnTo>
                  <a:lnTo>
                    <a:pt x="2527054" y="452573"/>
                  </a:lnTo>
                  <a:lnTo>
                    <a:pt x="2512980" y="409111"/>
                  </a:lnTo>
                  <a:lnTo>
                    <a:pt x="2497197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3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1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1" y="1298554"/>
                  </a:lnTo>
                  <a:lnTo>
                    <a:pt x="1609577" y="1331560"/>
                  </a:lnTo>
                  <a:lnTo>
                    <a:pt x="1638482" y="1366582"/>
                  </a:lnTo>
                  <a:lnTo>
                    <a:pt x="1667421" y="1403084"/>
                  </a:lnTo>
                  <a:lnTo>
                    <a:pt x="1725532" y="1478387"/>
                  </a:lnTo>
                  <a:lnTo>
                    <a:pt x="1754770" y="1516119"/>
                  </a:lnTo>
                  <a:lnTo>
                    <a:pt x="1784173" y="1553190"/>
                  </a:lnTo>
                  <a:lnTo>
                    <a:pt x="1813775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8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8"/>
                  </a:lnTo>
                  <a:lnTo>
                    <a:pt x="2353233" y="1610339"/>
                  </a:lnTo>
                  <a:lnTo>
                    <a:pt x="2380827" y="1570151"/>
                  </a:lnTo>
                  <a:lnTo>
                    <a:pt x="2406972" y="1527354"/>
                  </a:lnTo>
                  <a:lnTo>
                    <a:pt x="2431596" y="1482050"/>
                  </a:lnTo>
                  <a:lnTo>
                    <a:pt x="2454624" y="1434338"/>
                  </a:lnTo>
                  <a:lnTo>
                    <a:pt x="2475984" y="1384318"/>
                  </a:lnTo>
                  <a:lnTo>
                    <a:pt x="2495603" y="1332091"/>
                  </a:lnTo>
                  <a:lnTo>
                    <a:pt x="2511174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11672" y="945303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0022" y="3166584"/>
              <a:ext cx="2582160" cy="90189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21652" y="1204259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90013" y="1682920"/>
            <a:ext cx="1160780" cy="1775460"/>
            <a:chOff x="7190013" y="1682920"/>
            <a:chExt cx="1160780" cy="1775460"/>
          </a:xfrm>
        </p:grpSpPr>
        <p:sp>
          <p:nvSpPr>
            <p:cNvPr id="16" name="object 16"/>
            <p:cNvSpPr/>
            <p:nvPr/>
          </p:nvSpPr>
          <p:spPr>
            <a:xfrm>
              <a:off x="7190013" y="1789600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5925" y="168292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60"/>
                  </a:lnTo>
                  <a:lnTo>
                    <a:pt x="213359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0610" y="2791997"/>
              <a:ext cx="219900" cy="6662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40560" y="2914237"/>
              <a:ext cx="0" cy="397510"/>
            </a:xfrm>
            <a:custGeom>
              <a:avLst/>
              <a:gdLst/>
              <a:ahLst/>
              <a:cxnLst/>
              <a:rect l="l" t="t" r="r" b="b"/>
              <a:pathLst>
                <a:path h="397510">
                  <a:moveTo>
                    <a:pt x="0" y="0"/>
                  </a:moveTo>
                  <a:lnTo>
                    <a:pt x="0" y="12700"/>
                  </a:lnTo>
                  <a:lnTo>
                    <a:pt x="0" y="384291"/>
                  </a:lnTo>
                  <a:lnTo>
                    <a:pt x="0" y="396991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9760" y="3298529"/>
              <a:ext cx="101600" cy="101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79600" y="2825337"/>
              <a:ext cx="121920" cy="101600"/>
            </a:xfrm>
            <a:custGeom>
              <a:avLst/>
              <a:gdLst/>
              <a:ahLst/>
              <a:cxnLst/>
              <a:rect l="l" t="t" r="r" b="b"/>
              <a:pathLst>
                <a:path w="121920" h="101600">
                  <a:moveTo>
                    <a:pt x="121920" y="101600"/>
                  </a:moveTo>
                  <a:lnTo>
                    <a:pt x="60960" y="0"/>
                  </a:lnTo>
                  <a:lnTo>
                    <a:pt x="0" y="101600"/>
                  </a:lnTo>
                </a:path>
                <a:path w="121920" h="101600">
                  <a:moveTo>
                    <a:pt x="60960" y="101600"/>
                  </a:moveTo>
                  <a:lnTo>
                    <a:pt x="60960" y="0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55413" y="344151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49984" y="3441517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385" y="576410"/>
            <a:ext cx="224790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77470">
              <a:lnSpc>
                <a:spcPts val="30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59540" y="2700971"/>
            <a:ext cx="220345" cy="666750"/>
            <a:chOff x="3259540" y="2700971"/>
            <a:chExt cx="220345" cy="66675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9540" y="2700971"/>
              <a:ext cx="219900" cy="6662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369489" y="2823211"/>
              <a:ext cx="0" cy="397510"/>
            </a:xfrm>
            <a:custGeom>
              <a:avLst/>
              <a:gdLst/>
              <a:ahLst/>
              <a:cxnLst/>
              <a:rect l="l" t="t" r="r" b="b"/>
              <a:pathLst>
                <a:path h="397510">
                  <a:moveTo>
                    <a:pt x="0" y="0"/>
                  </a:moveTo>
                  <a:lnTo>
                    <a:pt x="0" y="12700"/>
                  </a:lnTo>
                  <a:lnTo>
                    <a:pt x="0" y="384291"/>
                  </a:lnTo>
                  <a:lnTo>
                    <a:pt x="0" y="396991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8689" y="3207503"/>
              <a:ext cx="101600" cy="101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308529" y="2734311"/>
              <a:ext cx="121920" cy="101600"/>
            </a:xfrm>
            <a:custGeom>
              <a:avLst/>
              <a:gdLst/>
              <a:ahLst/>
              <a:cxnLst/>
              <a:rect l="l" t="t" r="r" b="b"/>
              <a:pathLst>
                <a:path w="121920" h="101600">
                  <a:moveTo>
                    <a:pt x="121920" y="101600"/>
                  </a:moveTo>
                  <a:lnTo>
                    <a:pt x="60960" y="0"/>
                  </a:lnTo>
                  <a:lnTo>
                    <a:pt x="0" y="101600"/>
                  </a:lnTo>
                </a:path>
                <a:path w="121920" h="101600">
                  <a:moveTo>
                    <a:pt x="60960" y="101600"/>
                  </a:moveTo>
                  <a:lnTo>
                    <a:pt x="60960" y="0"/>
                  </a:lnTo>
                </a:path>
              </a:pathLst>
            </a:custGeom>
            <a:ln w="25400">
              <a:solidFill>
                <a:srgbClr val="9BBB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95176" y="1450745"/>
            <a:ext cx="1574165" cy="483234"/>
            <a:chOff x="4195176" y="1450745"/>
            <a:chExt cx="1574165" cy="48323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5176" y="1450745"/>
              <a:ext cx="1574115" cy="4826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5976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5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45976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5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65026" y="14064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 rot="1200000">
            <a:off x="3412585" y="16663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 rot="20640000">
            <a:off x="3945873" y="19403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 rot="1200000">
            <a:off x="7133674" y="21194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0886" y="2293710"/>
            <a:ext cx="2695314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80" dirty="0">
                <a:latin typeface="Arial"/>
                <a:cs typeface="Arial"/>
              </a:rPr>
              <a:t>Cuantitativa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0" dirty="0">
                <a:latin typeface="Arial"/>
                <a:cs typeface="Arial"/>
              </a:rPr>
              <a:t>Ordinal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25" dirty="0">
                <a:latin typeface="Arial"/>
                <a:cs typeface="Arial"/>
              </a:rPr>
              <a:t>Cualitativa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32952" y="1450745"/>
            <a:ext cx="1574165" cy="483234"/>
            <a:chOff x="7032952" y="1450745"/>
            <a:chExt cx="1574165" cy="483234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2952" y="1450745"/>
              <a:ext cx="1574115" cy="48268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83752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5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83752" y="14785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5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02802" y="14064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41579" y="966524"/>
            <a:ext cx="2319655" cy="1430655"/>
            <a:chOff x="5241579" y="966524"/>
            <a:chExt cx="2319655" cy="143065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1579" y="966524"/>
              <a:ext cx="2319084" cy="14305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33729" y="16690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93584" y="15395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9579" y="1561138"/>
              <a:ext cx="215900" cy="2159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919303" y="460264"/>
            <a:ext cx="2113280" cy="89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algn="ctr">
              <a:lnSpc>
                <a:spcPts val="3920"/>
              </a:lnSpc>
              <a:spcBef>
                <a:spcPts val="10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  <a:p>
            <a:pPr marL="12700">
              <a:lnSpc>
                <a:spcPts val="2960"/>
              </a:lnSpc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9434" y="409464"/>
            <a:ext cx="1368425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4120"/>
              </a:lnSpc>
              <a:spcBef>
                <a:spcPts val="10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  <a:p>
            <a:pPr algn="ctr">
              <a:lnSpc>
                <a:spcPts val="3160"/>
              </a:lnSpc>
            </a:pPr>
            <a:r>
              <a:rPr sz="2800" spc="-114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32660" y="307761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32660" y="707811"/>
            <a:ext cx="224790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Modelo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3780" y="175670"/>
            <a:ext cx="6340475" cy="4968240"/>
            <a:chOff x="2803780" y="175670"/>
            <a:chExt cx="6340475" cy="4968240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54580" y="226470"/>
              <a:ext cx="1038860" cy="4571365"/>
            </a:xfrm>
            <a:custGeom>
              <a:avLst/>
              <a:gdLst/>
              <a:ahLst/>
              <a:cxnLst/>
              <a:rect l="l" t="t" r="r" b="b"/>
              <a:pathLst>
                <a:path w="1038860" h="4571365">
                  <a:moveTo>
                    <a:pt x="0" y="4571092"/>
                  </a:moveTo>
                  <a:lnTo>
                    <a:pt x="0" y="0"/>
                  </a:lnTo>
                  <a:lnTo>
                    <a:pt x="1038782" y="0"/>
                  </a:lnTo>
                  <a:lnTo>
                    <a:pt x="1038782" y="4571092"/>
                  </a:lnTo>
                  <a:lnTo>
                    <a:pt x="0" y="4571092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3780" y="175670"/>
              <a:ext cx="1140382" cy="467269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15128" y="1556910"/>
            <a:ext cx="889000" cy="19100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950"/>
              </a:lnSpc>
            </a:pPr>
            <a:r>
              <a:rPr sz="3000" b="1" spc="-200" dirty="0">
                <a:solidFill>
                  <a:srgbClr val="164F86"/>
                </a:solidFill>
                <a:latin typeface="Arial"/>
                <a:cs typeface="Arial"/>
              </a:rPr>
              <a:t>Aprendizaje</a:t>
            </a:r>
            <a:endParaRPr sz="3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00"/>
              </a:spcBef>
            </a:pPr>
            <a:r>
              <a:rPr sz="3000" b="1" spc="-175" dirty="0">
                <a:solidFill>
                  <a:srgbClr val="164F86"/>
                </a:solidFill>
                <a:latin typeface="Arial"/>
                <a:cs typeface="Arial"/>
              </a:rPr>
              <a:t>Automá1co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52063" y="1215978"/>
            <a:ext cx="2349500" cy="1824989"/>
            <a:chOff x="4352063" y="1215978"/>
            <a:chExt cx="2349500" cy="1824989"/>
          </a:xfrm>
        </p:grpSpPr>
        <p:sp>
          <p:nvSpPr>
            <p:cNvPr id="8" name="object 8"/>
            <p:cNvSpPr/>
            <p:nvPr/>
          </p:nvSpPr>
          <p:spPr>
            <a:xfrm>
              <a:off x="4415563" y="1266778"/>
              <a:ext cx="2222500" cy="1621790"/>
            </a:xfrm>
            <a:custGeom>
              <a:avLst/>
              <a:gdLst/>
              <a:ahLst/>
              <a:cxnLst/>
              <a:rect l="l" t="t" r="r" b="b"/>
              <a:pathLst>
                <a:path w="2222500" h="1621789">
                  <a:moveTo>
                    <a:pt x="2222152" y="0"/>
                  </a:moveTo>
                  <a:lnTo>
                    <a:pt x="0" y="0"/>
                  </a:lnTo>
                  <a:lnTo>
                    <a:pt x="0" y="1621177"/>
                  </a:lnTo>
                  <a:lnTo>
                    <a:pt x="2222152" y="1621177"/>
                  </a:lnTo>
                  <a:lnTo>
                    <a:pt x="2222152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2063" y="1215978"/>
              <a:ext cx="2349152" cy="182437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548697" y="1406734"/>
            <a:ext cx="1812925" cy="13157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6670" marR="19050" algn="ctr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39019"/>
                </a:solidFill>
                <a:latin typeface="Arial"/>
                <a:cs typeface="Arial"/>
              </a:rPr>
              <a:t>Aprendizaje </a:t>
            </a:r>
            <a:r>
              <a:rPr sz="2800" b="1" spc="-285" dirty="0">
                <a:solidFill>
                  <a:srgbClr val="F39019"/>
                </a:solid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b="1" spc="-215" dirty="0">
                <a:solidFill>
                  <a:srgbClr val="F39019"/>
                </a:solidFill>
                <a:latin typeface="Arial"/>
                <a:cs typeface="Arial"/>
              </a:rPr>
              <a:t>supervisado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52063" y="112676"/>
            <a:ext cx="2315845" cy="1061720"/>
            <a:chOff x="4352063" y="112676"/>
            <a:chExt cx="2315845" cy="1061720"/>
          </a:xfrm>
        </p:grpSpPr>
        <p:sp>
          <p:nvSpPr>
            <p:cNvPr id="12" name="object 12"/>
            <p:cNvSpPr/>
            <p:nvPr/>
          </p:nvSpPr>
          <p:spPr>
            <a:xfrm>
              <a:off x="4402863" y="163477"/>
              <a:ext cx="2214245" cy="960119"/>
            </a:xfrm>
            <a:custGeom>
              <a:avLst/>
              <a:gdLst/>
              <a:ahLst/>
              <a:cxnLst/>
              <a:rect l="l" t="t" r="r" b="b"/>
              <a:pathLst>
                <a:path w="2214245" h="960119">
                  <a:moveTo>
                    <a:pt x="2214142" y="0"/>
                  </a:moveTo>
                  <a:lnTo>
                    <a:pt x="0" y="0"/>
                  </a:lnTo>
                  <a:lnTo>
                    <a:pt x="0" y="960090"/>
                  </a:lnTo>
                  <a:lnTo>
                    <a:pt x="2214142" y="960090"/>
                  </a:lnTo>
                  <a:lnTo>
                    <a:pt x="2214142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2063" y="112676"/>
              <a:ext cx="2315742" cy="106169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576361" y="87128"/>
            <a:ext cx="1865630" cy="99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33375">
              <a:lnSpc>
                <a:spcPct val="105600"/>
              </a:lnSpc>
              <a:spcBef>
                <a:spcPts val="95"/>
              </a:spcBef>
            </a:pPr>
            <a:r>
              <a:rPr sz="3000" spc="-245" dirty="0">
                <a:solidFill>
                  <a:srgbClr val="164F86"/>
                </a:solidFill>
                <a:latin typeface="Arial"/>
                <a:cs typeface="Arial"/>
              </a:rPr>
              <a:t>Tipo</a:t>
            </a:r>
            <a:r>
              <a:rPr sz="3000" spc="-125" dirty="0">
                <a:solidFill>
                  <a:srgbClr val="164F86"/>
                </a:solidFill>
                <a:latin typeface="Arial"/>
                <a:cs typeface="Arial"/>
              </a:rPr>
              <a:t> </a:t>
            </a:r>
            <a:r>
              <a:rPr sz="3000" spc="-25" dirty="0">
                <a:solidFill>
                  <a:srgbClr val="164F86"/>
                </a:solidFill>
                <a:latin typeface="Arial"/>
                <a:cs typeface="Arial"/>
              </a:rPr>
              <a:t>de </a:t>
            </a:r>
            <a:r>
              <a:rPr sz="3000" spc="-195" dirty="0">
                <a:solidFill>
                  <a:srgbClr val="164F86"/>
                </a:solidFill>
                <a:latin typeface="Arial"/>
                <a:cs typeface="Arial"/>
              </a:rPr>
              <a:t>aprendizaje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47121" y="1010479"/>
            <a:ext cx="4361180" cy="3618865"/>
            <a:chOff x="2247121" y="1010479"/>
            <a:chExt cx="4361180" cy="361886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2717" y="1010479"/>
              <a:ext cx="3570029" cy="19050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879185" y="1518179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4">
                  <a:moveTo>
                    <a:pt x="0" y="372330"/>
                  </a:moveTo>
                  <a:lnTo>
                    <a:pt x="8980" y="363350"/>
                  </a:lnTo>
                  <a:lnTo>
                    <a:pt x="363350" y="8980"/>
                  </a:lnTo>
                  <a:lnTo>
                    <a:pt x="372330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6710" y="1440954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5">
                  <a:moveTo>
                    <a:pt x="86207" y="435825"/>
                  </a:moveTo>
                  <a:lnTo>
                    <a:pt x="0" y="435825"/>
                  </a:lnTo>
                  <a:lnTo>
                    <a:pt x="86207" y="522033"/>
                  </a:lnTo>
                  <a:lnTo>
                    <a:pt x="86207" y="435825"/>
                  </a:lnTo>
                  <a:close/>
                </a:path>
                <a:path w="522604" h="522605">
                  <a:moveTo>
                    <a:pt x="522033" y="0"/>
                  </a:moveTo>
                  <a:lnTo>
                    <a:pt x="392709" y="43103"/>
                  </a:lnTo>
                  <a:lnTo>
                    <a:pt x="478929" y="129311"/>
                  </a:lnTo>
                  <a:lnTo>
                    <a:pt x="522033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7121" y="2492304"/>
              <a:ext cx="3570029" cy="19050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43590" y="2995243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0"/>
                  </a:moveTo>
                  <a:lnTo>
                    <a:pt x="8980" y="8980"/>
                  </a:lnTo>
                  <a:lnTo>
                    <a:pt x="363350" y="363350"/>
                  </a:lnTo>
                  <a:lnTo>
                    <a:pt x="372330" y="37233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71112" y="292277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0"/>
                  </a:moveTo>
                  <a:lnTo>
                    <a:pt x="0" y="86207"/>
                  </a:lnTo>
                  <a:lnTo>
                    <a:pt x="86207" y="86207"/>
                  </a:lnTo>
                  <a:lnTo>
                    <a:pt x="86207" y="0"/>
                  </a:lnTo>
                  <a:close/>
                </a:path>
                <a:path w="522604" h="522604">
                  <a:moveTo>
                    <a:pt x="522033" y="522033"/>
                  </a:moveTo>
                  <a:lnTo>
                    <a:pt x="478929" y="392722"/>
                  </a:lnTo>
                  <a:lnTo>
                    <a:pt x="392722" y="478929"/>
                  </a:lnTo>
                  <a:lnTo>
                    <a:pt x="522033" y="522033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65941" y="3302478"/>
              <a:ext cx="2078989" cy="1174750"/>
            </a:xfrm>
            <a:custGeom>
              <a:avLst/>
              <a:gdLst/>
              <a:ahLst/>
              <a:cxnLst/>
              <a:rect l="l" t="t" r="r" b="b"/>
              <a:pathLst>
                <a:path w="2078990" h="1174750">
                  <a:moveTo>
                    <a:pt x="2078697" y="0"/>
                  </a:moveTo>
                  <a:lnTo>
                    <a:pt x="0" y="0"/>
                  </a:lnTo>
                  <a:lnTo>
                    <a:pt x="0" y="1174377"/>
                  </a:lnTo>
                  <a:lnTo>
                    <a:pt x="2078697" y="1174377"/>
                  </a:lnTo>
                  <a:lnTo>
                    <a:pt x="2078697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02441" y="3251678"/>
              <a:ext cx="2205697" cy="137757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599075" y="3424818"/>
            <a:ext cx="181292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3970">
              <a:lnSpc>
                <a:spcPct val="101200"/>
              </a:lnSpc>
              <a:spcBef>
                <a:spcPts val="60"/>
              </a:spcBef>
            </a:pPr>
            <a:r>
              <a:rPr sz="2800" b="1" spc="-185" dirty="0">
                <a:solidFill>
                  <a:srgbClr val="F39019"/>
                </a:solidFill>
                <a:latin typeface="Arial"/>
                <a:cs typeface="Arial"/>
              </a:rPr>
              <a:t>Aprendizaje </a:t>
            </a:r>
            <a:r>
              <a:rPr sz="2800" b="1" spc="-235" dirty="0">
                <a:solidFill>
                  <a:srgbClr val="F39019"/>
                </a:solidFill>
                <a:latin typeface="Arial"/>
                <a:cs typeface="Arial"/>
              </a:rPr>
              <a:t>supervisado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75863" y="0"/>
            <a:ext cx="4602480" cy="4850765"/>
            <a:chOff x="4275863" y="0"/>
            <a:chExt cx="4602480" cy="4850765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75863" y="0"/>
              <a:ext cx="2468142" cy="485015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73618" y="1409021"/>
              <a:ext cx="1640205" cy="953769"/>
            </a:xfrm>
            <a:custGeom>
              <a:avLst/>
              <a:gdLst/>
              <a:ahLst/>
              <a:cxnLst/>
              <a:rect l="l" t="t" r="r" b="b"/>
              <a:pathLst>
                <a:path w="1640204" h="953769">
                  <a:moveTo>
                    <a:pt x="1639958" y="0"/>
                  </a:moveTo>
                  <a:lnTo>
                    <a:pt x="0" y="0"/>
                  </a:lnTo>
                  <a:lnTo>
                    <a:pt x="0" y="953503"/>
                  </a:lnTo>
                  <a:lnTo>
                    <a:pt x="1639958" y="953503"/>
                  </a:lnTo>
                  <a:lnTo>
                    <a:pt x="1639958" y="0"/>
                  </a:lnTo>
                  <a:close/>
                </a:path>
              </a:pathLst>
            </a:custGeom>
            <a:solidFill>
              <a:srgbClr val="DCDE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09115" y="1371646"/>
              <a:ext cx="1768966" cy="106298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73619" y="1409020"/>
            <a:ext cx="1640205" cy="95376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325120" marR="248285" indent="-69215">
              <a:lnSpc>
                <a:spcPct val="101200"/>
              </a:lnSpc>
              <a:spcBef>
                <a:spcPts val="55"/>
              </a:spcBef>
            </a:pPr>
            <a:r>
              <a:rPr sz="2800" b="1" spc="-245" dirty="0">
                <a:solidFill>
                  <a:srgbClr val="F39019"/>
                </a:solidFill>
                <a:latin typeface="Arial"/>
                <a:cs typeface="Arial"/>
              </a:rPr>
              <a:t>Análisis </a:t>
            </a:r>
            <a:r>
              <a:rPr sz="2800" b="1" spc="-135" dirty="0">
                <a:solidFill>
                  <a:srgbClr val="F39019"/>
                </a:solidFill>
                <a:latin typeface="Arial"/>
                <a:cs typeface="Arial"/>
              </a:rPr>
              <a:t>cluster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60063" y="2581690"/>
            <a:ext cx="1867072" cy="67677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218052" y="2631597"/>
            <a:ext cx="1480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75" dirty="0">
                <a:solidFill>
                  <a:srgbClr val="F39019"/>
                </a:solidFill>
                <a:latin typeface="Arial"/>
                <a:cs typeface="Arial"/>
              </a:rPr>
              <a:t>Regresión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83803" y="4111494"/>
            <a:ext cx="2019590" cy="53389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061391" y="4097901"/>
            <a:ext cx="18440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70" dirty="0">
                <a:solidFill>
                  <a:srgbClr val="F39019"/>
                </a:solidFill>
                <a:latin typeface="Arial"/>
                <a:cs typeface="Arial"/>
              </a:rPr>
              <a:t>Clasiﬁcación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84947" y="43114"/>
            <a:ext cx="2217303" cy="4937805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180626" y="92346"/>
            <a:ext cx="162496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70815">
              <a:lnSpc>
                <a:spcPct val="101200"/>
              </a:lnSpc>
              <a:spcBef>
                <a:spcPts val="60"/>
              </a:spcBef>
            </a:pPr>
            <a:r>
              <a:rPr sz="2800" b="1" dirty="0">
                <a:solidFill>
                  <a:srgbClr val="164F86"/>
                </a:solidFill>
                <a:latin typeface="Helvetica"/>
                <a:cs typeface="Helvetica"/>
              </a:rPr>
              <a:t>Tipo</a:t>
            </a:r>
            <a:r>
              <a:rPr sz="2800" b="1" spc="-85" dirty="0">
                <a:solidFill>
                  <a:srgbClr val="164F86"/>
                </a:solidFill>
                <a:latin typeface="Helvetica"/>
                <a:cs typeface="Helvetica"/>
              </a:rPr>
              <a:t> </a:t>
            </a:r>
            <a:r>
              <a:rPr sz="2800" b="1" spc="-25" dirty="0">
                <a:solidFill>
                  <a:srgbClr val="164F86"/>
                </a:solidFill>
                <a:latin typeface="Helvetica"/>
                <a:cs typeface="Helvetica"/>
              </a:rPr>
              <a:t>de </a:t>
            </a:r>
            <a:r>
              <a:rPr sz="2800" b="1" spc="-10" dirty="0">
                <a:solidFill>
                  <a:srgbClr val="164F86"/>
                </a:solidFill>
                <a:latin typeface="Helvetica"/>
                <a:cs typeface="Helvetica"/>
              </a:rPr>
              <a:t>problema</a:t>
            </a:r>
            <a:endParaRPr sz="2800">
              <a:latin typeface="Helvetica"/>
              <a:cs typeface="Helvetic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12593" y="68513"/>
            <a:ext cx="4164329" cy="5075555"/>
            <a:chOff x="4912593" y="68513"/>
            <a:chExt cx="4164329" cy="5075555"/>
          </a:xfrm>
        </p:grpSpPr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10346" y="68513"/>
              <a:ext cx="2166503" cy="488700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2593" y="2651495"/>
              <a:ext cx="3570029" cy="190500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509061" y="3159195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372330"/>
                  </a:moveTo>
                  <a:lnTo>
                    <a:pt x="8980" y="363350"/>
                  </a:lnTo>
                  <a:lnTo>
                    <a:pt x="363350" y="8980"/>
                  </a:lnTo>
                  <a:lnTo>
                    <a:pt x="372330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36588" y="3081972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435813"/>
                  </a:moveTo>
                  <a:lnTo>
                    <a:pt x="0" y="435813"/>
                  </a:lnTo>
                  <a:lnTo>
                    <a:pt x="86207" y="522033"/>
                  </a:lnTo>
                  <a:lnTo>
                    <a:pt x="86207" y="435813"/>
                  </a:lnTo>
                  <a:close/>
                </a:path>
                <a:path w="522604" h="522604">
                  <a:moveTo>
                    <a:pt x="522033" y="0"/>
                  </a:moveTo>
                  <a:lnTo>
                    <a:pt x="392709" y="43103"/>
                  </a:lnTo>
                  <a:lnTo>
                    <a:pt x="478929" y="129311"/>
                  </a:lnTo>
                  <a:lnTo>
                    <a:pt x="522033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48189" y="3371878"/>
              <a:ext cx="3570029" cy="177162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544657" y="3874817"/>
              <a:ext cx="372745" cy="372745"/>
            </a:xfrm>
            <a:custGeom>
              <a:avLst/>
              <a:gdLst/>
              <a:ahLst/>
              <a:cxnLst/>
              <a:rect l="l" t="t" r="r" b="b"/>
              <a:pathLst>
                <a:path w="372745" h="372745">
                  <a:moveTo>
                    <a:pt x="0" y="0"/>
                  </a:moveTo>
                  <a:lnTo>
                    <a:pt x="8980" y="8980"/>
                  </a:lnTo>
                  <a:lnTo>
                    <a:pt x="363350" y="363350"/>
                  </a:lnTo>
                  <a:lnTo>
                    <a:pt x="372330" y="37233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72186" y="3802354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86207" y="0"/>
                  </a:moveTo>
                  <a:lnTo>
                    <a:pt x="0" y="86207"/>
                  </a:lnTo>
                  <a:lnTo>
                    <a:pt x="86207" y="86207"/>
                  </a:lnTo>
                  <a:lnTo>
                    <a:pt x="86207" y="0"/>
                  </a:lnTo>
                  <a:close/>
                </a:path>
                <a:path w="522604" h="522604">
                  <a:moveTo>
                    <a:pt x="522020" y="522033"/>
                  </a:moveTo>
                  <a:lnTo>
                    <a:pt x="478917" y="392709"/>
                  </a:lnTo>
                  <a:lnTo>
                    <a:pt x="392709" y="478929"/>
                  </a:lnTo>
                  <a:lnTo>
                    <a:pt x="522020" y="522033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76978" y="1011602"/>
              <a:ext cx="3725301" cy="19050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642504" y="1903141"/>
              <a:ext cx="527050" cy="0"/>
            </a:xfrm>
            <a:custGeom>
              <a:avLst/>
              <a:gdLst/>
              <a:ahLst/>
              <a:cxnLst/>
              <a:rect l="l" t="t" r="r" b="b"/>
              <a:pathLst>
                <a:path w="527050">
                  <a:moveTo>
                    <a:pt x="0" y="0"/>
                  </a:moveTo>
                  <a:lnTo>
                    <a:pt x="12699" y="0"/>
                  </a:lnTo>
                  <a:lnTo>
                    <a:pt x="513855" y="0"/>
                  </a:lnTo>
                  <a:lnTo>
                    <a:pt x="526555" y="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00977" y="1842185"/>
              <a:ext cx="677545" cy="121920"/>
            </a:xfrm>
            <a:custGeom>
              <a:avLst/>
              <a:gdLst/>
              <a:ahLst/>
              <a:cxnLst/>
              <a:rect l="l" t="t" r="r" b="b"/>
              <a:pathLst>
                <a:path w="677545" h="121919">
                  <a:moveTo>
                    <a:pt x="60960" y="6096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60960" y="60960"/>
                  </a:lnTo>
                  <a:close/>
                </a:path>
                <a:path w="677545" h="121919">
                  <a:moveTo>
                    <a:pt x="677291" y="60960"/>
                  </a:moveTo>
                  <a:lnTo>
                    <a:pt x="555371" y="0"/>
                  </a:lnTo>
                  <a:lnTo>
                    <a:pt x="555371" y="121920"/>
                  </a:lnTo>
                  <a:lnTo>
                    <a:pt x="677291" y="6096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35210" y="1883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5210" y="588356"/>
            <a:ext cx="2247900" cy="994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53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27940">
              <a:lnSpc>
                <a:spcPts val="3095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Clasificación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8398" y="1243933"/>
            <a:ext cx="835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9303" y="589808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9434" y="589808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95176" y="1133245"/>
            <a:ext cx="1574165" cy="483234"/>
            <a:chOff x="4195176" y="1133245"/>
            <a:chExt cx="1574165" cy="483234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5176" y="1133245"/>
              <a:ext cx="1574115" cy="4826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65026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 rot="1200000">
            <a:off x="3412585" y="13488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0640000">
            <a:off x="3945873" y="16228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200000">
            <a:off x="7133674" y="18019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2952" y="1133245"/>
            <a:ext cx="1574165" cy="483234"/>
            <a:chOff x="7032952" y="1133245"/>
            <a:chExt cx="1574165" cy="483234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2952" y="1133245"/>
              <a:ext cx="1574115" cy="48268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02802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0058" y="1649941"/>
            <a:ext cx="5039596" cy="349355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 rot="20760000">
            <a:off x="7546474" y="2574596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41579" y="649024"/>
            <a:ext cx="2940050" cy="3468370"/>
            <a:chOff x="5241579" y="649024"/>
            <a:chExt cx="2940050" cy="346837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1579" y="649024"/>
              <a:ext cx="2319084" cy="14305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33729" y="13515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793584" y="12220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9579" y="1243638"/>
              <a:ext cx="215900" cy="215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9587" y="2161221"/>
              <a:ext cx="2341737" cy="19560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58989" y="3016740"/>
              <a:ext cx="861694" cy="231140"/>
            </a:xfrm>
            <a:custGeom>
              <a:avLst/>
              <a:gdLst/>
              <a:ahLst/>
              <a:cxnLst/>
              <a:rect l="l" t="t" r="r" b="b"/>
              <a:pathLst>
                <a:path w="861695" h="231139">
                  <a:moveTo>
                    <a:pt x="0" y="230764"/>
                  </a:moveTo>
                  <a:lnTo>
                    <a:pt x="30668" y="222546"/>
                  </a:lnTo>
                  <a:lnTo>
                    <a:pt x="830555" y="8217"/>
                  </a:lnTo>
                  <a:lnTo>
                    <a:pt x="861223" y="0"/>
                  </a:lnTo>
                </a:path>
              </a:pathLst>
            </a:custGeom>
            <a:ln w="63499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56017" y="2899831"/>
              <a:ext cx="283845" cy="250825"/>
            </a:xfrm>
            <a:custGeom>
              <a:avLst/>
              <a:gdLst/>
              <a:ahLst/>
              <a:cxnLst/>
              <a:rect l="l" t="t" r="r" b="b"/>
              <a:pathLst>
                <a:path w="283845" h="250825">
                  <a:moveTo>
                    <a:pt x="0" y="0"/>
                  </a:moveTo>
                  <a:lnTo>
                    <a:pt x="67054" y="250252"/>
                  </a:lnTo>
                  <a:lnTo>
                    <a:pt x="283778" y="58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8432" y="3160273"/>
              <a:ext cx="213906" cy="213905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235210" y="3153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8398" y="424704"/>
            <a:ext cx="2284730" cy="1556385"/>
          </a:xfrm>
          <a:prstGeom prst="rect">
            <a:avLst/>
          </a:prstGeom>
        </p:spPr>
        <p:txBody>
          <a:bodyPr vert="horz" wrap="square" lIns="0" tIns="30289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2385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49915" y="3267510"/>
            <a:ext cx="4494530" cy="1876425"/>
            <a:chOff x="4649915" y="3267510"/>
            <a:chExt cx="4494530" cy="1876425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9915" y="3267510"/>
              <a:ext cx="1482640" cy="14076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20184" y="3306728"/>
              <a:ext cx="1250315" cy="1221740"/>
            </a:xfrm>
            <a:custGeom>
              <a:avLst/>
              <a:gdLst/>
              <a:ahLst/>
              <a:cxnLst/>
              <a:rect l="l" t="t" r="r" b="b"/>
              <a:pathLst>
                <a:path w="1250314" h="1221739">
                  <a:moveTo>
                    <a:pt x="1166822" y="679346"/>
                  </a:moveTo>
                  <a:lnTo>
                    <a:pt x="325405" y="904804"/>
                  </a:lnTo>
                  <a:lnTo>
                    <a:pt x="285607" y="921431"/>
                  </a:lnTo>
                  <a:lnTo>
                    <a:pt x="252681" y="947078"/>
                  </a:lnTo>
                  <a:lnTo>
                    <a:pt x="227721" y="979850"/>
                  </a:lnTo>
                  <a:lnTo>
                    <a:pt x="211821" y="1017852"/>
                  </a:lnTo>
                  <a:lnTo>
                    <a:pt x="206073" y="1059189"/>
                  </a:lnTo>
                  <a:lnTo>
                    <a:pt x="211571" y="1101968"/>
                  </a:lnTo>
                  <a:lnTo>
                    <a:pt x="228200" y="1141766"/>
                  </a:lnTo>
                  <a:lnTo>
                    <a:pt x="253847" y="1174692"/>
                  </a:lnTo>
                  <a:lnTo>
                    <a:pt x="286619" y="1199652"/>
                  </a:lnTo>
                  <a:lnTo>
                    <a:pt x="324620" y="1215552"/>
                  </a:lnTo>
                  <a:lnTo>
                    <a:pt x="365958" y="1221300"/>
                  </a:lnTo>
                  <a:lnTo>
                    <a:pt x="408736" y="1215801"/>
                  </a:lnTo>
                  <a:lnTo>
                    <a:pt x="573943" y="1171534"/>
                  </a:lnTo>
                  <a:lnTo>
                    <a:pt x="351685" y="1171534"/>
                  </a:lnTo>
                  <a:lnTo>
                    <a:pt x="310993" y="1157495"/>
                  </a:lnTo>
                  <a:lnTo>
                    <a:pt x="278510" y="1129238"/>
                  </a:lnTo>
                  <a:lnTo>
                    <a:pt x="258682" y="1089345"/>
                  </a:lnTo>
                  <a:lnTo>
                    <a:pt x="255908" y="1044884"/>
                  </a:lnTo>
                  <a:lnTo>
                    <a:pt x="269911" y="1004171"/>
                  </a:lnTo>
                  <a:lnTo>
                    <a:pt x="298130" y="971666"/>
                  </a:lnTo>
                  <a:lnTo>
                    <a:pt x="338005" y="951829"/>
                  </a:lnTo>
                  <a:lnTo>
                    <a:pt x="1179423" y="726372"/>
                  </a:lnTo>
                  <a:lnTo>
                    <a:pt x="1166922" y="679720"/>
                  </a:lnTo>
                  <a:lnTo>
                    <a:pt x="1166822" y="679346"/>
                  </a:lnTo>
                  <a:close/>
                </a:path>
                <a:path w="1250314" h="1221739">
                  <a:moveTo>
                    <a:pt x="1237554" y="943319"/>
                  </a:moveTo>
                  <a:lnTo>
                    <a:pt x="396137" y="1168776"/>
                  </a:lnTo>
                  <a:lnTo>
                    <a:pt x="351685" y="1171534"/>
                  </a:lnTo>
                  <a:lnTo>
                    <a:pt x="573943" y="1171534"/>
                  </a:lnTo>
                  <a:lnTo>
                    <a:pt x="1250154" y="990344"/>
                  </a:lnTo>
                  <a:lnTo>
                    <a:pt x="1237554" y="943319"/>
                  </a:lnTo>
                  <a:close/>
                </a:path>
                <a:path w="1250314" h="1221739">
                  <a:moveTo>
                    <a:pt x="1183261" y="899781"/>
                  </a:moveTo>
                  <a:lnTo>
                    <a:pt x="381614" y="1114582"/>
                  </a:lnTo>
                  <a:lnTo>
                    <a:pt x="386737" y="1133699"/>
                  </a:lnTo>
                  <a:lnTo>
                    <a:pt x="1198114" y="916292"/>
                  </a:lnTo>
                  <a:lnTo>
                    <a:pt x="1192791" y="911275"/>
                  </a:lnTo>
                  <a:lnTo>
                    <a:pt x="1187831" y="905761"/>
                  </a:lnTo>
                  <a:lnTo>
                    <a:pt x="1183261" y="899781"/>
                  </a:lnTo>
                  <a:close/>
                </a:path>
                <a:path w="1250314" h="1221739">
                  <a:moveTo>
                    <a:pt x="1156195" y="840076"/>
                  </a:moveTo>
                  <a:lnTo>
                    <a:pt x="364876" y="1052109"/>
                  </a:lnTo>
                  <a:lnTo>
                    <a:pt x="369998" y="1071227"/>
                  </a:lnTo>
                  <a:lnTo>
                    <a:pt x="1161488" y="859147"/>
                  </a:lnTo>
                  <a:lnTo>
                    <a:pt x="1160247" y="855598"/>
                  </a:lnTo>
                  <a:lnTo>
                    <a:pt x="1159126" y="852040"/>
                  </a:lnTo>
                  <a:lnTo>
                    <a:pt x="1157401" y="845601"/>
                  </a:lnTo>
                  <a:lnTo>
                    <a:pt x="1156770" y="842808"/>
                  </a:lnTo>
                  <a:lnTo>
                    <a:pt x="1156195" y="840076"/>
                  </a:lnTo>
                  <a:close/>
                </a:path>
                <a:path w="1250314" h="1221739">
                  <a:moveTo>
                    <a:pt x="1157828" y="772772"/>
                  </a:moveTo>
                  <a:lnTo>
                    <a:pt x="348159" y="989722"/>
                  </a:lnTo>
                  <a:lnTo>
                    <a:pt x="353282" y="1008839"/>
                  </a:lnTo>
                  <a:lnTo>
                    <a:pt x="1153819" y="794336"/>
                  </a:lnTo>
                  <a:lnTo>
                    <a:pt x="1154609" y="786950"/>
                  </a:lnTo>
                  <a:lnTo>
                    <a:pt x="1155932" y="779735"/>
                  </a:lnTo>
                  <a:lnTo>
                    <a:pt x="1157828" y="772772"/>
                  </a:lnTo>
                  <a:close/>
                </a:path>
                <a:path w="1250314" h="1221739">
                  <a:moveTo>
                    <a:pt x="83688" y="603631"/>
                  </a:moveTo>
                  <a:lnTo>
                    <a:pt x="28520" y="623554"/>
                  </a:lnTo>
                  <a:lnTo>
                    <a:pt x="0" y="673039"/>
                  </a:lnTo>
                  <a:lnTo>
                    <a:pt x="1875" y="703080"/>
                  </a:lnTo>
                  <a:lnTo>
                    <a:pt x="45942" y="867540"/>
                  </a:lnTo>
                  <a:lnTo>
                    <a:pt x="59335" y="894481"/>
                  </a:lnTo>
                  <a:lnTo>
                    <a:pt x="81275" y="913551"/>
                  </a:lnTo>
                  <a:lnTo>
                    <a:pt x="108761" y="923017"/>
                  </a:lnTo>
                  <a:lnTo>
                    <a:pt x="138789" y="921145"/>
                  </a:lnTo>
                  <a:lnTo>
                    <a:pt x="177713" y="901804"/>
                  </a:lnTo>
                  <a:lnTo>
                    <a:pt x="180931" y="894760"/>
                  </a:lnTo>
                  <a:lnTo>
                    <a:pt x="190149" y="892290"/>
                  </a:lnTo>
                  <a:lnTo>
                    <a:pt x="246477" y="892290"/>
                  </a:lnTo>
                  <a:lnTo>
                    <a:pt x="311784" y="874791"/>
                  </a:lnTo>
                  <a:lnTo>
                    <a:pt x="115442" y="874791"/>
                  </a:lnTo>
                  <a:lnTo>
                    <a:pt x="105608" y="871406"/>
                  </a:lnTo>
                  <a:lnTo>
                    <a:pt x="97759" y="864582"/>
                  </a:lnTo>
                  <a:lnTo>
                    <a:pt x="92967" y="854940"/>
                  </a:lnTo>
                  <a:lnTo>
                    <a:pt x="48900" y="690480"/>
                  </a:lnTo>
                  <a:lnTo>
                    <a:pt x="48225" y="679720"/>
                  </a:lnTo>
                  <a:lnTo>
                    <a:pt x="51602" y="669856"/>
                  </a:lnTo>
                  <a:lnTo>
                    <a:pt x="58418" y="661978"/>
                  </a:lnTo>
                  <a:lnTo>
                    <a:pt x="68058" y="657173"/>
                  </a:lnTo>
                  <a:lnTo>
                    <a:pt x="76677" y="654863"/>
                  </a:lnTo>
                  <a:lnTo>
                    <a:pt x="131299" y="654863"/>
                  </a:lnTo>
                  <a:lnTo>
                    <a:pt x="138798" y="652854"/>
                  </a:lnTo>
                  <a:lnTo>
                    <a:pt x="146192" y="649825"/>
                  </a:lnTo>
                  <a:lnTo>
                    <a:pt x="152395" y="645197"/>
                  </a:lnTo>
                  <a:lnTo>
                    <a:pt x="157221" y="639285"/>
                  </a:lnTo>
                  <a:lnTo>
                    <a:pt x="160487" y="632407"/>
                  </a:lnTo>
                  <a:lnTo>
                    <a:pt x="238256" y="611568"/>
                  </a:lnTo>
                  <a:lnTo>
                    <a:pt x="104776" y="611568"/>
                  </a:lnTo>
                  <a:lnTo>
                    <a:pt x="98508" y="607244"/>
                  </a:lnTo>
                  <a:lnTo>
                    <a:pt x="91373" y="604538"/>
                  </a:lnTo>
                  <a:lnTo>
                    <a:pt x="83688" y="603631"/>
                  </a:lnTo>
                  <a:close/>
                </a:path>
                <a:path w="1250314" h="1221739">
                  <a:moveTo>
                    <a:pt x="246477" y="892290"/>
                  </a:moveTo>
                  <a:lnTo>
                    <a:pt x="190149" y="892290"/>
                  </a:lnTo>
                  <a:lnTo>
                    <a:pt x="196459" y="896781"/>
                  </a:lnTo>
                  <a:lnTo>
                    <a:pt x="203678" y="899611"/>
                  </a:lnTo>
                  <a:lnTo>
                    <a:pt x="211477" y="900585"/>
                  </a:lnTo>
                  <a:lnTo>
                    <a:pt x="218786" y="899611"/>
                  </a:lnTo>
                  <a:lnTo>
                    <a:pt x="219158" y="899611"/>
                  </a:lnTo>
                  <a:lnTo>
                    <a:pt x="246477" y="892290"/>
                  </a:lnTo>
                  <a:close/>
                </a:path>
                <a:path w="1250314" h="1221739">
                  <a:moveTo>
                    <a:pt x="197546" y="840991"/>
                  </a:moveTo>
                  <a:lnTo>
                    <a:pt x="156382" y="850937"/>
                  </a:lnTo>
                  <a:lnTo>
                    <a:pt x="134552" y="871879"/>
                  </a:lnTo>
                  <a:lnTo>
                    <a:pt x="126188" y="874120"/>
                  </a:lnTo>
                  <a:lnTo>
                    <a:pt x="115442" y="874791"/>
                  </a:lnTo>
                  <a:lnTo>
                    <a:pt x="311784" y="874791"/>
                  </a:lnTo>
                  <a:lnTo>
                    <a:pt x="406974" y="849285"/>
                  </a:lnTo>
                  <a:lnTo>
                    <a:pt x="218873" y="849285"/>
                  </a:lnTo>
                  <a:lnTo>
                    <a:pt x="212563" y="844794"/>
                  </a:lnTo>
                  <a:lnTo>
                    <a:pt x="205596" y="842064"/>
                  </a:lnTo>
                  <a:lnTo>
                    <a:pt x="206133" y="842064"/>
                  </a:lnTo>
                  <a:lnTo>
                    <a:pt x="197546" y="840991"/>
                  </a:lnTo>
                  <a:close/>
                </a:path>
                <a:path w="1250314" h="1221739">
                  <a:moveTo>
                    <a:pt x="1041515" y="628859"/>
                  </a:moveTo>
                  <a:lnTo>
                    <a:pt x="218873" y="849285"/>
                  </a:lnTo>
                  <a:lnTo>
                    <a:pt x="406974" y="849285"/>
                  </a:lnTo>
                  <a:lnTo>
                    <a:pt x="1054115" y="675884"/>
                  </a:lnTo>
                  <a:lnTo>
                    <a:pt x="1041515" y="628859"/>
                  </a:lnTo>
                  <a:close/>
                </a:path>
                <a:path w="1250314" h="1221739">
                  <a:moveTo>
                    <a:pt x="1004887" y="579216"/>
                  </a:moveTo>
                  <a:lnTo>
                    <a:pt x="203240" y="794017"/>
                  </a:lnTo>
                  <a:lnTo>
                    <a:pt x="208363" y="813134"/>
                  </a:lnTo>
                  <a:lnTo>
                    <a:pt x="1019740" y="595727"/>
                  </a:lnTo>
                  <a:lnTo>
                    <a:pt x="1014417" y="590710"/>
                  </a:lnTo>
                  <a:lnTo>
                    <a:pt x="1009458" y="585195"/>
                  </a:lnTo>
                  <a:lnTo>
                    <a:pt x="1004887" y="579216"/>
                  </a:lnTo>
                  <a:close/>
                </a:path>
                <a:path w="1250314" h="1221739">
                  <a:moveTo>
                    <a:pt x="977821" y="519511"/>
                  </a:moveTo>
                  <a:lnTo>
                    <a:pt x="186502" y="731544"/>
                  </a:lnTo>
                  <a:lnTo>
                    <a:pt x="191623" y="750661"/>
                  </a:lnTo>
                  <a:lnTo>
                    <a:pt x="983114" y="538582"/>
                  </a:lnTo>
                  <a:lnTo>
                    <a:pt x="981873" y="535033"/>
                  </a:lnTo>
                  <a:lnTo>
                    <a:pt x="980730" y="531390"/>
                  </a:lnTo>
                  <a:lnTo>
                    <a:pt x="979004" y="524950"/>
                  </a:lnTo>
                  <a:lnTo>
                    <a:pt x="978392" y="522244"/>
                  </a:lnTo>
                  <a:lnTo>
                    <a:pt x="977821" y="519511"/>
                  </a:lnTo>
                  <a:close/>
                </a:path>
                <a:path w="1250314" h="1221739">
                  <a:moveTo>
                    <a:pt x="979454" y="452207"/>
                  </a:moveTo>
                  <a:lnTo>
                    <a:pt x="169785" y="669157"/>
                  </a:lnTo>
                  <a:lnTo>
                    <a:pt x="174908" y="688274"/>
                  </a:lnTo>
                  <a:lnTo>
                    <a:pt x="975445" y="473770"/>
                  </a:lnTo>
                  <a:lnTo>
                    <a:pt x="976235" y="466384"/>
                  </a:lnTo>
                  <a:lnTo>
                    <a:pt x="977559" y="459172"/>
                  </a:lnTo>
                  <a:lnTo>
                    <a:pt x="979454" y="452207"/>
                  </a:lnTo>
                  <a:close/>
                </a:path>
                <a:path w="1250314" h="1221739">
                  <a:moveTo>
                    <a:pt x="131299" y="654863"/>
                  </a:moveTo>
                  <a:lnTo>
                    <a:pt x="76677" y="654863"/>
                  </a:lnTo>
                  <a:lnTo>
                    <a:pt x="82945" y="659188"/>
                  </a:lnTo>
                  <a:lnTo>
                    <a:pt x="90302" y="661978"/>
                  </a:lnTo>
                  <a:lnTo>
                    <a:pt x="90795" y="661978"/>
                  </a:lnTo>
                  <a:lnTo>
                    <a:pt x="97765" y="662800"/>
                  </a:lnTo>
                  <a:lnTo>
                    <a:pt x="105684" y="661727"/>
                  </a:lnTo>
                  <a:lnTo>
                    <a:pt x="131299" y="654863"/>
                  </a:lnTo>
                  <a:close/>
                </a:path>
                <a:path w="1250314" h="1221739">
                  <a:moveTo>
                    <a:pt x="970784" y="364887"/>
                  </a:moveTo>
                  <a:lnTo>
                    <a:pt x="136193" y="588514"/>
                  </a:lnTo>
                  <a:lnTo>
                    <a:pt x="114505" y="608961"/>
                  </a:lnTo>
                  <a:lnTo>
                    <a:pt x="104776" y="611568"/>
                  </a:lnTo>
                  <a:lnTo>
                    <a:pt x="238256" y="611568"/>
                  </a:lnTo>
                  <a:lnTo>
                    <a:pt x="983385" y="411911"/>
                  </a:lnTo>
                  <a:lnTo>
                    <a:pt x="970784" y="364887"/>
                  </a:lnTo>
                  <a:close/>
                </a:path>
                <a:path w="1250314" h="1221739">
                  <a:moveTo>
                    <a:pt x="984792" y="0"/>
                  </a:moveTo>
                  <a:lnTo>
                    <a:pt x="143375" y="225456"/>
                  </a:lnTo>
                  <a:lnTo>
                    <a:pt x="103577" y="242084"/>
                  </a:lnTo>
                  <a:lnTo>
                    <a:pt x="70651" y="267731"/>
                  </a:lnTo>
                  <a:lnTo>
                    <a:pt x="45691" y="300502"/>
                  </a:lnTo>
                  <a:lnTo>
                    <a:pt x="29790" y="338504"/>
                  </a:lnTo>
                  <a:lnTo>
                    <a:pt x="24042" y="379842"/>
                  </a:lnTo>
                  <a:lnTo>
                    <a:pt x="29541" y="422621"/>
                  </a:lnTo>
                  <a:lnTo>
                    <a:pt x="46169" y="462419"/>
                  </a:lnTo>
                  <a:lnTo>
                    <a:pt x="71816" y="495344"/>
                  </a:lnTo>
                  <a:lnTo>
                    <a:pt x="104587" y="520305"/>
                  </a:lnTo>
                  <a:lnTo>
                    <a:pt x="142588" y="536205"/>
                  </a:lnTo>
                  <a:lnTo>
                    <a:pt x="183926" y="541953"/>
                  </a:lnTo>
                  <a:lnTo>
                    <a:pt x="226706" y="536454"/>
                  </a:lnTo>
                  <a:lnTo>
                    <a:pt x="391913" y="492187"/>
                  </a:lnTo>
                  <a:lnTo>
                    <a:pt x="169654" y="492187"/>
                  </a:lnTo>
                  <a:lnTo>
                    <a:pt x="128963" y="478147"/>
                  </a:lnTo>
                  <a:lnTo>
                    <a:pt x="96480" y="449891"/>
                  </a:lnTo>
                  <a:lnTo>
                    <a:pt x="76652" y="409997"/>
                  </a:lnTo>
                  <a:lnTo>
                    <a:pt x="73877" y="365536"/>
                  </a:lnTo>
                  <a:lnTo>
                    <a:pt x="87880" y="324823"/>
                  </a:lnTo>
                  <a:lnTo>
                    <a:pt x="116099" y="292319"/>
                  </a:lnTo>
                  <a:lnTo>
                    <a:pt x="155975" y="272482"/>
                  </a:lnTo>
                  <a:lnTo>
                    <a:pt x="997393" y="47024"/>
                  </a:lnTo>
                  <a:lnTo>
                    <a:pt x="984792" y="0"/>
                  </a:lnTo>
                  <a:close/>
                </a:path>
                <a:path w="1250314" h="1221739">
                  <a:moveTo>
                    <a:pt x="1055523" y="263972"/>
                  </a:moveTo>
                  <a:lnTo>
                    <a:pt x="214105" y="489428"/>
                  </a:lnTo>
                  <a:lnTo>
                    <a:pt x="169654" y="492187"/>
                  </a:lnTo>
                  <a:lnTo>
                    <a:pt x="391913" y="492187"/>
                  </a:lnTo>
                  <a:lnTo>
                    <a:pt x="1068124" y="310997"/>
                  </a:lnTo>
                  <a:lnTo>
                    <a:pt x="1055523" y="263972"/>
                  </a:lnTo>
                  <a:close/>
                </a:path>
                <a:path w="1250314" h="1221739">
                  <a:moveTo>
                    <a:pt x="1001231" y="220433"/>
                  </a:moveTo>
                  <a:lnTo>
                    <a:pt x="199584" y="435235"/>
                  </a:lnTo>
                  <a:lnTo>
                    <a:pt x="204707" y="454352"/>
                  </a:lnTo>
                  <a:lnTo>
                    <a:pt x="1016083" y="236945"/>
                  </a:lnTo>
                  <a:lnTo>
                    <a:pt x="1010761" y="231928"/>
                  </a:lnTo>
                  <a:lnTo>
                    <a:pt x="1005800" y="226413"/>
                  </a:lnTo>
                  <a:lnTo>
                    <a:pt x="1001231" y="220433"/>
                  </a:lnTo>
                  <a:close/>
                </a:path>
                <a:path w="1250314" h="1221739">
                  <a:moveTo>
                    <a:pt x="974187" y="160813"/>
                  </a:moveTo>
                  <a:lnTo>
                    <a:pt x="182868" y="372847"/>
                  </a:lnTo>
                  <a:lnTo>
                    <a:pt x="187990" y="391965"/>
                  </a:lnTo>
                  <a:lnTo>
                    <a:pt x="979481" y="179885"/>
                  </a:lnTo>
                  <a:lnTo>
                    <a:pt x="978240" y="176336"/>
                  </a:lnTo>
                  <a:lnTo>
                    <a:pt x="977097" y="172694"/>
                  </a:lnTo>
                  <a:lnTo>
                    <a:pt x="975371" y="166254"/>
                  </a:lnTo>
                  <a:lnTo>
                    <a:pt x="974761" y="163545"/>
                  </a:lnTo>
                  <a:lnTo>
                    <a:pt x="974187" y="160813"/>
                  </a:lnTo>
                  <a:close/>
                </a:path>
                <a:path w="1250314" h="1221739">
                  <a:moveTo>
                    <a:pt x="975798" y="93425"/>
                  </a:moveTo>
                  <a:lnTo>
                    <a:pt x="166128" y="310375"/>
                  </a:lnTo>
                  <a:lnTo>
                    <a:pt x="171250" y="329492"/>
                  </a:lnTo>
                  <a:lnTo>
                    <a:pt x="971788" y="114989"/>
                  </a:lnTo>
                  <a:lnTo>
                    <a:pt x="972578" y="107603"/>
                  </a:lnTo>
                  <a:lnTo>
                    <a:pt x="973903" y="100389"/>
                  </a:lnTo>
                  <a:lnTo>
                    <a:pt x="975798" y="934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20185" y="3306727"/>
              <a:ext cx="1250315" cy="1221740"/>
            </a:xfrm>
            <a:custGeom>
              <a:avLst/>
              <a:gdLst/>
              <a:ahLst/>
              <a:cxnLst/>
              <a:rect l="l" t="t" r="r" b="b"/>
              <a:pathLst>
                <a:path w="1250314" h="1221739">
                  <a:moveTo>
                    <a:pt x="143374" y="225457"/>
                  </a:moveTo>
                  <a:lnTo>
                    <a:pt x="103577" y="242084"/>
                  </a:lnTo>
                  <a:lnTo>
                    <a:pt x="70651" y="267731"/>
                  </a:lnTo>
                  <a:lnTo>
                    <a:pt x="45691" y="300503"/>
                  </a:lnTo>
                  <a:lnTo>
                    <a:pt x="29790" y="338505"/>
                  </a:lnTo>
                  <a:lnTo>
                    <a:pt x="24043" y="379843"/>
                  </a:lnTo>
                  <a:lnTo>
                    <a:pt x="29541" y="422621"/>
                  </a:lnTo>
                  <a:lnTo>
                    <a:pt x="46169" y="462419"/>
                  </a:lnTo>
                  <a:lnTo>
                    <a:pt x="71816" y="495345"/>
                  </a:lnTo>
                  <a:lnTo>
                    <a:pt x="104587" y="520305"/>
                  </a:lnTo>
                  <a:lnTo>
                    <a:pt x="142589" y="536206"/>
                  </a:lnTo>
                  <a:lnTo>
                    <a:pt x="183926" y="541953"/>
                  </a:lnTo>
                  <a:lnTo>
                    <a:pt x="226706" y="536454"/>
                  </a:lnTo>
                  <a:lnTo>
                    <a:pt x="1068124" y="310997"/>
                  </a:lnTo>
                  <a:lnTo>
                    <a:pt x="1055523" y="263972"/>
                  </a:lnTo>
                  <a:lnTo>
                    <a:pt x="214106" y="489429"/>
                  </a:lnTo>
                  <a:lnTo>
                    <a:pt x="169654" y="492187"/>
                  </a:lnTo>
                  <a:lnTo>
                    <a:pt x="128963" y="478148"/>
                  </a:lnTo>
                  <a:lnTo>
                    <a:pt x="96480" y="449891"/>
                  </a:lnTo>
                  <a:lnTo>
                    <a:pt x="76652" y="409998"/>
                  </a:lnTo>
                  <a:lnTo>
                    <a:pt x="73877" y="365537"/>
                  </a:lnTo>
                  <a:lnTo>
                    <a:pt x="87880" y="324824"/>
                  </a:lnTo>
                  <a:lnTo>
                    <a:pt x="116100" y="292319"/>
                  </a:lnTo>
                  <a:lnTo>
                    <a:pt x="155975" y="272482"/>
                  </a:lnTo>
                  <a:lnTo>
                    <a:pt x="997392" y="47025"/>
                  </a:lnTo>
                  <a:lnTo>
                    <a:pt x="984792" y="0"/>
                  </a:lnTo>
                  <a:lnTo>
                    <a:pt x="143374" y="225457"/>
                  </a:lnTo>
                </a:path>
                <a:path w="1250314" h="1221739">
                  <a:moveTo>
                    <a:pt x="166128" y="310375"/>
                  </a:moveTo>
                  <a:lnTo>
                    <a:pt x="171251" y="329492"/>
                  </a:lnTo>
                  <a:lnTo>
                    <a:pt x="971788" y="114989"/>
                  </a:lnTo>
                  <a:lnTo>
                    <a:pt x="972578" y="107603"/>
                  </a:lnTo>
                  <a:lnTo>
                    <a:pt x="973902" y="100390"/>
                  </a:lnTo>
                  <a:lnTo>
                    <a:pt x="975797" y="93425"/>
                  </a:lnTo>
                  <a:lnTo>
                    <a:pt x="166128" y="310375"/>
                  </a:lnTo>
                </a:path>
                <a:path w="1250314" h="1221739">
                  <a:moveTo>
                    <a:pt x="182868" y="372848"/>
                  </a:moveTo>
                  <a:lnTo>
                    <a:pt x="187990" y="391965"/>
                  </a:lnTo>
                  <a:lnTo>
                    <a:pt x="979481" y="179886"/>
                  </a:lnTo>
                  <a:lnTo>
                    <a:pt x="978240" y="176337"/>
                  </a:lnTo>
                  <a:lnTo>
                    <a:pt x="977096" y="172694"/>
                  </a:lnTo>
                  <a:lnTo>
                    <a:pt x="976104" y="168990"/>
                  </a:lnTo>
                  <a:lnTo>
                    <a:pt x="975371" y="166254"/>
                  </a:lnTo>
                  <a:lnTo>
                    <a:pt x="974762" y="163546"/>
                  </a:lnTo>
                  <a:lnTo>
                    <a:pt x="974188" y="160814"/>
                  </a:lnTo>
                  <a:lnTo>
                    <a:pt x="182868" y="372848"/>
                  </a:lnTo>
                </a:path>
                <a:path w="1250314" h="1221739">
                  <a:moveTo>
                    <a:pt x="199584" y="435235"/>
                  </a:moveTo>
                  <a:lnTo>
                    <a:pt x="204707" y="454352"/>
                  </a:lnTo>
                  <a:lnTo>
                    <a:pt x="1016083" y="236945"/>
                  </a:lnTo>
                  <a:lnTo>
                    <a:pt x="1010761" y="231928"/>
                  </a:lnTo>
                  <a:lnTo>
                    <a:pt x="1005801" y="226414"/>
                  </a:lnTo>
                  <a:lnTo>
                    <a:pt x="1001231" y="220434"/>
                  </a:lnTo>
                  <a:lnTo>
                    <a:pt x="199584" y="435235"/>
                  </a:lnTo>
                </a:path>
                <a:path w="1250314" h="1221739">
                  <a:moveTo>
                    <a:pt x="55457" y="610148"/>
                  </a:moveTo>
                  <a:lnTo>
                    <a:pt x="28520" y="623554"/>
                  </a:lnTo>
                  <a:lnTo>
                    <a:pt x="9458" y="645524"/>
                  </a:lnTo>
                  <a:lnTo>
                    <a:pt x="0" y="673039"/>
                  </a:lnTo>
                  <a:lnTo>
                    <a:pt x="1875" y="703080"/>
                  </a:lnTo>
                  <a:lnTo>
                    <a:pt x="45942" y="867540"/>
                  </a:lnTo>
                  <a:lnTo>
                    <a:pt x="59335" y="894481"/>
                  </a:lnTo>
                  <a:lnTo>
                    <a:pt x="81275" y="913551"/>
                  </a:lnTo>
                  <a:lnTo>
                    <a:pt x="108761" y="923017"/>
                  </a:lnTo>
                  <a:lnTo>
                    <a:pt x="138789" y="921146"/>
                  </a:lnTo>
                  <a:lnTo>
                    <a:pt x="177713" y="901805"/>
                  </a:lnTo>
                  <a:lnTo>
                    <a:pt x="180931" y="894761"/>
                  </a:lnTo>
                  <a:lnTo>
                    <a:pt x="190149" y="892291"/>
                  </a:lnTo>
                  <a:lnTo>
                    <a:pt x="196458" y="896782"/>
                  </a:lnTo>
                  <a:lnTo>
                    <a:pt x="203678" y="899611"/>
                  </a:lnTo>
                  <a:lnTo>
                    <a:pt x="211477" y="900585"/>
                  </a:lnTo>
                  <a:lnTo>
                    <a:pt x="219525" y="899512"/>
                  </a:lnTo>
                  <a:lnTo>
                    <a:pt x="1054115" y="675885"/>
                  </a:lnTo>
                  <a:lnTo>
                    <a:pt x="1041515" y="628859"/>
                  </a:lnTo>
                  <a:lnTo>
                    <a:pt x="218873" y="849286"/>
                  </a:lnTo>
                  <a:lnTo>
                    <a:pt x="212564" y="844795"/>
                  </a:lnTo>
                  <a:lnTo>
                    <a:pt x="205345" y="841966"/>
                  </a:lnTo>
                  <a:lnTo>
                    <a:pt x="197546" y="840991"/>
                  </a:lnTo>
                  <a:lnTo>
                    <a:pt x="189496" y="842064"/>
                  </a:lnTo>
                  <a:lnTo>
                    <a:pt x="148875" y="854033"/>
                  </a:lnTo>
                  <a:lnTo>
                    <a:pt x="134552" y="871879"/>
                  </a:lnTo>
                  <a:lnTo>
                    <a:pt x="126188" y="874120"/>
                  </a:lnTo>
                  <a:lnTo>
                    <a:pt x="92967" y="854940"/>
                  </a:lnTo>
                  <a:lnTo>
                    <a:pt x="48900" y="690480"/>
                  </a:lnTo>
                  <a:lnTo>
                    <a:pt x="48225" y="679720"/>
                  </a:lnTo>
                  <a:lnTo>
                    <a:pt x="51603" y="669857"/>
                  </a:lnTo>
                  <a:lnTo>
                    <a:pt x="58419" y="661978"/>
                  </a:lnTo>
                  <a:lnTo>
                    <a:pt x="68058" y="657173"/>
                  </a:lnTo>
                  <a:lnTo>
                    <a:pt x="76677" y="654863"/>
                  </a:lnTo>
                  <a:lnTo>
                    <a:pt x="82945" y="659188"/>
                  </a:lnTo>
                  <a:lnTo>
                    <a:pt x="90080" y="661894"/>
                  </a:lnTo>
                  <a:lnTo>
                    <a:pt x="138798" y="652854"/>
                  </a:lnTo>
                  <a:lnTo>
                    <a:pt x="160486" y="632407"/>
                  </a:lnTo>
                  <a:lnTo>
                    <a:pt x="983384" y="411912"/>
                  </a:lnTo>
                  <a:lnTo>
                    <a:pt x="970784" y="364887"/>
                  </a:lnTo>
                  <a:lnTo>
                    <a:pt x="136194" y="588515"/>
                  </a:lnTo>
                  <a:lnTo>
                    <a:pt x="114505" y="608962"/>
                  </a:lnTo>
                  <a:lnTo>
                    <a:pt x="104776" y="611569"/>
                  </a:lnTo>
                  <a:lnTo>
                    <a:pt x="98508" y="607244"/>
                  </a:lnTo>
                  <a:lnTo>
                    <a:pt x="91373" y="604538"/>
                  </a:lnTo>
                  <a:lnTo>
                    <a:pt x="83688" y="603631"/>
                  </a:lnTo>
                  <a:lnTo>
                    <a:pt x="75769" y="604705"/>
                  </a:lnTo>
                  <a:lnTo>
                    <a:pt x="55457" y="610148"/>
                  </a:lnTo>
                </a:path>
                <a:path w="1250314" h="1221739">
                  <a:moveTo>
                    <a:pt x="169785" y="669157"/>
                  </a:moveTo>
                  <a:lnTo>
                    <a:pt x="174907" y="688275"/>
                  </a:lnTo>
                  <a:lnTo>
                    <a:pt x="975445" y="473771"/>
                  </a:lnTo>
                  <a:lnTo>
                    <a:pt x="976235" y="466385"/>
                  </a:lnTo>
                  <a:lnTo>
                    <a:pt x="977559" y="459172"/>
                  </a:lnTo>
                  <a:lnTo>
                    <a:pt x="979454" y="452207"/>
                  </a:lnTo>
                  <a:lnTo>
                    <a:pt x="169785" y="669157"/>
                  </a:lnTo>
                </a:path>
                <a:path w="1250314" h="1221739">
                  <a:moveTo>
                    <a:pt x="186501" y="731544"/>
                  </a:moveTo>
                  <a:lnTo>
                    <a:pt x="191624" y="750662"/>
                  </a:lnTo>
                  <a:lnTo>
                    <a:pt x="983115" y="538583"/>
                  </a:lnTo>
                  <a:lnTo>
                    <a:pt x="981874" y="535034"/>
                  </a:lnTo>
                  <a:lnTo>
                    <a:pt x="980730" y="531391"/>
                  </a:lnTo>
                  <a:lnTo>
                    <a:pt x="979738" y="527687"/>
                  </a:lnTo>
                  <a:lnTo>
                    <a:pt x="979005" y="524951"/>
                  </a:lnTo>
                  <a:lnTo>
                    <a:pt x="978393" y="522244"/>
                  </a:lnTo>
                  <a:lnTo>
                    <a:pt x="977821" y="519511"/>
                  </a:lnTo>
                  <a:lnTo>
                    <a:pt x="186501" y="731544"/>
                  </a:lnTo>
                </a:path>
                <a:path w="1250314" h="1221739">
                  <a:moveTo>
                    <a:pt x="203241" y="794017"/>
                  </a:moveTo>
                  <a:lnTo>
                    <a:pt x="208363" y="813134"/>
                  </a:lnTo>
                  <a:lnTo>
                    <a:pt x="1019740" y="595727"/>
                  </a:lnTo>
                  <a:lnTo>
                    <a:pt x="1014417" y="590710"/>
                  </a:lnTo>
                  <a:lnTo>
                    <a:pt x="1009458" y="585196"/>
                  </a:lnTo>
                  <a:lnTo>
                    <a:pt x="1004888" y="579217"/>
                  </a:lnTo>
                  <a:lnTo>
                    <a:pt x="203241" y="794017"/>
                  </a:lnTo>
                </a:path>
                <a:path w="1250314" h="1221739">
                  <a:moveTo>
                    <a:pt x="325405" y="904804"/>
                  </a:moveTo>
                  <a:lnTo>
                    <a:pt x="285607" y="921432"/>
                  </a:lnTo>
                  <a:lnTo>
                    <a:pt x="252682" y="947079"/>
                  </a:lnTo>
                  <a:lnTo>
                    <a:pt x="227722" y="979850"/>
                  </a:lnTo>
                  <a:lnTo>
                    <a:pt x="211821" y="1017852"/>
                  </a:lnTo>
                  <a:lnTo>
                    <a:pt x="206073" y="1059190"/>
                  </a:lnTo>
                  <a:lnTo>
                    <a:pt x="211572" y="1101969"/>
                  </a:lnTo>
                  <a:lnTo>
                    <a:pt x="228200" y="1141766"/>
                  </a:lnTo>
                  <a:lnTo>
                    <a:pt x="253847" y="1174692"/>
                  </a:lnTo>
                  <a:lnTo>
                    <a:pt x="286618" y="1199652"/>
                  </a:lnTo>
                  <a:lnTo>
                    <a:pt x="324620" y="1215553"/>
                  </a:lnTo>
                  <a:lnTo>
                    <a:pt x="365958" y="1221300"/>
                  </a:lnTo>
                  <a:lnTo>
                    <a:pt x="408737" y="1215802"/>
                  </a:lnTo>
                  <a:lnTo>
                    <a:pt x="1250154" y="990344"/>
                  </a:lnTo>
                  <a:lnTo>
                    <a:pt x="1237554" y="943319"/>
                  </a:lnTo>
                  <a:lnTo>
                    <a:pt x="396136" y="1168776"/>
                  </a:lnTo>
                  <a:lnTo>
                    <a:pt x="351685" y="1171535"/>
                  </a:lnTo>
                  <a:lnTo>
                    <a:pt x="310994" y="1157495"/>
                  </a:lnTo>
                  <a:lnTo>
                    <a:pt x="278510" y="1129238"/>
                  </a:lnTo>
                  <a:lnTo>
                    <a:pt x="258682" y="1089345"/>
                  </a:lnTo>
                  <a:lnTo>
                    <a:pt x="255908" y="1044884"/>
                  </a:lnTo>
                  <a:lnTo>
                    <a:pt x="269911" y="1004171"/>
                  </a:lnTo>
                  <a:lnTo>
                    <a:pt x="298130" y="971667"/>
                  </a:lnTo>
                  <a:lnTo>
                    <a:pt x="338005" y="951829"/>
                  </a:lnTo>
                  <a:lnTo>
                    <a:pt x="1179423" y="726372"/>
                  </a:lnTo>
                  <a:lnTo>
                    <a:pt x="1166823" y="679347"/>
                  </a:lnTo>
                  <a:lnTo>
                    <a:pt x="325405" y="904804"/>
                  </a:lnTo>
                </a:path>
                <a:path w="1250314" h="1221739">
                  <a:moveTo>
                    <a:pt x="348159" y="989722"/>
                  </a:moveTo>
                  <a:lnTo>
                    <a:pt x="353281" y="1008840"/>
                  </a:lnTo>
                  <a:lnTo>
                    <a:pt x="1153819" y="794336"/>
                  </a:lnTo>
                  <a:lnTo>
                    <a:pt x="1154609" y="786950"/>
                  </a:lnTo>
                  <a:lnTo>
                    <a:pt x="1155933" y="779735"/>
                  </a:lnTo>
                  <a:lnTo>
                    <a:pt x="1157828" y="772772"/>
                  </a:lnTo>
                  <a:lnTo>
                    <a:pt x="348159" y="989722"/>
                  </a:lnTo>
                </a:path>
                <a:path w="1250314" h="1221739">
                  <a:moveTo>
                    <a:pt x="364875" y="1052110"/>
                  </a:moveTo>
                  <a:lnTo>
                    <a:pt x="369998" y="1071227"/>
                  </a:lnTo>
                  <a:lnTo>
                    <a:pt x="1161489" y="859148"/>
                  </a:lnTo>
                  <a:lnTo>
                    <a:pt x="1160248" y="855599"/>
                  </a:lnTo>
                  <a:lnTo>
                    <a:pt x="1159127" y="852040"/>
                  </a:lnTo>
                  <a:lnTo>
                    <a:pt x="1158135" y="848338"/>
                  </a:lnTo>
                  <a:lnTo>
                    <a:pt x="1157402" y="845601"/>
                  </a:lnTo>
                  <a:lnTo>
                    <a:pt x="1156770" y="842808"/>
                  </a:lnTo>
                  <a:lnTo>
                    <a:pt x="1156196" y="840076"/>
                  </a:lnTo>
                  <a:lnTo>
                    <a:pt x="364875" y="1052110"/>
                  </a:lnTo>
                </a:path>
                <a:path w="1250314" h="1221739">
                  <a:moveTo>
                    <a:pt x="381615" y="1114582"/>
                  </a:moveTo>
                  <a:lnTo>
                    <a:pt x="386737" y="1133700"/>
                  </a:lnTo>
                  <a:lnTo>
                    <a:pt x="1198114" y="916292"/>
                  </a:lnTo>
                  <a:lnTo>
                    <a:pt x="1192791" y="911276"/>
                  </a:lnTo>
                  <a:lnTo>
                    <a:pt x="1187831" y="905761"/>
                  </a:lnTo>
                  <a:lnTo>
                    <a:pt x="1183262" y="899782"/>
                  </a:lnTo>
                  <a:lnTo>
                    <a:pt x="381615" y="1114582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9303" y="589808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29434" y="589808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95176" y="1133245"/>
            <a:ext cx="1574165" cy="483234"/>
            <a:chOff x="4195176" y="1133245"/>
            <a:chExt cx="1574165" cy="48323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5176" y="1133245"/>
              <a:ext cx="1574115" cy="4826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5976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4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65026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200000">
            <a:off x="3412585" y="134882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21180000">
            <a:off x="2776043" y="1384690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20640000">
            <a:off x="3945873" y="1622834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1200000">
            <a:off x="7133674" y="1801964"/>
            <a:ext cx="153553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0"/>
              </a:lnSpc>
            </a:pPr>
            <a:r>
              <a:rPr sz="4000" b="1" spc="-114" dirty="0">
                <a:solidFill>
                  <a:srgbClr val="C0504D"/>
                </a:solidFill>
                <a:latin typeface="Arial"/>
                <a:cs typeface="Arial"/>
              </a:rPr>
              <a:t>0,1,1...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32952" y="1133245"/>
            <a:ext cx="1574165" cy="483234"/>
            <a:chOff x="7032952" y="1133245"/>
            <a:chExt cx="1574165" cy="483234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2952" y="1133245"/>
              <a:ext cx="1574115" cy="4826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1472515" y="0"/>
                  </a:moveTo>
                  <a:lnTo>
                    <a:pt x="0" y="0"/>
                  </a:lnTo>
                  <a:lnTo>
                    <a:pt x="0" y="381085"/>
                  </a:lnTo>
                  <a:lnTo>
                    <a:pt x="1472515" y="381085"/>
                  </a:lnTo>
                  <a:lnTo>
                    <a:pt x="147251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83752" y="1161045"/>
              <a:ext cx="1472565" cy="381635"/>
            </a:xfrm>
            <a:custGeom>
              <a:avLst/>
              <a:gdLst/>
              <a:ahLst/>
              <a:cxnLst/>
              <a:rect l="l" t="t" r="r" b="b"/>
              <a:pathLst>
                <a:path w="1472565" h="381634">
                  <a:moveTo>
                    <a:pt x="0" y="0"/>
                  </a:moveTo>
                  <a:lnTo>
                    <a:pt x="1472515" y="0"/>
                  </a:lnTo>
                  <a:lnTo>
                    <a:pt x="1472515" y="381085"/>
                  </a:lnTo>
                  <a:lnTo>
                    <a:pt x="0" y="38108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02802" y="1088913"/>
            <a:ext cx="1347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Números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8398" y="1237794"/>
            <a:ext cx="14630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3500" b="1" spc="-25" dirty="0">
                <a:solidFill>
                  <a:srgbClr val="F9B074"/>
                </a:solidFill>
                <a:latin typeface="Arial Narrow"/>
                <a:cs typeface="Arial Narrow"/>
              </a:rPr>
              <a:t>NO</a:t>
            </a:r>
            <a:endParaRPr sz="35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8398" y="1599533"/>
            <a:ext cx="196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241579" y="649024"/>
            <a:ext cx="2319655" cy="1430655"/>
            <a:chOff x="5241579" y="649024"/>
            <a:chExt cx="2319655" cy="143065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1579" y="649024"/>
              <a:ext cx="2319084" cy="143052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33729" y="1351588"/>
              <a:ext cx="892175" cy="0"/>
            </a:xfrm>
            <a:custGeom>
              <a:avLst/>
              <a:gdLst/>
              <a:ahLst/>
              <a:cxnLst/>
              <a:rect l="l" t="t" r="r" b="b"/>
              <a:pathLst>
                <a:path w="892175">
                  <a:moveTo>
                    <a:pt x="0" y="0"/>
                  </a:moveTo>
                  <a:lnTo>
                    <a:pt x="31750" y="0"/>
                  </a:lnTo>
                  <a:lnTo>
                    <a:pt x="859854" y="0"/>
                  </a:lnTo>
                  <a:lnTo>
                    <a:pt x="89160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93584" y="1222048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9579" y="1243638"/>
              <a:ext cx="215900" cy="2159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 rot="20760000">
            <a:off x="2766377" y="3826227"/>
            <a:ext cx="1418439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80"/>
              </a:lnSpc>
            </a:pPr>
            <a:r>
              <a:rPr sz="10000" spc="-1580" dirty="0">
                <a:latin typeface="Arial"/>
                <a:cs typeface="Arial"/>
              </a:rPr>
              <a:t>¿</a:t>
            </a:r>
            <a:endParaRPr sz="10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0760000">
            <a:off x="3841580" y="4313975"/>
            <a:ext cx="83111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85"/>
              </a:lnSpc>
            </a:pPr>
            <a:r>
              <a:rPr sz="2800" spc="-50" dirty="0">
                <a:latin typeface="Arial"/>
                <a:cs typeface="Arial"/>
              </a:rPr>
              <a:t>text</a:t>
            </a:r>
            <a:r>
              <a:rPr sz="4200" spc="-75" baseline="1984" dirty="0">
                <a:latin typeface="Arial"/>
                <a:cs typeface="Arial"/>
              </a:rPr>
              <a:t>o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 rot="20760000">
            <a:off x="5690384" y="3046536"/>
            <a:ext cx="1409277" cy="12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20"/>
              </a:lnSpc>
            </a:pPr>
            <a:r>
              <a:rPr sz="10000" spc="-1000" dirty="0">
                <a:latin typeface="Arial"/>
                <a:cs typeface="Arial"/>
              </a:rPr>
              <a:t>?</a:t>
            </a:r>
            <a:endParaRPr sz="10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 rot="20760000">
            <a:off x="7768123" y="2991536"/>
            <a:ext cx="1408607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45"/>
              </a:lnSpc>
            </a:pPr>
            <a:r>
              <a:rPr sz="4000" b="1" spc="-125" dirty="0">
                <a:solidFill>
                  <a:srgbClr val="C0504D"/>
                </a:solidFill>
                <a:latin typeface="Arial"/>
                <a:cs typeface="Arial"/>
              </a:rPr>
              <a:t>0,1,1..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06600" y="2634427"/>
            <a:ext cx="2341880" cy="1956435"/>
            <a:chOff x="6006600" y="2634427"/>
            <a:chExt cx="2341880" cy="1956435"/>
          </a:xfrm>
        </p:grpSpPr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6600" y="2634427"/>
              <a:ext cx="2341737" cy="19560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726002" y="3489946"/>
              <a:ext cx="861694" cy="231140"/>
            </a:xfrm>
            <a:custGeom>
              <a:avLst/>
              <a:gdLst/>
              <a:ahLst/>
              <a:cxnLst/>
              <a:rect l="l" t="t" r="r" b="b"/>
              <a:pathLst>
                <a:path w="861695" h="231139">
                  <a:moveTo>
                    <a:pt x="0" y="230764"/>
                  </a:moveTo>
                  <a:lnTo>
                    <a:pt x="30668" y="222546"/>
                  </a:lnTo>
                  <a:lnTo>
                    <a:pt x="830555" y="8217"/>
                  </a:lnTo>
                  <a:lnTo>
                    <a:pt x="861223" y="0"/>
                  </a:lnTo>
                </a:path>
              </a:pathLst>
            </a:custGeom>
            <a:ln w="63499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23031" y="3373037"/>
              <a:ext cx="283845" cy="250825"/>
            </a:xfrm>
            <a:custGeom>
              <a:avLst/>
              <a:gdLst/>
              <a:ahLst/>
              <a:cxnLst/>
              <a:rect l="l" t="t" r="r" b="b"/>
              <a:pathLst>
                <a:path w="283845" h="250825">
                  <a:moveTo>
                    <a:pt x="0" y="0"/>
                  </a:moveTo>
                  <a:lnTo>
                    <a:pt x="67054" y="250252"/>
                  </a:lnTo>
                  <a:lnTo>
                    <a:pt x="283778" y="580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45446" y="3633478"/>
              <a:ext cx="213906" cy="213906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235210" y="3026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35210" y="702656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0784" y="2519230"/>
            <a:ext cx="4830122" cy="26242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37285" y="4146078"/>
            <a:ext cx="65849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93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10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5960" y="2297071"/>
            <a:ext cx="4076700" cy="2859405"/>
            <a:chOff x="3135960" y="2297071"/>
            <a:chExt cx="4076700" cy="285940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5960" y="2475483"/>
              <a:ext cx="2676253" cy="26807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86760" y="2503283"/>
              <a:ext cx="2574925" cy="2640330"/>
            </a:xfrm>
            <a:custGeom>
              <a:avLst/>
              <a:gdLst/>
              <a:ahLst/>
              <a:cxnLst/>
              <a:rect l="l" t="t" r="r" b="b"/>
              <a:pathLst>
                <a:path w="2574925" h="2640329">
                  <a:moveTo>
                    <a:pt x="1670033" y="0"/>
                  </a:moveTo>
                  <a:lnTo>
                    <a:pt x="25355" y="0"/>
                  </a:lnTo>
                  <a:lnTo>
                    <a:pt x="15519" y="2004"/>
                  </a:lnTo>
                  <a:lnTo>
                    <a:pt x="7456" y="7457"/>
                  </a:lnTo>
                  <a:lnTo>
                    <a:pt x="2003" y="15520"/>
                  </a:lnTo>
                  <a:lnTo>
                    <a:pt x="0" y="25355"/>
                  </a:lnTo>
                  <a:lnTo>
                    <a:pt x="0" y="2640216"/>
                  </a:lnTo>
                  <a:lnTo>
                    <a:pt x="2574653" y="2640216"/>
                  </a:lnTo>
                  <a:lnTo>
                    <a:pt x="2574653" y="2614990"/>
                  </a:lnTo>
                  <a:lnTo>
                    <a:pt x="463104" y="2614990"/>
                  </a:lnTo>
                  <a:lnTo>
                    <a:pt x="459266" y="2611440"/>
                  </a:lnTo>
                  <a:lnTo>
                    <a:pt x="459266" y="2452870"/>
                  </a:lnTo>
                  <a:lnTo>
                    <a:pt x="463103" y="2449032"/>
                  </a:lnTo>
                  <a:lnTo>
                    <a:pt x="2574653" y="2449032"/>
                  </a:lnTo>
                  <a:lnTo>
                    <a:pt x="2574653" y="2200672"/>
                  </a:lnTo>
                  <a:lnTo>
                    <a:pt x="463104" y="2200672"/>
                  </a:lnTo>
                  <a:lnTo>
                    <a:pt x="459266" y="2197122"/>
                  </a:lnTo>
                  <a:lnTo>
                    <a:pt x="459266" y="2038552"/>
                  </a:lnTo>
                  <a:lnTo>
                    <a:pt x="463104" y="2034714"/>
                  </a:lnTo>
                  <a:lnTo>
                    <a:pt x="2574653" y="2034714"/>
                  </a:lnTo>
                  <a:lnTo>
                    <a:pt x="2574653" y="1786353"/>
                  </a:lnTo>
                  <a:lnTo>
                    <a:pt x="483469" y="1786353"/>
                  </a:lnTo>
                  <a:lnTo>
                    <a:pt x="474085" y="1784483"/>
                  </a:lnTo>
                  <a:lnTo>
                    <a:pt x="466388" y="1779375"/>
                  </a:lnTo>
                  <a:lnTo>
                    <a:pt x="461180" y="1771776"/>
                  </a:lnTo>
                  <a:lnTo>
                    <a:pt x="459266" y="1762439"/>
                  </a:lnTo>
                  <a:lnTo>
                    <a:pt x="459266" y="1229991"/>
                  </a:lnTo>
                  <a:lnTo>
                    <a:pt x="461180" y="1220653"/>
                  </a:lnTo>
                  <a:lnTo>
                    <a:pt x="466388" y="1213055"/>
                  </a:lnTo>
                  <a:lnTo>
                    <a:pt x="474085" y="1207946"/>
                  </a:lnTo>
                  <a:lnTo>
                    <a:pt x="483468" y="1206077"/>
                  </a:lnTo>
                  <a:lnTo>
                    <a:pt x="2574653" y="1206077"/>
                  </a:lnTo>
                  <a:lnTo>
                    <a:pt x="2574653" y="905289"/>
                  </a:lnTo>
                  <a:lnTo>
                    <a:pt x="2570700" y="901244"/>
                  </a:lnTo>
                  <a:lnTo>
                    <a:pt x="1699341" y="901244"/>
                  </a:lnTo>
                  <a:lnTo>
                    <a:pt x="1689505" y="899240"/>
                  </a:lnTo>
                  <a:lnTo>
                    <a:pt x="1681442" y="893787"/>
                  </a:lnTo>
                  <a:lnTo>
                    <a:pt x="1675989" y="885724"/>
                  </a:lnTo>
                  <a:lnTo>
                    <a:pt x="1673985" y="875889"/>
                  </a:lnTo>
                  <a:lnTo>
                    <a:pt x="1673985" y="4046"/>
                  </a:lnTo>
                  <a:lnTo>
                    <a:pt x="1670033" y="0"/>
                  </a:lnTo>
                  <a:close/>
                </a:path>
                <a:path w="2574925" h="2640329">
                  <a:moveTo>
                    <a:pt x="2574653" y="2449032"/>
                  </a:moveTo>
                  <a:lnTo>
                    <a:pt x="2111550" y="2449032"/>
                  </a:lnTo>
                  <a:lnTo>
                    <a:pt x="2115388" y="2452870"/>
                  </a:lnTo>
                  <a:lnTo>
                    <a:pt x="2115388" y="2611440"/>
                  </a:lnTo>
                  <a:lnTo>
                    <a:pt x="2111550" y="2614990"/>
                  </a:lnTo>
                  <a:lnTo>
                    <a:pt x="2574653" y="2614990"/>
                  </a:lnTo>
                  <a:lnTo>
                    <a:pt x="2574653" y="2449032"/>
                  </a:lnTo>
                  <a:close/>
                </a:path>
                <a:path w="2574925" h="2640329">
                  <a:moveTo>
                    <a:pt x="2574653" y="2034714"/>
                  </a:moveTo>
                  <a:lnTo>
                    <a:pt x="2111550" y="2034714"/>
                  </a:lnTo>
                  <a:lnTo>
                    <a:pt x="2115388" y="2038552"/>
                  </a:lnTo>
                  <a:lnTo>
                    <a:pt x="2115388" y="2197122"/>
                  </a:lnTo>
                  <a:lnTo>
                    <a:pt x="2111550" y="2200672"/>
                  </a:lnTo>
                  <a:lnTo>
                    <a:pt x="2574653" y="2200672"/>
                  </a:lnTo>
                  <a:lnTo>
                    <a:pt x="2574653" y="2034714"/>
                  </a:lnTo>
                  <a:close/>
                </a:path>
                <a:path w="2574925" h="2640329">
                  <a:moveTo>
                    <a:pt x="1345805" y="1206077"/>
                  </a:moveTo>
                  <a:lnTo>
                    <a:pt x="1090828" y="1206077"/>
                  </a:lnTo>
                  <a:lnTo>
                    <a:pt x="1100166" y="1207946"/>
                  </a:lnTo>
                  <a:lnTo>
                    <a:pt x="1107764" y="1213055"/>
                  </a:lnTo>
                  <a:lnTo>
                    <a:pt x="1112872" y="1220653"/>
                  </a:lnTo>
                  <a:lnTo>
                    <a:pt x="1114742" y="1229991"/>
                  </a:lnTo>
                  <a:lnTo>
                    <a:pt x="1114742" y="1762439"/>
                  </a:lnTo>
                  <a:lnTo>
                    <a:pt x="1112872" y="1771776"/>
                  </a:lnTo>
                  <a:lnTo>
                    <a:pt x="1107763" y="1779375"/>
                  </a:lnTo>
                  <a:lnTo>
                    <a:pt x="1100165" y="1784483"/>
                  </a:lnTo>
                  <a:lnTo>
                    <a:pt x="1090827" y="1786353"/>
                  </a:lnTo>
                  <a:lnTo>
                    <a:pt x="1345907" y="1786353"/>
                  </a:lnTo>
                  <a:lnTo>
                    <a:pt x="1342069" y="1782515"/>
                  </a:lnTo>
                  <a:lnTo>
                    <a:pt x="1342069" y="1624233"/>
                  </a:lnTo>
                  <a:lnTo>
                    <a:pt x="1345907" y="1620395"/>
                  </a:lnTo>
                  <a:lnTo>
                    <a:pt x="2574653" y="1620395"/>
                  </a:lnTo>
                  <a:lnTo>
                    <a:pt x="2574653" y="1372034"/>
                  </a:lnTo>
                  <a:lnTo>
                    <a:pt x="1345907" y="1372034"/>
                  </a:lnTo>
                  <a:lnTo>
                    <a:pt x="1342069" y="1368484"/>
                  </a:lnTo>
                  <a:lnTo>
                    <a:pt x="1342069" y="1209718"/>
                  </a:lnTo>
                  <a:lnTo>
                    <a:pt x="1345805" y="1206077"/>
                  </a:lnTo>
                  <a:close/>
                </a:path>
                <a:path w="2574925" h="2640329">
                  <a:moveTo>
                    <a:pt x="2574653" y="1620395"/>
                  </a:moveTo>
                  <a:lnTo>
                    <a:pt x="2111550" y="1620395"/>
                  </a:lnTo>
                  <a:lnTo>
                    <a:pt x="2115388" y="1624233"/>
                  </a:lnTo>
                  <a:lnTo>
                    <a:pt x="2115388" y="1782515"/>
                  </a:lnTo>
                  <a:lnTo>
                    <a:pt x="2111550" y="1786353"/>
                  </a:lnTo>
                  <a:lnTo>
                    <a:pt x="2574653" y="1786353"/>
                  </a:lnTo>
                  <a:lnTo>
                    <a:pt x="2574653" y="1620395"/>
                  </a:lnTo>
                  <a:close/>
                </a:path>
                <a:path w="2574925" h="2640329">
                  <a:moveTo>
                    <a:pt x="1000150" y="1316715"/>
                  </a:moveTo>
                  <a:lnTo>
                    <a:pt x="574145" y="1316715"/>
                  </a:lnTo>
                  <a:lnTo>
                    <a:pt x="569904" y="1320956"/>
                  </a:lnTo>
                  <a:lnTo>
                    <a:pt x="569904" y="1671761"/>
                  </a:lnTo>
                  <a:lnTo>
                    <a:pt x="574153" y="1675714"/>
                  </a:lnTo>
                  <a:lnTo>
                    <a:pt x="1000150" y="1675714"/>
                  </a:lnTo>
                  <a:lnTo>
                    <a:pt x="1004103" y="1671761"/>
                  </a:lnTo>
                  <a:lnTo>
                    <a:pt x="1004103" y="1320956"/>
                  </a:lnTo>
                  <a:lnTo>
                    <a:pt x="1000150" y="1316715"/>
                  </a:lnTo>
                  <a:close/>
                </a:path>
                <a:path w="2574925" h="2640329">
                  <a:moveTo>
                    <a:pt x="2574653" y="1206077"/>
                  </a:moveTo>
                  <a:lnTo>
                    <a:pt x="2111550" y="1206077"/>
                  </a:lnTo>
                  <a:lnTo>
                    <a:pt x="2115388" y="1209915"/>
                  </a:lnTo>
                  <a:lnTo>
                    <a:pt x="2115388" y="1368484"/>
                  </a:lnTo>
                  <a:lnTo>
                    <a:pt x="2111550" y="1372034"/>
                  </a:lnTo>
                  <a:lnTo>
                    <a:pt x="2574653" y="1372034"/>
                  </a:lnTo>
                  <a:lnTo>
                    <a:pt x="2574653" y="1206077"/>
                  </a:lnTo>
                  <a:close/>
                </a:path>
                <a:path w="2574925" h="2640329">
                  <a:moveTo>
                    <a:pt x="1793222" y="11963"/>
                  </a:moveTo>
                  <a:lnTo>
                    <a:pt x="1786975" y="14545"/>
                  </a:lnTo>
                  <a:lnTo>
                    <a:pt x="1784625" y="17599"/>
                  </a:lnTo>
                  <a:lnTo>
                    <a:pt x="1784624" y="765251"/>
                  </a:lnTo>
                  <a:lnTo>
                    <a:pt x="1786628" y="775086"/>
                  </a:lnTo>
                  <a:lnTo>
                    <a:pt x="1792080" y="783148"/>
                  </a:lnTo>
                  <a:lnTo>
                    <a:pt x="1800144" y="788601"/>
                  </a:lnTo>
                  <a:lnTo>
                    <a:pt x="1809979" y="790605"/>
                  </a:lnTo>
                  <a:lnTo>
                    <a:pt x="2561065" y="790605"/>
                  </a:lnTo>
                  <a:lnTo>
                    <a:pt x="2565007" y="780958"/>
                  </a:lnTo>
                  <a:lnTo>
                    <a:pt x="1797083" y="12458"/>
                  </a:lnTo>
                  <a:lnTo>
                    <a:pt x="1793222" y="119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6760" y="2503283"/>
              <a:ext cx="2574925" cy="2640330"/>
            </a:xfrm>
            <a:custGeom>
              <a:avLst/>
              <a:gdLst/>
              <a:ahLst/>
              <a:cxnLst/>
              <a:rect l="l" t="t" r="r" b="b"/>
              <a:pathLst>
                <a:path w="2574925" h="2640329">
                  <a:moveTo>
                    <a:pt x="2574653" y="2640216"/>
                  </a:moveTo>
                  <a:lnTo>
                    <a:pt x="2574653" y="910175"/>
                  </a:lnTo>
                  <a:lnTo>
                    <a:pt x="2574653" y="905288"/>
                  </a:lnTo>
                  <a:lnTo>
                    <a:pt x="2570701" y="901243"/>
                  </a:lnTo>
                  <a:lnTo>
                    <a:pt x="2565721" y="901243"/>
                  </a:lnTo>
                  <a:lnTo>
                    <a:pt x="1699340" y="901243"/>
                  </a:lnTo>
                  <a:lnTo>
                    <a:pt x="1689505" y="899239"/>
                  </a:lnTo>
                  <a:lnTo>
                    <a:pt x="1681442" y="893787"/>
                  </a:lnTo>
                  <a:lnTo>
                    <a:pt x="1675989" y="885724"/>
                  </a:lnTo>
                  <a:lnTo>
                    <a:pt x="1673985" y="875889"/>
                  </a:lnTo>
                  <a:lnTo>
                    <a:pt x="1673985" y="8931"/>
                  </a:lnTo>
                  <a:lnTo>
                    <a:pt x="1673985" y="4045"/>
                  </a:lnTo>
                  <a:lnTo>
                    <a:pt x="1670032" y="0"/>
                  </a:lnTo>
                  <a:lnTo>
                    <a:pt x="1665053" y="0"/>
                  </a:lnTo>
                  <a:lnTo>
                    <a:pt x="25354" y="0"/>
                  </a:lnTo>
                  <a:lnTo>
                    <a:pt x="15519" y="2003"/>
                  </a:lnTo>
                  <a:lnTo>
                    <a:pt x="7456" y="7456"/>
                  </a:lnTo>
                  <a:lnTo>
                    <a:pt x="2003" y="15519"/>
                  </a:lnTo>
                  <a:lnTo>
                    <a:pt x="0" y="25354"/>
                  </a:lnTo>
                  <a:lnTo>
                    <a:pt x="0" y="2640216"/>
                  </a:lnTo>
                </a:path>
                <a:path w="2574925" h="2640329">
                  <a:moveTo>
                    <a:pt x="1790098" y="13253"/>
                  </a:moveTo>
                  <a:lnTo>
                    <a:pt x="1786975" y="14544"/>
                  </a:lnTo>
                  <a:lnTo>
                    <a:pt x="1784624" y="17598"/>
                  </a:lnTo>
                  <a:lnTo>
                    <a:pt x="1784624" y="21609"/>
                  </a:lnTo>
                  <a:lnTo>
                    <a:pt x="1784624" y="765250"/>
                  </a:lnTo>
                  <a:lnTo>
                    <a:pt x="1786628" y="775085"/>
                  </a:lnTo>
                  <a:lnTo>
                    <a:pt x="1792080" y="783148"/>
                  </a:lnTo>
                  <a:lnTo>
                    <a:pt x="1800143" y="788601"/>
                  </a:lnTo>
                  <a:lnTo>
                    <a:pt x="1809978" y="790605"/>
                  </a:lnTo>
                  <a:lnTo>
                    <a:pt x="2553044" y="790605"/>
                  </a:lnTo>
                  <a:lnTo>
                    <a:pt x="2561065" y="790605"/>
                  </a:lnTo>
                  <a:lnTo>
                    <a:pt x="2565006" y="780958"/>
                  </a:lnTo>
                  <a:lnTo>
                    <a:pt x="2559382" y="775334"/>
                  </a:lnTo>
                  <a:lnTo>
                    <a:pt x="1799894" y="15270"/>
                  </a:lnTo>
                  <a:lnTo>
                    <a:pt x="1797083" y="12458"/>
                  </a:lnTo>
                  <a:lnTo>
                    <a:pt x="1793222" y="11962"/>
                  </a:lnTo>
                  <a:lnTo>
                    <a:pt x="1790098" y="13253"/>
                  </a:lnTo>
                </a:path>
                <a:path w="2574925" h="2640329">
                  <a:moveTo>
                    <a:pt x="483467" y="1206076"/>
                  </a:moveTo>
                  <a:lnTo>
                    <a:pt x="1090827" y="1206076"/>
                  </a:lnTo>
                  <a:lnTo>
                    <a:pt x="1100165" y="1207945"/>
                  </a:lnTo>
                  <a:lnTo>
                    <a:pt x="1107763" y="1213054"/>
                  </a:lnTo>
                  <a:lnTo>
                    <a:pt x="1112872" y="1220652"/>
                  </a:lnTo>
                  <a:lnTo>
                    <a:pt x="1114741" y="1229990"/>
                  </a:lnTo>
                  <a:lnTo>
                    <a:pt x="1114741" y="1762438"/>
                  </a:lnTo>
                  <a:lnTo>
                    <a:pt x="1112872" y="1771776"/>
                  </a:lnTo>
                  <a:lnTo>
                    <a:pt x="1107763" y="1779374"/>
                  </a:lnTo>
                  <a:lnTo>
                    <a:pt x="1100165" y="1784483"/>
                  </a:lnTo>
                  <a:lnTo>
                    <a:pt x="1090827" y="1786352"/>
                  </a:lnTo>
                  <a:lnTo>
                    <a:pt x="483467" y="1786352"/>
                  </a:lnTo>
                  <a:lnTo>
                    <a:pt x="474085" y="1784483"/>
                  </a:lnTo>
                  <a:lnTo>
                    <a:pt x="466387" y="1779374"/>
                  </a:lnTo>
                  <a:lnTo>
                    <a:pt x="461180" y="1771776"/>
                  </a:lnTo>
                  <a:lnTo>
                    <a:pt x="459265" y="1762438"/>
                  </a:lnTo>
                  <a:lnTo>
                    <a:pt x="459265" y="1229990"/>
                  </a:lnTo>
                  <a:lnTo>
                    <a:pt x="461180" y="1220652"/>
                  </a:lnTo>
                  <a:lnTo>
                    <a:pt x="466387" y="1213054"/>
                  </a:lnTo>
                  <a:lnTo>
                    <a:pt x="474085" y="1207945"/>
                  </a:lnTo>
                  <a:lnTo>
                    <a:pt x="483467" y="1206076"/>
                  </a:lnTo>
                </a:path>
                <a:path w="2574925" h="2640329">
                  <a:moveTo>
                    <a:pt x="1350137" y="1206076"/>
                  </a:moveTo>
                  <a:lnTo>
                    <a:pt x="2107031" y="1206076"/>
                  </a:lnTo>
                  <a:lnTo>
                    <a:pt x="2111549" y="1206076"/>
                  </a:lnTo>
                  <a:lnTo>
                    <a:pt x="2115388" y="1209914"/>
                  </a:lnTo>
                  <a:lnTo>
                    <a:pt x="2115388" y="1214431"/>
                  </a:lnTo>
                  <a:lnTo>
                    <a:pt x="2115388" y="1363967"/>
                  </a:lnTo>
                  <a:lnTo>
                    <a:pt x="2115386" y="1368484"/>
                  </a:lnTo>
                  <a:lnTo>
                    <a:pt x="2111550" y="1372034"/>
                  </a:lnTo>
                  <a:lnTo>
                    <a:pt x="2107031" y="1372034"/>
                  </a:lnTo>
                  <a:lnTo>
                    <a:pt x="1350425" y="1372034"/>
                  </a:lnTo>
                  <a:lnTo>
                    <a:pt x="1345907" y="1372034"/>
                  </a:lnTo>
                  <a:lnTo>
                    <a:pt x="1342070" y="1368484"/>
                  </a:lnTo>
                  <a:lnTo>
                    <a:pt x="1342070" y="1363967"/>
                  </a:lnTo>
                  <a:lnTo>
                    <a:pt x="1342070" y="1214143"/>
                  </a:lnTo>
                  <a:lnTo>
                    <a:pt x="1342068" y="1209718"/>
                  </a:lnTo>
                  <a:lnTo>
                    <a:pt x="1345805" y="1206076"/>
                  </a:lnTo>
                  <a:lnTo>
                    <a:pt x="1350137" y="1206076"/>
                  </a:lnTo>
                </a:path>
                <a:path w="2574925" h="2640329">
                  <a:moveTo>
                    <a:pt x="579124" y="1316714"/>
                  </a:moveTo>
                  <a:lnTo>
                    <a:pt x="574145" y="1316714"/>
                  </a:lnTo>
                  <a:lnTo>
                    <a:pt x="569904" y="1320956"/>
                  </a:lnTo>
                  <a:lnTo>
                    <a:pt x="569904" y="1325934"/>
                  </a:lnTo>
                  <a:lnTo>
                    <a:pt x="569904" y="1666782"/>
                  </a:lnTo>
                  <a:lnTo>
                    <a:pt x="569904" y="1671760"/>
                  </a:lnTo>
                  <a:lnTo>
                    <a:pt x="574053" y="1675621"/>
                  </a:lnTo>
                  <a:lnTo>
                    <a:pt x="579124" y="1675714"/>
                  </a:lnTo>
                  <a:lnTo>
                    <a:pt x="995171" y="1675714"/>
                  </a:lnTo>
                  <a:lnTo>
                    <a:pt x="1000150" y="1675714"/>
                  </a:lnTo>
                  <a:lnTo>
                    <a:pt x="1004103" y="1671760"/>
                  </a:lnTo>
                  <a:lnTo>
                    <a:pt x="1004103" y="1666782"/>
                  </a:lnTo>
                  <a:lnTo>
                    <a:pt x="1004103" y="1325934"/>
                  </a:lnTo>
                  <a:lnTo>
                    <a:pt x="1004102" y="1320956"/>
                  </a:lnTo>
                  <a:lnTo>
                    <a:pt x="1000150" y="1316714"/>
                  </a:lnTo>
                  <a:lnTo>
                    <a:pt x="995171" y="1316714"/>
                  </a:lnTo>
                  <a:lnTo>
                    <a:pt x="579124" y="1316714"/>
                  </a:lnTo>
                </a:path>
                <a:path w="2574925" h="2640329">
                  <a:moveTo>
                    <a:pt x="1350425" y="1620394"/>
                  </a:moveTo>
                  <a:lnTo>
                    <a:pt x="2107031" y="1620394"/>
                  </a:lnTo>
                  <a:lnTo>
                    <a:pt x="2111549" y="1620395"/>
                  </a:lnTo>
                  <a:lnTo>
                    <a:pt x="2115388" y="1624232"/>
                  </a:lnTo>
                  <a:lnTo>
                    <a:pt x="2115388" y="1628750"/>
                  </a:lnTo>
                  <a:lnTo>
                    <a:pt x="2115388" y="1777997"/>
                  </a:lnTo>
                  <a:lnTo>
                    <a:pt x="2115386" y="1782514"/>
                  </a:lnTo>
                  <a:lnTo>
                    <a:pt x="2111550" y="1786352"/>
                  </a:lnTo>
                  <a:lnTo>
                    <a:pt x="2107031" y="1786352"/>
                  </a:lnTo>
                  <a:lnTo>
                    <a:pt x="1350425" y="1786352"/>
                  </a:lnTo>
                  <a:lnTo>
                    <a:pt x="1345907" y="1786352"/>
                  </a:lnTo>
                  <a:lnTo>
                    <a:pt x="1342070" y="1782514"/>
                  </a:lnTo>
                  <a:lnTo>
                    <a:pt x="1342070" y="1777997"/>
                  </a:lnTo>
                  <a:lnTo>
                    <a:pt x="1342070" y="1628750"/>
                  </a:lnTo>
                  <a:lnTo>
                    <a:pt x="1342070" y="1624232"/>
                  </a:lnTo>
                  <a:lnTo>
                    <a:pt x="1345907" y="1620394"/>
                  </a:lnTo>
                  <a:lnTo>
                    <a:pt x="1350425" y="1620394"/>
                  </a:lnTo>
                </a:path>
                <a:path w="2574925" h="2640329">
                  <a:moveTo>
                    <a:pt x="467621" y="2034713"/>
                  </a:moveTo>
                  <a:lnTo>
                    <a:pt x="2107031" y="2034713"/>
                  </a:lnTo>
                  <a:lnTo>
                    <a:pt x="2111549" y="2034713"/>
                  </a:lnTo>
                  <a:lnTo>
                    <a:pt x="2115388" y="2038550"/>
                  </a:lnTo>
                  <a:lnTo>
                    <a:pt x="2115388" y="2043069"/>
                  </a:lnTo>
                  <a:lnTo>
                    <a:pt x="2115388" y="2192604"/>
                  </a:lnTo>
                  <a:lnTo>
                    <a:pt x="2115386" y="2197121"/>
                  </a:lnTo>
                  <a:lnTo>
                    <a:pt x="2111550" y="2200671"/>
                  </a:lnTo>
                  <a:lnTo>
                    <a:pt x="2107031" y="2200671"/>
                  </a:lnTo>
                  <a:lnTo>
                    <a:pt x="467621" y="2200671"/>
                  </a:lnTo>
                  <a:lnTo>
                    <a:pt x="463103" y="2200671"/>
                  </a:lnTo>
                  <a:lnTo>
                    <a:pt x="459265" y="2197121"/>
                  </a:lnTo>
                  <a:lnTo>
                    <a:pt x="459265" y="2192604"/>
                  </a:lnTo>
                  <a:lnTo>
                    <a:pt x="459265" y="2043069"/>
                  </a:lnTo>
                  <a:lnTo>
                    <a:pt x="459265" y="2038551"/>
                  </a:lnTo>
                  <a:lnTo>
                    <a:pt x="463103" y="2034713"/>
                  </a:lnTo>
                  <a:lnTo>
                    <a:pt x="467621" y="2034713"/>
                  </a:lnTo>
                </a:path>
                <a:path w="2574925" h="2640329">
                  <a:moveTo>
                    <a:pt x="467621" y="2449032"/>
                  </a:moveTo>
                  <a:lnTo>
                    <a:pt x="2107031" y="2449032"/>
                  </a:lnTo>
                  <a:lnTo>
                    <a:pt x="2111549" y="2449032"/>
                  </a:lnTo>
                  <a:lnTo>
                    <a:pt x="2115388" y="2452870"/>
                  </a:lnTo>
                  <a:lnTo>
                    <a:pt x="2115388" y="2457387"/>
                  </a:lnTo>
                  <a:lnTo>
                    <a:pt x="2115388" y="2606922"/>
                  </a:lnTo>
                  <a:lnTo>
                    <a:pt x="2115386" y="2611440"/>
                  </a:lnTo>
                  <a:lnTo>
                    <a:pt x="2111550" y="2614989"/>
                  </a:lnTo>
                  <a:lnTo>
                    <a:pt x="2107031" y="2614989"/>
                  </a:lnTo>
                  <a:lnTo>
                    <a:pt x="467621" y="2614989"/>
                  </a:lnTo>
                  <a:lnTo>
                    <a:pt x="463103" y="2614989"/>
                  </a:lnTo>
                  <a:lnTo>
                    <a:pt x="459265" y="2611440"/>
                  </a:lnTo>
                  <a:lnTo>
                    <a:pt x="459265" y="2606922"/>
                  </a:lnTo>
                  <a:lnTo>
                    <a:pt x="459265" y="2457387"/>
                  </a:lnTo>
                  <a:lnTo>
                    <a:pt x="459265" y="2452870"/>
                  </a:lnTo>
                  <a:lnTo>
                    <a:pt x="463103" y="2449032"/>
                  </a:lnTo>
                  <a:lnTo>
                    <a:pt x="467621" y="2449032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3942" y="2297071"/>
              <a:ext cx="1968113" cy="20204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60762" y="2388387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9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3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6" y="1257568"/>
                  </a:lnTo>
                  <a:lnTo>
                    <a:pt x="892003" y="932958"/>
                  </a:lnTo>
                  <a:lnTo>
                    <a:pt x="829970" y="932958"/>
                  </a:lnTo>
                  <a:lnTo>
                    <a:pt x="805243" y="926297"/>
                  </a:lnTo>
                  <a:lnTo>
                    <a:pt x="783857" y="910597"/>
                  </a:lnTo>
                  <a:lnTo>
                    <a:pt x="769089" y="886582"/>
                  </a:lnTo>
                  <a:lnTo>
                    <a:pt x="764824" y="859707"/>
                  </a:lnTo>
                  <a:lnTo>
                    <a:pt x="770953" y="833196"/>
                  </a:lnTo>
                  <a:lnTo>
                    <a:pt x="787361" y="810270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171601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3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7" y="320270"/>
                  </a:lnTo>
                  <a:lnTo>
                    <a:pt x="729181" y="273817"/>
                  </a:lnTo>
                  <a:lnTo>
                    <a:pt x="713627" y="258618"/>
                  </a:lnTo>
                  <a:lnTo>
                    <a:pt x="700929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1" y="791236"/>
                  </a:lnTo>
                  <a:lnTo>
                    <a:pt x="864763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2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70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3" y="441096"/>
                  </a:lnTo>
                  <a:lnTo>
                    <a:pt x="0" y="454363"/>
                  </a:lnTo>
                  <a:lnTo>
                    <a:pt x="1137" y="461583"/>
                  </a:lnTo>
                  <a:lnTo>
                    <a:pt x="5082" y="468018"/>
                  </a:lnTo>
                  <a:lnTo>
                    <a:pt x="168588" y="643356"/>
                  </a:lnTo>
                  <a:lnTo>
                    <a:pt x="174732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2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60763" y="2388386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67021" y="346320"/>
            <a:ext cx="4830122" cy="1160574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123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50" dirty="0">
                <a:latin typeface="Arial"/>
                <a:cs typeface="Arial"/>
              </a:rPr>
              <a:t>Análisis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sentimientos</a:t>
            </a:r>
            <a:endParaRPr sz="2800" dirty="0">
              <a:latin typeface="Arial"/>
              <a:cs typeface="Arial"/>
            </a:endParaRPr>
          </a:p>
          <a:p>
            <a:pPr marL="360045" indent="-285115">
              <a:lnSpc>
                <a:spcPct val="100000"/>
              </a:lnSpc>
              <a:spcBef>
                <a:spcPts val="1090"/>
              </a:spcBef>
              <a:buFont typeface="Lucida Grande"/>
              <a:buChar char="▪"/>
              <a:tabLst>
                <a:tab pos="360045" algn="l"/>
              </a:tabLst>
            </a:pPr>
            <a:r>
              <a:rPr sz="2800" spc="-145" dirty="0" err="1">
                <a:latin typeface="Arial"/>
                <a:cs typeface="Arial"/>
              </a:rPr>
              <a:t>Extracción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eventos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01910" y="416906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76963" y="816956"/>
            <a:ext cx="227266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ts val="4695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12700">
              <a:lnSpc>
                <a:spcPts val="3254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Texto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579062" y="4039857"/>
            <a:ext cx="173420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415" dirty="0">
                <a:latin typeface="Arial"/>
                <a:cs typeface="Arial"/>
              </a:rPr>
              <a:t>SCHOOL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30" dirty="0">
                <a:latin typeface="Arial"/>
                <a:cs typeface="Arial"/>
              </a:rPr>
              <a:t>BU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4928" y="732287"/>
            <a:ext cx="6037671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50" dirty="0">
                <a:latin typeface="Arial"/>
                <a:cs typeface="Arial"/>
              </a:rPr>
              <a:t>Extracción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textos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50" dirty="0">
                <a:latin typeface="Arial"/>
                <a:cs typeface="Arial"/>
              </a:rPr>
              <a:t>y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55" dirty="0">
                <a:latin typeface="Arial"/>
                <a:cs typeface="Arial"/>
              </a:rPr>
              <a:t>objetos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722651" y="3950116"/>
            <a:ext cx="1595253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45" dirty="0">
                <a:latin typeface="Arial"/>
                <a:cs typeface="Arial"/>
              </a:rPr>
              <a:t>Transporte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119396" y="4478435"/>
            <a:ext cx="108422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00" dirty="0">
                <a:latin typeface="Arial"/>
                <a:cs typeface="Arial"/>
              </a:rPr>
              <a:t>Escolar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9528" y="680802"/>
            <a:ext cx="4945357" cy="98234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90" dirty="0">
                <a:latin typeface="Arial"/>
                <a:cs typeface="Arial"/>
              </a:rPr>
              <a:t>Entendimiento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imágenes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1348" y="2549462"/>
            <a:ext cx="3774607" cy="259403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162213" y="2352743"/>
            <a:ext cx="5591810" cy="2803525"/>
            <a:chOff x="3162213" y="2352743"/>
            <a:chExt cx="5591810" cy="2803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2213" y="2487939"/>
              <a:ext cx="2543214" cy="26555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3013" y="2515740"/>
              <a:ext cx="2442210" cy="2628265"/>
            </a:xfrm>
            <a:custGeom>
              <a:avLst/>
              <a:gdLst/>
              <a:ahLst/>
              <a:cxnLst/>
              <a:rect l="l" t="t" r="r" b="b"/>
              <a:pathLst>
                <a:path w="2442210" h="2628265">
                  <a:moveTo>
                    <a:pt x="0" y="2627759"/>
                  </a:moveTo>
                  <a:lnTo>
                    <a:pt x="0" y="0"/>
                  </a:lnTo>
                  <a:lnTo>
                    <a:pt x="2441614" y="0"/>
                  </a:lnTo>
                  <a:lnTo>
                    <a:pt x="2441614" y="26277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1887" y="2352743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780128" y="4112888"/>
            <a:ext cx="114319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5" dirty="0">
                <a:latin typeface="Arial"/>
                <a:cs typeface="Arial"/>
              </a:rPr>
              <a:t>Ricardo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131236" y="4515920"/>
            <a:ext cx="982886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15" dirty="0">
                <a:latin typeface="Arial"/>
                <a:cs typeface="Arial"/>
              </a:rPr>
              <a:t>García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09529" y="680802"/>
            <a:ext cx="466090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95" dirty="0">
                <a:solidFill>
                  <a:srgbClr val="A7A7A7"/>
                </a:solidFill>
                <a:latin typeface="Arial"/>
                <a:cs typeface="Arial"/>
              </a:rPr>
              <a:t>Entendimiento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A7A7A7"/>
                </a:solidFill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35" dirty="0">
                <a:latin typeface="Arial"/>
                <a:cs typeface="Arial"/>
              </a:rPr>
              <a:t>Reconocimiento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facial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48752" y="2543642"/>
            <a:ext cx="2370282" cy="259985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14"/>
            <a:ext cx="8965565" cy="5155565"/>
            <a:chOff x="0" y="814"/>
            <a:chExt cx="8965565" cy="5155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4"/>
              <a:ext cx="8965151" cy="51426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1887" y="2352742"/>
              <a:ext cx="1968113" cy="20204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79992" y="360504"/>
            <a:ext cx="5464810" cy="1831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334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ts val="3345"/>
              </a:lnSpc>
              <a:buFont typeface="Lucida Grande"/>
              <a:buChar char="▪"/>
              <a:tabLst>
                <a:tab pos="352425" algn="l"/>
              </a:tabLst>
            </a:pPr>
            <a:r>
              <a:rPr sz="2800" spc="-95" dirty="0">
                <a:solidFill>
                  <a:srgbClr val="A7A7A7"/>
                </a:solidFill>
                <a:latin typeface="Arial"/>
                <a:cs typeface="Arial"/>
              </a:rPr>
              <a:t>Entendimiento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A7A7A7"/>
                </a:solidFill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Reconocimiento</a:t>
            </a:r>
            <a:r>
              <a:rPr sz="2800" spc="-10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facial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Arial"/>
                <a:cs typeface="Arial"/>
              </a:rPr>
              <a:t>imágenes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geoespaciales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CF9B4A-E65A-559C-9C91-CA3F2457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39AA084-744D-2E2E-2500-13C32B7586F4}"/>
              </a:ext>
            </a:extLst>
          </p:cNvPr>
          <p:cNvGrpSpPr/>
          <p:nvPr/>
        </p:nvGrpSpPr>
        <p:grpSpPr>
          <a:xfrm>
            <a:off x="0" y="814"/>
            <a:ext cx="8965565" cy="5155565"/>
            <a:chOff x="0" y="814"/>
            <a:chExt cx="8965565" cy="515556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A5AB83-392C-FC43-FBC3-F5C0FEEB582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4"/>
              <a:ext cx="8965151" cy="5142685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7DFC679-1255-6E56-E53B-66194296E06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5925" y="2531034"/>
              <a:ext cx="3127961" cy="2612465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CF81134-97FF-035F-CDB2-3A3B46E1A459}"/>
                </a:ext>
              </a:extLst>
            </p:cNvPr>
            <p:cNvSpPr/>
            <p:nvPr/>
          </p:nvSpPr>
          <p:spPr>
            <a:xfrm>
              <a:off x="5676725" y="2558834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3026361" y="0"/>
                  </a:moveTo>
                  <a:lnTo>
                    <a:pt x="0" y="0"/>
                  </a:lnTo>
                  <a:lnTo>
                    <a:pt x="0" y="2584665"/>
                  </a:lnTo>
                  <a:lnTo>
                    <a:pt x="3026361" y="2584665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E064FE7-C393-D114-EE73-EE4F3E5CD79A}"/>
                </a:ext>
              </a:extLst>
            </p:cNvPr>
            <p:cNvSpPr/>
            <p:nvPr/>
          </p:nvSpPr>
          <p:spPr>
            <a:xfrm>
              <a:off x="5676725" y="2558835"/>
              <a:ext cx="3026410" cy="2585085"/>
            </a:xfrm>
            <a:custGeom>
              <a:avLst/>
              <a:gdLst/>
              <a:ahLst/>
              <a:cxnLst/>
              <a:rect l="l" t="t" r="r" b="b"/>
              <a:pathLst>
                <a:path w="3026409" h="2585085">
                  <a:moveTo>
                    <a:pt x="0" y="2584664"/>
                  </a:moveTo>
                  <a:lnTo>
                    <a:pt x="0" y="0"/>
                  </a:lnTo>
                  <a:lnTo>
                    <a:pt x="3026361" y="0"/>
                  </a:lnTo>
                  <a:lnTo>
                    <a:pt x="3026361" y="2584664"/>
                  </a:lnTo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943C702B-83A0-B9DA-1134-EBBDA137153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91887" y="2352742"/>
              <a:ext cx="1968113" cy="2020482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C0CD4A-D0C1-22B6-03AE-B4C15914A4FC}"/>
                </a:ext>
              </a:extLst>
            </p:cNvPr>
            <p:cNvSpPr/>
            <p:nvPr/>
          </p:nvSpPr>
          <p:spPr>
            <a:xfrm>
              <a:off x="5708708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6"/>
                  </a:moveTo>
                  <a:lnTo>
                    <a:pt x="230530" y="684689"/>
                  </a:lnTo>
                  <a:lnTo>
                    <a:pt x="265225" y="725447"/>
                  </a:lnTo>
                  <a:lnTo>
                    <a:pt x="359690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8" y="910598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69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0" y="791236"/>
                  </a:lnTo>
                  <a:lnTo>
                    <a:pt x="1239856" y="724463"/>
                  </a:lnTo>
                  <a:lnTo>
                    <a:pt x="1017740" y="537808"/>
                  </a:lnTo>
                  <a:lnTo>
                    <a:pt x="847806" y="385782"/>
                  </a:lnTo>
                  <a:lnTo>
                    <a:pt x="739166" y="283490"/>
                  </a:lnTo>
                  <a:lnTo>
                    <a:pt x="700928" y="246036"/>
                  </a:lnTo>
                  <a:close/>
                </a:path>
                <a:path w="1510029" h="1583689">
                  <a:moveTo>
                    <a:pt x="1261590" y="791236"/>
                  </a:moveTo>
                  <a:lnTo>
                    <a:pt x="838250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481" y="886583"/>
                  </a:lnTo>
                  <a:lnTo>
                    <a:pt x="889207" y="909012"/>
                  </a:lnTo>
                  <a:lnTo>
                    <a:pt x="1205153" y="1247824"/>
                  </a:lnTo>
                  <a:lnTo>
                    <a:pt x="1510012" y="1554450"/>
                  </a:lnTo>
                  <a:lnTo>
                    <a:pt x="1261590" y="791236"/>
                  </a:lnTo>
                  <a:close/>
                </a:path>
                <a:path w="1510029" h="1583689">
                  <a:moveTo>
                    <a:pt x="878758" y="918755"/>
                  </a:moveTo>
                  <a:lnTo>
                    <a:pt x="855365" y="930478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5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5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2"/>
                  </a:lnTo>
                  <a:lnTo>
                    <a:pt x="195510" y="644297"/>
                  </a:lnTo>
                  <a:lnTo>
                    <a:pt x="663077" y="208283"/>
                  </a:lnTo>
                  <a:lnTo>
                    <a:pt x="667461" y="202140"/>
                  </a:lnTo>
                  <a:lnTo>
                    <a:pt x="669099" y="195017"/>
                  </a:lnTo>
                  <a:lnTo>
                    <a:pt x="667961" y="187796"/>
                  </a:lnTo>
                  <a:lnTo>
                    <a:pt x="664018" y="181360"/>
                  </a:lnTo>
                  <a:lnTo>
                    <a:pt x="500512" y="6023"/>
                  </a:lnTo>
                  <a:lnTo>
                    <a:pt x="494368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55CD037-0DFF-1358-FD64-9217562EEE1B}"/>
                </a:ext>
              </a:extLst>
            </p:cNvPr>
            <p:cNvSpPr/>
            <p:nvPr/>
          </p:nvSpPr>
          <p:spPr>
            <a:xfrm>
              <a:off x="5708707" y="2444058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B9679A8C-4211-A019-1D05-63A3020B8830}"/>
              </a:ext>
            </a:extLst>
          </p:cNvPr>
          <p:cNvSpPr txBox="1"/>
          <p:nvPr/>
        </p:nvSpPr>
        <p:spPr>
          <a:xfrm rot="18960000">
            <a:off x="5650326" y="3712644"/>
            <a:ext cx="3369657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125" dirty="0">
                <a:latin typeface="Arial"/>
                <a:cs typeface="Arial"/>
              </a:rPr>
              <a:t>Contaminación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spc="-95" dirty="0">
                <a:latin typeface="Arial"/>
                <a:cs typeface="Arial"/>
              </a:rPr>
              <a:t>lumínica</a:t>
            </a:r>
            <a:endParaRPr sz="2700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3CE4A72-8AA2-E25E-81BC-698B7F96D8D6}"/>
              </a:ext>
            </a:extLst>
          </p:cNvPr>
          <p:cNvSpPr txBox="1"/>
          <p:nvPr/>
        </p:nvSpPr>
        <p:spPr>
          <a:xfrm rot="18960000">
            <a:off x="6817420" y="4050040"/>
            <a:ext cx="1684989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65"/>
              </a:lnSpc>
            </a:pPr>
            <a:r>
              <a:rPr sz="2700" spc="-140" dirty="0">
                <a:latin typeface="Arial"/>
                <a:cs typeface="Arial"/>
              </a:rPr>
              <a:t>34176.7341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2B8BF99-FB68-3FF5-103F-7B3D2DCEFF08}"/>
              </a:ext>
            </a:extLst>
          </p:cNvPr>
          <p:cNvSpPr txBox="1"/>
          <p:nvPr/>
        </p:nvSpPr>
        <p:spPr>
          <a:xfrm>
            <a:off x="3279992" y="360504"/>
            <a:ext cx="5464810" cy="1831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indent="-285115">
              <a:lnSpc>
                <a:spcPts val="3345"/>
              </a:lnSpc>
              <a:spcBef>
                <a:spcPts val="100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45" dirty="0">
                <a:solidFill>
                  <a:srgbClr val="A7A7A7"/>
                </a:solidFill>
                <a:latin typeface="Arial"/>
                <a:cs typeface="Arial"/>
              </a:rPr>
              <a:t>Extracción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A7A7A7"/>
                </a:solidFill>
                <a:latin typeface="Arial"/>
                <a:cs typeface="Arial"/>
              </a:rPr>
              <a:t>textos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y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objetos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ts val="3345"/>
              </a:lnSpc>
              <a:buFont typeface="Lucida Grande"/>
              <a:buChar char="▪"/>
              <a:tabLst>
                <a:tab pos="352425" algn="l"/>
              </a:tabLst>
            </a:pPr>
            <a:r>
              <a:rPr sz="2800" spc="-95" dirty="0">
                <a:solidFill>
                  <a:srgbClr val="A7A7A7"/>
                </a:solidFill>
                <a:latin typeface="Arial"/>
                <a:cs typeface="Arial"/>
              </a:rPr>
              <a:t>Entendimiento</a:t>
            </a:r>
            <a:r>
              <a:rPr sz="2800" spc="-13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A7A7A7"/>
                </a:solidFill>
                <a:latin typeface="Arial"/>
                <a:cs typeface="Arial"/>
              </a:rPr>
              <a:t>imágenes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Reconocimiento</a:t>
            </a:r>
            <a:r>
              <a:rPr sz="2800" spc="-105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facial</a:t>
            </a:r>
            <a:endParaRPr sz="2800">
              <a:latin typeface="Arial"/>
              <a:cs typeface="Arial"/>
            </a:endParaRPr>
          </a:p>
          <a:p>
            <a:pPr marL="35242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52425" algn="l"/>
              </a:tabLst>
            </a:pPr>
            <a:r>
              <a:rPr sz="2800" spc="-150" dirty="0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FFFFFF"/>
                </a:solidFill>
                <a:latin typeface="Arial"/>
                <a:cs typeface="Arial"/>
              </a:rPr>
              <a:t>imágenes</a:t>
            </a:r>
            <a:r>
              <a:rPr sz="2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FFFFFF"/>
                </a:solidFill>
                <a:latin typeface="Arial"/>
                <a:cs typeface="Arial"/>
              </a:rPr>
              <a:t>geoespaciales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87354E9-A96B-D381-CF27-B4E42A9C004E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CF7A7A4-9CF4-E5B0-5FFA-D1CC471F7C3F}"/>
              </a:ext>
            </a:extLst>
          </p:cNvPr>
          <p:cNvSpPr txBox="1"/>
          <p:nvPr/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Aprendizaje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2222B36-091D-5C1F-2888-6BE6E1C20C24}"/>
              </a:ext>
            </a:extLst>
          </p:cNvPr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Imagenes</a:t>
            </a:r>
            <a:endParaRPr sz="280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4950309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0" y="2616200"/>
            <a:ext cx="3810000" cy="21463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266713" y="3981684"/>
            <a:ext cx="877569" cy="1162050"/>
          </a:xfrm>
          <a:custGeom>
            <a:avLst/>
            <a:gdLst/>
            <a:ahLst/>
            <a:cxnLst/>
            <a:rect l="l" t="t" r="r" b="b"/>
            <a:pathLst>
              <a:path w="877570" h="1162050">
                <a:moveTo>
                  <a:pt x="409744" y="860415"/>
                </a:moveTo>
                <a:lnTo>
                  <a:pt x="361614" y="863065"/>
                </a:lnTo>
                <a:lnTo>
                  <a:pt x="315025" y="870829"/>
                </a:lnTo>
                <a:lnTo>
                  <a:pt x="270261" y="883425"/>
                </a:lnTo>
                <a:lnTo>
                  <a:pt x="227603" y="900570"/>
                </a:lnTo>
                <a:lnTo>
                  <a:pt x="187333" y="921983"/>
                </a:lnTo>
                <a:lnTo>
                  <a:pt x="149733" y="947382"/>
                </a:lnTo>
                <a:lnTo>
                  <a:pt x="115084" y="976484"/>
                </a:lnTo>
                <a:lnTo>
                  <a:pt x="83670" y="1009008"/>
                </a:lnTo>
                <a:lnTo>
                  <a:pt x="55771" y="1044671"/>
                </a:lnTo>
                <a:lnTo>
                  <a:pt x="31670" y="1083193"/>
                </a:lnTo>
                <a:lnTo>
                  <a:pt x="11648" y="1124291"/>
                </a:lnTo>
                <a:lnTo>
                  <a:pt x="0" y="1161815"/>
                </a:lnTo>
                <a:lnTo>
                  <a:pt x="819488" y="1161815"/>
                </a:lnTo>
                <a:lnTo>
                  <a:pt x="807839" y="1124291"/>
                </a:lnTo>
                <a:lnTo>
                  <a:pt x="787817" y="1083193"/>
                </a:lnTo>
                <a:lnTo>
                  <a:pt x="763716" y="1044671"/>
                </a:lnTo>
                <a:lnTo>
                  <a:pt x="735817" y="1009008"/>
                </a:lnTo>
                <a:lnTo>
                  <a:pt x="704402" y="976484"/>
                </a:lnTo>
                <a:lnTo>
                  <a:pt x="669754" y="947382"/>
                </a:lnTo>
                <a:lnTo>
                  <a:pt x="632154" y="921983"/>
                </a:lnTo>
                <a:lnTo>
                  <a:pt x="591884" y="900570"/>
                </a:lnTo>
                <a:lnTo>
                  <a:pt x="549226" y="883425"/>
                </a:lnTo>
                <a:lnTo>
                  <a:pt x="504462" y="870829"/>
                </a:lnTo>
                <a:lnTo>
                  <a:pt x="457874" y="863065"/>
                </a:lnTo>
                <a:lnTo>
                  <a:pt x="409744" y="860415"/>
                </a:lnTo>
                <a:close/>
              </a:path>
              <a:path w="877570" h="1162050">
                <a:moveTo>
                  <a:pt x="877288" y="0"/>
                </a:moveTo>
                <a:lnTo>
                  <a:pt x="826727" y="5097"/>
                </a:lnTo>
                <a:lnTo>
                  <a:pt x="782205" y="16725"/>
                </a:lnTo>
                <a:lnTo>
                  <a:pt x="739686" y="32837"/>
                </a:lnTo>
                <a:lnTo>
                  <a:pt x="699441" y="53161"/>
                </a:lnTo>
                <a:lnTo>
                  <a:pt x="661742" y="77425"/>
                </a:lnTo>
                <a:lnTo>
                  <a:pt x="626859" y="105358"/>
                </a:lnTo>
                <a:lnTo>
                  <a:pt x="595065" y="136689"/>
                </a:lnTo>
                <a:lnTo>
                  <a:pt x="566629" y="171147"/>
                </a:lnTo>
                <a:lnTo>
                  <a:pt x="541825" y="208460"/>
                </a:lnTo>
                <a:lnTo>
                  <a:pt x="520922" y="248358"/>
                </a:lnTo>
                <a:lnTo>
                  <a:pt x="504191" y="290569"/>
                </a:lnTo>
                <a:lnTo>
                  <a:pt x="491906" y="334821"/>
                </a:lnTo>
                <a:lnTo>
                  <a:pt x="484335" y="380844"/>
                </a:lnTo>
                <a:lnTo>
                  <a:pt x="481751" y="428367"/>
                </a:lnTo>
                <a:lnTo>
                  <a:pt x="484335" y="475889"/>
                </a:lnTo>
                <a:lnTo>
                  <a:pt x="491906" y="521912"/>
                </a:lnTo>
                <a:lnTo>
                  <a:pt x="504191" y="566165"/>
                </a:lnTo>
                <a:lnTo>
                  <a:pt x="520922" y="608376"/>
                </a:lnTo>
                <a:lnTo>
                  <a:pt x="541825" y="648274"/>
                </a:lnTo>
                <a:lnTo>
                  <a:pt x="566629" y="685587"/>
                </a:lnTo>
                <a:lnTo>
                  <a:pt x="595065" y="720045"/>
                </a:lnTo>
                <a:lnTo>
                  <a:pt x="626859" y="751376"/>
                </a:lnTo>
                <a:lnTo>
                  <a:pt x="661742" y="779309"/>
                </a:lnTo>
                <a:lnTo>
                  <a:pt x="699441" y="803573"/>
                </a:lnTo>
                <a:lnTo>
                  <a:pt x="739686" y="823897"/>
                </a:lnTo>
                <a:lnTo>
                  <a:pt x="782205" y="840009"/>
                </a:lnTo>
                <a:lnTo>
                  <a:pt x="826727" y="851638"/>
                </a:lnTo>
                <a:lnTo>
                  <a:pt x="877288" y="856735"/>
                </a:lnTo>
                <a:lnTo>
                  <a:pt x="877288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449425" y="2117706"/>
            <a:ext cx="5591810" cy="3011805"/>
            <a:chOff x="3449425" y="2117706"/>
            <a:chExt cx="5591810" cy="301180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9425" y="2303703"/>
              <a:ext cx="2543214" cy="2825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0225" y="2331502"/>
              <a:ext cx="2442210" cy="2724150"/>
            </a:xfrm>
            <a:custGeom>
              <a:avLst/>
              <a:gdLst/>
              <a:ahLst/>
              <a:cxnLst/>
              <a:rect l="l" t="t" r="r" b="b"/>
              <a:pathLst>
                <a:path w="2442210" h="2724150">
                  <a:moveTo>
                    <a:pt x="0" y="0"/>
                  </a:moveTo>
                  <a:lnTo>
                    <a:pt x="2441614" y="0"/>
                  </a:lnTo>
                  <a:lnTo>
                    <a:pt x="2441614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136" y="2295997"/>
              <a:ext cx="3127961" cy="28256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3026361" y="0"/>
                  </a:moveTo>
                  <a:lnTo>
                    <a:pt x="0" y="0"/>
                  </a:lnTo>
                  <a:lnTo>
                    <a:pt x="0" y="2724030"/>
                  </a:lnTo>
                  <a:lnTo>
                    <a:pt x="3026361" y="2724030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0" y="0"/>
                  </a:moveTo>
                  <a:lnTo>
                    <a:pt x="3026361" y="0"/>
                  </a:lnTo>
                  <a:lnTo>
                    <a:pt x="3026361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9098" y="2117706"/>
              <a:ext cx="1968113" cy="20204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95918" y="2209021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2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5" y="1257568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3" y="926297"/>
                  </a:lnTo>
                  <a:lnTo>
                    <a:pt x="783858" y="910597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70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017740" y="537807"/>
                  </a:lnTo>
                  <a:lnTo>
                    <a:pt x="847806" y="385782"/>
                  </a:lnTo>
                  <a:lnTo>
                    <a:pt x="739166" y="283489"/>
                  </a:lnTo>
                  <a:lnTo>
                    <a:pt x="700928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0" y="791236"/>
                  </a:lnTo>
                  <a:lnTo>
                    <a:pt x="864762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3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6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9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1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5918" y="2209020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 rot="18960000">
            <a:off x="6571490" y="3452268"/>
            <a:ext cx="257672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70" dirty="0">
                <a:latin typeface="Arial"/>
                <a:cs typeface="Arial"/>
              </a:rPr>
              <a:t>Próxima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estación: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18960000">
            <a:off x="7048478" y="4177118"/>
            <a:ext cx="149823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229" dirty="0">
                <a:latin typeface="Arial"/>
                <a:cs typeface="Arial"/>
              </a:rPr>
              <a:t>Esperanza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Audio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4302" y="561543"/>
            <a:ext cx="4060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35" dirty="0">
                <a:latin typeface="Arial"/>
                <a:cs typeface="Arial"/>
              </a:rPr>
              <a:t>Reconocimiento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de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audio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49425" y="2117706"/>
            <a:ext cx="5591810" cy="3011805"/>
            <a:chOff x="3449425" y="2117706"/>
            <a:chExt cx="5591810" cy="3011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0" y="2616200"/>
              <a:ext cx="3810000" cy="2146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9425" y="2303703"/>
              <a:ext cx="2543214" cy="28256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00225" y="2331502"/>
              <a:ext cx="2442210" cy="2724150"/>
            </a:xfrm>
            <a:custGeom>
              <a:avLst/>
              <a:gdLst/>
              <a:ahLst/>
              <a:cxnLst/>
              <a:rect l="l" t="t" r="r" b="b"/>
              <a:pathLst>
                <a:path w="2442210" h="2724150">
                  <a:moveTo>
                    <a:pt x="0" y="0"/>
                  </a:moveTo>
                  <a:lnTo>
                    <a:pt x="2441614" y="0"/>
                  </a:lnTo>
                  <a:lnTo>
                    <a:pt x="2441614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136" y="2295997"/>
              <a:ext cx="3127961" cy="282563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3026361" y="0"/>
                  </a:moveTo>
                  <a:lnTo>
                    <a:pt x="0" y="0"/>
                  </a:lnTo>
                  <a:lnTo>
                    <a:pt x="0" y="2724030"/>
                  </a:lnTo>
                  <a:lnTo>
                    <a:pt x="3026361" y="2724030"/>
                  </a:lnTo>
                  <a:lnTo>
                    <a:pt x="30263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3936" y="2323797"/>
              <a:ext cx="3026410" cy="2724150"/>
            </a:xfrm>
            <a:custGeom>
              <a:avLst/>
              <a:gdLst/>
              <a:ahLst/>
              <a:cxnLst/>
              <a:rect l="l" t="t" r="r" b="b"/>
              <a:pathLst>
                <a:path w="3026409" h="2724150">
                  <a:moveTo>
                    <a:pt x="0" y="0"/>
                  </a:moveTo>
                  <a:lnTo>
                    <a:pt x="3026361" y="0"/>
                  </a:lnTo>
                  <a:lnTo>
                    <a:pt x="3026361" y="2724030"/>
                  </a:lnTo>
                  <a:lnTo>
                    <a:pt x="0" y="272403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9098" y="2117706"/>
              <a:ext cx="1968113" cy="202048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95918" y="2209021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700928" y="246035"/>
                  </a:moveTo>
                  <a:lnTo>
                    <a:pt x="230531" y="684688"/>
                  </a:lnTo>
                  <a:lnTo>
                    <a:pt x="265227" y="725447"/>
                  </a:lnTo>
                  <a:lnTo>
                    <a:pt x="359691" y="840959"/>
                  </a:lnTo>
                  <a:lnTo>
                    <a:pt x="499492" y="1021083"/>
                  </a:lnTo>
                  <a:lnTo>
                    <a:pt x="670199" y="1255677"/>
                  </a:lnTo>
                  <a:lnTo>
                    <a:pt x="1479320" y="1583071"/>
                  </a:lnTo>
                  <a:lnTo>
                    <a:pt x="1194705" y="1257568"/>
                  </a:lnTo>
                  <a:lnTo>
                    <a:pt x="892003" y="932958"/>
                  </a:lnTo>
                  <a:lnTo>
                    <a:pt x="829969" y="932958"/>
                  </a:lnTo>
                  <a:lnTo>
                    <a:pt x="805243" y="926297"/>
                  </a:lnTo>
                  <a:lnTo>
                    <a:pt x="783858" y="910597"/>
                  </a:lnTo>
                  <a:lnTo>
                    <a:pt x="769088" y="886583"/>
                  </a:lnTo>
                  <a:lnTo>
                    <a:pt x="764824" y="859708"/>
                  </a:lnTo>
                  <a:lnTo>
                    <a:pt x="770952" y="833196"/>
                  </a:lnTo>
                  <a:lnTo>
                    <a:pt x="787360" y="810270"/>
                  </a:lnTo>
                  <a:lnTo>
                    <a:pt x="811376" y="795500"/>
                  </a:lnTo>
                  <a:lnTo>
                    <a:pt x="838250" y="791236"/>
                  </a:lnTo>
                  <a:lnTo>
                    <a:pt x="1261591" y="791236"/>
                  </a:lnTo>
                  <a:lnTo>
                    <a:pt x="1239856" y="724462"/>
                  </a:lnTo>
                  <a:lnTo>
                    <a:pt x="1017740" y="537807"/>
                  </a:lnTo>
                  <a:lnTo>
                    <a:pt x="847806" y="385782"/>
                  </a:lnTo>
                  <a:lnTo>
                    <a:pt x="739166" y="283489"/>
                  </a:lnTo>
                  <a:lnTo>
                    <a:pt x="700928" y="246035"/>
                  </a:lnTo>
                  <a:close/>
                </a:path>
                <a:path w="1510029" h="1583689">
                  <a:moveTo>
                    <a:pt x="1261591" y="791236"/>
                  </a:moveTo>
                  <a:lnTo>
                    <a:pt x="838250" y="791236"/>
                  </a:lnTo>
                  <a:lnTo>
                    <a:pt x="864762" y="797364"/>
                  </a:lnTo>
                  <a:lnTo>
                    <a:pt x="887689" y="813772"/>
                  </a:lnTo>
                  <a:lnTo>
                    <a:pt x="901861" y="836202"/>
                  </a:lnTo>
                  <a:lnTo>
                    <a:pt x="906781" y="861332"/>
                  </a:lnTo>
                  <a:lnTo>
                    <a:pt x="902481" y="886583"/>
                  </a:lnTo>
                  <a:lnTo>
                    <a:pt x="889207" y="909011"/>
                  </a:lnTo>
                  <a:lnTo>
                    <a:pt x="1205155" y="1247824"/>
                  </a:lnTo>
                  <a:lnTo>
                    <a:pt x="1510012" y="1554450"/>
                  </a:lnTo>
                  <a:lnTo>
                    <a:pt x="1261591" y="791236"/>
                  </a:lnTo>
                  <a:close/>
                </a:path>
                <a:path w="1510029" h="1583689">
                  <a:moveTo>
                    <a:pt x="878758" y="918754"/>
                  </a:moveTo>
                  <a:lnTo>
                    <a:pt x="855365" y="930477"/>
                  </a:lnTo>
                  <a:lnTo>
                    <a:pt x="829969" y="932958"/>
                  </a:lnTo>
                  <a:lnTo>
                    <a:pt x="892003" y="932958"/>
                  </a:lnTo>
                  <a:lnTo>
                    <a:pt x="878758" y="918754"/>
                  </a:lnTo>
                  <a:close/>
                </a:path>
                <a:path w="1510029" h="1583689">
                  <a:moveTo>
                    <a:pt x="487245" y="0"/>
                  </a:moveTo>
                  <a:lnTo>
                    <a:pt x="6022" y="441096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9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6" y="648241"/>
                  </a:lnTo>
                  <a:lnTo>
                    <a:pt x="195510" y="644296"/>
                  </a:lnTo>
                  <a:lnTo>
                    <a:pt x="663078" y="208282"/>
                  </a:lnTo>
                  <a:lnTo>
                    <a:pt x="667462" y="202139"/>
                  </a:lnTo>
                  <a:lnTo>
                    <a:pt x="669099" y="195016"/>
                  </a:lnTo>
                  <a:lnTo>
                    <a:pt x="667961" y="187795"/>
                  </a:lnTo>
                  <a:lnTo>
                    <a:pt x="664018" y="181359"/>
                  </a:lnTo>
                  <a:lnTo>
                    <a:pt x="500513" y="6022"/>
                  </a:lnTo>
                  <a:lnTo>
                    <a:pt x="494369" y="1638"/>
                  </a:lnTo>
                  <a:lnTo>
                    <a:pt x="487245" y="0"/>
                  </a:lnTo>
                  <a:close/>
                </a:path>
              </a:pathLst>
            </a:custGeom>
            <a:solidFill>
              <a:srgbClr val="A7C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95918" y="2209020"/>
              <a:ext cx="1510030" cy="1583690"/>
            </a:xfrm>
            <a:custGeom>
              <a:avLst/>
              <a:gdLst/>
              <a:ahLst/>
              <a:cxnLst/>
              <a:rect l="l" t="t" r="r" b="b"/>
              <a:pathLst>
                <a:path w="1510029" h="1583689">
                  <a:moveTo>
                    <a:pt x="6022" y="441096"/>
                  </a:moveTo>
                  <a:lnTo>
                    <a:pt x="1638" y="447239"/>
                  </a:lnTo>
                  <a:lnTo>
                    <a:pt x="0" y="454363"/>
                  </a:lnTo>
                  <a:lnTo>
                    <a:pt x="1137" y="461584"/>
                  </a:lnTo>
                  <a:lnTo>
                    <a:pt x="5082" y="468018"/>
                  </a:lnTo>
                  <a:lnTo>
                    <a:pt x="168587" y="643356"/>
                  </a:lnTo>
                  <a:lnTo>
                    <a:pt x="174731" y="647740"/>
                  </a:lnTo>
                  <a:lnTo>
                    <a:pt x="181855" y="649379"/>
                  </a:lnTo>
                  <a:lnTo>
                    <a:pt x="189075" y="648241"/>
                  </a:lnTo>
                  <a:lnTo>
                    <a:pt x="195510" y="644296"/>
                  </a:lnTo>
                  <a:lnTo>
                    <a:pt x="663077" y="208282"/>
                  </a:lnTo>
                  <a:lnTo>
                    <a:pt x="667461" y="202139"/>
                  </a:lnTo>
                  <a:lnTo>
                    <a:pt x="669099" y="195016"/>
                  </a:lnTo>
                  <a:lnTo>
                    <a:pt x="667961" y="187796"/>
                  </a:lnTo>
                  <a:lnTo>
                    <a:pt x="664017" y="181360"/>
                  </a:lnTo>
                  <a:lnTo>
                    <a:pt x="500512" y="6022"/>
                  </a:lnTo>
                  <a:lnTo>
                    <a:pt x="494369" y="1638"/>
                  </a:lnTo>
                  <a:lnTo>
                    <a:pt x="487245" y="0"/>
                  </a:lnTo>
                  <a:lnTo>
                    <a:pt x="480024" y="1137"/>
                  </a:lnTo>
                  <a:lnTo>
                    <a:pt x="473590" y="5082"/>
                  </a:lnTo>
                  <a:lnTo>
                    <a:pt x="6022" y="441096"/>
                  </a:lnTo>
                  <a:close/>
                </a:path>
                <a:path w="1510029" h="1583689">
                  <a:moveTo>
                    <a:pt x="230531" y="684689"/>
                  </a:moveTo>
                  <a:lnTo>
                    <a:pt x="265226" y="725447"/>
                  </a:lnTo>
                  <a:lnTo>
                    <a:pt x="359691" y="840960"/>
                  </a:lnTo>
                  <a:lnTo>
                    <a:pt x="499492" y="1021084"/>
                  </a:lnTo>
                  <a:lnTo>
                    <a:pt x="670198" y="1255677"/>
                  </a:lnTo>
                  <a:lnTo>
                    <a:pt x="1479319" y="1583071"/>
                  </a:lnTo>
                  <a:lnTo>
                    <a:pt x="1194705" y="1257567"/>
                  </a:lnTo>
                  <a:lnTo>
                    <a:pt x="878758" y="918755"/>
                  </a:lnTo>
                  <a:lnTo>
                    <a:pt x="855365" y="930477"/>
                  </a:lnTo>
                  <a:lnTo>
                    <a:pt x="829969" y="932958"/>
                  </a:lnTo>
                  <a:lnTo>
                    <a:pt x="805242" y="926298"/>
                  </a:lnTo>
                  <a:lnTo>
                    <a:pt x="783857" y="910597"/>
                  </a:lnTo>
                  <a:lnTo>
                    <a:pt x="769088" y="886582"/>
                  </a:lnTo>
                  <a:lnTo>
                    <a:pt x="764824" y="859708"/>
                  </a:lnTo>
                  <a:lnTo>
                    <a:pt x="770953" y="833196"/>
                  </a:lnTo>
                  <a:lnTo>
                    <a:pt x="787361" y="810269"/>
                  </a:lnTo>
                  <a:lnTo>
                    <a:pt x="811376" y="795500"/>
                  </a:lnTo>
                  <a:lnTo>
                    <a:pt x="838251" y="791236"/>
                  </a:lnTo>
                  <a:lnTo>
                    <a:pt x="864762" y="797365"/>
                  </a:lnTo>
                  <a:lnTo>
                    <a:pt x="887689" y="813773"/>
                  </a:lnTo>
                  <a:lnTo>
                    <a:pt x="901861" y="836203"/>
                  </a:lnTo>
                  <a:lnTo>
                    <a:pt x="906781" y="861333"/>
                  </a:lnTo>
                  <a:lnTo>
                    <a:pt x="902534" y="886492"/>
                  </a:lnTo>
                  <a:lnTo>
                    <a:pt x="889206" y="909011"/>
                  </a:lnTo>
                  <a:lnTo>
                    <a:pt x="1205154" y="1247824"/>
                  </a:lnTo>
                  <a:lnTo>
                    <a:pt x="1510011" y="1554450"/>
                  </a:lnTo>
                  <a:lnTo>
                    <a:pt x="1239856" y="724463"/>
                  </a:lnTo>
                  <a:lnTo>
                    <a:pt x="1171600" y="668480"/>
                  </a:lnTo>
                  <a:lnTo>
                    <a:pt x="1107074" y="614443"/>
                  </a:lnTo>
                  <a:lnTo>
                    <a:pt x="1046488" y="562705"/>
                  </a:lnTo>
                  <a:lnTo>
                    <a:pt x="990056" y="513617"/>
                  </a:lnTo>
                  <a:lnTo>
                    <a:pt x="937990" y="467533"/>
                  </a:lnTo>
                  <a:lnTo>
                    <a:pt x="890503" y="424804"/>
                  </a:lnTo>
                  <a:lnTo>
                    <a:pt x="847806" y="385782"/>
                  </a:lnTo>
                  <a:lnTo>
                    <a:pt x="810113" y="350820"/>
                  </a:lnTo>
                  <a:lnTo>
                    <a:pt x="777636" y="320271"/>
                  </a:lnTo>
                  <a:lnTo>
                    <a:pt x="729181" y="273817"/>
                  </a:lnTo>
                  <a:lnTo>
                    <a:pt x="700928" y="246036"/>
                  </a:lnTo>
                  <a:lnTo>
                    <a:pt x="485756" y="446688"/>
                  </a:lnTo>
                  <a:lnTo>
                    <a:pt x="445703" y="484037"/>
                  </a:lnTo>
                  <a:lnTo>
                    <a:pt x="230531" y="684689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18902" y="457647"/>
            <a:ext cx="5063098" cy="108712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91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spc="-135" dirty="0">
                <a:solidFill>
                  <a:srgbClr val="A7A7A7"/>
                </a:solidFill>
                <a:latin typeface="Arial"/>
                <a:cs typeface="Arial"/>
              </a:rPr>
              <a:t>Reconocimiento</a:t>
            </a:r>
            <a:r>
              <a:rPr sz="2800" spc="-120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A7A7A7"/>
                </a:solidFill>
                <a:latin typeface="Arial"/>
                <a:cs typeface="Arial"/>
              </a:rPr>
              <a:t>de</a:t>
            </a:r>
            <a:r>
              <a:rPr sz="2800" spc="-114" dirty="0">
                <a:solidFill>
                  <a:srgbClr val="A7A7A7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A7A7A7"/>
                </a:solidFill>
                <a:latin typeface="Arial"/>
                <a:cs typeface="Arial"/>
              </a:rPr>
              <a:t>audio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819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0" dirty="0">
                <a:latin typeface="Arial"/>
                <a:cs typeface="Arial"/>
              </a:rPr>
              <a:t>Extracción</a:t>
            </a:r>
            <a:r>
              <a:rPr sz="2800" b="1" spc="-135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características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18960000">
            <a:off x="6974937" y="3821472"/>
            <a:ext cx="99355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50" dirty="0">
                <a:latin typeface="Arial"/>
                <a:cs typeface="Arial"/>
              </a:rPr>
              <a:t>Alegre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86786" y="518758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6786" y="918808"/>
            <a:ext cx="22479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3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  <a:p>
            <a:pPr marL="51435">
              <a:lnSpc>
                <a:spcPts val="299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Audio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266713" y="3981684"/>
            <a:ext cx="877569" cy="1162050"/>
          </a:xfrm>
          <a:custGeom>
            <a:avLst/>
            <a:gdLst/>
            <a:ahLst/>
            <a:cxnLst/>
            <a:rect l="l" t="t" r="r" b="b"/>
            <a:pathLst>
              <a:path w="877570" h="1162050">
                <a:moveTo>
                  <a:pt x="409744" y="860415"/>
                </a:moveTo>
                <a:lnTo>
                  <a:pt x="361614" y="863065"/>
                </a:lnTo>
                <a:lnTo>
                  <a:pt x="315025" y="870829"/>
                </a:lnTo>
                <a:lnTo>
                  <a:pt x="270261" y="883425"/>
                </a:lnTo>
                <a:lnTo>
                  <a:pt x="227603" y="900570"/>
                </a:lnTo>
                <a:lnTo>
                  <a:pt x="187333" y="921983"/>
                </a:lnTo>
                <a:lnTo>
                  <a:pt x="149733" y="947382"/>
                </a:lnTo>
                <a:lnTo>
                  <a:pt x="115084" y="976484"/>
                </a:lnTo>
                <a:lnTo>
                  <a:pt x="83670" y="1009008"/>
                </a:lnTo>
                <a:lnTo>
                  <a:pt x="55771" y="1044671"/>
                </a:lnTo>
                <a:lnTo>
                  <a:pt x="31670" y="1083193"/>
                </a:lnTo>
                <a:lnTo>
                  <a:pt x="11648" y="1124291"/>
                </a:lnTo>
                <a:lnTo>
                  <a:pt x="0" y="1161815"/>
                </a:lnTo>
                <a:lnTo>
                  <a:pt x="819488" y="1161815"/>
                </a:lnTo>
                <a:lnTo>
                  <a:pt x="807839" y="1124291"/>
                </a:lnTo>
                <a:lnTo>
                  <a:pt x="787817" y="1083193"/>
                </a:lnTo>
                <a:lnTo>
                  <a:pt x="763716" y="1044671"/>
                </a:lnTo>
                <a:lnTo>
                  <a:pt x="735817" y="1009008"/>
                </a:lnTo>
                <a:lnTo>
                  <a:pt x="704402" y="976484"/>
                </a:lnTo>
                <a:lnTo>
                  <a:pt x="669754" y="947382"/>
                </a:lnTo>
                <a:lnTo>
                  <a:pt x="632154" y="921983"/>
                </a:lnTo>
                <a:lnTo>
                  <a:pt x="591884" y="900570"/>
                </a:lnTo>
                <a:lnTo>
                  <a:pt x="549226" y="883425"/>
                </a:lnTo>
                <a:lnTo>
                  <a:pt x="504462" y="870829"/>
                </a:lnTo>
                <a:lnTo>
                  <a:pt x="457874" y="863065"/>
                </a:lnTo>
                <a:lnTo>
                  <a:pt x="409744" y="860415"/>
                </a:lnTo>
                <a:close/>
              </a:path>
              <a:path w="877570" h="1162050">
                <a:moveTo>
                  <a:pt x="877288" y="0"/>
                </a:moveTo>
                <a:lnTo>
                  <a:pt x="826727" y="5097"/>
                </a:lnTo>
                <a:lnTo>
                  <a:pt x="782205" y="16725"/>
                </a:lnTo>
                <a:lnTo>
                  <a:pt x="739686" y="32837"/>
                </a:lnTo>
                <a:lnTo>
                  <a:pt x="699441" y="53161"/>
                </a:lnTo>
                <a:lnTo>
                  <a:pt x="661742" y="77425"/>
                </a:lnTo>
                <a:lnTo>
                  <a:pt x="626859" y="105358"/>
                </a:lnTo>
                <a:lnTo>
                  <a:pt x="595065" y="136689"/>
                </a:lnTo>
                <a:lnTo>
                  <a:pt x="566629" y="171147"/>
                </a:lnTo>
                <a:lnTo>
                  <a:pt x="541825" y="208460"/>
                </a:lnTo>
                <a:lnTo>
                  <a:pt x="520922" y="248358"/>
                </a:lnTo>
                <a:lnTo>
                  <a:pt x="504191" y="290569"/>
                </a:lnTo>
                <a:lnTo>
                  <a:pt x="491906" y="334821"/>
                </a:lnTo>
                <a:lnTo>
                  <a:pt x="484335" y="380844"/>
                </a:lnTo>
                <a:lnTo>
                  <a:pt x="481751" y="428367"/>
                </a:lnTo>
                <a:lnTo>
                  <a:pt x="484335" y="475889"/>
                </a:lnTo>
                <a:lnTo>
                  <a:pt x="491906" y="521912"/>
                </a:lnTo>
                <a:lnTo>
                  <a:pt x="504191" y="566165"/>
                </a:lnTo>
                <a:lnTo>
                  <a:pt x="520922" y="608376"/>
                </a:lnTo>
                <a:lnTo>
                  <a:pt x="541825" y="648274"/>
                </a:lnTo>
                <a:lnTo>
                  <a:pt x="566629" y="685587"/>
                </a:lnTo>
                <a:lnTo>
                  <a:pt x="595065" y="720045"/>
                </a:lnTo>
                <a:lnTo>
                  <a:pt x="626859" y="751376"/>
                </a:lnTo>
                <a:lnTo>
                  <a:pt x="661742" y="779309"/>
                </a:lnTo>
                <a:lnTo>
                  <a:pt x="699441" y="803573"/>
                </a:lnTo>
                <a:lnTo>
                  <a:pt x="739686" y="823897"/>
                </a:lnTo>
                <a:lnTo>
                  <a:pt x="782205" y="840009"/>
                </a:lnTo>
                <a:lnTo>
                  <a:pt x="826727" y="851638"/>
                </a:lnTo>
                <a:lnTo>
                  <a:pt x="877288" y="856735"/>
                </a:lnTo>
                <a:lnTo>
                  <a:pt x="877288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214" y="1861540"/>
            <a:ext cx="349250" cy="213360"/>
            <a:chOff x="4318214" y="1861540"/>
            <a:chExt cx="349250" cy="213360"/>
          </a:xfrm>
        </p:grpSpPr>
        <p:sp>
          <p:nvSpPr>
            <p:cNvPr id="3" name="object 3"/>
            <p:cNvSpPr/>
            <p:nvPr/>
          </p:nvSpPr>
          <p:spPr>
            <a:xfrm>
              <a:off x="4343614" y="1968220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53524" y="186154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78869" y="1286643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30770" y="1286643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0770" y="1286643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51776" y="1010714"/>
            <a:ext cx="2582545" cy="3124835"/>
            <a:chOff x="4651776" y="1010714"/>
            <a:chExt cx="2582545" cy="3124835"/>
          </a:xfrm>
        </p:grpSpPr>
        <p:sp>
          <p:nvSpPr>
            <p:cNvPr id="9" name="object 9"/>
            <p:cNvSpPr/>
            <p:nvPr/>
          </p:nvSpPr>
          <p:spPr>
            <a:xfrm>
              <a:off x="4653425" y="1012400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5" y="0"/>
                  </a:lnTo>
                  <a:lnTo>
                    <a:pt x="1732390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0" y="86557"/>
                  </a:lnTo>
                  <a:lnTo>
                    <a:pt x="776360" y="99540"/>
                  </a:lnTo>
                  <a:lnTo>
                    <a:pt x="726523" y="113989"/>
                  </a:lnTo>
                  <a:lnTo>
                    <a:pt x="676797" y="129991"/>
                  </a:lnTo>
                  <a:lnTo>
                    <a:pt x="638609" y="143694"/>
                  </a:lnTo>
                  <a:lnTo>
                    <a:pt x="600554" y="158963"/>
                  </a:lnTo>
                  <a:lnTo>
                    <a:pt x="562737" y="175826"/>
                  </a:lnTo>
                  <a:lnTo>
                    <a:pt x="525264" y="194315"/>
                  </a:lnTo>
                  <a:lnTo>
                    <a:pt x="488239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40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2" y="641029"/>
                  </a:lnTo>
                  <a:lnTo>
                    <a:pt x="75745" y="687584"/>
                  </a:lnTo>
                  <a:lnTo>
                    <a:pt x="58041" y="736255"/>
                  </a:lnTo>
                  <a:lnTo>
                    <a:pt x="42465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2" y="1370473"/>
                  </a:lnTo>
                  <a:lnTo>
                    <a:pt x="39974" y="1418666"/>
                  </a:lnTo>
                  <a:lnTo>
                    <a:pt x="53023" y="1466011"/>
                  </a:lnTo>
                  <a:lnTo>
                    <a:pt x="67645" y="1512470"/>
                  </a:lnTo>
                  <a:lnTo>
                    <a:pt x="83745" y="1558007"/>
                  </a:lnTo>
                  <a:lnTo>
                    <a:pt x="101230" y="1602586"/>
                  </a:lnTo>
                  <a:lnTo>
                    <a:pt x="120005" y="1646169"/>
                  </a:lnTo>
                  <a:lnTo>
                    <a:pt x="139975" y="1688720"/>
                  </a:lnTo>
                  <a:lnTo>
                    <a:pt x="161046" y="1730203"/>
                  </a:lnTo>
                  <a:lnTo>
                    <a:pt x="183123" y="1770581"/>
                  </a:lnTo>
                  <a:lnTo>
                    <a:pt x="206113" y="1809816"/>
                  </a:lnTo>
                  <a:lnTo>
                    <a:pt x="229920" y="1847874"/>
                  </a:lnTo>
                  <a:lnTo>
                    <a:pt x="254451" y="1884716"/>
                  </a:lnTo>
                  <a:lnTo>
                    <a:pt x="279611" y="1920307"/>
                  </a:lnTo>
                  <a:lnTo>
                    <a:pt x="311249" y="1961825"/>
                  </a:lnTo>
                  <a:lnTo>
                    <a:pt x="343857" y="2000809"/>
                  </a:lnTo>
                  <a:lnTo>
                    <a:pt x="377303" y="2037107"/>
                  </a:lnTo>
                  <a:lnTo>
                    <a:pt x="411455" y="2070571"/>
                  </a:lnTo>
                  <a:lnTo>
                    <a:pt x="446181" y="2101050"/>
                  </a:lnTo>
                  <a:lnTo>
                    <a:pt x="481348" y="2128396"/>
                  </a:lnTo>
                  <a:lnTo>
                    <a:pt x="516825" y="2152458"/>
                  </a:lnTo>
                  <a:lnTo>
                    <a:pt x="552478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9" y="2060756"/>
                  </a:lnTo>
                  <a:lnTo>
                    <a:pt x="996191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2" y="1839865"/>
                  </a:lnTo>
                  <a:lnTo>
                    <a:pt x="1068285" y="1791072"/>
                  </a:lnTo>
                  <a:lnTo>
                    <a:pt x="1078252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9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6" y="1282236"/>
                  </a:lnTo>
                  <a:lnTo>
                    <a:pt x="1226641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2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1" y="836302"/>
                  </a:lnTo>
                  <a:lnTo>
                    <a:pt x="2578286" y="78707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2" y="638159"/>
                  </a:lnTo>
                  <a:lnTo>
                    <a:pt x="2559088" y="590261"/>
                  </a:lnTo>
                  <a:lnTo>
                    <a:pt x="2550102" y="543278"/>
                  </a:lnTo>
                  <a:lnTo>
                    <a:pt x="2539425" y="497338"/>
                  </a:lnTo>
                  <a:lnTo>
                    <a:pt x="2527054" y="452573"/>
                  </a:lnTo>
                  <a:lnTo>
                    <a:pt x="2512979" y="409111"/>
                  </a:lnTo>
                  <a:lnTo>
                    <a:pt x="2497196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2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2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2" y="1298554"/>
                  </a:lnTo>
                  <a:lnTo>
                    <a:pt x="1609577" y="1331560"/>
                  </a:lnTo>
                  <a:lnTo>
                    <a:pt x="1638483" y="1366582"/>
                  </a:lnTo>
                  <a:lnTo>
                    <a:pt x="1667422" y="1403084"/>
                  </a:lnTo>
                  <a:lnTo>
                    <a:pt x="1725533" y="1478387"/>
                  </a:lnTo>
                  <a:lnTo>
                    <a:pt x="1754770" y="1516119"/>
                  </a:lnTo>
                  <a:lnTo>
                    <a:pt x="1784174" y="1553190"/>
                  </a:lnTo>
                  <a:lnTo>
                    <a:pt x="1813776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9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7"/>
                  </a:lnTo>
                  <a:lnTo>
                    <a:pt x="2353233" y="1610338"/>
                  </a:lnTo>
                  <a:lnTo>
                    <a:pt x="2380827" y="1570150"/>
                  </a:lnTo>
                  <a:lnTo>
                    <a:pt x="2406973" y="1527354"/>
                  </a:lnTo>
                  <a:lnTo>
                    <a:pt x="2431596" y="1482049"/>
                  </a:lnTo>
                  <a:lnTo>
                    <a:pt x="2454624" y="1434337"/>
                  </a:lnTo>
                  <a:lnTo>
                    <a:pt x="2475985" y="1384318"/>
                  </a:lnTo>
                  <a:lnTo>
                    <a:pt x="2495603" y="1332091"/>
                  </a:lnTo>
                  <a:lnTo>
                    <a:pt x="2511175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425" y="1012302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1776" y="3233583"/>
              <a:ext cx="2582160" cy="90189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63404" y="1271258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206367" y="1749918"/>
            <a:ext cx="464820" cy="213360"/>
            <a:chOff x="7206367" y="1749918"/>
            <a:chExt cx="464820" cy="213360"/>
          </a:xfrm>
        </p:grpSpPr>
        <p:sp>
          <p:nvSpPr>
            <p:cNvPr id="14" name="object 14"/>
            <p:cNvSpPr/>
            <p:nvPr/>
          </p:nvSpPr>
          <p:spPr>
            <a:xfrm>
              <a:off x="7231767" y="1856598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57678" y="1749918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46399" y="32133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19213" y="309159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43984" y="753551"/>
            <a:ext cx="220345" cy="470534"/>
            <a:chOff x="3443984" y="753551"/>
            <a:chExt cx="220345" cy="47053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3984" y="753551"/>
              <a:ext cx="219900" cy="4701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0274" y="771651"/>
              <a:ext cx="147320" cy="391417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839155" y="753551"/>
            <a:ext cx="5823585" cy="3655060"/>
            <a:chOff x="2839155" y="753551"/>
            <a:chExt cx="5823585" cy="365506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2217" y="753551"/>
              <a:ext cx="219900" cy="4701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507" y="771651"/>
              <a:ext cx="147320" cy="3914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9155" y="3540894"/>
              <a:ext cx="911118" cy="86765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63957" y="3580112"/>
              <a:ext cx="724535" cy="706755"/>
            </a:xfrm>
            <a:custGeom>
              <a:avLst/>
              <a:gdLst/>
              <a:ahLst/>
              <a:cxnLst/>
              <a:rect l="l" t="t" r="r" b="b"/>
              <a:pathLst>
                <a:path w="724535" h="706754">
                  <a:moveTo>
                    <a:pt x="675833" y="393483"/>
                  </a:moveTo>
                  <a:lnTo>
                    <a:pt x="188477" y="524069"/>
                  </a:lnTo>
                  <a:lnTo>
                    <a:pt x="155354" y="540543"/>
                  </a:lnTo>
                  <a:lnTo>
                    <a:pt x="131898" y="567537"/>
                  </a:lnTo>
                  <a:lnTo>
                    <a:pt x="120249" y="601346"/>
                  </a:lnTo>
                  <a:lnTo>
                    <a:pt x="122545" y="638269"/>
                  </a:lnTo>
                  <a:lnTo>
                    <a:pt x="139019" y="671392"/>
                  </a:lnTo>
                  <a:lnTo>
                    <a:pt x="166012" y="694848"/>
                  </a:lnTo>
                  <a:lnTo>
                    <a:pt x="199821" y="706497"/>
                  </a:lnTo>
                  <a:lnTo>
                    <a:pt x="236743" y="704202"/>
                  </a:lnTo>
                  <a:lnTo>
                    <a:pt x="332432" y="678562"/>
                  </a:lnTo>
                  <a:lnTo>
                    <a:pt x="203699" y="678562"/>
                  </a:lnTo>
                  <a:lnTo>
                    <a:pt x="180130" y="670430"/>
                  </a:lnTo>
                  <a:lnTo>
                    <a:pt x="161315" y="654064"/>
                  </a:lnTo>
                  <a:lnTo>
                    <a:pt x="149831" y="630957"/>
                  </a:lnTo>
                  <a:lnTo>
                    <a:pt x="148224" y="605205"/>
                  </a:lnTo>
                  <a:lnTo>
                    <a:pt x="156335" y="581624"/>
                  </a:lnTo>
                  <a:lnTo>
                    <a:pt x="172680" y="562797"/>
                  </a:lnTo>
                  <a:lnTo>
                    <a:pt x="195776" y="551307"/>
                  </a:lnTo>
                  <a:lnTo>
                    <a:pt x="683132" y="420720"/>
                  </a:lnTo>
                  <a:lnTo>
                    <a:pt x="675833" y="393483"/>
                  </a:lnTo>
                  <a:close/>
                </a:path>
                <a:path w="724535" h="706754">
                  <a:moveTo>
                    <a:pt x="716802" y="546378"/>
                  </a:moveTo>
                  <a:lnTo>
                    <a:pt x="229446" y="676964"/>
                  </a:lnTo>
                  <a:lnTo>
                    <a:pt x="203699" y="678562"/>
                  </a:lnTo>
                  <a:lnTo>
                    <a:pt x="332432" y="678562"/>
                  </a:lnTo>
                  <a:lnTo>
                    <a:pt x="724099" y="573615"/>
                  </a:lnTo>
                  <a:lnTo>
                    <a:pt x="716802" y="546378"/>
                  </a:lnTo>
                  <a:close/>
                </a:path>
                <a:path w="724535" h="706754">
                  <a:moveTo>
                    <a:pt x="685355" y="521161"/>
                  </a:moveTo>
                  <a:lnTo>
                    <a:pt x="221035" y="645575"/>
                  </a:lnTo>
                  <a:lnTo>
                    <a:pt x="224001" y="656648"/>
                  </a:lnTo>
                  <a:lnTo>
                    <a:pt x="693957" y="530723"/>
                  </a:lnTo>
                  <a:lnTo>
                    <a:pt x="690875" y="527818"/>
                  </a:lnTo>
                  <a:lnTo>
                    <a:pt x="688002" y="524624"/>
                  </a:lnTo>
                  <a:lnTo>
                    <a:pt x="685355" y="521161"/>
                  </a:lnTo>
                  <a:close/>
                </a:path>
                <a:path w="724535" h="706754">
                  <a:moveTo>
                    <a:pt x="669679" y="486579"/>
                  </a:moveTo>
                  <a:lnTo>
                    <a:pt x="211339" y="609390"/>
                  </a:lnTo>
                  <a:lnTo>
                    <a:pt x="214306" y="620463"/>
                  </a:lnTo>
                  <a:lnTo>
                    <a:pt x="672744" y="497625"/>
                  </a:lnTo>
                  <a:lnTo>
                    <a:pt x="672026" y="495569"/>
                  </a:lnTo>
                  <a:lnTo>
                    <a:pt x="671377" y="493508"/>
                  </a:lnTo>
                  <a:lnTo>
                    <a:pt x="670377" y="489779"/>
                  </a:lnTo>
                  <a:lnTo>
                    <a:pt x="669679" y="486579"/>
                  </a:lnTo>
                  <a:close/>
                </a:path>
                <a:path w="724535" h="706754">
                  <a:moveTo>
                    <a:pt x="670623" y="447596"/>
                  </a:moveTo>
                  <a:lnTo>
                    <a:pt x="201657" y="573255"/>
                  </a:lnTo>
                  <a:lnTo>
                    <a:pt x="204624" y="584328"/>
                  </a:lnTo>
                  <a:lnTo>
                    <a:pt x="668302" y="460086"/>
                  </a:lnTo>
                  <a:lnTo>
                    <a:pt x="668759" y="455808"/>
                  </a:lnTo>
                  <a:lnTo>
                    <a:pt x="669526" y="451629"/>
                  </a:lnTo>
                  <a:lnTo>
                    <a:pt x="670623" y="447596"/>
                  </a:lnTo>
                  <a:close/>
                </a:path>
                <a:path w="724535" h="706754">
                  <a:moveTo>
                    <a:pt x="50010" y="348609"/>
                  </a:moveTo>
                  <a:lnTo>
                    <a:pt x="32121" y="353402"/>
                  </a:lnTo>
                  <a:lnTo>
                    <a:pt x="16519" y="361167"/>
                  </a:lnTo>
                  <a:lnTo>
                    <a:pt x="5478" y="373892"/>
                  </a:lnTo>
                  <a:lnTo>
                    <a:pt x="0" y="389829"/>
                  </a:lnTo>
                  <a:lnTo>
                    <a:pt x="1086" y="407229"/>
                  </a:lnTo>
                  <a:lnTo>
                    <a:pt x="26610" y="502486"/>
                  </a:lnTo>
                  <a:lnTo>
                    <a:pt x="34368" y="518090"/>
                  </a:lnTo>
                  <a:lnTo>
                    <a:pt x="47076" y="529136"/>
                  </a:lnTo>
                  <a:lnTo>
                    <a:pt x="62995" y="534619"/>
                  </a:lnTo>
                  <a:lnTo>
                    <a:pt x="80387" y="533535"/>
                  </a:lnTo>
                  <a:lnTo>
                    <a:pt x="98381" y="528715"/>
                  </a:lnTo>
                  <a:lnTo>
                    <a:pt x="102905" y="524069"/>
                  </a:lnTo>
                  <a:lnTo>
                    <a:pt x="103400" y="522673"/>
                  </a:lnTo>
                  <a:lnTo>
                    <a:pt x="104797" y="518252"/>
                  </a:lnTo>
                  <a:lnTo>
                    <a:pt x="110136" y="516822"/>
                  </a:lnTo>
                  <a:lnTo>
                    <a:pt x="142763" y="516822"/>
                  </a:lnTo>
                  <a:lnTo>
                    <a:pt x="173665" y="508542"/>
                  </a:lnTo>
                  <a:lnTo>
                    <a:pt x="64714" y="508542"/>
                  </a:lnTo>
                  <a:lnTo>
                    <a:pt x="56092" y="503564"/>
                  </a:lnTo>
                  <a:lnTo>
                    <a:pt x="26079" y="391555"/>
                  </a:lnTo>
                  <a:lnTo>
                    <a:pt x="31044" y="382884"/>
                  </a:lnTo>
                  <a:lnTo>
                    <a:pt x="44412" y="379302"/>
                  </a:lnTo>
                  <a:lnTo>
                    <a:pt x="76050" y="379302"/>
                  </a:lnTo>
                  <a:lnTo>
                    <a:pt x="86516" y="376497"/>
                  </a:lnTo>
                  <a:lnTo>
                    <a:pt x="91083" y="371900"/>
                  </a:lnTo>
                  <a:lnTo>
                    <a:pt x="92955" y="366295"/>
                  </a:lnTo>
                  <a:lnTo>
                    <a:pt x="138000" y="354225"/>
                  </a:lnTo>
                  <a:lnTo>
                    <a:pt x="60687" y="354225"/>
                  </a:lnTo>
                  <a:lnTo>
                    <a:pt x="56264" y="350307"/>
                  </a:lnTo>
                  <a:lnTo>
                    <a:pt x="50010" y="348609"/>
                  </a:lnTo>
                  <a:close/>
                </a:path>
                <a:path w="724535" h="706754">
                  <a:moveTo>
                    <a:pt x="142763" y="516822"/>
                  </a:moveTo>
                  <a:lnTo>
                    <a:pt x="110136" y="516822"/>
                  </a:lnTo>
                  <a:lnTo>
                    <a:pt x="114572" y="520882"/>
                  </a:lnTo>
                  <a:lnTo>
                    <a:pt x="120924" y="522673"/>
                  </a:lnTo>
                  <a:lnTo>
                    <a:pt x="142763" y="516822"/>
                  </a:lnTo>
                  <a:close/>
                </a:path>
                <a:path w="724535" h="706754">
                  <a:moveTo>
                    <a:pt x="115987" y="486061"/>
                  </a:moveTo>
                  <a:lnTo>
                    <a:pt x="84351" y="494538"/>
                  </a:lnTo>
                  <a:lnTo>
                    <a:pt x="79745" y="499267"/>
                  </a:lnTo>
                  <a:lnTo>
                    <a:pt x="77934" y="504999"/>
                  </a:lnTo>
                  <a:lnTo>
                    <a:pt x="64714" y="508542"/>
                  </a:lnTo>
                  <a:lnTo>
                    <a:pt x="173665" y="508542"/>
                  </a:lnTo>
                  <a:lnTo>
                    <a:pt x="235724" y="491913"/>
                  </a:lnTo>
                  <a:lnTo>
                    <a:pt x="126774" y="491913"/>
                  </a:lnTo>
                  <a:lnTo>
                    <a:pt x="122337" y="487852"/>
                  </a:lnTo>
                  <a:lnTo>
                    <a:pt x="115987" y="486061"/>
                  </a:lnTo>
                  <a:close/>
                </a:path>
                <a:path w="724535" h="706754">
                  <a:moveTo>
                    <a:pt x="603254" y="364240"/>
                  </a:moveTo>
                  <a:lnTo>
                    <a:pt x="126774" y="491913"/>
                  </a:lnTo>
                  <a:lnTo>
                    <a:pt x="235724" y="491913"/>
                  </a:lnTo>
                  <a:lnTo>
                    <a:pt x="610262" y="391555"/>
                  </a:lnTo>
                  <a:lnTo>
                    <a:pt x="610573" y="391555"/>
                  </a:lnTo>
                  <a:lnTo>
                    <a:pt x="603254" y="364240"/>
                  </a:lnTo>
                  <a:close/>
                </a:path>
                <a:path w="724535" h="706754">
                  <a:moveTo>
                    <a:pt x="582040" y="335487"/>
                  </a:moveTo>
                  <a:lnTo>
                    <a:pt x="117719" y="459901"/>
                  </a:lnTo>
                  <a:lnTo>
                    <a:pt x="120686" y="470974"/>
                  </a:lnTo>
                  <a:lnTo>
                    <a:pt x="590641" y="345049"/>
                  </a:lnTo>
                  <a:lnTo>
                    <a:pt x="587559" y="342144"/>
                  </a:lnTo>
                  <a:lnTo>
                    <a:pt x="584686" y="338950"/>
                  </a:lnTo>
                  <a:lnTo>
                    <a:pt x="582040" y="335487"/>
                  </a:lnTo>
                  <a:close/>
                </a:path>
                <a:path w="724535" h="706754">
                  <a:moveTo>
                    <a:pt x="566363" y="300905"/>
                  </a:moveTo>
                  <a:lnTo>
                    <a:pt x="108024" y="423716"/>
                  </a:lnTo>
                  <a:lnTo>
                    <a:pt x="110990" y="434789"/>
                  </a:lnTo>
                  <a:lnTo>
                    <a:pt x="569429" y="311951"/>
                  </a:lnTo>
                  <a:lnTo>
                    <a:pt x="568710" y="309895"/>
                  </a:lnTo>
                  <a:lnTo>
                    <a:pt x="568047" y="307785"/>
                  </a:lnTo>
                  <a:lnTo>
                    <a:pt x="567047" y="304055"/>
                  </a:lnTo>
                  <a:lnTo>
                    <a:pt x="566459" y="301364"/>
                  </a:lnTo>
                  <a:lnTo>
                    <a:pt x="566363" y="300905"/>
                  </a:lnTo>
                  <a:close/>
                </a:path>
                <a:path w="724535" h="706754">
                  <a:moveTo>
                    <a:pt x="567308" y="261922"/>
                  </a:moveTo>
                  <a:lnTo>
                    <a:pt x="98341" y="387581"/>
                  </a:lnTo>
                  <a:lnTo>
                    <a:pt x="101308" y="398654"/>
                  </a:lnTo>
                  <a:lnTo>
                    <a:pt x="564986" y="274412"/>
                  </a:lnTo>
                  <a:lnTo>
                    <a:pt x="565443" y="270134"/>
                  </a:lnTo>
                  <a:lnTo>
                    <a:pt x="566210" y="265955"/>
                  </a:lnTo>
                  <a:lnTo>
                    <a:pt x="567308" y="261922"/>
                  </a:lnTo>
                  <a:close/>
                </a:path>
                <a:path w="724535" h="706754">
                  <a:moveTo>
                    <a:pt x="76050" y="379302"/>
                  </a:moveTo>
                  <a:lnTo>
                    <a:pt x="44412" y="379302"/>
                  </a:lnTo>
                  <a:lnTo>
                    <a:pt x="48837" y="383220"/>
                  </a:lnTo>
                  <a:lnTo>
                    <a:pt x="55090" y="384918"/>
                  </a:lnTo>
                  <a:lnTo>
                    <a:pt x="76050" y="379302"/>
                  </a:lnTo>
                  <a:close/>
                </a:path>
                <a:path w="724535" h="706754">
                  <a:moveTo>
                    <a:pt x="562286" y="211345"/>
                  </a:moveTo>
                  <a:lnTo>
                    <a:pt x="72761" y="342513"/>
                  </a:lnTo>
                  <a:lnTo>
                    <a:pt x="68194" y="347110"/>
                  </a:lnTo>
                  <a:lnTo>
                    <a:pt x="66322" y="352715"/>
                  </a:lnTo>
                  <a:lnTo>
                    <a:pt x="60687" y="354225"/>
                  </a:lnTo>
                  <a:lnTo>
                    <a:pt x="138000" y="354225"/>
                  </a:lnTo>
                  <a:lnTo>
                    <a:pt x="569585" y="238583"/>
                  </a:lnTo>
                  <a:lnTo>
                    <a:pt x="562387" y="211721"/>
                  </a:lnTo>
                  <a:lnTo>
                    <a:pt x="562286" y="211345"/>
                  </a:lnTo>
                  <a:close/>
                </a:path>
                <a:path w="724535" h="706754">
                  <a:moveTo>
                    <a:pt x="570400" y="0"/>
                  </a:moveTo>
                  <a:lnTo>
                    <a:pt x="83044" y="130586"/>
                  </a:lnTo>
                  <a:lnTo>
                    <a:pt x="49920" y="147060"/>
                  </a:lnTo>
                  <a:lnTo>
                    <a:pt x="26465" y="174053"/>
                  </a:lnTo>
                  <a:lnTo>
                    <a:pt x="14816" y="207863"/>
                  </a:lnTo>
                  <a:lnTo>
                    <a:pt x="17111" y="244786"/>
                  </a:lnTo>
                  <a:lnTo>
                    <a:pt x="33585" y="277909"/>
                  </a:lnTo>
                  <a:lnTo>
                    <a:pt x="60578" y="301364"/>
                  </a:lnTo>
                  <a:lnTo>
                    <a:pt x="94387" y="313013"/>
                  </a:lnTo>
                  <a:lnTo>
                    <a:pt x="131310" y="310718"/>
                  </a:lnTo>
                  <a:lnTo>
                    <a:pt x="226999" y="285078"/>
                  </a:lnTo>
                  <a:lnTo>
                    <a:pt x="98265" y="285078"/>
                  </a:lnTo>
                  <a:lnTo>
                    <a:pt x="74697" y="276946"/>
                  </a:lnTo>
                  <a:lnTo>
                    <a:pt x="55882" y="260580"/>
                  </a:lnTo>
                  <a:lnTo>
                    <a:pt x="44398" y="237474"/>
                  </a:lnTo>
                  <a:lnTo>
                    <a:pt x="42791" y="211721"/>
                  </a:lnTo>
                  <a:lnTo>
                    <a:pt x="50901" y="188140"/>
                  </a:lnTo>
                  <a:lnTo>
                    <a:pt x="67246" y="169313"/>
                  </a:lnTo>
                  <a:lnTo>
                    <a:pt x="90341" y="157824"/>
                  </a:lnTo>
                  <a:lnTo>
                    <a:pt x="577698" y="27236"/>
                  </a:lnTo>
                  <a:lnTo>
                    <a:pt x="570400" y="0"/>
                  </a:lnTo>
                  <a:close/>
                </a:path>
                <a:path w="724535" h="706754">
                  <a:moveTo>
                    <a:pt x="611368" y="152895"/>
                  </a:moveTo>
                  <a:lnTo>
                    <a:pt x="124012" y="283481"/>
                  </a:lnTo>
                  <a:lnTo>
                    <a:pt x="98265" y="285078"/>
                  </a:lnTo>
                  <a:lnTo>
                    <a:pt x="226999" y="285078"/>
                  </a:lnTo>
                  <a:lnTo>
                    <a:pt x="618667" y="180131"/>
                  </a:lnTo>
                  <a:lnTo>
                    <a:pt x="611368" y="152895"/>
                  </a:lnTo>
                  <a:close/>
                </a:path>
                <a:path w="724535" h="706754">
                  <a:moveTo>
                    <a:pt x="579921" y="127676"/>
                  </a:moveTo>
                  <a:lnTo>
                    <a:pt x="115600" y="252091"/>
                  </a:lnTo>
                  <a:lnTo>
                    <a:pt x="118568" y="263164"/>
                  </a:lnTo>
                  <a:lnTo>
                    <a:pt x="588524" y="137240"/>
                  </a:lnTo>
                  <a:lnTo>
                    <a:pt x="585441" y="134334"/>
                  </a:lnTo>
                  <a:lnTo>
                    <a:pt x="582568" y="131140"/>
                  </a:lnTo>
                  <a:lnTo>
                    <a:pt x="579921" y="127676"/>
                  </a:lnTo>
                  <a:close/>
                </a:path>
                <a:path w="724535" h="706754">
                  <a:moveTo>
                    <a:pt x="564258" y="93144"/>
                  </a:moveTo>
                  <a:lnTo>
                    <a:pt x="105919" y="215955"/>
                  </a:lnTo>
                  <a:lnTo>
                    <a:pt x="108886" y="227029"/>
                  </a:lnTo>
                  <a:lnTo>
                    <a:pt x="567324" y="104190"/>
                  </a:lnTo>
                  <a:lnTo>
                    <a:pt x="566605" y="102135"/>
                  </a:lnTo>
                  <a:lnTo>
                    <a:pt x="565942" y="100025"/>
                  </a:lnTo>
                  <a:lnTo>
                    <a:pt x="564943" y="96295"/>
                  </a:lnTo>
                  <a:lnTo>
                    <a:pt x="564258" y="93144"/>
                  </a:lnTo>
                  <a:close/>
                </a:path>
                <a:path w="724535" h="706754">
                  <a:moveTo>
                    <a:pt x="565191" y="54112"/>
                  </a:moveTo>
                  <a:lnTo>
                    <a:pt x="96223" y="179772"/>
                  </a:lnTo>
                  <a:lnTo>
                    <a:pt x="99190" y="190844"/>
                  </a:lnTo>
                  <a:lnTo>
                    <a:pt x="562868" y="66602"/>
                  </a:lnTo>
                  <a:lnTo>
                    <a:pt x="563325" y="62323"/>
                  </a:lnTo>
                  <a:lnTo>
                    <a:pt x="564092" y="58146"/>
                  </a:lnTo>
                  <a:lnTo>
                    <a:pt x="565191" y="541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63957" y="3580111"/>
              <a:ext cx="724535" cy="706755"/>
            </a:xfrm>
            <a:custGeom>
              <a:avLst/>
              <a:gdLst/>
              <a:ahLst/>
              <a:cxnLst/>
              <a:rect l="l" t="t" r="r" b="b"/>
              <a:pathLst>
                <a:path w="724535" h="706754">
                  <a:moveTo>
                    <a:pt x="83043" y="130586"/>
                  </a:moveTo>
                  <a:lnTo>
                    <a:pt x="49920" y="147060"/>
                  </a:lnTo>
                  <a:lnTo>
                    <a:pt x="26464" y="174054"/>
                  </a:lnTo>
                  <a:lnTo>
                    <a:pt x="14815" y="207863"/>
                  </a:lnTo>
                  <a:lnTo>
                    <a:pt x="17110" y="244786"/>
                  </a:lnTo>
                  <a:lnTo>
                    <a:pt x="33584" y="277909"/>
                  </a:lnTo>
                  <a:lnTo>
                    <a:pt x="60577" y="301365"/>
                  </a:lnTo>
                  <a:lnTo>
                    <a:pt x="94387" y="313014"/>
                  </a:lnTo>
                  <a:lnTo>
                    <a:pt x="131310" y="310719"/>
                  </a:lnTo>
                  <a:lnTo>
                    <a:pt x="618666" y="180132"/>
                  </a:lnTo>
                  <a:lnTo>
                    <a:pt x="611368" y="152895"/>
                  </a:lnTo>
                  <a:lnTo>
                    <a:pt x="124012" y="283481"/>
                  </a:lnTo>
                  <a:lnTo>
                    <a:pt x="98265" y="285079"/>
                  </a:lnTo>
                  <a:lnTo>
                    <a:pt x="74696" y="276947"/>
                  </a:lnTo>
                  <a:lnTo>
                    <a:pt x="55882" y="260581"/>
                  </a:lnTo>
                  <a:lnTo>
                    <a:pt x="44397" y="237474"/>
                  </a:lnTo>
                  <a:lnTo>
                    <a:pt x="42790" y="211722"/>
                  </a:lnTo>
                  <a:lnTo>
                    <a:pt x="50901" y="188141"/>
                  </a:lnTo>
                  <a:lnTo>
                    <a:pt x="67246" y="169314"/>
                  </a:lnTo>
                  <a:lnTo>
                    <a:pt x="90342" y="157824"/>
                  </a:lnTo>
                  <a:lnTo>
                    <a:pt x="577698" y="27237"/>
                  </a:lnTo>
                  <a:lnTo>
                    <a:pt x="570400" y="0"/>
                  </a:lnTo>
                  <a:lnTo>
                    <a:pt x="83043" y="130586"/>
                  </a:lnTo>
                  <a:close/>
                </a:path>
                <a:path w="724535" h="706754">
                  <a:moveTo>
                    <a:pt x="96223" y="179772"/>
                  </a:moveTo>
                  <a:lnTo>
                    <a:pt x="99190" y="190845"/>
                  </a:lnTo>
                  <a:lnTo>
                    <a:pt x="562868" y="66602"/>
                  </a:lnTo>
                  <a:lnTo>
                    <a:pt x="563325" y="62324"/>
                  </a:lnTo>
                  <a:lnTo>
                    <a:pt x="564092" y="58146"/>
                  </a:lnTo>
                  <a:lnTo>
                    <a:pt x="565190" y="54112"/>
                  </a:lnTo>
                  <a:lnTo>
                    <a:pt x="96223" y="179772"/>
                  </a:lnTo>
                  <a:close/>
                </a:path>
                <a:path w="724535" h="706754">
                  <a:moveTo>
                    <a:pt x="105918" y="215956"/>
                  </a:moveTo>
                  <a:lnTo>
                    <a:pt x="108885" y="227029"/>
                  </a:lnTo>
                  <a:lnTo>
                    <a:pt x="567323" y="104191"/>
                  </a:lnTo>
                  <a:lnTo>
                    <a:pt x="566605" y="102136"/>
                  </a:lnTo>
                  <a:lnTo>
                    <a:pt x="565942" y="100026"/>
                  </a:lnTo>
                  <a:lnTo>
                    <a:pt x="565367" y="97881"/>
                  </a:lnTo>
                  <a:lnTo>
                    <a:pt x="564943" y="96296"/>
                  </a:lnTo>
                  <a:lnTo>
                    <a:pt x="564590" y="94727"/>
                  </a:lnTo>
                  <a:lnTo>
                    <a:pt x="564257" y="93145"/>
                  </a:lnTo>
                  <a:lnTo>
                    <a:pt x="105918" y="215956"/>
                  </a:lnTo>
                  <a:close/>
                </a:path>
                <a:path w="724535" h="706754">
                  <a:moveTo>
                    <a:pt x="115601" y="252092"/>
                  </a:moveTo>
                  <a:lnTo>
                    <a:pt x="118568" y="263164"/>
                  </a:lnTo>
                  <a:lnTo>
                    <a:pt x="588523" y="137240"/>
                  </a:lnTo>
                  <a:lnTo>
                    <a:pt x="585441" y="134335"/>
                  </a:lnTo>
                  <a:lnTo>
                    <a:pt x="582568" y="131140"/>
                  </a:lnTo>
                  <a:lnTo>
                    <a:pt x="579921" y="127677"/>
                  </a:lnTo>
                  <a:lnTo>
                    <a:pt x="115601" y="252092"/>
                  </a:lnTo>
                  <a:close/>
                </a:path>
                <a:path w="724535" h="706754">
                  <a:moveTo>
                    <a:pt x="32121" y="353403"/>
                  </a:moveTo>
                  <a:lnTo>
                    <a:pt x="16519" y="361168"/>
                  </a:lnTo>
                  <a:lnTo>
                    <a:pt x="5478" y="373893"/>
                  </a:lnTo>
                  <a:lnTo>
                    <a:pt x="0" y="389830"/>
                  </a:lnTo>
                  <a:lnTo>
                    <a:pt x="1086" y="407230"/>
                  </a:lnTo>
                  <a:lnTo>
                    <a:pt x="26610" y="502486"/>
                  </a:lnTo>
                  <a:lnTo>
                    <a:pt x="34367" y="518091"/>
                  </a:lnTo>
                  <a:lnTo>
                    <a:pt x="47075" y="529136"/>
                  </a:lnTo>
                  <a:lnTo>
                    <a:pt x="62995" y="534619"/>
                  </a:lnTo>
                  <a:lnTo>
                    <a:pt x="80387" y="533535"/>
                  </a:lnTo>
                  <a:lnTo>
                    <a:pt x="92152" y="530383"/>
                  </a:lnTo>
                  <a:lnTo>
                    <a:pt x="98381" y="528715"/>
                  </a:lnTo>
                  <a:lnTo>
                    <a:pt x="102985" y="523987"/>
                  </a:lnTo>
                  <a:lnTo>
                    <a:pt x="104797" y="518253"/>
                  </a:lnTo>
                  <a:lnTo>
                    <a:pt x="110135" y="516822"/>
                  </a:lnTo>
                  <a:lnTo>
                    <a:pt x="114572" y="520882"/>
                  </a:lnTo>
                  <a:lnTo>
                    <a:pt x="120924" y="522674"/>
                  </a:lnTo>
                  <a:lnTo>
                    <a:pt x="127151" y="521005"/>
                  </a:lnTo>
                  <a:lnTo>
                    <a:pt x="610552" y="391478"/>
                  </a:lnTo>
                  <a:lnTo>
                    <a:pt x="603254" y="364240"/>
                  </a:lnTo>
                  <a:lnTo>
                    <a:pt x="126773" y="491913"/>
                  </a:lnTo>
                  <a:lnTo>
                    <a:pt x="122337" y="487853"/>
                  </a:lnTo>
                  <a:lnTo>
                    <a:pt x="115986" y="486061"/>
                  </a:lnTo>
                  <a:lnTo>
                    <a:pt x="109758" y="487730"/>
                  </a:lnTo>
                  <a:lnTo>
                    <a:pt x="90578" y="492870"/>
                  </a:lnTo>
                  <a:lnTo>
                    <a:pt x="84350" y="494538"/>
                  </a:lnTo>
                  <a:lnTo>
                    <a:pt x="79744" y="499267"/>
                  </a:lnTo>
                  <a:lnTo>
                    <a:pt x="77934" y="505000"/>
                  </a:lnTo>
                  <a:lnTo>
                    <a:pt x="73089" y="506298"/>
                  </a:lnTo>
                  <a:lnTo>
                    <a:pt x="64713" y="508542"/>
                  </a:lnTo>
                  <a:lnTo>
                    <a:pt x="56091" y="503564"/>
                  </a:lnTo>
                  <a:lnTo>
                    <a:pt x="53847" y="495188"/>
                  </a:lnTo>
                  <a:lnTo>
                    <a:pt x="28323" y="399932"/>
                  </a:lnTo>
                  <a:lnTo>
                    <a:pt x="26079" y="391556"/>
                  </a:lnTo>
                  <a:lnTo>
                    <a:pt x="31044" y="382884"/>
                  </a:lnTo>
                  <a:lnTo>
                    <a:pt x="39419" y="380640"/>
                  </a:lnTo>
                  <a:lnTo>
                    <a:pt x="44412" y="379302"/>
                  </a:lnTo>
                  <a:lnTo>
                    <a:pt x="48836" y="383220"/>
                  </a:lnTo>
                  <a:lnTo>
                    <a:pt x="55089" y="384918"/>
                  </a:lnTo>
                  <a:lnTo>
                    <a:pt x="61213" y="383277"/>
                  </a:lnTo>
                  <a:lnTo>
                    <a:pt x="80393" y="378138"/>
                  </a:lnTo>
                  <a:lnTo>
                    <a:pt x="86516" y="376497"/>
                  </a:lnTo>
                  <a:lnTo>
                    <a:pt x="91083" y="371900"/>
                  </a:lnTo>
                  <a:lnTo>
                    <a:pt x="92955" y="366295"/>
                  </a:lnTo>
                  <a:lnTo>
                    <a:pt x="569584" y="238583"/>
                  </a:lnTo>
                  <a:lnTo>
                    <a:pt x="562286" y="211345"/>
                  </a:lnTo>
                  <a:lnTo>
                    <a:pt x="78884" y="340872"/>
                  </a:lnTo>
                  <a:lnTo>
                    <a:pt x="72761" y="342513"/>
                  </a:lnTo>
                  <a:lnTo>
                    <a:pt x="68194" y="347111"/>
                  </a:lnTo>
                  <a:lnTo>
                    <a:pt x="66322" y="352715"/>
                  </a:lnTo>
                  <a:lnTo>
                    <a:pt x="60687" y="354225"/>
                  </a:lnTo>
                  <a:lnTo>
                    <a:pt x="56263" y="350308"/>
                  </a:lnTo>
                  <a:lnTo>
                    <a:pt x="50009" y="348609"/>
                  </a:lnTo>
                  <a:lnTo>
                    <a:pt x="43886" y="350250"/>
                  </a:lnTo>
                  <a:lnTo>
                    <a:pt x="32121" y="353403"/>
                  </a:lnTo>
                  <a:close/>
                </a:path>
                <a:path w="724535" h="706754">
                  <a:moveTo>
                    <a:pt x="98341" y="387581"/>
                  </a:moveTo>
                  <a:lnTo>
                    <a:pt x="101308" y="398654"/>
                  </a:lnTo>
                  <a:lnTo>
                    <a:pt x="564985" y="274412"/>
                  </a:lnTo>
                  <a:lnTo>
                    <a:pt x="565443" y="270134"/>
                  </a:lnTo>
                  <a:lnTo>
                    <a:pt x="566210" y="265956"/>
                  </a:lnTo>
                  <a:lnTo>
                    <a:pt x="567308" y="261922"/>
                  </a:lnTo>
                  <a:lnTo>
                    <a:pt x="98341" y="387581"/>
                  </a:lnTo>
                  <a:close/>
                </a:path>
                <a:path w="724535" h="706754">
                  <a:moveTo>
                    <a:pt x="108023" y="423716"/>
                  </a:moveTo>
                  <a:lnTo>
                    <a:pt x="110990" y="434789"/>
                  </a:lnTo>
                  <a:lnTo>
                    <a:pt x="569428" y="311951"/>
                  </a:lnTo>
                  <a:lnTo>
                    <a:pt x="568709" y="309896"/>
                  </a:lnTo>
                  <a:lnTo>
                    <a:pt x="568047" y="307786"/>
                  </a:lnTo>
                  <a:lnTo>
                    <a:pt x="567472" y="305641"/>
                  </a:lnTo>
                  <a:lnTo>
                    <a:pt x="567047" y="304056"/>
                  </a:lnTo>
                  <a:lnTo>
                    <a:pt x="566693" y="302488"/>
                  </a:lnTo>
                  <a:lnTo>
                    <a:pt x="566362" y="300905"/>
                  </a:lnTo>
                  <a:lnTo>
                    <a:pt x="108023" y="423716"/>
                  </a:lnTo>
                  <a:close/>
                </a:path>
                <a:path w="724535" h="706754">
                  <a:moveTo>
                    <a:pt x="117719" y="459901"/>
                  </a:moveTo>
                  <a:lnTo>
                    <a:pt x="120686" y="470974"/>
                  </a:lnTo>
                  <a:lnTo>
                    <a:pt x="590641" y="345050"/>
                  </a:lnTo>
                  <a:lnTo>
                    <a:pt x="587559" y="342144"/>
                  </a:lnTo>
                  <a:lnTo>
                    <a:pt x="584686" y="338950"/>
                  </a:lnTo>
                  <a:lnTo>
                    <a:pt x="582039" y="335487"/>
                  </a:lnTo>
                  <a:lnTo>
                    <a:pt x="117719" y="459901"/>
                  </a:lnTo>
                  <a:close/>
                </a:path>
                <a:path w="724535" h="706754">
                  <a:moveTo>
                    <a:pt x="188477" y="524070"/>
                  </a:moveTo>
                  <a:lnTo>
                    <a:pt x="155353" y="540544"/>
                  </a:lnTo>
                  <a:lnTo>
                    <a:pt x="131898" y="567537"/>
                  </a:lnTo>
                  <a:lnTo>
                    <a:pt x="120249" y="601347"/>
                  </a:lnTo>
                  <a:lnTo>
                    <a:pt x="122544" y="638269"/>
                  </a:lnTo>
                  <a:lnTo>
                    <a:pt x="139018" y="671393"/>
                  </a:lnTo>
                  <a:lnTo>
                    <a:pt x="166012" y="694848"/>
                  </a:lnTo>
                  <a:lnTo>
                    <a:pt x="199821" y="706497"/>
                  </a:lnTo>
                  <a:lnTo>
                    <a:pt x="236743" y="704202"/>
                  </a:lnTo>
                  <a:lnTo>
                    <a:pt x="724100" y="573615"/>
                  </a:lnTo>
                  <a:lnTo>
                    <a:pt x="716801" y="546378"/>
                  </a:lnTo>
                  <a:lnTo>
                    <a:pt x="229445" y="676965"/>
                  </a:lnTo>
                  <a:lnTo>
                    <a:pt x="203698" y="678562"/>
                  </a:lnTo>
                  <a:lnTo>
                    <a:pt x="180130" y="670431"/>
                  </a:lnTo>
                  <a:lnTo>
                    <a:pt x="161315" y="654064"/>
                  </a:lnTo>
                  <a:lnTo>
                    <a:pt x="149831" y="630958"/>
                  </a:lnTo>
                  <a:lnTo>
                    <a:pt x="148224" y="605205"/>
                  </a:lnTo>
                  <a:lnTo>
                    <a:pt x="156334" y="581624"/>
                  </a:lnTo>
                  <a:lnTo>
                    <a:pt x="172679" y="562797"/>
                  </a:lnTo>
                  <a:lnTo>
                    <a:pt x="195775" y="551307"/>
                  </a:lnTo>
                  <a:lnTo>
                    <a:pt x="683131" y="420720"/>
                  </a:lnTo>
                  <a:lnTo>
                    <a:pt x="675833" y="393483"/>
                  </a:lnTo>
                  <a:lnTo>
                    <a:pt x="188477" y="524070"/>
                  </a:lnTo>
                  <a:close/>
                </a:path>
                <a:path w="724535" h="706754">
                  <a:moveTo>
                    <a:pt x="201656" y="573255"/>
                  </a:moveTo>
                  <a:lnTo>
                    <a:pt x="204623" y="584328"/>
                  </a:lnTo>
                  <a:lnTo>
                    <a:pt x="668301" y="460086"/>
                  </a:lnTo>
                  <a:lnTo>
                    <a:pt x="668759" y="455808"/>
                  </a:lnTo>
                  <a:lnTo>
                    <a:pt x="669526" y="451629"/>
                  </a:lnTo>
                  <a:lnTo>
                    <a:pt x="670623" y="447596"/>
                  </a:lnTo>
                  <a:lnTo>
                    <a:pt x="201656" y="573255"/>
                  </a:lnTo>
                  <a:close/>
                </a:path>
                <a:path w="724535" h="706754">
                  <a:moveTo>
                    <a:pt x="211339" y="609390"/>
                  </a:moveTo>
                  <a:lnTo>
                    <a:pt x="214306" y="620463"/>
                  </a:lnTo>
                  <a:lnTo>
                    <a:pt x="672744" y="497625"/>
                  </a:lnTo>
                  <a:lnTo>
                    <a:pt x="672025" y="495570"/>
                  </a:lnTo>
                  <a:lnTo>
                    <a:pt x="671376" y="493509"/>
                  </a:lnTo>
                  <a:lnTo>
                    <a:pt x="670801" y="491364"/>
                  </a:lnTo>
                  <a:lnTo>
                    <a:pt x="670376" y="489779"/>
                  </a:lnTo>
                  <a:lnTo>
                    <a:pt x="670010" y="488161"/>
                  </a:lnTo>
                  <a:lnTo>
                    <a:pt x="669678" y="486579"/>
                  </a:lnTo>
                  <a:lnTo>
                    <a:pt x="211339" y="609390"/>
                  </a:lnTo>
                  <a:close/>
                </a:path>
                <a:path w="724535" h="706754">
                  <a:moveTo>
                    <a:pt x="221034" y="645575"/>
                  </a:moveTo>
                  <a:lnTo>
                    <a:pt x="224001" y="656648"/>
                  </a:lnTo>
                  <a:lnTo>
                    <a:pt x="693957" y="530724"/>
                  </a:lnTo>
                  <a:lnTo>
                    <a:pt x="690874" y="527818"/>
                  </a:lnTo>
                  <a:lnTo>
                    <a:pt x="688001" y="524624"/>
                  </a:lnTo>
                  <a:lnTo>
                    <a:pt x="685355" y="521161"/>
                  </a:lnTo>
                  <a:lnTo>
                    <a:pt x="221034" y="645575"/>
                  </a:lnTo>
                  <a:close/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116173" y="3012883"/>
            <a:ext cx="1652270" cy="130492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225"/>
              </a:spcBef>
            </a:pP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1,</a:t>
            </a:r>
            <a:r>
              <a:rPr sz="4000" b="1" spc="-2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2,</a:t>
            </a:r>
            <a:r>
              <a:rPr sz="4000" b="1" spc="-19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C0504D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spc="-35" dirty="0">
                <a:latin typeface="Arial"/>
                <a:cs typeface="Arial"/>
              </a:rPr>
              <a:t>“+”,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”-</a:t>
            </a:r>
            <a:r>
              <a:rPr sz="2800" spc="-65" dirty="0">
                <a:latin typeface="Arial"/>
                <a:cs typeface="Arial"/>
              </a:rPr>
              <a:t>“,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”=”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588656" y="3226733"/>
            <a:ext cx="3743960" cy="1430655"/>
            <a:chOff x="3588656" y="3226733"/>
            <a:chExt cx="3743960" cy="143065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656" y="3226733"/>
              <a:ext cx="3743674" cy="143052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80806" y="3929297"/>
              <a:ext cx="2316480" cy="0"/>
            </a:xfrm>
            <a:custGeom>
              <a:avLst/>
              <a:gdLst/>
              <a:ahLst/>
              <a:cxnLst/>
              <a:rect l="l" t="t" r="r" b="b"/>
              <a:pathLst>
                <a:path w="2316479">
                  <a:moveTo>
                    <a:pt x="0" y="0"/>
                  </a:moveTo>
                  <a:lnTo>
                    <a:pt x="31750" y="0"/>
                  </a:lnTo>
                  <a:lnTo>
                    <a:pt x="2284444" y="0"/>
                  </a:lnTo>
                  <a:lnTo>
                    <a:pt x="231619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565249" y="379975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0"/>
                  </a:moveTo>
                  <a:lnTo>
                    <a:pt x="0" y="259080"/>
                  </a:lnTo>
                  <a:lnTo>
                    <a:pt x="259079" y="129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6656" y="3821347"/>
              <a:ext cx="215900" cy="2159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79365" y="1222907"/>
            <a:ext cx="18567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Conclusión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1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9230" y="606535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214" y="1861540"/>
            <a:ext cx="349250" cy="213360"/>
            <a:chOff x="4318214" y="1861540"/>
            <a:chExt cx="349250" cy="213360"/>
          </a:xfrm>
        </p:grpSpPr>
        <p:sp>
          <p:nvSpPr>
            <p:cNvPr id="3" name="object 3"/>
            <p:cNvSpPr/>
            <p:nvPr/>
          </p:nvSpPr>
          <p:spPr>
            <a:xfrm>
              <a:off x="4343614" y="1968220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89">
                  <a:moveTo>
                    <a:pt x="0" y="0"/>
                  </a:moveTo>
                  <a:lnTo>
                    <a:pt x="13530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53524" y="1861540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60" h="213360">
                  <a:moveTo>
                    <a:pt x="0" y="0"/>
                  </a:moveTo>
                  <a:lnTo>
                    <a:pt x="0" y="213360"/>
                  </a:lnTo>
                  <a:lnTo>
                    <a:pt x="213360" y="10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78869" y="1286643"/>
            <a:ext cx="1864995" cy="1463675"/>
          </a:xfrm>
          <a:prstGeom prst="rect">
            <a:avLst/>
          </a:prstGeom>
          <a:solidFill>
            <a:srgbClr val="DCDEE0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55" dirty="0">
                <a:solidFill>
                  <a:srgbClr val="EC5D57"/>
                </a:solidFill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entrada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x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30770" y="1286643"/>
            <a:ext cx="1303655" cy="1463675"/>
          </a:xfrm>
          <a:custGeom>
            <a:avLst/>
            <a:gdLst/>
            <a:ahLst/>
            <a:cxnLst/>
            <a:rect l="l" t="t" r="r" b="b"/>
            <a:pathLst>
              <a:path w="1303654" h="1463675">
                <a:moveTo>
                  <a:pt x="1303084" y="0"/>
                </a:moveTo>
                <a:lnTo>
                  <a:pt x="0" y="0"/>
                </a:lnTo>
                <a:lnTo>
                  <a:pt x="0" y="1463277"/>
                </a:lnTo>
                <a:lnTo>
                  <a:pt x="1303084" y="1463277"/>
                </a:lnTo>
                <a:lnTo>
                  <a:pt x="1303084" y="0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0770" y="1286643"/>
            <a:ext cx="1303655" cy="146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55"/>
              </a:lnSpc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0" dirty="0">
                <a:solidFill>
                  <a:srgbClr val="EC5D57"/>
                </a:solidFill>
                <a:latin typeface="Arial"/>
                <a:cs typeface="Arial"/>
              </a:rPr>
              <a:t>salida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3600" b="1" spc="-50" dirty="0">
                <a:latin typeface="Helvetica"/>
                <a:cs typeface="Helvetica"/>
              </a:rPr>
              <a:t>y</a:t>
            </a:r>
            <a:endParaRPr sz="3600">
              <a:latin typeface="Helvetica"/>
              <a:cs typeface="Helvetic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51776" y="1010714"/>
            <a:ext cx="2582545" cy="3124835"/>
            <a:chOff x="4651776" y="1010714"/>
            <a:chExt cx="2582545" cy="3124835"/>
          </a:xfrm>
        </p:grpSpPr>
        <p:sp>
          <p:nvSpPr>
            <p:cNvPr id="9" name="object 9"/>
            <p:cNvSpPr/>
            <p:nvPr/>
          </p:nvSpPr>
          <p:spPr>
            <a:xfrm>
              <a:off x="4653425" y="1012400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1972853" y="0"/>
                  </a:moveTo>
                  <a:lnTo>
                    <a:pt x="1923015" y="0"/>
                  </a:lnTo>
                  <a:lnTo>
                    <a:pt x="1732390" y="5713"/>
                  </a:lnTo>
                  <a:lnTo>
                    <a:pt x="1431345" y="13844"/>
                  </a:lnTo>
                  <a:lnTo>
                    <a:pt x="1330002" y="18462"/>
                  </a:lnTo>
                  <a:lnTo>
                    <a:pt x="1279377" y="21509"/>
                  </a:lnTo>
                  <a:lnTo>
                    <a:pt x="1228791" y="25163"/>
                  </a:lnTo>
                  <a:lnTo>
                    <a:pt x="1178252" y="29510"/>
                  </a:lnTo>
                  <a:lnTo>
                    <a:pt x="1127764" y="34636"/>
                  </a:lnTo>
                  <a:lnTo>
                    <a:pt x="1077336" y="40627"/>
                  </a:lnTo>
                  <a:lnTo>
                    <a:pt x="1026972" y="47568"/>
                  </a:lnTo>
                  <a:lnTo>
                    <a:pt x="976681" y="55546"/>
                  </a:lnTo>
                  <a:lnTo>
                    <a:pt x="926467" y="64646"/>
                  </a:lnTo>
                  <a:lnTo>
                    <a:pt x="876338" y="74954"/>
                  </a:lnTo>
                  <a:lnTo>
                    <a:pt x="826300" y="86557"/>
                  </a:lnTo>
                  <a:lnTo>
                    <a:pt x="776360" y="99540"/>
                  </a:lnTo>
                  <a:lnTo>
                    <a:pt x="726523" y="113989"/>
                  </a:lnTo>
                  <a:lnTo>
                    <a:pt x="676797" y="129991"/>
                  </a:lnTo>
                  <a:lnTo>
                    <a:pt x="638609" y="143694"/>
                  </a:lnTo>
                  <a:lnTo>
                    <a:pt x="600554" y="158963"/>
                  </a:lnTo>
                  <a:lnTo>
                    <a:pt x="562737" y="175826"/>
                  </a:lnTo>
                  <a:lnTo>
                    <a:pt x="525264" y="194315"/>
                  </a:lnTo>
                  <a:lnTo>
                    <a:pt x="488239" y="214460"/>
                  </a:lnTo>
                  <a:lnTo>
                    <a:pt x="451768" y="236292"/>
                  </a:lnTo>
                  <a:lnTo>
                    <a:pt x="415954" y="259842"/>
                  </a:lnTo>
                  <a:lnTo>
                    <a:pt x="380904" y="285140"/>
                  </a:lnTo>
                  <a:lnTo>
                    <a:pt x="346722" y="312217"/>
                  </a:lnTo>
                  <a:lnTo>
                    <a:pt x="313513" y="341104"/>
                  </a:lnTo>
                  <a:lnTo>
                    <a:pt x="281382" y="371832"/>
                  </a:lnTo>
                  <a:lnTo>
                    <a:pt x="250434" y="404430"/>
                  </a:lnTo>
                  <a:lnTo>
                    <a:pt x="220775" y="438930"/>
                  </a:lnTo>
                  <a:lnTo>
                    <a:pt x="192508" y="475362"/>
                  </a:lnTo>
                  <a:lnTo>
                    <a:pt x="165740" y="513758"/>
                  </a:lnTo>
                  <a:lnTo>
                    <a:pt x="140574" y="554147"/>
                  </a:lnTo>
                  <a:lnTo>
                    <a:pt x="117116" y="596561"/>
                  </a:lnTo>
                  <a:lnTo>
                    <a:pt x="95472" y="641029"/>
                  </a:lnTo>
                  <a:lnTo>
                    <a:pt x="75745" y="687584"/>
                  </a:lnTo>
                  <a:lnTo>
                    <a:pt x="58041" y="736255"/>
                  </a:lnTo>
                  <a:lnTo>
                    <a:pt x="42465" y="787073"/>
                  </a:lnTo>
                  <a:lnTo>
                    <a:pt x="29121" y="840068"/>
                  </a:lnTo>
                  <a:lnTo>
                    <a:pt x="18116" y="895272"/>
                  </a:lnTo>
                  <a:lnTo>
                    <a:pt x="9553" y="952715"/>
                  </a:lnTo>
                  <a:lnTo>
                    <a:pt x="3538" y="1012428"/>
                  </a:lnTo>
                  <a:lnTo>
                    <a:pt x="605" y="1065538"/>
                  </a:lnTo>
                  <a:lnTo>
                    <a:pt x="0" y="1118055"/>
                  </a:lnTo>
                  <a:lnTo>
                    <a:pt x="1595" y="1168881"/>
                  </a:lnTo>
                  <a:lnTo>
                    <a:pt x="5396" y="1221166"/>
                  </a:lnTo>
                  <a:lnTo>
                    <a:pt x="11209" y="1271686"/>
                  </a:lnTo>
                  <a:lnTo>
                    <a:pt x="18973" y="1321467"/>
                  </a:lnTo>
                  <a:lnTo>
                    <a:pt x="28592" y="1370473"/>
                  </a:lnTo>
                  <a:lnTo>
                    <a:pt x="39974" y="1418666"/>
                  </a:lnTo>
                  <a:lnTo>
                    <a:pt x="53023" y="1466011"/>
                  </a:lnTo>
                  <a:lnTo>
                    <a:pt x="67645" y="1512470"/>
                  </a:lnTo>
                  <a:lnTo>
                    <a:pt x="83745" y="1558007"/>
                  </a:lnTo>
                  <a:lnTo>
                    <a:pt x="101230" y="1602586"/>
                  </a:lnTo>
                  <a:lnTo>
                    <a:pt x="120005" y="1646169"/>
                  </a:lnTo>
                  <a:lnTo>
                    <a:pt x="139975" y="1688720"/>
                  </a:lnTo>
                  <a:lnTo>
                    <a:pt x="161046" y="1730203"/>
                  </a:lnTo>
                  <a:lnTo>
                    <a:pt x="183123" y="1770581"/>
                  </a:lnTo>
                  <a:lnTo>
                    <a:pt x="206113" y="1809816"/>
                  </a:lnTo>
                  <a:lnTo>
                    <a:pt x="229920" y="1847874"/>
                  </a:lnTo>
                  <a:lnTo>
                    <a:pt x="254451" y="1884716"/>
                  </a:lnTo>
                  <a:lnTo>
                    <a:pt x="279611" y="1920307"/>
                  </a:lnTo>
                  <a:lnTo>
                    <a:pt x="311249" y="1961825"/>
                  </a:lnTo>
                  <a:lnTo>
                    <a:pt x="343857" y="2000809"/>
                  </a:lnTo>
                  <a:lnTo>
                    <a:pt x="377303" y="2037107"/>
                  </a:lnTo>
                  <a:lnTo>
                    <a:pt x="411455" y="2070571"/>
                  </a:lnTo>
                  <a:lnTo>
                    <a:pt x="446181" y="2101050"/>
                  </a:lnTo>
                  <a:lnTo>
                    <a:pt x="481348" y="2128396"/>
                  </a:lnTo>
                  <a:lnTo>
                    <a:pt x="516825" y="2152458"/>
                  </a:lnTo>
                  <a:lnTo>
                    <a:pt x="552478" y="2173087"/>
                  </a:lnTo>
                  <a:lnTo>
                    <a:pt x="588177" y="2190133"/>
                  </a:lnTo>
                  <a:lnTo>
                    <a:pt x="659180" y="2212878"/>
                  </a:lnTo>
                  <a:lnTo>
                    <a:pt x="728776" y="2219497"/>
                  </a:lnTo>
                  <a:lnTo>
                    <a:pt x="762715" y="2216384"/>
                  </a:lnTo>
                  <a:lnTo>
                    <a:pt x="828218" y="2196567"/>
                  </a:lnTo>
                  <a:lnTo>
                    <a:pt x="889670" y="2157630"/>
                  </a:lnTo>
                  <a:lnTo>
                    <a:pt x="918546" y="2130618"/>
                  </a:lnTo>
                  <a:lnTo>
                    <a:pt x="946013" y="2098376"/>
                  </a:lnTo>
                  <a:lnTo>
                    <a:pt x="971939" y="2060756"/>
                  </a:lnTo>
                  <a:lnTo>
                    <a:pt x="996191" y="2017608"/>
                  </a:lnTo>
                  <a:lnTo>
                    <a:pt x="1014850" y="1976748"/>
                  </a:lnTo>
                  <a:lnTo>
                    <a:pt x="1031024" y="1933220"/>
                  </a:lnTo>
                  <a:lnTo>
                    <a:pt x="1045082" y="1887450"/>
                  </a:lnTo>
                  <a:lnTo>
                    <a:pt x="1057392" y="1839865"/>
                  </a:lnTo>
                  <a:lnTo>
                    <a:pt x="1068285" y="1791072"/>
                  </a:lnTo>
                  <a:lnTo>
                    <a:pt x="1078252" y="1740949"/>
                  </a:lnTo>
                  <a:lnTo>
                    <a:pt x="1087541" y="1690471"/>
                  </a:lnTo>
                  <a:lnTo>
                    <a:pt x="1096560" y="1639881"/>
                  </a:lnTo>
                  <a:lnTo>
                    <a:pt x="1105681" y="1589605"/>
                  </a:lnTo>
                  <a:lnTo>
                    <a:pt x="1115273" y="1540068"/>
                  </a:lnTo>
                  <a:lnTo>
                    <a:pt x="1125705" y="1491697"/>
                  </a:lnTo>
                  <a:lnTo>
                    <a:pt x="1137347" y="1444918"/>
                  </a:lnTo>
                  <a:lnTo>
                    <a:pt x="1150569" y="1400156"/>
                  </a:lnTo>
                  <a:lnTo>
                    <a:pt x="1165739" y="1357838"/>
                  </a:lnTo>
                  <a:lnTo>
                    <a:pt x="1183228" y="1318389"/>
                  </a:lnTo>
                  <a:lnTo>
                    <a:pt x="1203406" y="1282236"/>
                  </a:lnTo>
                  <a:lnTo>
                    <a:pt x="1226641" y="1249804"/>
                  </a:lnTo>
                  <a:lnTo>
                    <a:pt x="1253303" y="1221519"/>
                  </a:lnTo>
                  <a:lnTo>
                    <a:pt x="1284382" y="1197043"/>
                  </a:lnTo>
                  <a:lnTo>
                    <a:pt x="1345485" y="1171259"/>
                  </a:lnTo>
                  <a:lnTo>
                    <a:pt x="1375575" y="1168881"/>
                  </a:lnTo>
                  <a:lnTo>
                    <a:pt x="2541769" y="1168881"/>
                  </a:lnTo>
                  <a:lnTo>
                    <a:pt x="2548312" y="1138892"/>
                  </a:lnTo>
                  <a:lnTo>
                    <a:pt x="2557478" y="1088985"/>
                  </a:lnTo>
                  <a:lnTo>
                    <a:pt x="2565026" y="1038696"/>
                  </a:lnTo>
                  <a:lnTo>
                    <a:pt x="2570950" y="988153"/>
                  </a:lnTo>
                  <a:lnTo>
                    <a:pt x="2575243" y="937486"/>
                  </a:lnTo>
                  <a:lnTo>
                    <a:pt x="2577899" y="886826"/>
                  </a:lnTo>
                  <a:lnTo>
                    <a:pt x="2578836" y="840068"/>
                  </a:lnTo>
                  <a:lnTo>
                    <a:pt x="2578911" y="836302"/>
                  </a:lnTo>
                  <a:lnTo>
                    <a:pt x="2578286" y="787073"/>
                  </a:lnTo>
                  <a:lnTo>
                    <a:pt x="2575982" y="736255"/>
                  </a:lnTo>
                  <a:lnTo>
                    <a:pt x="2572080" y="687584"/>
                  </a:lnTo>
                  <a:lnTo>
                    <a:pt x="2566392" y="638159"/>
                  </a:lnTo>
                  <a:lnTo>
                    <a:pt x="2559088" y="590261"/>
                  </a:lnTo>
                  <a:lnTo>
                    <a:pt x="2550102" y="543278"/>
                  </a:lnTo>
                  <a:lnTo>
                    <a:pt x="2539425" y="497338"/>
                  </a:lnTo>
                  <a:lnTo>
                    <a:pt x="2527054" y="452573"/>
                  </a:lnTo>
                  <a:lnTo>
                    <a:pt x="2512979" y="409111"/>
                  </a:lnTo>
                  <a:lnTo>
                    <a:pt x="2497196" y="367083"/>
                  </a:lnTo>
                  <a:lnTo>
                    <a:pt x="2479698" y="326618"/>
                  </a:lnTo>
                  <a:lnTo>
                    <a:pt x="2460478" y="287847"/>
                  </a:lnTo>
                  <a:lnTo>
                    <a:pt x="2439529" y="250898"/>
                  </a:lnTo>
                  <a:lnTo>
                    <a:pt x="2416846" y="215902"/>
                  </a:lnTo>
                  <a:lnTo>
                    <a:pt x="2392421" y="182988"/>
                  </a:lnTo>
                  <a:lnTo>
                    <a:pt x="2355816" y="141527"/>
                  </a:lnTo>
                  <a:lnTo>
                    <a:pt x="2317570" y="106684"/>
                  </a:lnTo>
                  <a:lnTo>
                    <a:pt x="2277852" y="77907"/>
                  </a:lnTo>
                  <a:lnTo>
                    <a:pt x="2236833" y="54644"/>
                  </a:lnTo>
                  <a:lnTo>
                    <a:pt x="2194680" y="36345"/>
                  </a:lnTo>
                  <a:lnTo>
                    <a:pt x="2151564" y="22458"/>
                  </a:lnTo>
                  <a:lnTo>
                    <a:pt x="2107654" y="12431"/>
                  </a:lnTo>
                  <a:lnTo>
                    <a:pt x="2063119" y="5713"/>
                  </a:lnTo>
                  <a:lnTo>
                    <a:pt x="2018129" y="1753"/>
                  </a:lnTo>
                  <a:lnTo>
                    <a:pt x="1972853" y="0"/>
                  </a:lnTo>
                  <a:close/>
                </a:path>
                <a:path w="2579370" h="2219960">
                  <a:moveTo>
                    <a:pt x="2541769" y="1168881"/>
                  </a:moveTo>
                  <a:lnTo>
                    <a:pt x="1375575" y="1168881"/>
                  </a:lnTo>
                  <a:lnTo>
                    <a:pt x="1405402" y="1172799"/>
                  </a:lnTo>
                  <a:lnTo>
                    <a:pt x="1434997" y="1182478"/>
                  </a:lnTo>
                  <a:lnTo>
                    <a:pt x="1493629" y="1216977"/>
                  </a:lnTo>
                  <a:lnTo>
                    <a:pt x="1551734" y="1268098"/>
                  </a:lnTo>
                  <a:lnTo>
                    <a:pt x="1580672" y="1298554"/>
                  </a:lnTo>
                  <a:lnTo>
                    <a:pt x="1609577" y="1331560"/>
                  </a:lnTo>
                  <a:lnTo>
                    <a:pt x="1638483" y="1366582"/>
                  </a:lnTo>
                  <a:lnTo>
                    <a:pt x="1667422" y="1403084"/>
                  </a:lnTo>
                  <a:lnTo>
                    <a:pt x="1725533" y="1478387"/>
                  </a:lnTo>
                  <a:lnTo>
                    <a:pt x="1754770" y="1516119"/>
                  </a:lnTo>
                  <a:lnTo>
                    <a:pt x="1784174" y="1553190"/>
                  </a:lnTo>
                  <a:lnTo>
                    <a:pt x="1813776" y="1589066"/>
                  </a:lnTo>
                  <a:lnTo>
                    <a:pt x="1843609" y="1623212"/>
                  </a:lnTo>
                  <a:lnTo>
                    <a:pt x="1873707" y="1655093"/>
                  </a:lnTo>
                  <a:lnTo>
                    <a:pt x="1911564" y="1690101"/>
                  </a:lnTo>
                  <a:lnTo>
                    <a:pt x="1950811" y="1720062"/>
                  </a:lnTo>
                  <a:lnTo>
                    <a:pt x="1991260" y="1744889"/>
                  </a:lnTo>
                  <a:lnTo>
                    <a:pt x="2032724" y="1764492"/>
                  </a:lnTo>
                  <a:lnTo>
                    <a:pt x="2075016" y="1778782"/>
                  </a:lnTo>
                  <a:lnTo>
                    <a:pt x="2117948" y="1787672"/>
                  </a:lnTo>
                  <a:lnTo>
                    <a:pt x="2161333" y="1791072"/>
                  </a:lnTo>
                  <a:lnTo>
                    <a:pt x="2196086" y="1768641"/>
                  </a:lnTo>
                  <a:lnTo>
                    <a:pt x="2229829" y="1743000"/>
                  </a:lnTo>
                  <a:lnTo>
                    <a:pt x="2262488" y="1714249"/>
                  </a:lnTo>
                  <a:lnTo>
                    <a:pt x="2293990" y="1682488"/>
                  </a:lnTo>
                  <a:lnTo>
                    <a:pt x="2324263" y="1647817"/>
                  </a:lnTo>
                  <a:lnTo>
                    <a:pt x="2353233" y="1610338"/>
                  </a:lnTo>
                  <a:lnTo>
                    <a:pt x="2380827" y="1570150"/>
                  </a:lnTo>
                  <a:lnTo>
                    <a:pt x="2406973" y="1527354"/>
                  </a:lnTo>
                  <a:lnTo>
                    <a:pt x="2431596" y="1482049"/>
                  </a:lnTo>
                  <a:lnTo>
                    <a:pt x="2454624" y="1434337"/>
                  </a:lnTo>
                  <a:lnTo>
                    <a:pt x="2475985" y="1384318"/>
                  </a:lnTo>
                  <a:lnTo>
                    <a:pt x="2495603" y="1332091"/>
                  </a:lnTo>
                  <a:lnTo>
                    <a:pt x="2511175" y="1285015"/>
                  </a:lnTo>
                  <a:lnTo>
                    <a:pt x="2525154" y="1237036"/>
                  </a:lnTo>
                  <a:lnTo>
                    <a:pt x="2537536" y="1188285"/>
                  </a:lnTo>
                  <a:lnTo>
                    <a:pt x="2541769" y="1168881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53425" y="1012302"/>
              <a:ext cx="2579370" cy="2219960"/>
            </a:xfrm>
            <a:custGeom>
              <a:avLst/>
              <a:gdLst/>
              <a:ahLst/>
              <a:cxnLst/>
              <a:rect l="l" t="t" r="r" b="b"/>
              <a:pathLst>
                <a:path w="2579370" h="2219960">
                  <a:moveTo>
                    <a:pt x="2161332" y="1791170"/>
                  </a:moveTo>
                  <a:lnTo>
                    <a:pt x="2196086" y="1768740"/>
                  </a:lnTo>
                  <a:lnTo>
                    <a:pt x="2229828" y="1743099"/>
                  </a:lnTo>
                  <a:lnTo>
                    <a:pt x="2262487" y="1714348"/>
                  </a:lnTo>
                  <a:lnTo>
                    <a:pt x="2293990" y="1682587"/>
                  </a:lnTo>
                  <a:lnTo>
                    <a:pt x="2324263" y="1647917"/>
                  </a:lnTo>
                  <a:lnTo>
                    <a:pt x="2353233" y="1610437"/>
                  </a:lnTo>
                  <a:lnTo>
                    <a:pt x="2380827" y="1570249"/>
                  </a:lnTo>
                  <a:lnTo>
                    <a:pt x="2406972" y="1527453"/>
                  </a:lnTo>
                  <a:lnTo>
                    <a:pt x="2431596" y="1482149"/>
                  </a:lnTo>
                  <a:lnTo>
                    <a:pt x="2454624" y="1434437"/>
                  </a:lnTo>
                  <a:lnTo>
                    <a:pt x="2475984" y="1384417"/>
                  </a:lnTo>
                  <a:lnTo>
                    <a:pt x="2495603" y="1332191"/>
                  </a:lnTo>
                  <a:lnTo>
                    <a:pt x="2511174" y="1285114"/>
                  </a:lnTo>
                  <a:lnTo>
                    <a:pt x="2525154" y="1237135"/>
                  </a:lnTo>
                  <a:lnTo>
                    <a:pt x="2537535" y="1188384"/>
                  </a:lnTo>
                  <a:lnTo>
                    <a:pt x="2548312" y="1138991"/>
                  </a:lnTo>
                  <a:lnTo>
                    <a:pt x="2557478" y="1089084"/>
                  </a:lnTo>
                  <a:lnTo>
                    <a:pt x="2565026" y="1038795"/>
                  </a:lnTo>
                  <a:lnTo>
                    <a:pt x="2570950" y="988252"/>
                  </a:lnTo>
                  <a:lnTo>
                    <a:pt x="2575243" y="937585"/>
                  </a:lnTo>
                  <a:lnTo>
                    <a:pt x="2577899" y="886925"/>
                  </a:lnTo>
                  <a:lnTo>
                    <a:pt x="2578911" y="836401"/>
                  </a:lnTo>
                  <a:lnTo>
                    <a:pt x="2578273" y="786142"/>
                  </a:lnTo>
                  <a:lnTo>
                    <a:pt x="2575978" y="736279"/>
                  </a:lnTo>
                  <a:lnTo>
                    <a:pt x="2572020" y="686941"/>
                  </a:lnTo>
                  <a:lnTo>
                    <a:pt x="2566392" y="638258"/>
                  </a:lnTo>
                  <a:lnTo>
                    <a:pt x="2559088" y="590360"/>
                  </a:lnTo>
                  <a:lnTo>
                    <a:pt x="2550102" y="543376"/>
                  </a:lnTo>
                  <a:lnTo>
                    <a:pt x="2539425" y="497437"/>
                  </a:lnTo>
                  <a:lnTo>
                    <a:pt x="2527054" y="452671"/>
                  </a:lnTo>
                  <a:lnTo>
                    <a:pt x="2512979" y="409210"/>
                  </a:lnTo>
                  <a:lnTo>
                    <a:pt x="2497196" y="367182"/>
                  </a:lnTo>
                  <a:lnTo>
                    <a:pt x="2479698" y="326717"/>
                  </a:lnTo>
                  <a:lnTo>
                    <a:pt x="2460478" y="287945"/>
                  </a:lnTo>
                  <a:lnTo>
                    <a:pt x="2439529" y="250996"/>
                  </a:lnTo>
                  <a:lnTo>
                    <a:pt x="2416845" y="216000"/>
                  </a:lnTo>
                  <a:lnTo>
                    <a:pt x="2392421" y="183086"/>
                  </a:lnTo>
                  <a:lnTo>
                    <a:pt x="2355816" y="141626"/>
                  </a:lnTo>
                  <a:lnTo>
                    <a:pt x="2317570" y="106782"/>
                  </a:lnTo>
                  <a:lnTo>
                    <a:pt x="2277852" y="78005"/>
                  </a:lnTo>
                  <a:lnTo>
                    <a:pt x="2236832" y="54743"/>
                  </a:lnTo>
                  <a:lnTo>
                    <a:pt x="2194680" y="36444"/>
                  </a:lnTo>
                  <a:lnTo>
                    <a:pt x="2151564" y="22556"/>
                  </a:lnTo>
                  <a:lnTo>
                    <a:pt x="2107654" y="12529"/>
                  </a:lnTo>
                  <a:lnTo>
                    <a:pt x="2063119" y="5812"/>
                  </a:lnTo>
                  <a:lnTo>
                    <a:pt x="2018129" y="1852"/>
                  </a:lnTo>
                  <a:lnTo>
                    <a:pt x="1972853" y="98"/>
                  </a:lnTo>
                  <a:lnTo>
                    <a:pt x="1927460" y="0"/>
                  </a:lnTo>
                  <a:lnTo>
                    <a:pt x="1882121" y="1005"/>
                  </a:lnTo>
                  <a:lnTo>
                    <a:pt x="1837003" y="2562"/>
                  </a:lnTo>
                  <a:lnTo>
                    <a:pt x="1786338" y="4266"/>
                  </a:lnTo>
                  <a:lnTo>
                    <a:pt x="1735648" y="5718"/>
                  </a:lnTo>
                  <a:lnTo>
                    <a:pt x="1684940" y="7004"/>
                  </a:lnTo>
                  <a:lnTo>
                    <a:pt x="1634219" y="8209"/>
                  </a:lnTo>
                  <a:lnTo>
                    <a:pt x="1583493" y="9419"/>
                  </a:lnTo>
                  <a:lnTo>
                    <a:pt x="1532767" y="10721"/>
                  </a:lnTo>
                  <a:lnTo>
                    <a:pt x="1482049" y="12200"/>
                  </a:lnTo>
                  <a:lnTo>
                    <a:pt x="1431344" y="13943"/>
                  </a:lnTo>
                  <a:lnTo>
                    <a:pt x="1380660" y="16034"/>
                  </a:lnTo>
                  <a:lnTo>
                    <a:pt x="1330002" y="18561"/>
                  </a:lnTo>
                  <a:lnTo>
                    <a:pt x="1279377" y="21608"/>
                  </a:lnTo>
                  <a:lnTo>
                    <a:pt x="1228791" y="25262"/>
                  </a:lnTo>
                  <a:lnTo>
                    <a:pt x="1178251" y="29610"/>
                  </a:lnTo>
                  <a:lnTo>
                    <a:pt x="1127764" y="34735"/>
                  </a:lnTo>
                  <a:lnTo>
                    <a:pt x="1077336" y="40726"/>
                  </a:lnTo>
                  <a:lnTo>
                    <a:pt x="1026972" y="47667"/>
                  </a:lnTo>
                  <a:lnTo>
                    <a:pt x="976681" y="55645"/>
                  </a:lnTo>
                  <a:lnTo>
                    <a:pt x="926467" y="64745"/>
                  </a:lnTo>
                  <a:lnTo>
                    <a:pt x="876338" y="75053"/>
                  </a:lnTo>
                  <a:lnTo>
                    <a:pt x="826300" y="86656"/>
                  </a:lnTo>
                  <a:lnTo>
                    <a:pt x="776360" y="99639"/>
                  </a:lnTo>
                  <a:lnTo>
                    <a:pt x="726523" y="114088"/>
                  </a:lnTo>
                  <a:lnTo>
                    <a:pt x="676797" y="130089"/>
                  </a:lnTo>
                  <a:lnTo>
                    <a:pt x="638609" y="143793"/>
                  </a:lnTo>
                  <a:lnTo>
                    <a:pt x="600554" y="159061"/>
                  </a:lnTo>
                  <a:lnTo>
                    <a:pt x="562737" y="175925"/>
                  </a:lnTo>
                  <a:lnTo>
                    <a:pt x="525264" y="194413"/>
                  </a:lnTo>
                  <a:lnTo>
                    <a:pt x="488239" y="214559"/>
                  </a:lnTo>
                  <a:lnTo>
                    <a:pt x="451768" y="236391"/>
                  </a:lnTo>
                  <a:lnTo>
                    <a:pt x="415954" y="259941"/>
                  </a:lnTo>
                  <a:lnTo>
                    <a:pt x="380904" y="285239"/>
                  </a:lnTo>
                  <a:lnTo>
                    <a:pt x="346722" y="312316"/>
                  </a:lnTo>
                  <a:lnTo>
                    <a:pt x="313513" y="341203"/>
                  </a:lnTo>
                  <a:lnTo>
                    <a:pt x="281382" y="371931"/>
                  </a:lnTo>
                  <a:lnTo>
                    <a:pt x="250434" y="404529"/>
                  </a:lnTo>
                  <a:lnTo>
                    <a:pt x="220775" y="439029"/>
                  </a:lnTo>
                  <a:lnTo>
                    <a:pt x="192508" y="475461"/>
                  </a:lnTo>
                  <a:lnTo>
                    <a:pt x="165740" y="513857"/>
                  </a:lnTo>
                  <a:lnTo>
                    <a:pt x="140574" y="554246"/>
                  </a:lnTo>
                  <a:lnTo>
                    <a:pt x="117116" y="596659"/>
                  </a:lnTo>
                  <a:lnTo>
                    <a:pt x="95472" y="641128"/>
                  </a:lnTo>
                  <a:lnTo>
                    <a:pt x="75745" y="687682"/>
                  </a:lnTo>
                  <a:lnTo>
                    <a:pt x="58041" y="736353"/>
                  </a:lnTo>
                  <a:lnTo>
                    <a:pt x="42465" y="787171"/>
                  </a:lnTo>
                  <a:lnTo>
                    <a:pt x="29121" y="840167"/>
                  </a:lnTo>
                  <a:lnTo>
                    <a:pt x="18116" y="895371"/>
                  </a:lnTo>
                  <a:lnTo>
                    <a:pt x="9553" y="952814"/>
                  </a:lnTo>
                  <a:lnTo>
                    <a:pt x="3538" y="1012527"/>
                  </a:lnTo>
                  <a:lnTo>
                    <a:pt x="605" y="1065637"/>
                  </a:lnTo>
                  <a:lnTo>
                    <a:pt x="0" y="1118154"/>
                  </a:lnTo>
                  <a:lnTo>
                    <a:pt x="1628" y="1170042"/>
                  </a:lnTo>
                  <a:lnTo>
                    <a:pt x="5396" y="1221265"/>
                  </a:lnTo>
                  <a:lnTo>
                    <a:pt x="11209" y="1271785"/>
                  </a:lnTo>
                  <a:lnTo>
                    <a:pt x="18973" y="1321566"/>
                  </a:lnTo>
                  <a:lnTo>
                    <a:pt x="28592" y="1370572"/>
                  </a:lnTo>
                  <a:lnTo>
                    <a:pt x="39974" y="1418765"/>
                  </a:lnTo>
                  <a:lnTo>
                    <a:pt x="53023" y="1466110"/>
                  </a:lnTo>
                  <a:lnTo>
                    <a:pt x="67645" y="1512569"/>
                  </a:lnTo>
                  <a:lnTo>
                    <a:pt x="83745" y="1558106"/>
                  </a:lnTo>
                  <a:lnTo>
                    <a:pt x="101230" y="1602684"/>
                  </a:lnTo>
                  <a:lnTo>
                    <a:pt x="120005" y="1646268"/>
                  </a:lnTo>
                  <a:lnTo>
                    <a:pt x="139975" y="1688819"/>
                  </a:lnTo>
                  <a:lnTo>
                    <a:pt x="161046" y="1730302"/>
                  </a:lnTo>
                  <a:lnTo>
                    <a:pt x="183123" y="1770679"/>
                  </a:lnTo>
                  <a:lnTo>
                    <a:pt x="206113" y="1809915"/>
                  </a:lnTo>
                  <a:lnTo>
                    <a:pt x="229920" y="1847972"/>
                  </a:lnTo>
                  <a:lnTo>
                    <a:pt x="254451" y="1884815"/>
                  </a:lnTo>
                  <a:lnTo>
                    <a:pt x="279611" y="1920405"/>
                  </a:lnTo>
                  <a:lnTo>
                    <a:pt x="311249" y="1961924"/>
                  </a:lnTo>
                  <a:lnTo>
                    <a:pt x="343857" y="2000907"/>
                  </a:lnTo>
                  <a:lnTo>
                    <a:pt x="377303" y="2037206"/>
                  </a:lnTo>
                  <a:lnTo>
                    <a:pt x="411455" y="2070669"/>
                  </a:lnTo>
                  <a:lnTo>
                    <a:pt x="446181" y="2101149"/>
                  </a:lnTo>
                  <a:lnTo>
                    <a:pt x="481348" y="2128495"/>
                  </a:lnTo>
                  <a:lnTo>
                    <a:pt x="516825" y="2152557"/>
                  </a:lnTo>
                  <a:lnTo>
                    <a:pt x="552478" y="2173186"/>
                  </a:lnTo>
                  <a:lnTo>
                    <a:pt x="588177" y="2190232"/>
                  </a:lnTo>
                  <a:lnTo>
                    <a:pt x="659179" y="2212977"/>
                  </a:lnTo>
                  <a:lnTo>
                    <a:pt x="728775" y="2219595"/>
                  </a:lnTo>
                  <a:lnTo>
                    <a:pt x="762715" y="2216483"/>
                  </a:lnTo>
                  <a:lnTo>
                    <a:pt x="828218" y="2196666"/>
                  </a:lnTo>
                  <a:lnTo>
                    <a:pt x="889669" y="2157729"/>
                  </a:lnTo>
                  <a:lnTo>
                    <a:pt x="918545" y="2130716"/>
                  </a:lnTo>
                  <a:lnTo>
                    <a:pt x="946012" y="2098475"/>
                  </a:lnTo>
                  <a:lnTo>
                    <a:pt x="971938" y="2060855"/>
                  </a:lnTo>
                  <a:lnTo>
                    <a:pt x="996189" y="2017706"/>
                  </a:lnTo>
                  <a:lnTo>
                    <a:pt x="1014849" y="1976846"/>
                  </a:lnTo>
                  <a:lnTo>
                    <a:pt x="1031023" y="1933319"/>
                  </a:lnTo>
                  <a:lnTo>
                    <a:pt x="1045081" y="1887549"/>
                  </a:lnTo>
                  <a:lnTo>
                    <a:pt x="1057392" y="1839963"/>
                  </a:lnTo>
                  <a:lnTo>
                    <a:pt x="1068326" y="1790988"/>
                  </a:lnTo>
                  <a:lnTo>
                    <a:pt x="1078252" y="1741048"/>
                  </a:lnTo>
                  <a:lnTo>
                    <a:pt x="1087540" y="1690570"/>
                  </a:lnTo>
                  <a:lnTo>
                    <a:pt x="1096560" y="1639980"/>
                  </a:lnTo>
                  <a:lnTo>
                    <a:pt x="1105681" y="1589704"/>
                  </a:lnTo>
                  <a:lnTo>
                    <a:pt x="1115273" y="1540167"/>
                  </a:lnTo>
                  <a:lnTo>
                    <a:pt x="1125705" y="1491797"/>
                  </a:lnTo>
                  <a:lnTo>
                    <a:pt x="1137347" y="1445017"/>
                  </a:lnTo>
                  <a:lnTo>
                    <a:pt x="1150569" y="1400256"/>
                  </a:lnTo>
                  <a:lnTo>
                    <a:pt x="1165739" y="1357937"/>
                  </a:lnTo>
                  <a:lnTo>
                    <a:pt x="1183228" y="1318488"/>
                  </a:lnTo>
                  <a:lnTo>
                    <a:pt x="1203406" y="1282335"/>
                  </a:lnTo>
                  <a:lnTo>
                    <a:pt x="1226641" y="1249903"/>
                  </a:lnTo>
                  <a:lnTo>
                    <a:pt x="1253303" y="1221618"/>
                  </a:lnTo>
                  <a:lnTo>
                    <a:pt x="1284382" y="1197142"/>
                  </a:lnTo>
                  <a:lnTo>
                    <a:pt x="1345485" y="1171358"/>
                  </a:lnTo>
                  <a:lnTo>
                    <a:pt x="1375575" y="1168980"/>
                  </a:lnTo>
                  <a:lnTo>
                    <a:pt x="1405401" y="1172898"/>
                  </a:lnTo>
                  <a:lnTo>
                    <a:pt x="1464395" y="1197481"/>
                  </a:lnTo>
                  <a:lnTo>
                    <a:pt x="1522730" y="1240826"/>
                  </a:lnTo>
                  <a:lnTo>
                    <a:pt x="1551733" y="1268196"/>
                  </a:lnTo>
                  <a:lnTo>
                    <a:pt x="1580671" y="1298653"/>
                  </a:lnTo>
                  <a:lnTo>
                    <a:pt x="1609576" y="1331659"/>
                  </a:lnTo>
                  <a:lnTo>
                    <a:pt x="1638482" y="1366681"/>
                  </a:lnTo>
                  <a:lnTo>
                    <a:pt x="1667421" y="1403182"/>
                  </a:lnTo>
                  <a:lnTo>
                    <a:pt x="1696427" y="1440629"/>
                  </a:lnTo>
                  <a:lnTo>
                    <a:pt x="1725532" y="1478486"/>
                  </a:lnTo>
                  <a:lnTo>
                    <a:pt x="1754770" y="1516217"/>
                  </a:lnTo>
                  <a:lnTo>
                    <a:pt x="1784173" y="1553289"/>
                  </a:lnTo>
                  <a:lnTo>
                    <a:pt x="1813775" y="1589165"/>
                  </a:lnTo>
                  <a:lnTo>
                    <a:pt x="1843609" y="1623311"/>
                  </a:lnTo>
                  <a:lnTo>
                    <a:pt x="1873707" y="1655191"/>
                  </a:lnTo>
                  <a:lnTo>
                    <a:pt x="1911564" y="1690199"/>
                  </a:lnTo>
                  <a:lnTo>
                    <a:pt x="1950811" y="1720161"/>
                  </a:lnTo>
                  <a:lnTo>
                    <a:pt x="1991260" y="1744987"/>
                  </a:lnTo>
                  <a:lnTo>
                    <a:pt x="2032724" y="1764590"/>
                  </a:lnTo>
                  <a:lnTo>
                    <a:pt x="2075016" y="1778880"/>
                  </a:lnTo>
                  <a:lnTo>
                    <a:pt x="2117948" y="1787770"/>
                  </a:lnTo>
                  <a:lnTo>
                    <a:pt x="2161332" y="179117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1776" y="3233583"/>
              <a:ext cx="2582160" cy="90189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63404" y="1271258"/>
            <a:ext cx="1784985" cy="88391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209" marR="5080" indent="-17145">
              <a:lnSpc>
                <a:spcPct val="101200"/>
              </a:lnSpc>
              <a:spcBef>
                <a:spcPts val="60"/>
              </a:spcBef>
            </a:pP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Aprendizaje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Automá1co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3984" y="753551"/>
            <a:ext cx="220345" cy="470534"/>
            <a:chOff x="3443984" y="753551"/>
            <a:chExt cx="220345" cy="470534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3984" y="753551"/>
              <a:ext cx="219900" cy="4701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0274" y="771651"/>
              <a:ext cx="147320" cy="39141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077486" y="753551"/>
            <a:ext cx="5584825" cy="3903979"/>
            <a:chOff x="3077486" y="753551"/>
            <a:chExt cx="5584825" cy="3903979"/>
          </a:xfrm>
        </p:grpSpPr>
        <p:sp>
          <p:nvSpPr>
            <p:cNvPr id="17" name="object 17"/>
            <p:cNvSpPr/>
            <p:nvPr/>
          </p:nvSpPr>
          <p:spPr>
            <a:xfrm>
              <a:off x="7231767" y="1856599"/>
              <a:ext cx="251460" cy="0"/>
            </a:xfrm>
            <a:custGeom>
              <a:avLst/>
              <a:gdLst/>
              <a:ahLst/>
              <a:cxnLst/>
              <a:rect l="l" t="t" r="r" b="b"/>
              <a:pathLst>
                <a:path w="251459">
                  <a:moveTo>
                    <a:pt x="0" y="0"/>
                  </a:moveTo>
                  <a:lnTo>
                    <a:pt x="225911" y="0"/>
                  </a:lnTo>
                  <a:lnTo>
                    <a:pt x="251311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7678" y="1749919"/>
              <a:ext cx="213360" cy="213360"/>
            </a:xfrm>
            <a:custGeom>
              <a:avLst/>
              <a:gdLst/>
              <a:ahLst/>
              <a:cxnLst/>
              <a:rect l="l" t="t" r="r" b="b"/>
              <a:pathLst>
                <a:path w="213359" h="213360">
                  <a:moveTo>
                    <a:pt x="0" y="0"/>
                  </a:moveTo>
                  <a:lnTo>
                    <a:pt x="0" y="213359"/>
                  </a:lnTo>
                  <a:lnTo>
                    <a:pt x="213360" y="106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2217" y="753551"/>
              <a:ext cx="219900" cy="47015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8507" y="771651"/>
              <a:ext cx="147320" cy="3914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8656" y="3226733"/>
              <a:ext cx="3743674" cy="14305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80806" y="3929297"/>
              <a:ext cx="2316480" cy="0"/>
            </a:xfrm>
            <a:custGeom>
              <a:avLst/>
              <a:gdLst/>
              <a:ahLst/>
              <a:cxnLst/>
              <a:rect l="l" t="t" r="r" b="b"/>
              <a:pathLst>
                <a:path w="2316479">
                  <a:moveTo>
                    <a:pt x="0" y="0"/>
                  </a:moveTo>
                  <a:lnTo>
                    <a:pt x="31750" y="0"/>
                  </a:lnTo>
                  <a:lnTo>
                    <a:pt x="2284444" y="0"/>
                  </a:lnTo>
                  <a:lnTo>
                    <a:pt x="2316194" y="0"/>
                  </a:lnTo>
                </a:path>
              </a:pathLst>
            </a:custGeom>
            <a:ln w="63500">
              <a:solidFill>
                <a:srgbClr val="8064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65249" y="3799757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0"/>
                  </a:moveTo>
                  <a:lnTo>
                    <a:pt x="0" y="259080"/>
                  </a:lnTo>
                  <a:lnTo>
                    <a:pt x="259079" y="129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6656" y="3821347"/>
              <a:ext cx="215900" cy="2159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7486" y="3397683"/>
              <a:ext cx="952912" cy="106306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926299" y="3155718"/>
            <a:ext cx="1963420" cy="148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3690">
              <a:lnSpc>
                <a:spcPts val="4565"/>
              </a:lnSpc>
              <a:spcBef>
                <a:spcPts val="100"/>
              </a:spcBef>
            </a:pP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1,</a:t>
            </a:r>
            <a:r>
              <a:rPr sz="4000" b="1" spc="-20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160" dirty="0">
                <a:solidFill>
                  <a:srgbClr val="C0504D"/>
                </a:solidFill>
                <a:latin typeface="Arial"/>
                <a:cs typeface="Arial"/>
              </a:rPr>
              <a:t>2,</a:t>
            </a:r>
            <a:r>
              <a:rPr sz="4000" b="1" spc="-19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4000" b="1" spc="-50" dirty="0">
                <a:solidFill>
                  <a:srgbClr val="C0504D"/>
                </a:solidFill>
                <a:latin typeface="Arial"/>
                <a:cs typeface="Arial"/>
              </a:rPr>
              <a:t>3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ts val="3125"/>
              </a:lnSpc>
            </a:pPr>
            <a:r>
              <a:rPr sz="2800" spc="-10" dirty="0">
                <a:latin typeface="Arial"/>
                <a:cs typeface="Arial"/>
              </a:rPr>
              <a:t>“Perro”,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800" spc="-85" dirty="0">
                <a:latin typeface="Arial"/>
                <a:cs typeface="Arial"/>
              </a:rPr>
              <a:t>“Gato”,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“Bus”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429230" y="206485"/>
            <a:ext cx="23869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Aprendizaje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29230" y="606535"/>
            <a:ext cx="2247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automático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46399" y="321337"/>
            <a:ext cx="21132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>
                <a:latin typeface="Arial"/>
                <a:cs typeface="Arial"/>
              </a:rPr>
              <a:t>Características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19213" y="309159"/>
            <a:ext cx="13684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>
                <a:latin typeface="Arial"/>
                <a:cs typeface="Arial"/>
              </a:rPr>
              <a:t>Etiquetas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9365" y="1222907"/>
            <a:ext cx="18567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Conclusión</a:t>
            </a:r>
            <a:r>
              <a:rPr sz="2800" b="1" spc="-4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50" dirty="0">
                <a:solidFill>
                  <a:srgbClr val="C0504D"/>
                </a:solidFill>
                <a:latin typeface="Arial Narrow"/>
                <a:cs typeface="Arial Narrow"/>
              </a:rPr>
              <a:t>1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00963" y="3171562"/>
            <a:ext cx="2609215" cy="957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58419">
              <a:lnSpc>
                <a:spcPts val="1720"/>
              </a:lnSpc>
              <a:spcBef>
                <a:spcPts val="1850"/>
              </a:spcBef>
            </a:pPr>
            <a:r>
              <a:rPr sz="1600" dirty="0">
                <a:latin typeface="Arial"/>
                <a:cs typeface="Arial"/>
              </a:rPr>
              <a:t>Ricardo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García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Ródenas</a:t>
            </a:r>
            <a:endParaRPr sz="1600">
              <a:latin typeface="Arial"/>
              <a:cs typeface="Arial"/>
            </a:endParaRPr>
          </a:p>
          <a:p>
            <a:pPr marL="58419">
              <a:lnSpc>
                <a:spcPts val="1360"/>
              </a:lnSpc>
            </a:pPr>
            <a:r>
              <a:rPr sz="1300" spc="-10" dirty="0">
                <a:solidFill>
                  <a:srgbClr val="404040"/>
                </a:solidFill>
                <a:latin typeface="Arial"/>
                <a:cs typeface="Arial"/>
                <a:hlinkClick r:id="rId3"/>
              </a:rPr>
              <a:t>Ricardo.Garcia@uclm.es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8364" y="2457778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Visualización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49840" y="3503627"/>
            <a:ext cx="5594350" cy="1640205"/>
            <a:chOff x="3549840" y="3503627"/>
            <a:chExt cx="5594350" cy="1640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9840" y="3503627"/>
              <a:ext cx="4859110" cy="12761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19690" y="3550477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4719410" y="0"/>
                  </a:moveTo>
                  <a:lnTo>
                    <a:pt x="0" y="0"/>
                  </a:lnTo>
                  <a:lnTo>
                    <a:pt x="0" y="1136416"/>
                  </a:lnTo>
                  <a:lnTo>
                    <a:pt x="4719410" y="1136416"/>
                  </a:lnTo>
                  <a:lnTo>
                    <a:pt x="4719410" y="0"/>
                  </a:lnTo>
                  <a:close/>
                </a:path>
              </a:pathLst>
            </a:custGeom>
            <a:solidFill>
              <a:srgbClr val="04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690" y="3550478"/>
              <a:ext cx="4719955" cy="1136650"/>
            </a:xfrm>
            <a:custGeom>
              <a:avLst/>
              <a:gdLst/>
              <a:ahLst/>
              <a:cxnLst/>
              <a:rect l="l" t="t" r="r" b="b"/>
              <a:pathLst>
                <a:path w="4719955" h="1136650">
                  <a:moveTo>
                    <a:pt x="0" y="0"/>
                  </a:moveTo>
                  <a:lnTo>
                    <a:pt x="4719410" y="0"/>
                  </a:lnTo>
                  <a:lnTo>
                    <a:pt x="4719410" y="1136416"/>
                  </a:lnTo>
                  <a:lnTo>
                    <a:pt x="0" y="1136416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7BA1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8037" y="3649604"/>
              <a:ext cx="608246" cy="6513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6283" y="400377"/>
            <a:ext cx="190118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Procesos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6283" y="800427"/>
            <a:ext cx="23412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extraccción</a:t>
            </a:r>
            <a:endParaRPr sz="4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83" y="1200477"/>
            <a:ext cx="24098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información</a:t>
            </a:r>
            <a:endParaRPr sz="4000">
              <a:latin typeface="Arial Narrow"/>
              <a:cs typeface="Arial Narro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26557" y="103126"/>
            <a:ext cx="6790690" cy="5040630"/>
            <a:chOff x="2326557" y="103126"/>
            <a:chExt cx="6790690" cy="504063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6557" y="3612297"/>
              <a:ext cx="6790574" cy="15312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2797406" y="0"/>
                  </a:moveTo>
                  <a:lnTo>
                    <a:pt x="932468" y="0"/>
                  </a:ln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8"/>
                  </a:lnTo>
                  <a:lnTo>
                    <a:pt x="316612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4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2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3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10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10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3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6" y="787896"/>
                  </a:lnTo>
                  <a:lnTo>
                    <a:pt x="3413263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8" y="708490"/>
                  </a:lnTo>
                  <a:lnTo>
                    <a:pt x="3570628" y="685640"/>
                  </a:lnTo>
                  <a:lnTo>
                    <a:pt x="3602569" y="661721"/>
                  </a:lnTo>
                  <a:lnTo>
                    <a:pt x="3656599" y="610940"/>
                  </a:lnTo>
                  <a:lnTo>
                    <a:pt x="3696567" y="556670"/>
                  </a:lnTo>
                  <a:lnTo>
                    <a:pt x="3721363" y="499436"/>
                  </a:lnTo>
                  <a:lnTo>
                    <a:pt x="3729875" y="439762"/>
                  </a:lnTo>
                  <a:lnTo>
                    <a:pt x="3727724" y="409652"/>
                  </a:lnTo>
                  <a:lnTo>
                    <a:pt x="3710931" y="351132"/>
                  </a:lnTo>
                  <a:lnTo>
                    <a:pt x="3678410" y="295315"/>
                  </a:lnTo>
                  <a:lnTo>
                    <a:pt x="3631272" y="242724"/>
                  </a:lnTo>
                  <a:lnTo>
                    <a:pt x="3570628" y="193884"/>
                  </a:lnTo>
                  <a:lnTo>
                    <a:pt x="3535588" y="171033"/>
                  </a:lnTo>
                  <a:lnTo>
                    <a:pt x="3497588" y="149317"/>
                  </a:lnTo>
                  <a:lnTo>
                    <a:pt x="3456766" y="128800"/>
                  </a:lnTo>
                  <a:lnTo>
                    <a:pt x="3413263" y="109549"/>
                  </a:lnTo>
                  <a:lnTo>
                    <a:pt x="3367216" y="91628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6907" y="3678923"/>
              <a:ext cx="3729990" cy="880110"/>
            </a:xfrm>
            <a:custGeom>
              <a:avLst/>
              <a:gdLst/>
              <a:ahLst/>
              <a:cxnLst/>
              <a:rect l="l" t="t" r="r" b="b"/>
              <a:pathLst>
                <a:path w="3729990" h="880110">
                  <a:moveTo>
                    <a:pt x="932468" y="0"/>
                  </a:moveTo>
                  <a:lnTo>
                    <a:pt x="868624" y="1014"/>
                  </a:lnTo>
                  <a:lnTo>
                    <a:pt x="805935" y="4014"/>
                  </a:lnTo>
                  <a:lnTo>
                    <a:pt x="744539" y="8934"/>
                  </a:lnTo>
                  <a:lnTo>
                    <a:pt x="684576" y="15708"/>
                  </a:lnTo>
                  <a:lnTo>
                    <a:pt x="626185" y="24271"/>
                  </a:lnTo>
                  <a:lnTo>
                    <a:pt x="569503" y="34557"/>
                  </a:lnTo>
                  <a:lnTo>
                    <a:pt x="514671" y="46502"/>
                  </a:lnTo>
                  <a:lnTo>
                    <a:pt x="461827" y="60038"/>
                  </a:lnTo>
                  <a:lnTo>
                    <a:pt x="411110" y="75102"/>
                  </a:lnTo>
                  <a:lnTo>
                    <a:pt x="362658" y="91627"/>
                  </a:lnTo>
                  <a:lnTo>
                    <a:pt x="316611" y="109549"/>
                  </a:lnTo>
                  <a:lnTo>
                    <a:pt x="273108" y="128800"/>
                  </a:lnTo>
                  <a:lnTo>
                    <a:pt x="232287" y="149317"/>
                  </a:lnTo>
                  <a:lnTo>
                    <a:pt x="194287" y="171033"/>
                  </a:lnTo>
                  <a:lnTo>
                    <a:pt x="159247" y="193883"/>
                  </a:lnTo>
                  <a:lnTo>
                    <a:pt x="127306" y="217802"/>
                  </a:lnTo>
                  <a:lnTo>
                    <a:pt x="73276" y="268584"/>
                  </a:lnTo>
                  <a:lnTo>
                    <a:pt x="33307" y="322853"/>
                  </a:lnTo>
                  <a:lnTo>
                    <a:pt x="8512" y="380087"/>
                  </a:lnTo>
                  <a:lnTo>
                    <a:pt x="0" y="439762"/>
                  </a:lnTo>
                  <a:lnTo>
                    <a:pt x="2151" y="469871"/>
                  </a:lnTo>
                  <a:lnTo>
                    <a:pt x="18943" y="528391"/>
                  </a:lnTo>
                  <a:lnTo>
                    <a:pt x="51464" y="584208"/>
                  </a:lnTo>
                  <a:lnTo>
                    <a:pt x="98602" y="636799"/>
                  </a:lnTo>
                  <a:lnTo>
                    <a:pt x="159247" y="685640"/>
                  </a:lnTo>
                  <a:lnTo>
                    <a:pt x="194287" y="708490"/>
                  </a:lnTo>
                  <a:lnTo>
                    <a:pt x="232287" y="730206"/>
                  </a:lnTo>
                  <a:lnTo>
                    <a:pt x="273108" y="750723"/>
                  </a:lnTo>
                  <a:lnTo>
                    <a:pt x="316611" y="769975"/>
                  </a:lnTo>
                  <a:lnTo>
                    <a:pt x="362658" y="787896"/>
                  </a:lnTo>
                  <a:lnTo>
                    <a:pt x="411110" y="804421"/>
                  </a:lnTo>
                  <a:lnTo>
                    <a:pt x="461827" y="819485"/>
                  </a:lnTo>
                  <a:lnTo>
                    <a:pt x="514671" y="833022"/>
                  </a:lnTo>
                  <a:lnTo>
                    <a:pt x="569503" y="844966"/>
                  </a:lnTo>
                  <a:lnTo>
                    <a:pt x="626185" y="855252"/>
                  </a:lnTo>
                  <a:lnTo>
                    <a:pt x="684576" y="863816"/>
                  </a:lnTo>
                  <a:lnTo>
                    <a:pt x="744539" y="870590"/>
                  </a:lnTo>
                  <a:lnTo>
                    <a:pt x="805935" y="875509"/>
                  </a:lnTo>
                  <a:lnTo>
                    <a:pt x="868624" y="878509"/>
                  </a:lnTo>
                  <a:lnTo>
                    <a:pt x="932468" y="879524"/>
                  </a:lnTo>
                  <a:lnTo>
                    <a:pt x="2797406" y="879524"/>
                  </a:lnTo>
                  <a:lnTo>
                    <a:pt x="2861250" y="878509"/>
                  </a:lnTo>
                  <a:lnTo>
                    <a:pt x="2923939" y="875509"/>
                  </a:lnTo>
                  <a:lnTo>
                    <a:pt x="2985335" y="870590"/>
                  </a:lnTo>
                  <a:lnTo>
                    <a:pt x="3045298" y="863816"/>
                  </a:lnTo>
                  <a:lnTo>
                    <a:pt x="3103689" y="855252"/>
                  </a:lnTo>
                  <a:lnTo>
                    <a:pt x="3160371" y="844966"/>
                  </a:lnTo>
                  <a:lnTo>
                    <a:pt x="3215203" y="833022"/>
                  </a:lnTo>
                  <a:lnTo>
                    <a:pt x="3268047" y="819485"/>
                  </a:lnTo>
                  <a:lnTo>
                    <a:pt x="3318764" y="804421"/>
                  </a:lnTo>
                  <a:lnTo>
                    <a:pt x="3367215" y="787896"/>
                  </a:lnTo>
                  <a:lnTo>
                    <a:pt x="3413262" y="769975"/>
                  </a:lnTo>
                  <a:lnTo>
                    <a:pt x="3456766" y="750723"/>
                  </a:lnTo>
                  <a:lnTo>
                    <a:pt x="3497587" y="730206"/>
                  </a:lnTo>
                  <a:lnTo>
                    <a:pt x="3535587" y="708490"/>
                  </a:lnTo>
                  <a:lnTo>
                    <a:pt x="3570627" y="685640"/>
                  </a:lnTo>
                  <a:lnTo>
                    <a:pt x="3602568" y="661721"/>
                  </a:lnTo>
                  <a:lnTo>
                    <a:pt x="3656598" y="610940"/>
                  </a:lnTo>
                  <a:lnTo>
                    <a:pt x="3696566" y="556670"/>
                  </a:lnTo>
                  <a:lnTo>
                    <a:pt x="3721362" y="499436"/>
                  </a:lnTo>
                  <a:lnTo>
                    <a:pt x="3729874" y="439762"/>
                  </a:lnTo>
                  <a:lnTo>
                    <a:pt x="3727723" y="409652"/>
                  </a:lnTo>
                  <a:lnTo>
                    <a:pt x="3710930" y="351132"/>
                  </a:lnTo>
                  <a:lnTo>
                    <a:pt x="3678409" y="295315"/>
                  </a:lnTo>
                  <a:lnTo>
                    <a:pt x="3631271" y="242724"/>
                  </a:lnTo>
                  <a:lnTo>
                    <a:pt x="3570627" y="193883"/>
                  </a:lnTo>
                  <a:lnTo>
                    <a:pt x="3535587" y="171033"/>
                  </a:lnTo>
                  <a:lnTo>
                    <a:pt x="3497587" y="149317"/>
                  </a:lnTo>
                  <a:lnTo>
                    <a:pt x="3456766" y="128800"/>
                  </a:lnTo>
                  <a:lnTo>
                    <a:pt x="3413262" y="109549"/>
                  </a:lnTo>
                  <a:lnTo>
                    <a:pt x="3367215" y="91627"/>
                  </a:lnTo>
                  <a:lnTo>
                    <a:pt x="3318764" y="75102"/>
                  </a:lnTo>
                  <a:lnTo>
                    <a:pt x="3268047" y="60038"/>
                  </a:lnTo>
                  <a:lnTo>
                    <a:pt x="3215203" y="46502"/>
                  </a:lnTo>
                  <a:lnTo>
                    <a:pt x="3160371" y="34557"/>
                  </a:lnTo>
                  <a:lnTo>
                    <a:pt x="3103689" y="24271"/>
                  </a:lnTo>
                  <a:lnTo>
                    <a:pt x="3045298" y="15708"/>
                  </a:lnTo>
                  <a:lnTo>
                    <a:pt x="2985335" y="8934"/>
                  </a:lnTo>
                  <a:lnTo>
                    <a:pt x="2923939" y="4014"/>
                  </a:lnTo>
                  <a:lnTo>
                    <a:pt x="2861250" y="1014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081" y="103126"/>
              <a:ext cx="6606373" cy="19050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2659255" y="0"/>
                  </a:moveTo>
                  <a:lnTo>
                    <a:pt x="886418" y="0"/>
                  </a:lnTo>
                  <a:lnTo>
                    <a:pt x="820262" y="922"/>
                  </a:lnTo>
                  <a:lnTo>
                    <a:pt x="755426" y="3645"/>
                  </a:lnTo>
                  <a:lnTo>
                    <a:pt x="692083" y="8104"/>
                  </a:lnTo>
                  <a:lnTo>
                    <a:pt x="630403" y="14233"/>
                  </a:lnTo>
                  <a:lnTo>
                    <a:pt x="570559" y="21969"/>
                  </a:lnTo>
                  <a:lnTo>
                    <a:pt x="512720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6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5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2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6"/>
                  </a:lnTo>
                  <a:lnTo>
                    <a:pt x="304857" y="589932"/>
                  </a:lnTo>
                  <a:lnTo>
                    <a:pt x="352956" y="604722"/>
                  </a:lnTo>
                  <a:lnTo>
                    <a:pt x="403748" y="618231"/>
                  </a:lnTo>
                  <a:lnTo>
                    <a:pt x="457060" y="630395"/>
                  </a:lnTo>
                  <a:lnTo>
                    <a:pt x="512720" y="641147"/>
                  </a:lnTo>
                  <a:lnTo>
                    <a:pt x="570559" y="650424"/>
                  </a:lnTo>
                  <a:lnTo>
                    <a:pt x="630403" y="658160"/>
                  </a:lnTo>
                  <a:lnTo>
                    <a:pt x="692083" y="664289"/>
                  </a:lnTo>
                  <a:lnTo>
                    <a:pt x="755426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60"/>
                  </a:lnTo>
                  <a:lnTo>
                    <a:pt x="2975114" y="650424"/>
                  </a:lnTo>
                  <a:lnTo>
                    <a:pt x="3032952" y="641147"/>
                  </a:lnTo>
                  <a:lnTo>
                    <a:pt x="3088613" y="630395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2"/>
                  </a:lnTo>
                  <a:lnTo>
                    <a:pt x="3286052" y="573926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close/>
                </a:path>
              </a:pathLst>
            </a:custGeom>
            <a:solidFill>
              <a:srgbClr val="A4CD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04431" y="376882"/>
              <a:ext cx="3545840" cy="672465"/>
            </a:xfrm>
            <a:custGeom>
              <a:avLst/>
              <a:gdLst/>
              <a:ahLst/>
              <a:cxnLst/>
              <a:rect l="l" t="t" r="r" b="b"/>
              <a:pathLst>
                <a:path w="3545840" h="672465">
                  <a:moveTo>
                    <a:pt x="886418" y="0"/>
                  </a:moveTo>
                  <a:lnTo>
                    <a:pt x="820262" y="922"/>
                  </a:lnTo>
                  <a:lnTo>
                    <a:pt x="755427" y="3645"/>
                  </a:lnTo>
                  <a:lnTo>
                    <a:pt x="692083" y="8104"/>
                  </a:lnTo>
                  <a:lnTo>
                    <a:pt x="630404" y="14233"/>
                  </a:lnTo>
                  <a:lnTo>
                    <a:pt x="570559" y="21969"/>
                  </a:lnTo>
                  <a:lnTo>
                    <a:pt x="512721" y="31246"/>
                  </a:lnTo>
                  <a:lnTo>
                    <a:pt x="457060" y="41998"/>
                  </a:lnTo>
                  <a:lnTo>
                    <a:pt x="403748" y="54162"/>
                  </a:lnTo>
                  <a:lnTo>
                    <a:pt x="352957" y="67671"/>
                  </a:lnTo>
                  <a:lnTo>
                    <a:pt x="304857" y="82461"/>
                  </a:lnTo>
                  <a:lnTo>
                    <a:pt x="259620" y="98467"/>
                  </a:lnTo>
                  <a:lnTo>
                    <a:pt x="217418" y="115624"/>
                  </a:lnTo>
                  <a:lnTo>
                    <a:pt x="178422" y="133867"/>
                  </a:lnTo>
                  <a:lnTo>
                    <a:pt x="142804" y="153131"/>
                  </a:lnTo>
                  <a:lnTo>
                    <a:pt x="82383" y="194462"/>
                  </a:lnTo>
                  <a:lnTo>
                    <a:pt x="37529" y="239096"/>
                  </a:lnTo>
                  <a:lnTo>
                    <a:pt x="9610" y="286514"/>
                  </a:lnTo>
                  <a:lnTo>
                    <a:pt x="0" y="336196"/>
                  </a:lnTo>
                  <a:lnTo>
                    <a:pt x="2431" y="361288"/>
                  </a:lnTo>
                  <a:lnTo>
                    <a:pt x="21367" y="409903"/>
                  </a:lnTo>
                  <a:lnTo>
                    <a:pt x="57925" y="455994"/>
                  </a:lnTo>
                  <a:lnTo>
                    <a:pt x="110733" y="499041"/>
                  </a:lnTo>
                  <a:lnTo>
                    <a:pt x="178422" y="538525"/>
                  </a:lnTo>
                  <a:lnTo>
                    <a:pt x="217418" y="556768"/>
                  </a:lnTo>
                  <a:lnTo>
                    <a:pt x="259620" y="573925"/>
                  </a:lnTo>
                  <a:lnTo>
                    <a:pt x="304857" y="589931"/>
                  </a:lnTo>
                  <a:lnTo>
                    <a:pt x="352957" y="604722"/>
                  </a:lnTo>
                  <a:lnTo>
                    <a:pt x="403748" y="618231"/>
                  </a:lnTo>
                  <a:lnTo>
                    <a:pt x="457060" y="630394"/>
                  </a:lnTo>
                  <a:lnTo>
                    <a:pt x="512721" y="641147"/>
                  </a:lnTo>
                  <a:lnTo>
                    <a:pt x="570559" y="650423"/>
                  </a:lnTo>
                  <a:lnTo>
                    <a:pt x="630404" y="658159"/>
                  </a:lnTo>
                  <a:lnTo>
                    <a:pt x="692083" y="664289"/>
                  </a:lnTo>
                  <a:lnTo>
                    <a:pt x="755427" y="668748"/>
                  </a:lnTo>
                  <a:lnTo>
                    <a:pt x="820262" y="671471"/>
                  </a:lnTo>
                  <a:lnTo>
                    <a:pt x="886418" y="672393"/>
                  </a:lnTo>
                  <a:lnTo>
                    <a:pt x="2659255" y="672393"/>
                  </a:lnTo>
                  <a:lnTo>
                    <a:pt x="2725411" y="671471"/>
                  </a:lnTo>
                  <a:lnTo>
                    <a:pt x="2790246" y="668748"/>
                  </a:lnTo>
                  <a:lnTo>
                    <a:pt x="2853590" y="664289"/>
                  </a:lnTo>
                  <a:lnTo>
                    <a:pt x="2915269" y="658159"/>
                  </a:lnTo>
                  <a:lnTo>
                    <a:pt x="2975114" y="650423"/>
                  </a:lnTo>
                  <a:lnTo>
                    <a:pt x="3032952" y="641147"/>
                  </a:lnTo>
                  <a:lnTo>
                    <a:pt x="3088613" y="630394"/>
                  </a:lnTo>
                  <a:lnTo>
                    <a:pt x="3141925" y="618231"/>
                  </a:lnTo>
                  <a:lnTo>
                    <a:pt x="3192716" y="604722"/>
                  </a:lnTo>
                  <a:lnTo>
                    <a:pt x="3240816" y="589931"/>
                  </a:lnTo>
                  <a:lnTo>
                    <a:pt x="3286052" y="573925"/>
                  </a:lnTo>
                  <a:lnTo>
                    <a:pt x="3328254" y="556768"/>
                  </a:lnTo>
                  <a:lnTo>
                    <a:pt x="3367250" y="538525"/>
                  </a:lnTo>
                  <a:lnTo>
                    <a:pt x="3402869" y="519261"/>
                  </a:lnTo>
                  <a:lnTo>
                    <a:pt x="3463289" y="477931"/>
                  </a:lnTo>
                  <a:lnTo>
                    <a:pt x="3508144" y="433296"/>
                  </a:lnTo>
                  <a:lnTo>
                    <a:pt x="3536062" y="385878"/>
                  </a:lnTo>
                  <a:lnTo>
                    <a:pt x="3545673" y="336196"/>
                  </a:lnTo>
                  <a:lnTo>
                    <a:pt x="3543242" y="311105"/>
                  </a:lnTo>
                  <a:lnTo>
                    <a:pt x="3524306" y="262490"/>
                  </a:lnTo>
                  <a:lnTo>
                    <a:pt x="3487748" y="216399"/>
                  </a:lnTo>
                  <a:lnTo>
                    <a:pt x="3434939" y="173351"/>
                  </a:lnTo>
                  <a:lnTo>
                    <a:pt x="3367250" y="133867"/>
                  </a:lnTo>
                  <a:lnTo>
                    <a:pt x="3328254" y="115624"/>
                  </a:lnTo>
                  <a:lnTo>
                    <a:pt x="3286052" y="98467"/>
                  </a:lnTo>
                  <a:lnTo>
                    <a:pt x="3240816" y="82461"/>
                  </a:lnTo>
                  <a:lnTo>
                    <a:pt x="3192716" y="67671"/>
                  </a:lnTo>
                  <a:lnTo>
                    <a:pt x="3141925" y="54162"/>
                  </a:lnTo>
                  <a:lnTo>
                    <a:pt x="3088613" y="41998"/>
                  </a:lnTo>
                  <a:lnTo>
                    <a:pt x="3032952" y="31246"/>
                  </a:lnTo>
                  <a:lnTo>
                    <a:pt x="2975114" y="21969"/>
                  </a:lnTo>
                  <a:lnTo>
                    <a:pt x="2915269" y="14233"/>
                  </a:lnTo>
                  <a:lnTo>
                    <a:pt x="2853590" y="8104"/>
                  </a:lnTo>
                  <a:lnTo>
                    <a:pt x="2790246" y="3645"/>
                  </a:lnTo>
                  <a:lnTo>
                    <a:pt x="2725411" y="922"/>
                  </a:lnTo>
                  <a:lnTo>
                    <a:pt x="2659255" y="0"/>
                  </a:lnTo>
                  <a:lnTo>
                    <a:pt x="88641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57054" y="438101"/>
            <a:ext cx="29298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265" algn="l"/>
              </a:tabLst>
            </a:pPr>
            <a:r>
              <a:rPr sz="2800" spc="-10" dirty="0">
                <a:latin typeface="Arial"/>
                <a:cs typeface="Arial"/>
              </a:rPr>
              <a:t>Iden.ﬁcación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datos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25621" y="977131"/>
            <a:ext cx="6818630" cy="2005330"/>
            <a:chOff x="2325621" y="977131"/>
            <a:chExt cx="6818630" cy="200533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93448" y="977131"/>
              <a:ext cx="167639" cy="2314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1" y="1077022"/>
              <a:ext cx="6818378" cy="1905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2881944" y="0"/>
                  </a:moveTo>
                  <a:lnTo>
                    <a:pt x="960648" y="0"/>
                  </a:ln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3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4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69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3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5"/>
                  </a:lnTo>
                  <a:lnTo>
                    <a:pt x="304409" y="625919"/>
                  </a:lnTo>
                  <a:lnTo>
                    <a:pt x="352680" y="641830"/>
                  </a:lnTo>
                  <a:lnTo>
                    <a:pt x="403716" y="656515"/>
                  </a:lnTo>
                  <a:lnTo>
                    <a:pt x="457354" y="669915"/>
                  </a:lnTo>
                  <a:lnTo>
                    <a:pt x="513433" y="681967"/>
                  </a:lnTo>
                  <a:lnTo>
                    <a:pt x="571788" y="692612"/>
                  </a:lnTo>
                  <a:lnTo>
                    <a:pt x="632259" y="701786"/>
                  </a:lnTo>
                  <a:lnTo>
                    <a:pt x="694682" y="709430"/>
                  </a:lnTo>
                  <a:lnTo>
                    <a:pt x="758895" y="715481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2"/>
                  </a:lnTo>
                  <a:lnTo>
                    <a:pt x="2881944" y="723472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1"/>
                  </a:lnTo>
                  <a:lnTo>
                    <a:pt x="3147910" y="709430"/>
                  </a:lnTo>
                  <a:lnTo>
                    <a:pt x="3210334" y="701786"/>
                  </a:lnTo>
                  <a:lnTo>
                    <a:pt x="3270804" y="692612"/>
                  </a:lnTo>
                  <a:lnTo>
                    <a:pt x="3329160" y="681967"/>
                  </a:lnTo>
                  <a:lnTo>
                    <a:pt x="3385239" y="669915"/>
                  </a:lnTo>
                  <a:lnTo>
                    <a:pt x="3438877" y="656515"/>
                  </a:lnTo>
                  <a:lnTo>
                    <a:pt x="3489913" y="641830"/>
                  </a:lnTo>
                  <a:lnTo>
                    <a:pt x="3538183" y="625919"/>
                  </a:lnTo>
                  <a:lnTo>
                    <a:pt x="3583527" y="608845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3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69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4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close/>
                </a:path>
              </a:pathLst>
            </a:custGeom>
            <a:solidFill>
              <a:srgbClr val="D5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5971" y="1299700"/>
              <a:ext cx="3843020" cy="723900"/>
            </a:xfrm>
            <a:custGeom>
              <a:avLst/>
              <a:gdLst/>
              <a:ahLst/>
              <a:cxnLst/>
              <a:rect l="l" t="t" r="r" b="b"/>
              <a:pathLst>
                <a:path w="3843020" h="723900">
                  <a:moveTo>
                    <a:pt x="960648" y="0"/>
                  </a:moveTo>
                  <a:lnTo>
                    <a:pt x="892041" y="908"/>
                  </a:lnTo>
                  <a:lnTo>
                    <a:pt x="824736" y="3592"/>
                  </a:lnTo>
                  <a:lnTo>
                    <a:pt x="758895" y="7990"/>
                  </a:lnTo>
                  <a:lnTo>
                    <a:pt x="694682" y="14041"/>
                  </a:lnTo>
                  <a:lnTo>
                    <a:pt x="632259" y="21685"/>
                  </a:lnTo>
                  <a:lnTo>
                    <a:pt x="571788" y="30859"/>
                  </a:lnTo>
                  <a:lnTo>
                    <a:pt x="513432" y="41504"/>
                  </a:lnTo>
                  <a:lnTo>
                    <a:pt x="457354" y="53556"/>
                  </a:lnTo>
                  <a:lnTo>
                    <a:pt x="403716" y="66956"/>
                  </a:lnTo>
                  <a:lnTo>
                    <a:pt x="352680" y="81641"/>
                  </a:lnTo>
                  <a:lnTo>
                    <a:pt x="304409" y="97552"/>
                  </a:lnTo>
                  <a:lnTo>
                    <a:pt x="259066" y="114626"/>
                  </a:lnTo>
                  <a:lnTo>
                    <a:pt x="216813" y="132803"/>
                  </a:lnTo>
                  <a:lnTo>
                    <a:pt x="177813" y="152020"/>
                  </a:lnTo>
                  <a:lnTo>
                    <a:pt x="142228" y="172218"/>
                  </a:lnTo>
                  <a:lnTo>
                    <a:pt x="110220" y="193335"/>
                  </a:lnTo>
                  <a:lnTo>
                    <a:pt x="57589" y="238079"/>
                  </a:lnTo>
                  <a:lnTo>
                    <a:pt x="21219" y="285764"/>
                  </a:lnTo>
                  <a:lnTo>
                    <a:pt x="2411" y="335901"/>
                  </a:lnTo>
                  <a:lnTo>
                    <a:pt x="0" y="361735"/>
                  </a:lnTo>
                  <a:lnTo>
                    <a:pt x="2411" y="387570"/>
                  </a:lnTo>
                  <a:lnTo>
                    <a:pt x="21219" y="437706"/>
                  </a:lnTo>
                  <a:lnTo>
                    <a:pt x="57589" y="485391"/>
                  </a:lnTo>
                  <a:lnTo>
                    <a:pt x="110220" y="530136"/>
                  </a:lnTo>
                  <a:lnTo>
                    <a:pt x="142228" y="551252"/>
                  </a:lnTo>
                  <a:lnTo>
                    <a:pt x="177813" y="571450"/>
                  </a:lnTo>
                  <a:lnTo>
                    <a:pt x="216813" y="590668"/>
                  </a:lnTo>
                  <a:lnTo>
                    <a:pt x="259066" y="608844"/>
                  </a:lnTo>
                  <a:lnTo>
                    <a:pt x="304409" y="625918"/>
                  </a:lnTo>
                  <a:lnTo>
                    <a:pt x="352680" y="641829"/>
                  </a:lnTo>
                  <a:lnTo>
                    <a:pt x="403716" y="656515"/>
                  </a:lnTo>
                  <a:lnTo>
                    <a:pt x="457354" y="669914"/>
                  </a:lnTo>
                  <a:lnTo>
                    <a:pt x="513432" y="681967"/>
                  </a:lnTo>
                  <a:lnTo>
                    <a:pt x="571788" y="692611"/>
                  </a:lnTo>
                  <a:lnTo>
                    <a:pt x="632259" y="701785"/>
                  </a:lnTo>
                  <a:lnTo>
                    <a:pt x="694682" y="709429"/>
                  </a:lnTo>
                  <a:lnTo>
                    <a:pt x="758895" y="715480"/>
                  </a:lnTo>
                  <a:lnTo>
                    <a:pt x="824736" y="719879"/>
                  </a:lnTo>
                  <a:lnTo>
                    <a:pt x="892041" y="722563"/>
                  </a:lnTo>
                  <a:lnTo>
                    <a:pt x="960648" y="723471"/>
                  </a:lnTo>
                  <a:lnTo>
                    <a:pt x="2881944" y="723471"/>
                  </a:lnTo>
                  <a:lnTo>
                    <a:pt x="2950552" y="722563"/>
                  </a:lnTo>
                  <a:lnTo>
                    <a:pt x="3017857" y="719879"/>
                  </a:lnTo>
                  <a:lnTo>
                    <a:pt x="3083697" y="715480"/>
                  </a:lnTo>
                  <a:lnTo>
                    <a:pt x="3147910" y="709429"/>
                  </a:lnTo>
                  <a:lnTo>
                    <a:pt x="3210334" y="701785"/>
                  </a:lnTo>
                  <a:lnTo>
                    <a:pt x="3270804" y="692611"/>
                  </a:lnTo>
                  <a:lnTo>
                    <a:pt x="3329160" y="681967"/>
                  </a:lnTo>
                  <a:lnTo>
                    <a:pt x="3385239" y="669914"/>
                  </a:lnTo>
                  <a:lnTo>
                    <a:pt x="3438877" y="656515"/>
                  </a:lnTo>
                  <a:lnTo>
                    <a:pt x="3489913" y="641829"/>
                  </a:lnTo>
                  <a:lnTo>
                    <a:pt x="3538183" y="625918"/>
                  </a:lnTo>
                  <a:lnTo>
                    <a:pt x="3583527" y="608844"/>
                  </a:lnTo>
                  <a:lnTo>
                    <a:pt x="3625780" y="590668"/>
                  </a:lnTo>
                  <a:lnTo>
                    <a:pt x="3664780" y="571450"/>
                  </a:lnTo>
                  <a:lnTo>
                    <a:pt x="3700365" y="551252"/>
                  </a:lnTo>
                  <a:lnTo>
                    <a:pt x="3732372" y="530136"/>
                  </a:lnTo>
                  <a:lnTo>
                    <a:pt x="3785003" y="485391"/>
                  </a:lnTo>
                  <a:lnTo>
                    <a:pt x="3821373" y="437706"/>
                  </a:lnTo>
                  <a:lnTo>
                    <a:pt x="3840181" y="387570"/>
                  </a:lnTo>
                  <a:lnTo>
                    <a:pt x="3842593" y="361735"/>
                  </a:lnTo>
                  <a:lnTo>
                    <a:pt x="3840181" y="335901"/>
                  </a:lnTo>
                  <a:lnTo>
                    <a:pt x="3821373" y="285764"/>
                  </a:lnTo>
                  <a:lnTo>
                    <a:pt x="3785003" y="238079"/>
                  </a:lnTo>
                  <a:lnTo>
                    <a:pt x="3732372" y="193335"/>
                  </a:lnTo>
                  <a:lnTo>
                    <a:pt x="3700365" y="172218"/>
                  </a:lnTo>
                  <a:lnTo>
                    <a:pt x="3664780" y="152020"/>
                  </a:lnTo>
                  <a:lnTo>
                    <a:pt x="3625780" y="132803"/>
                  </a:lnTo>
                  <a:lnTo>
                    <a:pt x="3583527" y="114626"/>
                  </a:lnTo>
                  <a:lnTo>
                    <a:pt x="3538183" y="97552"/>
                  </a:lnTo>
                  <a:lnTo>
                    <a:pt x="3489913" y="81641"/>
                  </a:lnTo>
                  <a:lnTo>
                    <a:pt x="3438877" y="66956"/>
                  </a:lnTo>
                  <a:lnTo>
                    <a:pt x="3385239" y="53556"/>
                  </a:lnTo>
                  <a:lnTo>
                    <a:pt x="3329160" y="41504"/>
                  </a:lnTo>
                  <a:lnTo>
                    <a:pt x="3270804" y="30859"/>
                  </a:lnTo>
                  <a:lnTo>
                    <a:pt x="3210334" y="21685"/>
                  </a:lnTo>
                  <a:lnTo>
                    <a:pt x="3147910" y="14041"/>
                  </a:lnTo>
                  <a:lnTo>
                    <a:pt x="3083697" y="7990"/>
                  </a:lnTo>
                  <a:lnTo>
                    <a:pt x="3017857" y="3592"/>
                  </a:lnTo>
                  <a:lnTo>
                    <a:pt x="2950552" y="908"/>
                  </a:lnTo>
                  <a:lnTo>
                    <a:pt x="2881944" y="0"/>
                  </a:lnTo>
                  <a:lnTo>
                    <a:pt x="96064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15350" y="1368520"/>
            <a:ext cx="2481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"/>
                <a:cs typeface="Arial"/>
              </a:rPr>
              <a:t>Almacenamiento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26557" y="2011472"/>
            <a:ext cx="6790690" cy="2302510"/>
            <a:chOff x="2326557" y="2011472"/>
            <a:chExt cx="6790690" cy="230251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93448" y="2011472"/>
              <a:ext cx="167639" cy="29742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557" y="2408703"/>
              <a:ext cx="6790574" cy="1905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2797406" y="0"/>
                  </a:moveTo>
                  <a:lnTo>
                    <a:pt x="932468" y="0"/>
                  </a:lnTo>
                  <a:lnTo>
                    <a:pt x="871156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3" y="60291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4" y="129618"/>
                  </a:lnTo>
                  <a:lnTo>
                    <a:pt x="253171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1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5" y="683550"/>
                  </a:lnTo>
                  <a:lnTo>
                    <a:pt x="147384" y="735115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1" y="804463"/>
                  </a:lnTo>
                  <a:lnTo>
                    <a:pt x="293664" y="825195"/>
                  </a:lnTo>
                  <a:lnTo>
                    <a:pt x="336567" y="844629"/>
                  </a:lnTo>
                  <a:lnTo>
                    <a:pt x="381758" y="862704"/>
                  </a:lnTo>
                  <a:lnTo>
                    <a:pt x="429114" y="879356"/>
                  </a:lnTo>
                  <a:lnTo>
                    <a:pt x="478513" y="894521"/>
                  </a:lnTo>
                  <a:lnTo>
                    <a:pt x="529830" y="908139"/>
                  </a:lnTo>
                  <a:lnTo>
                    <a:pt x="582943" y="920144"/>
                  </a:lnTo>
                  <a:lnTo>
                    <a:pt x="637731" y="930476"/>
                  </a:lnTo>
                  <a:lnTo>
                    <a:pt x="694068" y="939070"/>
                  </a:lnTo>
                  <a:lnTo>
                    <a:pt x="751834" y="945863"/>
                  </a:lnTo>
                  <a:lnTo>
                    <a:pt x="810904" y="950794"/>
                  </a:lnTo>
                  <a:lnTo>
                    <a:pt x="871156" y="953798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8"/>
                  </a:lnTo>
                  <a:lnTo>
                    <a:pt x="2918969" y="950794"/>
                  </a:lnTo>
                  <a:lnTo>
                    <a:pt x="2978040" y="945863"/>
                  </a:lnTo>
                  <a:lnTo>
                    <a:pt x="3035805" y="939070"/>
                  </a:lnTo>
                  <a:lnTo>
                    <a:pt x="3092143" y="930476"/>
                  </a:lnTo>
                  <a:lnTo>
                    <a:pt x="3146930" y="920144"/>
                  </a:lnTo>
                  <a:lnTo>
                    <a:pt x="3200043" y="908139"/>
                  </a:lnTo>
                  <a:lnTo>
                    <a:pt x="3251361" y="894521"/>
                  </a:lnTo>
                  <a:lnTo>
                    <a:pt x="3300759" y="879356"/>
                  </a:lnTo>
                  <a:lnTo>
                    <a:pt x="3348115" y="862704"/>
                  </a:lnTo>
                  <a:lnTo>
                    <a:pt x="3393306" y="844629"/>
                  </a:lnTo>
                  <a:lnTo>
                    <a:pt x="3436210" y="825195"/>
                  </a:lnTo>
                  <a:lnTo>
                    <a:pt x="3476703" y="804463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5"/>
                  </a:lnTo>
                  <a:lnTo>
                    <a:pt x="3612112" y="709824"/>
                  </a:lnTo>
                  <a:lnTo>
                    <a:pt x="3662159" y="656357"/>
                  </a:lnTo>
                  <a:lnTo>
                    <a:pt x="3699124" y="599463"/>
                  </a:lnTo>
                  <a:lnTo>
                    <a:pt x="3722024" y="539645"/>
                  </a:lnTo>
                  <a:lnTo>
                    <a:pt x="3729875" y="477406"/>
                  </a:lnTo>
                  <a:lnTo>
                    <a:pt x="3727892" y="446016"/>
                  </a:lnTo>
                  <a:lnTo>
                    <a:pt x="3712393" y="384925"/>
                  </a:lnTo>
                  <a:lnTo>
                    <a:pt x="3682339" y="326506"/>
                  </a:lnTo>
                  <a:lnTo>
                    <a:pt x="3638710" y="271263"/>
                  </a:lnTo>
                  <a:lnTo>
                    <a:pt x="3582491" y="219698"/>
                  </a:lnTo>
                  <a:lnTo>
                    <a:pt x="3549967" y="195453"/>
                  </a:lnTo>
                  <a:lnTo>
                    <a:pt x="3514663" y="172316"/>
                  </a:lnTo>
                  <a:lnTo>
                    <a:pt x="3476704" y="150350"/>
                  </a:lnTo>
                  <a:lnTo>
                    <a:pt x="3436211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2" y="60291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4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close/>
                </a:path>
              </a:pathLst>
            </a:custGeom>
            <a:solidFill>
              <a:srgbClr val="E46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6907" y="2400039"/>
              <a:ext cx="3729990" cy="955040"/>
            </a:xfrm>
            <a:custGeom>
              <a:avLst/>
              <a:gdLst/>
              <a:ahLst/>
              <a:cxnLst/>
              <a:rect l="l" t="t" r="r" b="b"/>
              <a:pathLst>
                <a:path w="3729990" h="955039">
                  <a:moveTo>
                    <a:pt x="932468" y="0"/>
                  </a:moveTo>
                  <a:lnTo>
                    <a:pt x="871157" y="1015"/>
                  </a:lnTo>
                  <a:lnTo>
                    <a:pt x="810904" y="4019"/>
                  </a:lnTo>
                  <a:lnTo>
                    <a:pt x="751834" y="8950"/>
                  </a:lnTo>
                  <a:lnTo>
                    <a:pt x="694068" y="15743"/>
                  </a:lnTo>
                  <a:lnTo>
                    <a:pt x="637731" y="24337"/>
                  </a:lnTo>
                  <a:lnTo>
                    <a:pt x="582943" y="34669"/>
                  </a:lnTo>
                  <a:lnTo>
                    <a:pt x="529830" y="46674"/>
                  </a:lnTo>
                  <a:lnTo>
                    <a:pt x="478512" y="60292"/>
                  </a:lnTo>
                  <a:lnTo>
                    <a:pt x="429114" y="75457"/>
                  </a:lnTo>
                  <a:lnTo>
                    <a:pt x="381758" y="92109"/>
                  </a:lnTo>
                  <a:lnTo>
                    <a:pt x="336567" y="110184"/>
                  </a:lnTo>
                  <a:lnTo>
                    <a:pt x="293663" y="129618"/>
                  </a:lnTo>
                  <a:lnTo>
                    <a:pt x="253170" y="150350"/>
                  </a:lnTo>
                  <a:lnTo>
                    <a:pt x="215211" y="172316"/>
                  </a:lnTo>
                  <a:lnTo>
                    <a:pt x="179908" y="195453"/>
                  </a:lnTo>
                  <a:lnTo>
                    <a:pt x="147384" y="219698"/>
                  </a:lnTo>
                  <a:lnTo>
                    <a:pt x="117762" y="244989"/>
                  </a:lnTo>
                  <a:lnTo>
                    <a:pt x="67715" y="298456"/>
                  </a:lnTo>
                  <a:lnTo>
                    <a:pt x="30750" y="355350"/>
                  </a:lnTo>
                  <a:lnTo>
                    <a:pt x="7851" y="415168"/>
                  </a:lnTo>
                  <a:lnTo>
                    <a:pt x="0" y="477406"/>
                  </a:lnTo>
                  <a:lnTo>
                    <a:pt x="1983" y="508797"/>
                  </a:lnTo>
                  <a:lnTo>
                    <a:pt x="17481" y="569888"/>
                  </a:lnTo>
                  <a:lnTo>
                    <a:pt x="47536" y="628307"/>
                  </a:lnTo>
                  <a:lnTo>
                    <a:pt x="91164" y="683550"/>
                  </a:lnTo>
                  <a:lnTo>
                    <a:pt x="147384" y="735114"/>
                  </a:lnTo>
                  <a:lnTo>
                    <a:pt x="179908" y="759360"/>
                  </a:lnTo>
                  <a:lnTo>
                    <a:pt x="215211" y="782497"/>
                  </a:lnTo>
                  <a:lnTo>
                    <a:pt x="253170" y="804462"/>
                  </a:lnTo>
                  <a:lnTo>
                    <a:pt x="293663" y="825194"/>
                  </a:lnTo>
                  <a:lnTo>
                    <a:pt x="336567" y="844629"/>
                  </a:lnTo>
                  <a:lnTo>
                    <a:pt x="381758" y="862703"/>
                  </a:lnTo>
                  <a:lnTo>
                    <a:pt x="429114" y="879355"/>
                  </a:lnTo>
                  <a:lnTo>
                    <a:pt x="478512" y="894521"/>
                  </a:lnTo>
                  <a:lnTo>
                    <a:pt x="529830" y="908138"/>
                  </a:lnTo>
                  <a:lnTo>
                    <a:pt x="582943" y="920144"/>
                  </a:lnTo>
                  <a:lnTo>
                    <a:pt x="637731" y="930475"/>
                  </a:lnTo>
                  <a:lnTo>
                    <a:pt x="694068" y="939069"/>
                  </a:lnTo>
                  <a:lnTo>
                    <a:pt x="751834" y="945863"/>
                  </a:lnTo>
                  <a:lnTo>
                    <a:pt x="810904" y="950793"/>
                  </a:lnTo>
                  <a:lnTo>
                    <a:pt x="871157" y="953797"/>
                  </a:lnTo>
                  <a:lnTo>
                    <a:pt x="932468" y="954813"/>
                  </a:lnTo>
                  <a:lnTo>
                    <a:pt x="2797406" y="954813"/>
                  </a:lnTo>
                  <a:lnTo>
                    <a:pt x="2858717" y="953797"/>
                  </a:lnTo>
                  <a:lnTo>
                    <a:pt x="2918970" y="950793"/>
                  </a:lnTo>
                  <a:lnTo>
                    <a:pt x="2978040" y="945863"/>
                  </a:lnTo>
                  <a:lnTo>
                    <a:pt x="3035806" y="939069"/>
                  </a:lnTo>
                  <a:lnTo>
                    <a:pt x="3092143" y="930475"/>
                  </a:lnTo>
                  <a:lnTo>
                    <a:pt x="3146931" y="920144"/>
                  </a:lnTo>
                  <a:lnTo>
                    <a:pt x="3200044" y="908138"/>
                  </a:lnTo>
                  <a:lnTo>
                    <a:pt x="3251361" y="894521"/>
                  </a:lnTo>
                  <a:lnTo>
                    <a:pt x="3300760" y="879355"/>
                  </a:lnTo>
                  <a:lnTo>
                    <a:pt x="3348116" y="862703"/>
                  </a:lnTo>
                  <a:lnTo>
                    <a:pt x="3393307" y="844629"/>
                  </a:lnTo>
                  <a:lnTo>
                    <a:pt x="3436210" y="825194"/>
                  </a:lnTo>
                  <a:lnTo>
                    <a:pt x="3476703" y="804462"/>
                  </a:lnTo>
                  <a:lnTo>
                    <a:pt x="3514663" y="782497"/>
                  </a:lnTo>
                  <a:lnTo>
                    <a:pt x="3549966" y="759360"/>
                  </a:lnTo>
                  <a:lnTo>
                    <a:pt x="3582490" y="735114"/>
                  </a:lnTo>
                  <a:lnTo>
                    <a:pt x="3612112" y="709823"/>
                  </a:lnTo>
                  <a:lnTo>
                    <a:pt x="3662159" y="656356"/>
                  </a:lnTo>
                  <a:lnTo>
                    <a:pt x="3699123" y="599463"/>
                  </a:lnTo>
                  <a:lnTo>
                    <a:pt x="3722022" y="539645"/>
                  </a:lnTo>
                  <a:lnTo>
                    <a:pt x="3729874" y="477406"/>
                  </a:lnTo>
                  <a:lnTo>
                    <a:pt x="3727891" y="446016"/>
                  </a:lnTo>
                  <a:lnTo>
                    <a:pt x="3712392" y="384925"/>
                  </a:lnTo>
                  <a:lnTo>
                    <a:pt x="3682337" y="326506"/>
                  </a:lnTo>
                  <a:lnTo>
                    <a:pt x="3638709" y="271263"/>
                  </a:lnTo>
                  <a:lnTo>
                    <a:pt x="3582490" y="219698"/>
                  </a:lnTo>
                  <a:lnTo>
                    <a:pt x="3549966" y="195453"/>
                  </a:lnTo>
                  <a:lnTo>
                    <a:pt x="3514663" y="172316"/>
                  </a:lnTo>
                  <a:lnTo>
                    <a:pt x="3476703" y="150350"/>
                  </a:lnTo>
                  <a:lnTo>
                    <a:pt x="3436210" y="129618"/>
                  </a:lnTo>
                  <a:lnTo>
                    <a:pt x="3393307" y="110184"/>
                  </a:lnTo>
                  <a:lnTo>
                    <a:pt x="3348116" y="92109"/>
                  </a:lnTo>
                  <a:lnTo>
                    <a:pt x="3300760" y="75457"/>
                  </a:lnTo>
                  <a:lnTo>
                    <a:pt x="3251361" y="60292"/>
                  </a:lnTo>
                  <a:lnTo>
                    <a:pt x="3200044" y="46674"/>
                  </a:lnTo>
                  <a:lnTo>
                    <a:pt x="3146931" y="34669"/>
                  </a:lnTo>
                  <a:lnTo>
                    <a:pt x="3092143" y="24337"/>
                  </a:lnTo>
                  <a:lnTo>
                    <a:pt x="3035806" y="15743"/>
                  </a:lnTo>
                  <a:lnTo>
                    <a:pt x="2978040" y="8950"/>
                  </a:lnTo>
                  <a:lnTo>
                    <a:pt x="2918970" y="4019"/>
                  </a:lnTo>
                  <a:lnTo>
                    <a:pt x="2858717" y="1015"/>
                  </a:lnTo>
                  <a:lnTo>
                    <a:pt x="2797406" y="0"/>
                  </a:lnTo>
                  <a:lnTo>
                    <a:pt x="932468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74216" y="2361330"/>
            <a:ext cx="2606675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i="1" spc="-75" dirty="0">
                <a:latin typeface="Arial"/>
                <a:cs typeface="Arial"/>
              </a:rPr>
              <a:t>Analy&amp;cs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800" spc="-120" dirty="0">
                <a:latin typeface="Arial"/>
                <a:cs typeface="Arial"/>
              </a:rPr>
              <a:t>Machine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Learning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Arial"/>
              <a:cs typeface="Arial"/>
            </a:endParaRPr>
          </a:p>
          <a:p>
            <a:pPr marL="320040">
              <a:lnSpc>
                <a:spcPct val="100000"/>
              </a:lnSpc>
              <a:spcBef>
                <a:spcPts val="5"/>
              </a:spcBef>
            </a:pPr>
            <a:r>
              <a:rPr sz="2800" spc="-70" dirty="0">
                <a:latin typeface="Arial"/>
                <a:cs typeface="Arial"/>
              </a:rPr>
              <a:t>Visualización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3448" y="3311240"/>
            <a:ext cx="167639" cy="42532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766" y="825507"/>
            <a:ext cx="6339840" cy="4318000"/>
            <a:chOff x="2804766" y="825507"/>
            <a:chExt cx="6339840" cy="4318000"/>
          </a:xfrm>
        </p:grpSpPr>
        <p:sp>
          <p:nvSpPr>
            <p:cNvPr id="3" name="object 3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4766" y="2726863"/>
              <a:ext cx="5687404" cy="1905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35270" y="83185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2370373" y="0"/>
                  </a:moveTo>
                  <a:lnTo>
                    <a:pt x="2297052" y="5257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7" y="35750"/>
                  </a:lnTo>
                  <a:lnTo>
                    <a:pt x="2134773" y="51713"/>
                  </a:lnTo>
                  <a:lnTo>
                    <a:pt x="2091764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6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2"/>
                  </a:lnTo>
                  <a:lnTo>
                    <a:pt x="1646581" y="399817"/>
                  </a:lnTo>
                  <a:lnTo>
                    <a:pt x="1603640" y="445659"/>
                  </a:lnTo>
                  <a:lnTo>
                    <a:pt x="371239" y="1804621"/>
                  </a:ln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5"/>
                  </a:lnTo>
                  <a:lnTo>
                    <a:pt x="219062" y="1995810"/>
                  </a:lnTo>
                  <a:lnTo>
                    <a:pt x="186818" y="2044111"/>
                  </a:lnTo>
                  <a:lnTo>
                    <a:pt x="156982" y="2092325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9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49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9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8" y="2779521"/>
                  </a:lnTo>
                  <a:lnTo>
                    <a:pt x="130627" y="2813406"/>
                  </a:lnTo>
                  <a:lnTo>
                    <a:pt x="189410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2"/>
                  </a:lnTo>
                  <a:lnTo>
                    <a:pt x="408251" y="2818469"/>
                  </a:lnTo>
                  <a:lnTo>
                    <a:pt x="449449" y="2805367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8"/>
                  </a:lnTo>
                  <a:lnTo>
                    <a:pt x="712217" y="2668665"/>
                  </a:lnTo>
                  <a:lnTo>
                    <a:pt x="757300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6" y="2395459"/>
                  </a:lnTo>
                  <a:lnTo>
                    <a:pt x="2255155" y="1036497"/>
                  </a:lnTo>
                  <a:lnTo>
                    <a:pt x="2296593" y="989293"/>
                  </a:lnTo>
                  <a:lnTo>
                    <a:pt x="2335798" y="941596"/>
                  </a:lnTo>
                  <a:lnTo>
                    <a:pt x="2372725" y="893553"/>
                  </a:lnTo>
                  <a:lnTo>
                    <a:pt x="2407332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5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8" y="61597"/>
                  </a:lnTo>
                  <a:lnTo>
                    <a:pt x="2495768" y="27712"/>
                  </a:lnTo>
                  <a:lnTo>
                    <a:pt x="2436986" y="7332"/>
                  </a:lnTo>
                  <a:lnTo>
                    <a:pt x="2370373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5270" y="831857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371240" y="1804620"/>
                  </a:move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8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3"/>
                  </a:lnTo>
                  <a:lnTo>
                    <a:pt x="408251" y="2818470"/>
                  </a:lnTo>
                  <a:lnTo>
                    <a:pt x="449449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7"/>
                  </a:lnTo>
                  <a:lnTo>
                    <a:pt x="2296594" y="989293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6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7" y="61596"/>
                  </a:lnTo>
                  <a:lnTo>
                    <a:pt x="2495768" y="27712"/>
                  </a:lnTo>
                  <a:lnTo>
                    <a:pt x="2436985" y="7332"/>
                  </a:lnTo>
                  <a:lnTo>
                    <a:pt x="2370373" y="0"/>
                  </a:lnTo>
                  <a:lnTo>
                    <a:pt x="2334480" y="1083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2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40" y="445658"/>
                  </a:lnTo>
                  <a:lnTo>
                    <a:pt x="371240" y="18046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18780000">
            <a:off x="4704013" y="2076947"/>
            <a:ext cx="18929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10"/>
              </a:lnSpc>
            </a:pPr>
            <a:r>
              <a:rPr sz="2800" spc="-145" dirty="0">
                <a:latin typeface="Arial"/>
                <a:cs typeface="Arial"/>
              </a:rPr>
              <a:t>Visual</a:t>
            </a:r>
            <a:r>
              <a:rPr sz="4200" spc="-217" baseline="1984" dirty="0">
                <a:latin typeface="Arial"/>
                <a:cs typeface="Arial"/>
              </a:rPr>
              <a:t>izac</a:t>
            </a:r>
            <a:r>
              <a:rPr sz="4200" spc="-217" baseline="2976" dirty="0">
                <a:latin typeface="Arial"/>
                <a:cs typeface="Arial"/>
              </a:rPr>
              <a:t>ió</a:t>
            </a:r>
            <a:r>
              <a:rPr sz="4200" spc="-217" baseline="3968" dirty="0">
                <a:latin typeface="Arial"/>
                <a:cs typeface="Arial"/>
              </a:rPr>
              <a:t>n</a:t>
            </a:r>
            <a:endParaRPr sz="4200" baseline="3968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91413" y="1496098"/>
            <a:ext cx="2988310" cy="1652270"/>
            <a:chOff x="5891413" y="1496098"/>
            <a:chExt cx="2988310" cy="165227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7887" y="1584943"/>
              <a:ext cx="845062" cy="8430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638687" y="161274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80">
                  <a:moveTo>
                    <a:pt x="30380" y="0"/>
                  </a:moveTo>
                  <a:lnTo>
                    <a:pt x="2992" y="0"/>
                  </a:lnTo>
                  <a:lnTo>
                    <a:pt x="0" y="2992"/>
                  </a:lnTo>
                  <a:lnTo>
                    <a:pt x="0" y="738442"/>
                  </a:lnTo>
                  <a:lnTo>
                    <a:pt x="2992" y="741493"/>
                  </a:lnTo>
                  <a:lnTo>
                    <a:pt x="740470" y="741493"/>
                  </a:lnTo>
                  <a:lnTo>
                    <a:pt x="743463" y="738442"/>
                  </a:lnTo>
                  <a:lnTo>
                    <a:pt x="743463" y="711112"/>
                  </a:lnTo>
                  <a:lnTo>
                    <a:pt x="740470" y="708120"/>
                  </a:lnTo>
                  <a:lnTo>
                    <a:pt x="36365" y="708120"/>
                  </a:lnTo>
                  <a:lnTo>
                    <a:pt x="33373" y="705070"/>
                  </a:lnTo>
                  <a:lnTo>
                    <a:pt x="33373" y="2992"/>
                  </a:lnTo>
                  <a:lnTo>
                    <a:pt x="30380" y="0"/>
                  </a:lnTo>
                  <a:close/>
                </a:path>
                <a:path w="743584" h="741680">
                  <a:moveTo>
                    <a:pt x="177986" y="520110"/>
                  </a:moveTo>
                  <a:lnTo>
                    <a:pt x="85285" y="520110"/>
                  </a:lnTo>
                  <a:lnTo>
                    <a:pt x="85285" y="654470"/>
                  </a:lnTo>
                  <a:lnTo>
                    <a:pt x="177986" y="654470"/>
                  </a:lnTo>
                  <a:lnTo>
                    <a:pt x="177986" y="520110"/>
                  </a:lnTo>
                  <a:close/>
                </a:path>
                <a:path w="743584" h="741680">
                  <a:moveTo>
                    <a:pt x="342993" y="237604"/>
                  </a:moveTo>
                  <a:lnTo>
                    <a:pt x="250292" y="237604"/>
                  </a:lnTo>
                  <a:lnTo>
                    <a:pt x="250292" y="654470"/>
                  </a:lnTo>
                  <a:lnTo>
                    <a:pt x="342993" y="654470"/>
                  </a:lnTo>
                  <a:lnTo>
                    <a:pt x="342993" y="237604"/>
                  </a:lnTo>
                  <a:close/>
                </a:path>
                <a:path w="743584" h="741680">
                  <a:moveTo>
                    <a:pt x="508002" y="347629"/>
                  </a:moveTo>
                  <a:lnTo>
                    <a:pt x="415301" y="347629"/>
                  </a:lnTo>
                  <a:lnTo>
                    <a:pt x="415301" y="654470"/>
                  </a:lnTo>
                  <a:lnTo>
                    <a:pt x="508002" y="654470"/>
                  </a:lnTo>
                  <a:lnTo>
                    <a:pt x="508002" y="347629"/>
                  </a:lnTo>
                  <a:close/>
                </a:path>
                <a:path w="743584" h="741680">
                  <a:moveTo>
                    <a:pt x="673009" y="103130"/>
                  </a:moveTo>
                  <a:lnTo>
                    <a:pt x="580308" y="103130"/>
                  </a:lnTo>
                  <a:lnTo>
                    <a:pt x="580308" y="654470"/>
                  </a:lnTo>
                  <a:lnTo>
                    <a:pt x="673009" y="654470"/>
                  </a:lnTo>
                  <a:lnTo>
                    <a:pt x="673009" y="103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38687" y="161274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80">
                  <a:moveTo>
                    <a:pt x="6662" y="0"/>
                  </a:moveTo>
                  <a:lnTo>
                    <a:pt x="2991" y="0"/>
                  </a:lnTo>
                  <a:lnTo>
                    <a:pt x="0" y="2991"/>
                  </a:lnTo>
                  <a:lnTo>
                    <a:pt x="0" y="6662"/>
                  </a:lnTo>
                  <a:lnTo>
                    <a:pt x="0" y="734772"/>
                  </a:lnTo>
                  <a:lnTo>
                    <a:pt x="0" y="738443"/>
                  </a:lnTo>
                  <a:lnTo>
                    <a:pt x="2991" y="741493"/>
                  </a:lnTo>
                  <a:lnTo>
                    <a:pt x="6662" y="741493"/>
                  </a:lnTo>
                  <a:lnTo>
                    <a:pt x="736800" y="741493"/>
                  </a:lnTo>
                  <a:lnTo>
                    <a:pt x="740471" y="741493"/>
                  </a:lnTo>
                  <a:lnTo>
                    <a:pt x="743462" y="738443"/>
                  </a:lnTo>
                  <a:lnTo>
                    <a:pt x="743462" y="734772"/>
                  </a:lnTo>
                  <a:lnTo>
                    <a:pt x="743462" y="714783"/>
                  </a:lnTo>
                  <a:lnTo>
                    <a:pt x="743462" y="711112"/>
                  </a:lnTo>
                  <a:lnTo>
                    <a:pt x="740471" y="708120"/>
                  </a:lnTo>
                  <a:lnTo>
                    <a:pt x="736800" y="708120"/>
                  </a:lnTo>
                  <a:lnTo>
                    <a:pt x="40035" y="708120"/>
                  </a:lnTo>
                  <a:lnTo>
                    <a:pt x="36364" y="708120"/>
                  </a:lnTo>
                  <a:lnTo>
                    <a:pt x="33372" y="705070"/>
                  </a:lnTo>
                  <a:lnTo>
                    <a:pt x="33372" y="701399"/>
                  </a:lnTo>
                  <a:lnTo>
                    <a:pt x="33372" y="6662"/>
                  </a:lnTo>
                  <a:lnTo>
                    <a:pt x="33372" y="2991"/>
                  </a:lnTo>
                  <a:lnTo>
                    <a:pt x="30380" y="0"/>
                  </a:lnTo>
                  <a:lnTo>
                    <a:pt x="26709" y="0"/>
                  </a:lnTo>
                  <a:lnTo>
                    <a:pt x="6662" y="0"/>
                  </a:lnTo>
                  <a:close/>
                </a:path>
                <a:path w="743584" h="741680">
                  <a:moveTo>
                    <a:pt x="580308" y="103129"/>
                  </a:moveTo>
                  <a:lnTo>
                    <a:pt x="580308" y="654469"/>
                  </a:lnTo>
                  <a:lnTo>
                    <a:pt x="673010" y="654469"/>
                  </a:lnTo>
                  <a:lnTo>
                    <a:pt x="673010" y="103129"/>
                  </a:lnTo>
                  <a:lnTo>
                    <a:pt x="580308" y="103129"/>
                  </a:lnTo>
                  <a:close/>
                </a:path>
                <a:path w="743584" h="741680">
                  <a:moveTo>
                    <a:pt x="250292" y="237604"/>
                  </a:moveTo>
                  <a:lnTo>
                    <a:pt x="250292" y="654469"/>
                  </a:lnTo>
                  <a:lnTo>
                    <a:pt x="342994" y="654469"/>
                  </a:lnTo>
                  <a:lnTo>
                    <a:pt x="342994" y="237604"/>
                  </a:lnTo>
                  <a:lnTo>
                    <a:pt x="250292" y="237604"/>
                  </a:lnTo>
                  <a:close/>
                </a:path>
                <a:path w="743584" h="741680">
                  <a:moveTo>
                    <a:pt x="415301" y="347629"/>
                  </a:moveTo>
                  <a:lnTo>
                    <a:pt x="415301" y="654469"/>
                  </a:lnTo>
                  <a:lnTo>
                    <a:pt x="508002" y="654469"/>
                  </a:lnTo>
                  <a:lnTo>
                    <a:pt x="508002" y="347629"/>
                  </a:lnTo>
                  <a:lnTo>
                    <a:pt x="415301" y="347629"/>
                  </a:lnTo>
                  <a:close/>
                </a:path>
                <a:path w="743584" h="741680">
                  <a:moveTo>
                    <a:pt x="85285" y="520111"/>
                  </a:moveTo>
                  <a:lnTo>
                    <a:pt x="85285" y="654469"/>
                  </a:lnTo>
                  <a:lnTo>
                    <a:pt x="177986" y="654469"/>
                  </a:lnTo>
                  <a:lnTo>
                    <a:pt x="177986" y="520111"/>
                  </a:lnTo>
                  <a:lnTo>
                    <a:pt x="85285" y="52011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1413" y="2495955"/>
              <a:ext cx="813713" cy="6523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41658" y="2523703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80">
                  <a:moveTo>
                    <a:pt x="124791" y="420269"/>
                  </a:moveTo>
                  <a:lnTo>
                    <a:pt x="121169" y="420963"/>
                  </a:lnTo>
                  <a:lnTo>
                    <a:pt x="120289" y="421431"/>
                  </a:lnTo>
                  <a:lnTo>
                    <a:pt x="26061" y="522262"/>
                  </a:lnTo>
                  <a:lnTo>
                    <a:pt x="25239" y="523083"/>
                  </a:lnTo>
                  <a:lnTo>
                    <a:pt x="24841" y="524111"/>
                  </a:lnTo>
                  <a:lnTo>
                    <a:pt x="24842" y="548760"/>
                  </a:lnTo>
                  <a:lnTo>
                    <a:pt x="26922" y="550840"/>
                  </a:lnTo>
                  <a:lnTo>
                    <a:pt x="125774" y="550840"/>
                  </a:lnTo>
                  <a:lnTo>
                    <a:pt x="127791" y="548760"/>
                  </a:lnTo>
                  <a:lnTo>
                    <a:pt x="127791" y="422240"/>
                  </a:lnTo>
                  <a:lnTo>
                    <a:pt x="124791" y="420269"/>
                  </a:lnTo>
                  <a:close/>
                </a:path>
                <a:path w="713740" h="551180">
                  <a:moveTo>
                    <a:pt x="260880" y="278070"/>
                  </a:moveTo>
                  <a:lnTo>
                    <a:pt x="257257" y="278776"/>
                  </a:lnTo>
                  <a:lnTo>
                    <a:pt x="256377" y="279177"/>
                  </a:lnTo>
                  <a:lnTo>
                    <a:pt x="162149" y="380071"/>
                  </a:lnTo>
                  <a:lnTo>
                    <a:pt x="161328" y="380894"/>
                  </a:lnTo>
                  <a:lnTo>
                    <a:pt x="160865" y="381922"/>
                  </a:lnTo>
                  <a:lnTo>
                    <a:pt x="160867" y="548760"/>
                  </a:lnTo>
                  <a:lnTo>
                    <a:pt x="162946" y="550840"/>
                  </a:lnTo>
                  <a:lnTo>
                    <a:pt x="261797" y="550840"/>
                  </a:lnTo>
                  <a:lnTo>
                    <a:pt x="263879" y="548760"/>
                  </a:lnTo>
                  <a:lnTo>
                    <a:pt x="263879" y="279948"/>
                  </a:lnTo>
                  <a:lnTo>
                    <a:pt x="260880" y="278070"/>
                  </a:lnTo>
                  <a:close/>
                </a:path>
                <a:path w="713740" h="551180">
                  <a:moveTo>
                    <a:pt x="300846" y="243090"/>
                  </a:moveTo>
                  <a:lnTo>
                    <a:pt x="297981" y="245010"/>
                  </a:lnTo>
                  <a:lnTo>
                    <a:pt x="297982" y="548760"/>
                  </a:lnTo>
                  <a:lnTo>
                    <a:pt x="299998" y="550840"/>
                  </a:lnTo>
                  <a:lnTo>
                    <a:pt x="398849" y="550840"/>
                  </a:lnTo>
                  <a:lnTo>
                    <a:pt x="400931" y="548760"/>
                  </a:lnTo>
                  <a:lnTo>
                    <a:pt x="400931" y="342425"/>
                  </a:lnTo>
                  <a:lnTo>
                    <a:pt x="400545" y="341410"/>
                  </a:lnTo>
                  <a:lnTo>
                    <a:pt x="399517" y="340381"/>
                  </a:lnTo>
                  <a:lnTo>
                    <a:pt x="305290" y="244099"/>
                  </a:lnTo>
                  <a:lnTo>
                    <a:pt x="304391" y="243681"/>
                  </a:lnTo>
                  <a:lnTo>
                    <a:pt x="300846" y="243090"/>
                  </a:lnTo>
                  <a:close/>
                </a:path>
                <a:path w="713740" h="551180">
                  <a:moveTo>
                    <a:pt x="535099" y="271284"/>
                  </a:moveTo>
                  <a:lnTo>
                    <a:pt x="452951" y="354961"/>
                  </a:lnTo>
                  <a:lnTo>
                    <a:pt x="435033" y="376796"/>
                  </a:lnTo>
                  <a:lnTo>
                    <a:pt x="435034" y="548760"/>
                  </a:lnTo>
                  <a:lnTo>
                    <a:pt x="437113" y="550840"/>
                  </a:lnTo>
                  <a:lnTo>
                    <a:pt x="535966" y="550840"/>
                  </a:lnTo>
                  <a:lnTo>
                    <a:pt x="537983" y="548760"/>
                  </a:lnTo>
                  <a:lnTo>
                    <a:pt x="537982" y="273204"/>
                  </a:lnTo>
                  <a:lnTo>
                    <a:pt x="535099" y="271284"/>
                  </a:lnTo>
                  <a:close/>
                </a:path>
                <a:path w="713740" h="551180">
                  <a:moveTo>
                    <a:pt x="672407" y="136843"/>
                  </a:moveTo>
                  <a:lnTo>
                    <a:pt x="590195" y="220799"/>
                  </a:lnTo>
                  <a:lnTo>
                    <a:pt x="572342" y="242571"/>
                  </a:lnTo>
                  <a:lnTo>
                    <a:pt x="572343" y="548760"/>
                  </a:lnTo>
                  <a:lnTo>
                    <a:pt x="574358" y="550840"/>
                  </a:lnTo>
                  <a:lnTo>
                    <a:pt x="673210" y="550840"/>
                  </a:lnTo>
                  <a:lnTo>
                    <a:pt x="675292" y="548760"/>
                  </a:lnTo>
                  <a:lnTo>
                    <a:pt x="675292" y="138786"/>
                  </a:lnTo>
                  <a:lnTo>
                    <a:pt x="672407" y="136843"/>
                  </a:lnTo>
                  <a:close/>
                </a:path>
                <a:path w="713740" h="551180">
                  <a:moveTo>
                    <a:pt x="297737" y="123963"/>
                  </a:moveTo>
                  <a:lnTo>
                    <a:pt x="294693" y="123963"/>
                  </a:lnTo>
                  <a:lnTo>
                    <a:pt x="292844" y="125813"/>
                  </a:lnTo>
                  <a:lnTo>
                    <a:pt x="1849" y="437808"/>
                  </a:lnTo>
                  <a:lnTo>
                    <a:pt x="0" y="439657"/>
                  </a:lnTo>
                  <a:lnTo>
                    <a:pt x="191" y="442509"/>
                  </a:lnTo>
                  <a:lnTo>
                    <a:pt x="2042" y="444359"/>
                  </a:lnTo>
                  <a:lnTo>
                    <a:pt x="31648" y="471910"/>
                  </a:lnTo>
                  <a:lnTo>
                    <a:pt x="33498" y="473760"/>
                  </a:lnTo>
                  <a:lnTo>
                    <a:pt x="36349" y="473569"/>
                  </a:lnTo>
                  <a:lnTo>
                    <a:pt x="38199" y="471718"/>
                  </a:lnTo>
                  <a:lnTo>
                    <a:pt x="293678" y="198192"/>
                  </a:lnTo>
                  <a:lnTo>
                    <a:pt x="295527" y="196343"/>
                  </a:lnTo>
                  <a:lnTo>
                    <a:pt x="298573" y="196137"/>
                  </a:lnTo>
                  <a:lnTo>
                    <a:pt x="368384" y="196137"/>
                  </a:lnTo>
                  <a:lnTo>
                    <a:pt x="299586" y="125813"/>
                  </a:lnTo>
                  <a:lnTo>
                    <a:pt x="297737" y="123963"/>
                  </a:lnTo>
                  <a:close/>
                </a:path>
                <a:path w="713740" h="551180">
                  <a:moveTo>
                    <a:pt x="368384" y="196137"/>
                  </a:moveTo>
                  <a:lnTo>
                    <a:pt x="298573" y="196137"/>
                  </a:lnTo>
                  <a:lnTo>
                    <a:pt x="300422" y="198192"/>
                  </a:lnTo>
                  <a:lnTo>
                    <a:pt x="431373" y="331969"/>
                  </a:lnTo>
                  <a:lnTo>
                    <a:pt x="433222" y="334023"/>
                  </a:lnTo>
                  <a:lnTo>
                    <a:pt x="436472" y="333830"/>
                  </a:lnTo>
                  <a:lnTo>
                    <a:pt x="438115" y="331776"/>
                  </a:lnTo>
                  <a:lnTo>
                    <a:pt x="453144" y="314115"/>
                  </a:lnTo>
                  <a:lnTo>
                    <a:pt x="502664" y="261067"/>
                  </a:lnTo>
                  <a:lnTo>
                    <a:pt x="431745" y="261067"/>
                  </a:lnTo>
                  <a:lnTo>
                    <a:pt x="429894" y="259011"/>
                  </a:lnTo>
                  <a:lnTo>
                    <a:pt x="368384" y="196137"/>
                  </a:lnTo>
                  <a:close/>
                </a:path>
                <a:path w="713740" h="551180">
                  <a:moveTo>
                    <a:pt x="708608" y="0"/>
                  </a:moveTo>
                  <a:lnTo>
                    <a:pt x="707774" y="0"/>
                  </a:lnTo>
                  <a:lnTo>
                    <a:pt x="603746" y="31727"/>
                  </a:lnTo>
                  <a:lnTo>
                    <a:pt x="600252" y="32754"/>
                  </a:lnTo>
                  <a:lnTo>
                    <a:pt x="599277" y="37031"/>
                  </a:lnTo>
                  <a:lnTo>
                    <a:pt x="601949" y="39496"/>
                  </a:lnTo>
                  <a:lnTo>
                    <a:pt x="619803" y="56194"/>
                  </a:lnTo>
                  <a:lnTo>
                    <a:pt x="621652" y="58045"/>
                  </a:lnTo>
                  <a:lnTo>
                    <a:pt x="621845" y="60897"/>
                  </a:lnTo>
                  <a:lnTo>
                    <a:pt x="619994" y="62746"/>
                  </a:lnTo>
                  <a:lnTo>
                    <a:pt x="436703" y="259011"/>
                  </a:lnTo>
                  <a:lnTo>
                    <a:pt x="434853" y="260861"/>
                  </a:lnTo>
                  <a:lnTo>
                    <a:pt x="431745" y="261067"/>
                  </a:lnTo>
                  <a:lnTo>
                    <a:pt x="502664" y="261067"/>
                  </a:lnTo>
                  <a:lnTo>
                    <a:pt x="655960" y="96848"/>
                  </a:lnTo>
                  <a:lnTo>
                    <a:pt x="657810" y="94998"/>
                  </a:lnTo>
                  <a:lnTo>
                    <a:pt x="660726" y="94806"/>
                  </a:lnTo>
                  <a:lnTo>
                    <a:pt x="692008" y="94806"/>
                  </a:lnTo>
                  <a:lnTo>
                    <a:pt x="712476" y="6037"/>
                  </a:lnTo>
                  <a:lnTo>
                    <a:pt x="713247" y="3262"/>
                  </a:lnTo>
                  <a:lnTo>
                    <a:pt x="711593" y="800"/>
                  </a:lnTo>
                  <a:lnTo>
                    <a:pt x="708608" y="0"/>
                  </a:lnTo>
                  <a:close/>
                </a:path>
                <a:path w="713740" h="551180">
                  <a:moveTo>
                    <a:pt x="692008" y="94806"/>
                  </a:moveTo>
                  <a:lnTo>
                    <a:pt x="660726" y="94806"/>
                  </a:lnTo>
                  <a:lnTo>
                    <a:pt x="662575" y="96655"/>
                  </a:lnTo>
                  <a:lnTo>
                    <a:pt x="683101" y="115755"/>
                  </a:lnTo>
                  <a:lnTo>
                    <a:pt x="687443" y="114536"/>
                  </a:lnTo>
                  <a:lnTo>
                    <a:pt x="691964" y="94998"/>
                  </a:lnTo>
                  <a:lnTo>
                    <a:pt x="692008" y="94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1658" y="252369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80">
                  <a:moveTo>
                    <a:pt x="709329" y="202"/>
                  </a:moveTo>
                  <a:lnTo>
                    <a:pt x="708575" y="0"/>
                  </a:lnTo>
                  <a:lnTo>
                    <a:pt x="707775" y="9"/>
                  </a:lnTo>
                  <a:lnTo>
                    <a:pt x="706953" y="266"/>
                  </a:lnTo>
                  <a:lnTo>
                    <a:pt x="603747" y="31735"/>
                  </a:lnTo>
                  <a:lnTo>
                    <a:pt x="600253" y="32763"/>
                  </a:lnTo>
                  <a:lnTo>
                    <a:pt x="599277" y="37040"/>
                  </a:lnTo>
                  <a:lnTo>
                    <a:pt x="601948" y="39506"/>
                  </a:lnTo>
                  <a:lnTo>
                    <a:pt x="619803" y="56204"/>
                  </a:lnTo>
                  <a:lnTo>
                    <a:pt x="621652" y="58054"/>
                  </a:lnTo>
                  <a:lnTo>
                    <a:pt x="621845" y="60906"/>
                  </a:lnTo>
                  <a:lnTo>
                    <a:pt x="619995" y="62755"/>
                  </a:lnTo>
                  <a:lnTo>
                    <a:pt x="436703" y="259020"/>
                  </a:lnTo>
                  <a:lnTo>
                    <a:pt x="434853" y="260870"/>
                  </a:lnTo>
                  <a:lnTo>
                    <a:pt x="431744" y="261076"/>
                  </a:lnTo>
                  <a:lnTo>
                    <a:pt x="429895" y="259020"/>
                  </a:lnTo>
                  <a:lnTo>
                    <a:pt x="299587" y="125822"/>
                  </a:lnTo>
                  <a:lnTo>
                    <a:pt x="297737" y="123972"/>
                  </a:lnTo>
                  <a:lnTo>
                    <a:pt x="294693" y="123972"/>
                  </a:lnTo>
                  <a:lnTo>
                    <a:pt x="292843" y="125822"/>
                  </a:lnTo>
                  <a:lnTo>
                    <a:pt x="1849" y="437817"/>
                  </a:lnTo>
                  <a:lnTo>
                    <a:pt x="0" y="439667"/>
                  </a:lnTo>
                  <a:lnTo>
                    <a:pt x="192" y="442518"/>
                  </a:lnTo>
                  <a:lnTo>
                    <a:pt x="2042" y="444368"/>
                  </a:lnTo>
                  <a:lnTo>
                    <a:pt x="31649" y="471919"/>
                  </a:lnTo>
                  <a:lnTo>
                    <a:pt x="33498" y="473769"/>
                  </a:lnTo>
                  <a:lnTo>
                    <a:pt x="36350" y="473577"/>
                  </a:lnTo>
                  <a:lnTo>
                    <a:pt x="38199" y="471727"/>
                  </a:lnTo>
                  <a:lnTo>
                    <a:pt x="293678" y="198201"/>
                  </a:lnTo>
                  <a:lnTo>
                    <a:pt x="295528" y="196352"/>
                  </a:lnTo>
                  <a:lnTo>
                    <a:pt x="298572" y="196146"/>
                  </a:lnTo>
                  <a:lnTo>
                    <a:pt x="300422" y="198201"/>
                  </a:lnTo>
                  <a:lnTo>
                    <a:pt x="431372" y="331978"/>
                  </a:lnTo>
                  <a:lnTo>
                    <a:pt x="433222" y="334033"/>
                  </a:lnTo>
                  <a:lnTo>
                    <a:pt x="436472" y="333840"/>
                  </a:lnTo>
                  <a:lnTo>
                    <a:pt x="438116" y="331785"/>
                  </a:lnTo>
                  <a:lnTo>
                    <a:pt x="453144" y="314124"/>
                  </a:lnTo>
                  <a:lnTo>
                    <a:pt x="655960" y="96857"/>
                  </a:lnTo>
                  <a:lnTo>
                    <a:pt x="657810" y="95008"/>
                  </a:lnTo>
                  <a:lnTo>
                    <a:pt x="660725" y="94815"/>
                  </a:lnTo>
                  <a:lnTo>
                    <a:pt x="662575" y="96665"/>
                  </a:lnTo>
                  <a:lnTo>
                    <a:pt x="680429" y="113298"/>
                  </a:lnTo>
                  <a:lnTo>
                    <a:pt x="683101" y="115765"/>
                  </a:lnTo>
                  <a:lnTo>
                    <a:pt x="687443" y="114545"/>
                  </a:lnTo>
                  <a:lnTo>
                    <a:pt x="688264" y="111051"/>
                  </a:lnTo>
                  <a:lnTo>
                    <a:pt x="712476" y="6046"/>
                  </a:lnTo>
                  <a:lnTo>
                    <a:pt x="713247" y="3272"/>
                  </a:lnTo>
                  <a:lnTo>
                    <a:pt x="711593" y="809"/>
                  </a:lnTo>
                  <a:lnTo>
                    <a:pt x="709329" y="202"/>
                  </a:lnTo>
                  <a:close/>
                </a:path>
                <a:path w="713740" h="551180">
                  <a:moveTo>
                    <a:pt x="669575" y="137382"/>
                  </a:moveTo>
                  <a:lnTo>
                    <a:pt x="590196" y="220808"/>
                  </a:lnTo>
                  <a:lnTo>
                    <a:pt x="572342" y="242579"/>
                  </a:lnTo>
                  <a:lnTo>
                    <a:pt x="572342" y="243607"/>
                  </a:lnTo>
                  <a:lnTo>
                    <a:pt x="572342" y="546097"/>
                  </a:lnTo>
                  <a:lnTo>
                    <a:pt x="572342" y="548769"/>
                  </a:lnTo>
                  <a:lnTo>
                    <a:pt x="574358" y="550849"/>
                  </a:lnTo>
                  <a:lnTo>
                    <a:pt x="577030" y="550849"/>
                  </a:lnTo>
                  <a:lnTo>
                    <a:pt x="670539" y="550849"/>
                  </a:lnTo>
                  <a:lnTo>
                    <a:pt x="673210" y="550850"/>
                  </a:lnTo>
                  <a:lnTo>
                    <a:pt x="675291" y="548769"/>
                  </a:lnTo>
                  <a:lnTo>
                    <a:pt x="675291" y="546097"/>
                  </a:lnTo>
                  <a:lnTo>
                    <a:pt x="675291" y="141878"/>
                  </a:lnTo>
                  <a:lnTo>
                    <a:pt x="675291" y="138795"/>
                  </a:lnTo>
                  <a:lnTo>
                    <a:pt x="672407" y="136852"/>
                  </a:lnTo>
                  <a:lnTo>
                    <a:pt x="669575" y="137382"/>
                  </a:lnTo>
                  <a:close/>
                </a:path>
                <a:path w="713740" h="551180">
                  <a:moveTo>
                    <a:pt x="303504" y="243543"/>
                  </a:moveTo>
                  <a:lnTo>
                    <a:pt x="300846" y="243099"/>
                  </a:lnTo>
                  <a:lnTo>
                    <a:pt x="297981" y="245020"/>
                  </a:lnTo>
                  <a:lnTo>
                    <a:pt x="297981" y="248102"/>
                  </a:lnTo>
                  <a:lnTo>
                    <a:pt x="297981" y="546097"/>
                  </a:lnTo>
                  <a:lnTo>
                    <a:pt x="297981" y="548769"/>
                  </a:lnTo>
                  <a:lnTo>
                    <a:pt x="299998" y="550849"/>
                  </a:lnTo>
                  <a:lnTo>
                    <a:pt x="302669" y="550849"/>
                  </a:lnTo>
                  <a:lnTo>
                    <a:pt x="396178" y="550849"/>
                  </a:lnTo>
                  <a:lnTo>
                    <a:pt x="398850" y="550850"/>
                  </a:lnTo>
                  <a:lnTo>
                    <a:pt x="400931" y="548769"/>
                  </a:lnTo>
                  <a:lnTo>
                    <a:pt x="400931" y="546097"/>
                  </a:lnTo>
                  <a:lnTo>
                    <a:pt x="400931" y="343666"/>
                  </a:lnTo>
                  <a:lnTo>
                    <a:pt x="400930" y="342433"/>
                  </a:lnTo>
                  <a:lnTo>
                    <a:pt x="400545" y="341418"/>
                  </a:lnTo>
                  <a:lnTo>
                    <a:pt x="399518" y="340391"/>
                  </a:lnTo>
                  <a:lnTo>
                    <a:pt x="306009" y="244827"/>
                  </a:lnTo>
                  <a:lnTo>
                    <a:pt x="305290" y="244108"/>
                  </a:lnTo>
                  <a:lnTo>
                    <a:pt x="304391" y="243690"/>
                  </a:lnTo>
                  <a:lnTo>
                    <a:pt x="303504" y="243543"/>
                  </a:lnTo>
                  <a:close/>
                </a:path>
                <a:path w="713740" h="551180">
                  <a:moveTo>
                    <a:pt x="532267" y="271737"/>
                  </a:moveTo>
                  <a:lnTo>
                    <a:pt x="452951" y="354970"/>
                  </a:lnTo>
                  <a:lnTo>
                    <a:pt x="435033" y="376805"/>
                  </a:lnTo>
                  <a:lnTo>
                    <a:pt x="435033" y="377833"/>
                  </a:lnTo>
                  <a:lnTo>
                    <a:pt x="435033" y="546097"/>
                  </a:lnTo>
                  <a:lnTo>
                    <a:pt x="435033" y="548769"/>
                  </a:lnTo>
                  <a:lnTo>
                    <a:pt x="437114" y="550849"/>
                  </a:lnTo>
                  <a:lnTo>
                    <a:pt x="439785" y="550849"/>
                  </a:lnTo>
                  <a:lnTo>
                    <a:pt x="533294" y="550849"/>
                  </a:lnTo>
                  <a:lnTo>
                    <a:pt x="535966" y="550850"/>
                  </a:lnTo>
                  <a:lnTo>
                    <a:pt x="537983" y="548769"/>
                  </a:lnTo>
                  <a:lnTo>
                    <a:pt x="537983" y="546097"/>
                  </a:lnTo>
                  <a:lnTo>
                    <a:pt x="537983" y="276296"/>
                  </a:lnTo>
                  <a:lnTo>
                    <a:pt x="537982" y="273214"/>
                  </a:lnTo>
                  <a:lnTo>
                    <a:pt x="535099" y="271293"/>
                  </a:lnTo>
                  <a:lnTo>
                    <a:pt x="532267" y="271737"/>
                  </a:lnTo>
                  <a:close/>
                </a:path>
                <a:path w="713740" h="551180">
                  <a:moveTo>
                    <a:pt x="258163" y="278608"/>
                  </a:moveTo>
                  <a:lnTo>
                    <a:pt x="257257" y="278785"/>
                  </a:lnTo>
                  <a:lnTo>
                    <a:pt x="256377" y="279186"/>
                  </a:lnTo>
                  <a:lnTo>
                    <a:pt x="255658" y="279957"/>
                  </a:lnTo>
                  <a:lnTo>
                    <a:pt x="162150" y="380081"/>
                  </a:lnTo>
                  <a:lnTo>
                    <a:pt x="161328" y="380903"/>
                  </a:lnTo>
                  <a:lnTo>
                    <a:pt x="160865" y="381931"/>
                  </a:lnTo>
                  <a:lnTo>
                    <a:pt x="160865" y="383163"/>
                  </a:lnTo>
                  <a:lnTo>
                    <a:pt x="160865" y="546097"/>
                  </a:lnTo>
                  <a:lnTo>
                    <a:pt x="160865" y="548769"/>
                  </a:lnTo>
                  <a:lnTo>
                    <a:pt x="162946" y="550849"/>
                  </a:lnTo>
                  <a:lnTo>
                    <a:pt x="165618" y="550849"/>
                  </a:lnTo>
                  <a:lnTo>
                    <a:pt x="259126" y="550849"/>
                  </a:lnTo>
                  <a:lnTo>
                    <a:pt x="261798" y="550850"/>
                  </a:lnTo>
                  <a:lnTo>
                    <a:pt x="263879" y="548769"/>
                  </a:lnTo>
                  <a:lnTo>
                    <a:pt x="263879" y="546097"/>
                  </a:lnTo>
                  <a:lnTo>
                    <a:pt x="263879" y="283040"/>
                  </a:lnTo>
                  <a:lnTo>
                    <a:pt x="263879" y="279957"/>
                  </a:lnTo>
                  <a:lnTo>
                    <a:pt x="260880" y="278079"/>
                  </a:lnTo>
                  <a:lnTo>
                    <a:pt x="258163" y="278608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53799" y="2931272"/>
              <a:ext cx="128349" cy="1559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15654" y="1496098"/>
              <a:ext cx="1363577" cy="15433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64210" y="1615340"/>
              <a:ext cx="1092031" cy="1320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64210" y="1615339"/>
              <a:ext cx="1092200" cy="1320800"/>
            </a:xfrm>
            <a:custGeom>
              <a:avLst/>
              <a:gdLst/>
              <a:ahLst/>
              <a:cxnLst/>
              <a:rect l="l" t="t" r="r" b="b"/>
              <a:pathLst>
                <a:path w="1092200" h="1320800">
                  <a:moveTo>
                    <a:pt x="695498" y="8834"/>
                  </a:moveTo>
                  <a:lnTo>
                    <a:pt x="752839" y="18946"/>
                  </a:lnTo>
                  <a:lnTo>
                    <a:pt x="805585" y="33400"/>
                  </a:lnTo>
                  <a:lnTo>
                    <a:pt x="853768" y="51923"/>
                  </a:lnTo>
                  <a:lnTo>
                    <a:pt x="897421" y="74239"/>
                  </a:lnTo>
                  <a:lnTo>
                    <a:pt x="936577" y="100074"/>
                  </a:lnTo>
                  <a:lnTo>
                    <a:pt x="971268" y="129154"/>
                  </a:lnTo>
                  <a:lnTo>
                    <a:pt x="1001529" y="161203"/>
                  </a:lnTo>
                  <a:lnTo>
                    <a:pt x="1027390" y="195948"/>
                  </a:lnTo>
                  <a:lnTo>
                    <a:pt x="1048887" y="233114"/>
                  </a:lnTo>
                  <a:lnTo>
                    <a:pt x="1066050" y="272426"/>
                  </a:lnTo>
                  <a:lnTo>
                    <a:pt x="1078913" y="313609"/>
                  </a:lnTo>
                  <a:lnTo>
                    <a:pt x="1087509" y="356390"/>
                  </a:lnTo>
                  <a:lnTo>
                    <a:pt x="1091871" y="400493"/>
                  </a:lnTo>
                  <a:lnTo>
                    <a:pt x="1092032" y="445644"/>
                  </a:lnTo>
                  <a:lnTo>
                    <a:pt x="1088023" y="491568"/>
                  </a:lnTo>
                  <a:lnTo>
                    <a:pt x="1077895" y="547914"/>
                  </a:lnTo>
                  <a:lnTo>
                    <a:pt x="1063268" y="601562"/>
                  </a:lnTo>
                  <a:lnTo>
                    <a:pt x="1044977" y="652747"/>
                  </a:lnTo>
                  <a:lnTo>
                    <a:pt x="1023856" y="701705"/>
                  </a:lnTo>
                  <a:lnTo>
                    <a:pt x="1000740" y="748672"/>
                  </a:lnTo>
                  <a:lnTo>
                    <a:pt x="976461" y="793883"/>
                  </a:lnTo>
                  <a:lnTo>
                    <a:pt x="951855" y="837575"/>
                  </a:lnTo>
                  <a:lnTo>
                    <a:pt x="927754" y="879982"/>
                  </a:lnTo>
                  <a:lnTo>
                    <a:pt x="904994" y="921341"/>
                  </a:lnTo>
                  <a:lnTo>
                    <a:pt x="884408" y="961887"/>
                  </a:lnTo>
                  <a:lnTo>
                    <a:pt x="866830" y="1001856"/>
                  </a:lnTo>
                  <a:lnTo>
                    <a:pt x="853094" y="1041484"/>
                  </a:lnTo>
                  <a:lnTo>
                    <a:pt x="842169" y="1151828"/>
                  </a:lnTo>
                  <a:lnTo>
                    <a:pt x="863125" y="1240395"/>
                  </a:lnTo>
                  <a:lnTo>
                    <a:pt x="892733" y="1299311"/>
                  </a:lnTo>
                  <a:lnTo>
                    <a:pt x="907765" y="1320699"/>
                  </a:lnTo>
                  <a:lnTo>
                    <a:pt x="327954" y="1244408"/>
                  </a:lnTo>
                  <a:lnTo>
                    <a:pt x="319742" y="1170786"/>
                  </a:lnTo>
                  <a:lnTo>
                    <a:pt x="305037" y="1120640"/>
                  </a:lnTo>
                  <a:lnTo>
                    <a:pt x="261632" y="1072113"/>
                  </a:lnTo>
                  <a:lnTo>
                    <a:pt x="208704" y="1061495"/>
                  </a:lnTo>
                  <a:lnTo>
                    <a:pt x="182095" y="1058736"/>
                  </a:lnTo>
                  <a:lnTo>
                    <a:pt x="136027" y="1047416"/>
                  </a:lnTo>
                  <a:lnTo>
                    <a:pt x="95511" y="1026185"/>
                  </a:lnTo>
                  <a:lnTo>
                    <a:pt x="70728" y="991870"/>
                  </a:lnTo>
                  <a:lnTo>
                    <a:pt x="71861" y="941296"/>
                  </a:lnTo>
                  <a:lnTo>
                    <a:pt x="79387" y="906991"/>
                  </a:lnTo>
                  <a:lnTo>
                    <a:pt x="79374" y="881225"/>
                  </a:lnTo>
                  <a:lnTo>
                    <a:pt x="73233" y="859525"/>
                  </a:lnTo>
                  <a:lnTo>
                    <a:pt x="62377" y="837414"/>
                  </a:lnTo>
                  <a:lnTo>
                    <a:pt x="59538" y="815869"/>
                  </a:lnTo>
                  <a:lnTo>
                    <a:pt x="69861" y="799420"/>
                  </a:lnTo>
                  <a:lnTo>
                    <a:pt x="83370" y="788922"/>
                  </a:lnTo>
                  <a:lnTo>
                    <a:pt x="90090" y="785233"/>
                  </a:lnTo>
                  <a:lnTo>
                    <a:pt x="67938" y="768486"/>
                  </a:lnTo>
                  <a:lnTo>
                    <a:pt x="61311" y="761607"/>
                  </a:lnTo>
                  <a:lnTo>
                    <a:pt x="57326" y="753158"/>
                  </a:lnTo>
                  <a:lnTo>
                    <a:pt x="56157" y="743877"/>
                  </a:lnTo>
                  <a:lnTo>
                    <a:pt x="57977" y="734501"/>
                  </a:lnTo>
                  <a:lnTo>
                    <a:pt x="59901" y="729623"/>
                  </a:lnTo>
                  <a:lnTo>
                    <a:pt x="61993" y="723784"/>
                  </a:lnTo>
                  <a:lnTo>
                    <a:pt x="64565" y="716424"/>
                  </a:lnTo>
                  <a:lnTo>
                    <a:pt x="67788" y="698628"/>
                  </a:lnTo>
                  <a:lnTo>
                    <a:pt x="65281" y="682340"/>
                  </a:lnTo>
                  <a:lnTo>
                    <a:pt x="57498" y="668666"/>
                  </a:lnTo>
                  <a:lnTo>
                    <a:pt x="44896" y="658710"/>
                  </a:lnTo>
                  <a:lnTo>
                    <a:pt x="32630" y="651554"/>
                  </a:lnTo>
                  <a:lnTo>
                    <a:pt x="22313" y="643872"/>
                  </a:lnTo>
                  <a:lnTo>
                    <a:pt x="13772" y="635942"/>
                  </a:lnTo>
                  <a:lnTo>
                    <a:pt x="6835" y="628044"/>
                  </a:lnTo>
                  <a:lnTo>
                    <a:pt x="1070" y="616636"/>
                  </a:lnTo>
                  <a:lnTo>
                    <a:pt x="0" y="603821"/>
                  </a:lnTo>
                  <a:lnTo>
                    <a:pt x="3137" y="591018"/>
                  </a:lnTo>
                  <a:lnTo>
                    <a:pt x="9996" y="579648"/>
                  </a:lnTo>
                  <a:lnTo>
                    <a:pt x="41193" y="541788"/>
                  </a:lnTo>
                  <a:lnTo>
                    <a:pt x="71563" y="504338"/>
                  </a:lnTo>
                  <a:lnTo>
                    <a:pt x="99644" y="469654"/>
                  </a:lnTo>
                  <a:lnTo>
                    <a:pt x="123977" y="440092"/>
                  </a:lnTo>
                  <a:lnTo>
                    <a:pt x="141007" y="403357"/>
                  </a:lnTo>
                  <a:lnTo>
                    <a:pt x="138139" y="368568"/>
                  </a:lnTo>
                  <a:lnTo>
                    <a:pt x="132010" y="332507"/>
                  </a:lnTo>
                  <a:lnTo>
                    <a:pt x="139258" y="291959"/>
                  </a:lnTo>
                  <a:lnTo>
                    <a:pt x="154804" y="252306"/>
                  </a:lnTo>
                  <a:lnTo>
                    <a:pt x="172623" y="214954"/>
                  </a:lnTo>
                  <a:lnTo>
                    <a:pt x="192900" y="180058"/>
                  </a:lnTo>
                  <a:lnTo>
                    <a:pt x="215821" y="147772"/>
                  </a:lnTo>
                  <a:lnTo>
                    <a:pt x="241572" y="118249"/>
                  </a:lnTo>
                  <a:lnTo>
                    <a:pt x="270338" y="91644"/>
                  </a:lnTo>
                  <a:lnTo>
                    <a:pt x="302303" y="68109"/>
                  </a:lnTo>
                  <a:lnTo>
                    <a:pt x="337655" y="47799"/>
                  </a:lnTo>
                  <a:lnTo>
                    <a:pt x="376578" y="30867"/>
                  </a:lnTo>
                  <a:lnTo>
                    <a:pt x="419258" y="17467"/>
                  </a:lnTo>
                  <a:lnTo>
                    <a:pt x="465880" y="7754"/>
                  </a:lnTo>
                  <a:lnTo>
                    <a:pt x="516629" y="1880"/>
                  </a:lnTo>
                  <a:lnTo>
                    <a:pt x="571692" y="0"/>
                  </a:lnTo>
                  <a:lnTo>
                    <a:pt x="631253" y="2266"/>
                  </a:lnTo>
                  <a:lnTo>
                    <a:pt x="695498" y="8834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 rot="1200000">
            <a:off x="4087633" y="135226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0640000">
            <a:off x="3632624" y="2318516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1180000">
            <a:off x="3050047" y="1392893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20400000">
            <a:off x="3285100" y="1930104"/>
            <a:ext cx="16156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10"/>
              </a:lnSpc>
            </a:pPr>
            <a:r>
              <a:rPr sz="4200" spc="-262" baseline="-1984" dirty="0">
                <a:latin typeface="Arial"/>
                <a:cs typeface="Arial"/>
              </a:rPr>
              <a:t>Re</a:t>
            </a:r>
            <a:r>
              <a:rPr sz="2800" spc="-175" dirty="0">
                <a:latin typeface="Arial"/>
                <a:cs typeface="Arial"/>
              </a:rPr>
              <a:t>sultado</a:t>
            </a:r>
            <a:r>
              <a:rPr sz="4200" spc="-262" baseline="1984" dirty="0">
                <a:latin typeface="Arial"/>
                <a:cs typeface="Arial"/>
              </a:rPr>
              <a:t>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44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19685">
              <a:lnSpc>
                <a:spcPts val="3000"/>
              </a:lnSpc>
            </a:pPr>
            <a:r>
              <a:rPr sz="2800" dirty="0">
                <a:solidFill>
                  <a:srgbClr val="C0504D"/>
                </a:solidFill>
              </a:rPr>
              <a:t>¿Qué</a:t>
            </a:r>
            <a:r>
              <a:rPr sz="2800" spc="-10" dirty="0">
                <a:solidFill>
                  <a:srgbClr val="C0504D"/>
                </a:solidFill>
              </a:rPr>
              <a:t> </a:t>
            </a:r>
            <a:r>
              <a:rPr sz="2800" spc="-25" dirty="0">
                <a:solidFill>
                  <a:srgbClr val="C0504D"/>
                </a:solidFill>
              </a:rPr>
              <a:t>es?</a:t>
            </a:r>
            <a:endParaRPr sz="28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69936" y="880076"/>
            <a:ext cx="54026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b="1" spc="-210" dirty="0">
                <a:latin typeface="Arial"/>
                <a:cs typeface="Arial"/>
              </a:rPr>
              <a:t>explicar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los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datos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existentes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17646" y="1908427"/>
            <a:ext cx="2914015" cy="3172460"/>
            <a:chOff x="4417646" y="1908427"/>
            <a:chExt cx="2914015" cy="31724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43489" y="1908427"/>
              <a:ext cx="2887995" cy="31719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7646" y="2015083"/>
              <a:ext cx="2906588" cy="2899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68446" y="2042883"/>
              <a:ext cx="2805430" cy="2797810"/>
            </a:xfrm>
            <a:custGeom>
              <a:avLst/>
              <a:gdLst/>
              <a:ahLst/>
              <a:cxnLst/>
              <a:rect l="l" t="t" r="r" b="b"/>
              <a:pathLst>
                <a:path w="2805429" h="2797810">
                  <a:moveTo>
                    <a:pt x="100770" y="0"/>
                  </a:moveTo>
                  <a:lnTo>
                    <a:pt x="25137" y="0"/>
                  </a:lnTo>
                  <a:lnTo>
                    <a:pt x="15366" y="1980"/>
                  </a:lnTo>
                  <a:lnTo>
                    <a:pt x="7375" y="7375"/>
                  </a:lnTo>
                  <a:lnTo>
                    <a:pt x="1980" y="15367"/>
                  </a:lnTo>
                  <a:lnTo>
                    <a:pt x="0" y="25138"/>
                  </a:lnTo>
                  <a:lnTo>
                    <a:pt x="0" y="2772198"/>
                  </a:lnTo>
                  <a:lnTo>
                    <a:pt x="1980" y="2782003"/>
                  </a:lnTo>
                  <a:lnTo>
                    <a:pt x="7375" y="2790071"/>
                  </a:lnTo>
                  <a:lnTo>
                    <a:pt x="15367" y="2795541"/>
                  </a:lnTo>
                  <a:lnTo>
                    <a:pt x="25137" y="2797555"/>
                  </a:lnTo>
                  <a:lnTo>
                    <a:pt x="2779848" y="2797555"/>
                  </a:lnTo>
                  <a:lnTo>
                    <a:pt x="2789619" y="2795541"/>
                  </a:lnTo>
                  <a:lnTo>
                    <a:pt x="2797611" y="2790071"/>
                  </a:lnTo>
                  <a:lnTo>
                    <a:pt x="2803006" y="2782003"/>
                  </a:lnTo>
                  <a:lnTo>
                    <a:pt x="2804986" y="2772198"/>
                  </a:lnTo>
                  <a:lnTo>
                    <a:pt x="2804986" y="2696784"/>
                  </a:lnTo>
                  <a:lnTo>
                    <a:pt x="151047" y="2671645"/>
                  </a:lnTo>
                  <a:lnTo>
                    <a:pt x="141276" y="2669631"/>
                  </a:lnTo>
                  <a:lnTo>
                    <a:pt x="133284" y="2664161"/>
                  </a:lnTo>
                  <a:lnTo>
                    <a:pt x="127889" y="2656094"/>
                  </a:lnTo>
                  <a:lnTo>
                    <a:pt x="125909" y="2646289"/>
                  </a:lnTo>
                  <a:lnTo>
                    <a:pt x="125909" y="25138"/>
                  </a:lnTo>
                  <a:lnTo>
                    <a:pt x="123928" y="15367"/>
                  </a:lnTo>
                  <a:lnTo>
                    <a:pt x="118533" y="7375"/>
                  </a:lnTo>
                  <a:lnTo>
                    <a:pt x="110541" y="1980"/>
                  </a:lnTo>
                  <a:lnTo>
                    <a:pt x="100770" y="0"/>
                  </a:lnTo>
                  <a:close/>
                </a:path>
                <a:path w="2805429" h="2797810">
                  <a:moveTo>
                    <a:pt x="1301285" y="1339320"/>
                  </a:moveTo>
                  <a:lnTo>
                    <a:pt x="380789" y="2324957"/>
                  </a:lnTo>
                  <a:lnTo>
                    <a:pt x="493364" y="2430100"/>
                  </a:lnTo>
                  <a:lnTo>
                    <a:pt x="1303907" y="1562066"/>
                  </a:lnTo>
                  <a:lnTo>
                    <a:pt x="1519204" y="1562066"/>
                  </a:lnTo>
                  <a:lnTo>
                    <a:pt x="1301285" y="1339320"/>
                  </a:lnTo>
                  <a:close/>
                </a:path>
                <a:path w="2805429" h="2797810">
                  <a:moveTo>
                    <a:pt x="1519204" y="1562066"/>
                  </a:moveTo>
                  <a:lnTo>
                    <a:pt x="1303907" y="1562066"/>
                  </a:lnTo>
                  <a:lnTo>
                    <a:pt x="1730601" y="1998378"/>
                  </a:lnTo>
                  <a:lnTo>
                    <a:pt x="1787654" y="1931926"/>
                  </a:lnTo>
                  <a:lnTo>
                    <a:pt x="1936093" y="1773008"/>
                  </a:lnTo>
                  <a:lnTo>
                    <a:pt x="1725574" y="1773008"/>
                  </a:lnTo>
                  <a:lnTo>
                    <a:pt x="1519204" y="1562066"/>
                  </a:lnTo>
                  <a:close/>
                </a:path>
                <a:path w="2805429" h="2797810">
                  <a:moveTo>
                    <a:pt x="2596012" y="953721"/>
                  </a:moveTo>
                  <a:lnTo>
                    <a:pt x="2228993" y="1065641"/>
                  </a:lnTo>
                  <a:lnTo>
                    <a:pt x="2312934" y="1143897"/>
                  </a:lnTo>
                  <a:lnTo>
                    <a:pt x="1725574" y="1773008"/>
                  </a:lnTo>
                  <a:lnTo>
                    <a:pt x="1936093" y="1773008"/>
                  </a:lnTo>
                  <a:lnTo>
                    <a:pt x="2425509" y="1249041"/>
                  </a:lnTo>
                  <a:lnTo>
                    <a:pt x="2527622" y="1249041"/>
                  </a:lnTo>
                  <a:lnTo>
                    <a:pt x="2596012" y="953721"/>
                  </a:lnTo>
                  <a:close/>
                </a:path>
                <a:path w="2805429" h="2797810">
                  <a:moveTo>
                    <a:pt x="2527622" y="1249041"/>
                  </a:moveTo>
                  <a:lnTo>
                    <a:pt x="2425509" y="1249041"/>
                  </a:lnTo>
                  <a:lnTo>
                    <a:pt x="2509448" y="1327517"/>
                  </a:lnTo>
                  <a:lnTo>
                    <a:pt x="2527622" y="1249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68446" y="2042883"/>
              <a:ext cx="2805430" cy="2797810"/>
            </a:xfrm>
            <a:custGeom>
              <a:avLst/>
              <a:gdLst/>
              <a:ahLst/>
              <a:cxnLst/>
              <a:rect l="l" t="t" r="r" b="b"/>
              <a:pathLst>
                <a:path w="2805429" h="2797810">
                  <a:moveTo>
                    <a:pt x="25138" y="0"/>
                  </a:moveTo>
                  <a:lnTo>
                    <a:pt x="15367" y="1980"/>
                  </a:lnTo>
                  <a:lnTo>
                    <a:pt x="7375" y="7375"/>
                  </a:lnTo>
                  <a:lnTo>
                    <a:pt x="1980" y="15367"/>
                  </a:lnTo>
                  <a:lnTo>
                    <a:pt x="0" y="25138"/>
                  </a:lnTo>
                  <a:lnTo>
                    <a:pt x="0" y="2772199"/>
                  </a:lnTo>
                  <a:lnTo>
                    <a:pt x="1980" y="2782003"/>
                  </a:lnTo>
                  <a:lnTo>
                    <a:pt x="7375" y="2790071"/>
                  </a:lnTo>
                  <a:lnTo>
                    <a:pt x="15367" y="2795541"/>
                  </a:lnTo>
                  <a:lnTo>
                    <a:pt x="25138" y="2797556"/>
                  </a:lnTo>
                  <a:lnTo>
                    <a:pt x="2779849" y="2797556"/>
                  </a:lnTo>
                  <a:lnTo>
                    <a:pt x="2789620" y="2795541"/>
                  </a:lnTo>
                  <a:lnTo>
                    <a:pt x="2797612" y="2790071"/>
                  </a:lnTo>
                  <a:lnTo>
                    <a:pt x="2803007" y="2782003"/>
                  </a:lnTo>
                  <a:lnTo>
                    <a:pt x="2804988" y="2772199"/>
                  </a:lnTo>
                  <a:lnTo>
                    <a:pt x="2804988" y="2696784"/>
                  </a:lnTo>
                  <a:lnTo>
                    <a:pt x="151047" y="2671645"/>
                  </a:lnTo>
                  <a:lnTo>
                    <a:pt x="141276" y="2669631"/>
                  </a:lnTo>
                  <a:lnTo>
                    <a:pt x="133284" y="2664161"/>
                  </a:lnTo>
                  <a:lnTo>
                    <a:pt x="127889" y="2656094"/>
                  </a:lnTo>
                  <a:lnTo>
                    <a:pt x="125909" y="2646288"/>
                  </a:lnTo>
                  <a:lnTo>
                    <a:pt x="125909" y="25138"/>
                  </a:lnTo>
                  <a:lnTo>
                    <a:pt x="123929" y="15367"/>
                  </a:lnTo>
                  <a:lnTo>
                    <a:pt x="118534" y="7375"/>
                  </a:lnTo>
                  <a:lnTo>
                    <a:pt x="110542" y="1980"/>
                  </a:lnTo>
                  <a:lnTo>
                    <a:pt x="100771" y="0"/>
                  </a:lnTo>
                  <a:lnTo>
                    <a:pt x="25138" y="0"/>
                  </a:lnTo>
                  <a:close/>
                </a:path>
                <a:path w="2805429" h="2797810">
                  <a:moveTo>
                    <a:pt x="2596012" y="953721"/>
                  </a:moveTo>
                  <a:lnTo>
                    <a:pt x="2228994" y="1065641"/>
                  </a:lnTo>
                  <a:lnTo>
                    <a:pt x="2312934" y="1143898"/>
                  </a:lnTo>
                  <a:lnTo>
                    <a:pt x="1725574" y="1773008"/>
                  </a:lnTo>
                  <a:lnTo>
                    <a:pt x="1301285" y="1339320"/>
                  </a:lnTo>
                  <a:lnTo>
                    <a:pt x="380789" y="2324957"/>
                  </a:lnTo>
                  <a:lnTo>
                    <a:pt x="493364" y="2430100"/>
                  </a:lnTo>
                  <a:lnTo>
                    <a:pt x="1303907" y="1562066"/>
                  </a:lnTo>
                  <a:lnTo>
                    <a:pt x="1730602" y="1998379"/>
                  </a:lnTo>
                  <a:lnTo>
                    <a:pt x="1787654" y="1931926"/>
                  </a:lnTo>
                  <a:lnTo>
                    <a:pt x="2425509" y="1249041"/>
                  </a:lnTo>
                  <a:lnTo>
                    <a:pt x="2509450" y="1327515"/>
                  </a:lnTo>
                  <a:lnTo>
                    <a:pt x="2596012" y="95372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60183" y="1335896"/>
            <a:ext cx="5183817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297815" algn="l"/>
              </a:tabLst>
            </a:pPr>
            <a:r>
              <a:rPr sz="2800" spc="-120" dirty="0">
                <a:latin typeface="Arial"/>
                <a:cs typeface="Arial"/>
              </a:rPr>
              <a:t>realizar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0" dirty="0">
                <a:latin typeface="Arial"/>
                <a:cs typeface="Arial"/>
              </a:rPr>
              <a:t>predicciones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8" y="920162"/>
            <a:ext cx="2861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17545" y="395267"/>
            <a:ext cx="42119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93060" algn="l"/>
              </a:tabLst>
            </a:pPr>
            <a:r>
              <a:rPr spc="-10" dirty="0"/>
              <a:t>Visualización</a:t>
            </a:r>
            <a:r>
              <a:rPr dirty="0"/>
              <a:t>	</a:t>
            </a:r>
            <a:r>
              <a:rPr sz="4200" spc="-15" baseline="7936" dirty="0">
                <a:solidFill>
                  <a:srgbClr val="C0504D"/>
                </a:solidFill>
              </a:rPr>
              <a:t>Finalidad</a:t>
            </a:r>
            <a:endParaRPr sz="4200" baseline="7936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63328" y="2110088"/>
            <a:ext cx="6381115" cy="3034030"/>
            <a:chOff x="2763328" y="2110088"/>
            <a:chExt cx="6381115" cy="303403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3328" y="4011443"/>
              <a:ext cx="5687404" cy="1132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2370373" y="0"/>
                  </a:moveTo>
                  <a:lnTo>
                    <a:pt x="2297051" y="5257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3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39" y="445658"/>
                  </a:lnTo>
                  <a:lnTo>
                    <a:pt x="371240" y="1804620"/>
                  </a:lnTo>
                  <a:lnTo>
                    <a:pt x="329802" y="1851825"/>
                  </a:lnTo>
                  <a:lnTo>
                    <a:pt x="290597" y="1899521"/>
                  </a:lnTo>
                  <a:lnTo>
                    <a:pt x="253670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6" y="2140304"/>
                  </a:lnTo>
                  <a:lnTo>
                    <a:pt x="104702" y="2187905"/>
                  </a:lnTo>
                  <a:lnTo>
                    <a:pt x="82346" y="2234981"/>
                  </a:lnTo>
                  <a:lnTo>
                    <a:pt x="62569" y="2281388"/>
                  </a:lnTo>
                  <a:lnTo>
                    <a:pt x="45415" y="2326981"/>
                  </a:lnTo>
                  <a:lnTo>
                    <a:pt x="30928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8" y="2828653"/>
                  </a:lnTo>
                  <a:lnTo>
                    <a:pt x="408250" y="2818470"/>
                  </a:lnTo>
                  <a:lnTo>
                    <a:pt x="449448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5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5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6"/>
                  </a:lnTo>
                  <a:lnTo>
                    <a:pt x="2296594" y="989292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7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800" y="700813"/>
                  </a:lnTo>
                  <a:lnTo>
                    <a:pt x="2521693" y="653212"/>
                  </a:lnTo>
                  <a:lnTo>
                    <a:pt x="2544050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8" y="469502"/>
                  </a:lnTo>
                  <a:lnTo>
                    <a:pt x="2607245" y="425974"/>
                  </a:lnTo>
                  <a:lnTo>
                    <a:pt x="2616270" y="383695"/>
                  </a:lnTo>
                  <a:lnTo>
                    <a:pt x="2622499" y="342812"/>
                  </a:lnTo>
                  <a:lnTo>
                    <a:pt x="2625889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6" y="107886"/>
                  </a:lnTo>
                  <a:lnTo>
                    <a:pt x="2545597" y="61596"/>
                  </a:lnTo>
                  <a:lnTo>
                    <a:pt x="2495767" y="27711"/>
                  </a:lnTo>
                  <a:lnTo>
                    <a:pt x="2436985" y="7332"/>
                  </a:lnTo>
                  <a:lnTo>
                    <a:pt x="2370373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371240" y="1804620"/>
                  </a:move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8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3"/>
                  </a:lnTo>
                  <a:lnTo>
                    <a:pt x="408251" y="2818470"/>
                  </a:lnTo>
                  <a:lnTo>
                    <a:pt x="449449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7"/>
                  </a:lnTo>
                  <a:lnTo>
                    <a:pt x="2296594" y="989293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6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7" y="61596"/>
                  </a:lnTo>
                  <a:lnTo>
                    <a:pt x="2495768" y="27712"/>
                  </a:lnTo>
                  <a:lnTo>
                    <a:pt x="2436985" y="7332"/>
                  </a:lnTo>
                  <a:lnTo>
                    <a:pt x="2370373" y="0"/>
                  </a:lnTo>
                  <a:lnTo>
                    <a:pt x="2334480" y="1083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2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40" y="445658"/>
                  </a:lnTo>
                  <a:lnTo>
                    <a:pt x="371240" y="18046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6450" y="2869523"/>
              <a:ext cx="845062" cy="84309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30380" y="0"/>
                  </a:moveTo>
                  <a:lnTo>
                    <a:pt x="2992" y="0"/>
                  </a:lnTo>
                  <a:lnTo>
                    <a:pt x="0" y="2992"/>
                  </a:lnTo>
                  <a:lnTo>
                    <a:pt x="0" y="738444"/>
                  </a:lnTo>
                  <a:lnTo>
                    <a:pt x="2992" y="741493"/>
                  </a:lnTo>
                  <a:lnTo>
                    <a:pt x="740470" y="741493"/>
                  </a:lnTo>
                  <a:lnTo>
                    <a:pt x="743463" y="738444"/>
                  </a:lnTo>
                  <a:lnTo>
                    <a:pt x="743463" y="711112"/>
                  </a:lnTo>
                  <a:lnTo>
                    <a:pt x="740470" y="708121"/>
                  </a:lnTo>
                  <a:lnTo>
                    <a:pt x="36363" y="708121"/>
                  </a:lnTo>
                  <a:lnTo>
                    <a:pt x="33373" y="705070"/>
                  </a:lnTo>
                  <a:lnTo>
                    <a:pt x="33373" y="2992"/>
                  </a:lnTo>
                  <a:lnTo>
                    <a:pt x="30380" y="0"/>
                  </a:lnTo>
                  <a:close/>
                </a:path>
                <a:path w="743584" h="741679">
                  <a:moveTo>
                    <a:pt x="177986" y="520111"/>
                  </a:moveTo>
                  <a:lnTo>
                    <a:pt x="85285" y="520111"/>
                  </a:lnTo>
                  <a:lnTo>
                    <a:pt x="85285" y="654470"/>
                  </a:lnTo>
                  <a:lnTo>
                    <a:pt x="177986" y="654470"/>
                  </a:lnTo>
                  <a:lnTo>
                    <a:pt x="177986" y="520111"/>
                  </a:lnTo>
                  <a:close/>
                </a:path>
                <a:path w="743584" h="741679">
                  <a:moveTo>
                    <a:pt x="342993" y="237605"/>
                  </a:moveTo>
                  <a:lnTo>
                    <a:pt x="250292" y="237605"/>
                  </a:lnTo>
                  <a:lnTo>
                    <a:pt x="250292" y="654470"/>
                  </a:lnTo>
                  <a:lnTo>
                    <a:pt x="342993" y="654470"/>
                  </a:lnTo>
                  <a:lnTo>
                    <a:pt x="342993" y="237605"/>
                  </a:lnTo>
                  <a:close/>
                </a:path>
                <a:path w="743584" h="741679">
                  <a:moveTo>
                    <a:pt x="508002" y="347629"/>
                  </a:moveTo>
                  <a:lnTo>
                    <a:pt x="415301" y="347629"/>
                  </a:lnTo>
                  <a:lnTo>
                    <a:pt x="415301" y="654470"/>
                  </a:lnTo>
                  <a:lnTo>
                    <a:pt x="508002" y="654470"/>
                  </a:lnTo>
                  <a:lnTo>
                    <a:pt x="508002" y="347629"/>
                  </a:lnTo>
                  <a:close/>
                </a:path>
                <a:path w="743584" h="741679">
                  <a:moveTo>
                    <a:pt x="673009" y="103130"/>
                  </a:moveTo>
                  <a:lnTo>
                    <a:pt x="580308" y="103130"/>
                  </a:lnTo>
                  <a:lnTo>
                    <a:pt x="580308" y="654470"/>
                  </a:lnTo>
                  <a:lnTo>
                    <a:pt x="673009" y="654470"/>
                  </a:lnTo>
                  <a:lnTo>
                    <a:pt x="673009" y="103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6662" y="0"/>
                  </a:moveTo>
                  <a:lnTo>
                    <a:pt x="2991" y="0"/>
                  </a:lnTo>
                  <a:lnTo>
                    <a:pt x="0" y="2991"/>
                  </a:lnTo>
                  <a:lnTo>
                    <a:pt x="0" y="6662"/>
                  </a:lnTo>
                  <a:lnTo>
                    <a:pt x="0" y="734772"/>
                  </a:lnTo>
                  <a:lnTo>
                    <a:pt x="0" y="738443"/>
                  </a:lnTo>
                  <a:lnTo>
                    <a:pt x="2991" y="741493"/>
                  </a:lnTo>
                  <a:lnTo>
                    <a:pt x="6662" y="741493"/>
                  </a:lnTo>
                  <a:lnTo>
                    <a:pt x="736800" y="741493"/>
                  </a:lnTo>
                  <a:lnTo>
                    <a:pt x="740471" y="741493"/>
                  </a:lnTo>
                  <a:lnTo>
                    <a:pt x="743462" y="738443"/>
                  </a:lnTo>
                  <a:lnTo>
                    <a:pt x="743462" y="734772"/>
                  </a:lnTo>
                  <a:lnTo>
                    <a:pt x="743462" y="714783"/>
                  </a:lnTo>
                  <a:lnTo>
                    <a:pt x="743462" y="711112"/>
                  </a:lnTo>
                  <a:lnTo>
                    <a:pt x="740471" y="708120"/>
                  </a:lnTo>
                  <a:lnTo>
                    <a:pt x="736800" y="708120"/>
                  </a:lnTo>
                  <a:lnTo>
                    <a:pt x="40035" y="708120"/>
                  </a:lnTo>
                  <a:lnTo>
                    <a:pt x="36364" y="708120"/>
                  </a:lnTo>
                  <a:lnTo>
                    <a:pt x="33372" y="705070"/>
                  </a:lnTo>
                  <a:lnTo>
                    <a:pt x="33372" y="701399"/>
                  </a:lnTo>
                  <a:lnTo>
                    <a:pt x="33372" y="6662"/>
                  </a:lnTo>
                  <a:lnTo>
                    <a:pt x="33372" y="2991"/>
                  </a:lnTo>
                  <a:lnTo>
                    <a:pt x="30380" y="0"/>
                  </a:lnTo>
                  <a:lnTo>
                    <a:pt x="26709" y="0"/>
                  </a:lnTo>
                  <a:lnTo>
                    <a:pt x="6662" y="0"/>
                  </a:lnTo>
                  <a:close/>
                </a:path>
                <a:path w="743584" h="741679">
                  <a:moveTo>
                    <a:pt x="580308" y="103129"/>
                  </a:moveTo>
                  <a:lnTo>
                    <a:pt x="580308" y="654469"/>
                  </a:lnTo>
                  <a:lnTo>
                    <a:pt x="673010" y="654469"/>
                  </a:lnTo>
                  <a:lnTo>
                    <a:pt x="673010" y="103129"/>
                  </a:lnTo>
                  <a:lnTo>
                    <a:pt x="580308" y="103129"/>
                  </a:lnTo>
                  <a:close/>
                </a:path>
                <a:path w="743584" h="741679">
                  <a:moveTo>
                    <a:pt x="250292" y="237604"/>
                  </a:moveTo>
                  <a:lnTo>
                    <a:pt x="250292" y="654469"/>
                  </a:lnTo>
                  <a:lnTo>
                    <a:pt x="342994" y="654469"/>
                  </a:lnTo>
                  <a:lnTo>
                    <a:pt x="342994" y="237604"/>
                  </a:lnTo>
                  <a:lnTo>
                    <a:pt x="250292" y="237604"/>
                  </a:lnTo>
                  <a:close/>
                </a:path>
                <a:path w="743584" h="741679">
                  <a:moveTo>
                    <a:pt x="415301" y="347629"/>
                  </a:moveTo>
                  <a:lnTo>
                    <a:pt x="415301" y="654469"/>
                  </a:lnTo>
                  <a:lnTo>
                    <a:pt x="508002" y="654469"/>
                  </a:lnTo>
                  <a:lnTo>
                    <a:pt x="508002" y="347629"/>
                  </a:lnTo>
                  <a:lnTo>
                    <a:pt x="415301" y="347629"/>
                  </a:lnTo>
                  <a:close/>
                </a:path>
                <a:path w="743584" h="741679">
                  <a:moveTo>
                    <a:pt x="85285" y="520111"/>
                  </a:moveTo>
                  <a:lnTo>
                    <a:pt x="85285" y="654469"/>
                  </a:lnTo>
                  <a:lnTo>
                    <a:pt x="177986" y="654469"/>
                  </a:lnTo>
                  <a:lnTo>
                    <a:pt x="177986" y="520111"/>
                  </a:lnTo>
                  <a:lnTo>
                    <a:pt x="85285" y="52011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49974" y="3780535"/>
              <a:ext cx="813713" cy="6523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00219" y="380828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124792" y="420268"/>
                  </a:moveTo>
                  <a:lnTo>
                    <a:pt x="121169" y="420962"/>
                  </a:lnTo>
                  <a:lnTo>
                    <a:pt x="120290" y="421430"/>
                  </a:lnTo>
                  <a:lnTo>
                    <a:pt x="26061" y="522260"/>
                  </a:lnTo>
                  <a:lnTo>
                    <a:pt x="25239" y="523083"/>
                  </a:lnTo>
                  <a:lnTo>
                    <a:pt x="24842" y="524110"/>
                  </a:lnTo>
                  <a:lnTo>
                    <a:pt x="24842" y="548759"/>
                  </a:lnTo>
                  <a:lnTo>
                    <a:pt x="26922" y="550840"/>
                  </a:lnTo>
                  <a:lnTo>
                    <a:pt x="125774" y="550840"/>
                  </a:lnTo>
                  <a:lnTo>
                    <a:pt x="127791" y="548759"/>
                  </a:lnTo>
                  <a:lnTo>
                    <a:pt x="127791" y="422240"/>
                  </a:lnTo>
                  <a:lnTo>
                    <a:pt x="124792" y="420268"/>
                  </a:lnTo>
                  <a:close/>
                </a:path>
                <a:path w="713740" h="551179">
                  <a:moveTo>
                    <a:pt x="260880" y="278069"/>
                  </a:moveTo>
                  <a:lnTo>
                    <a:pt x="257258" y="278775"/>
                  </a:lnTo>
                  <a:lnTo>
                    <a:pt x="256377" y="279176"/>
                  </a:lnTo>
                  <a:lnTo>
                    <a:pt x="162151" y="380071"/>
                  </a:lnTo>
                  <a:lnTo>
                    <a:pt x="161328" y="380893"/>
                  </a:lnTo>
                  <a:lnTo>
                    <a:pt x="160865" y="381921"/>
                  </a:lnTo>
                  <a:lnTo>
                    <a:pt x="160866" y="548759"/>
                  </a:lnTo>
                  <a:lnTo>
                    <a:pt x="162947" y="550840"/>
                  </a:lnTo>
                  <a:lnTo>
                    <a:pt x="261799" y="550840"/>
                  </a:lnTo>
                  <a:lnTo>
                    <a:pt x="263879" y="548759"/>
                  </a:lnTo>
                  <a:lnTo>
                    <a:pt x="263879" y="279947"/>
                  </a:lnTo>
                  <a:lnTo>
                    <a:pt x="260880" y="278069"/>
                  </a:lnTo>
                  <a:close/>
                </a:path>
                <a:path w="713740" h="551179">
                  <a:moveTo>
                    <a:pt x="300846" y="243090"/>
                  </a:moveTo>
                  <a:lnTo>
                    <a:pt x="297982" y="245010"/>
                  </a:lnTo>
                  <a:lnTo>
                    <a:pt x="297983" y="548759"/>
                  </a:lnTo>
                  <a:lnTo>
                    <a:pt x="299998" y="550840"/>
                  </a:lnTo>
                  <a:lnTo>
                    <a:pt x="398851" y="550840"/>
                  </a:lnTo>
                  <a:lnTo>
                    <a:pt x="400931" y="548759"/>
                  </a:lnTo>
                  <a:lnTo>
                    <a:pt x="400931" y="342423"/>
                  </a:lnTo>
                  <a:lnTo>
                    <a:pt x="400546" y="341409"/>
                  </a:lnTo>
                  <a:lnTo>
                    <a:pt x="399519" y="340381"/>
                  </a:lnTo>
                  <a:lnTo>
                    <a:pt x="305290" y="244098"/>
                  </a:lnTo>
                  <a:lnTo>
                    <a:pt x="304392" y="243680"/>
                  </a:lnTo>
                  <a:lnTo>
                    <a:pt x="300846" y="243090"/>
                  </a:lnTo>
                  <a:close/>
                </a:path>
                <a:path w="713740" h="551179">
                  <a:moveTo>
                    <a:pt x="535099" y="271283"/>
                  </a:moveTo>
                  <a:lnTo>
                    <a:pt x="452951" y="354960"/>
                  </a:lnTo>
                  <a:lnTo>
                    <a:pt x="435033" y="376795"/>
                  </a:lnTo>
                  <a:lnTo>
                    <a:pt x="435033" y="548759"/>
                  </a:lnTo>
                  <a:lnTo>
                    <a:pt x="437115" y="550840"/>
                  </a:lnTo>
                  <a:lnTo>
                    <a:pt x="535966" y="550840"/>
                  </a:lnTo>
                  <a:lnTo>
                    <a:pt x="537983" y="548759"/>
                  </a:lnTo>
                  <a:lnTo>
                    <a:pt x="537983" y="273204"/>
                  </a:lnTo>
                  <a:lnTo>
                    <a:pt x="535099" y="271283"/>
                  </a:lnTo>
                  <a:close/>
                </a:path>
                <a:path w="713740" h="551179">
                  <a:moveTo>
                    <a:pt x="672409" y="136842"/>
                  </a:moveTo>
                  <a:lnTo>
                    <a:pt x="590196" y="220798"/>
                  </a:lnTo>
                  <a:lnTo>
                    <a:pt x="572343" y="242569"/>
                  </a:lnTo>
                  <a:lnTo>
                    <a:pt x="572343" y="548759"/>
                  </a:lnTo>
                  <a:lnTo>
                    <a:pt x="574358" y="550840"/>
                  </a:lnTo>
                  <a:lnTo>
                    <a:pt x="673211" y="550840"/>
                  </a:lnTo>
                  <a:lnTo>
                    <a:pt x="675291" y="548759"/>
                  </a:lnTo>
                  <a:lnTo>
                    <a:pt x="675292" y="138785"/>
                  </a:lnTo>
                  <a:lnTo>
                    <a:pt x="672409" y="136842"/>
                  </a:lnTo>
                  <a:close/>
                </a:path>
                <a:path w="713740" h="551179">
                  <a:moveTo>
                    <a:pt x="297738" y="123962"/>
                  </a:moveTo>
                  <a:lnTo>
                    <a:pt x="294693" y="123962"/>
                  </a:lnTo>
                  <a:lnTo>
                    <a:pt x="292844" y="125812"/>
                  </a:lnTo>
                  <a:lnTo>
                    <a:pt x="1850" y="437807"/>
                  </a:lnTo>
                  <a:lnTo>
                    <a:pt x="0" y="439657"/>
                  </a:lnTo>
                  <a:lnTo>
                    <a:pt x="193" y="442509"/>
                  </a:lnTo>
                  <a:lnTo>
                    <a:pt x="2043" y="444358"/>
                  </a:lnTo>
                  <a:lnTo>
                    <a:pt x="31649" y="471910"/>
                  </a:lnTo>
                  <a:lnTo>
                    <a:pt x="33498" y="473759"/>
                  </a:lnTo>
                  <a:lnTo>
                    <a:pt x="36351" y="473567"/>
                  </a:lnTo>
                  <a:lnTo>
                    <a:pt x="38200" y="471717"/>
                  </a:lnTo>
                  <a:lnTo>
                    <a:pt x="293679" y="198191"/>
                  </a:lnTo>
                  <a:lnTo>
                    <a:pt x="295528" y="196342"/>
                  </a:lnTo>
                  <a:lnTo>
                    <a:pt x="298573" y="196136"/>
                  </a:lnTo>
                  <a:lnTo>
                    <a:pt x="368386" y="196136"/>
                  </a:lnTo>
                  <a:lnTo>
                    <a:pt x="299587" y="125812"/>
                  </a:lnTo>
                  <a:lnTo>
                    <a:pt x="297738" y="123962"/>
                  </a:lnTo>
                  <a:close/>
                </a:path>
                <a:path w="713740" h="551179">
                  <a:moveTo>
                    <a:pt x="368386" y="196136"/>
                  </a:moveTo>
                  <a:lnTo>
                    <a:pt x="298573" y="196136"/>
                  </a:lnTo>
                  <a:lnTo>
                    <a:pt x="300422" y="198191"/>
                  </a:lnTo>
                  <a:lnTo>
                    <a:pt x="431373" y="331968"/>
                  </a:lnTo>
                  <a:lnTo>
                    <a:pt x="433222" y="334023"/>
                  </a:lnTo>
                  <a:lnTo>
                    <a:pt x="436472" y="333830"/>
                  </a:lnTo>
                  <a:lnTo>
                    <a:pt x="438116" y="331775"/>
                  </a:lnTo>
                  <a:lnTo>
                    <a:pt x="453144" y="314114"/>
                  </a:lnTo>
                  <a:lnTo>
                    <a:pt x="502664" y="261066"/>
                  </a:lnTo>
                  <a:lnTo>
                    <a:pt x="431745" y="261066"/>
                  </a:lnTo>
                  <a:lnTo>
                    <a:pt x="429896" y="259010"/>
                  </a:lnTo>
                  <a:lnTo>
                    <a:pt x="368386" y="196136"/>
                  </a:lnTo>
                  <a:close/>
                </a:path>
                <a:path w="713740" h="551179">
                  <a:moveTo>
                    <a:pt x="708613" y="0"/>
                  </a:moveTo>
                  <a:lnTo>
                    <a:pt x="707776" y="0"/>
                  </a:lnTo>
                  <a:lnTo>
                    <a:pt x="603747" y="31725"/>
                  </a:lnTo>
                  <a:lnTo>
                    <a:pt x="600254" y="32753"/>
                  </a:lnTo>
                  <a:lnTo>
                    <a:pt x="599278" y="37030"/>
                  </a:lnTo>
                  <a:lnTo>
                    <a:pt x="601949" y="39496"/>
                  </a:lnTo>
                  <a:lnTo>
                    <a:pt x="619803" y="56194"/>
                  </a:lnTo>
                  <a:lnTo>
                    <a:pt x="621653" y="58044"/>
                  </a:lnTo>
                  <a:lnTo>
                    <a:pt x="621845" y="60896"/>
                  </a:lnTo>
                  <a:lnTo>
                    <a:pt x="619996" y="62745"/>
                  </a:lnTo>
                  <a:lnTo>
                    <a:pt x="436703" y="259010"/>
                  </a:lnTo>
                  <a:lnTo>
                    <a:pt x="434854" y="260860"/>
                  </a:lnTo>
                  <a:lnTo>
                    <a:pt x="431745" y="261066"/>
                  </a:lnTo>
                  <a:lnTo>
                    <a:pt x="502664" y="261066"/>
                  </a:lnTo>
                  <a:lnTo>
                    <a:pt x="655961" y="96848"/>
                  </a:lnTo>
                  <a:lnTo>
                    <a:pt x="657810" y="94998"/>
                  </a:lnTo>
                  <a:lnTo>
                    <a:pt x="660726" y="94805"/>
                  </a:lnTo>
                  <a:lnTo>
                    <a:pt x="692008" y="94805"/>
                  </a:lnTo>
                  <a:lnTo>
                    <a:pt x="712477" y="6036"/>
                  </a:lnTo>
                  <a:lnTo>
                    <a:pt x="713248" y="3262"/>
                  </a:lnTo>
                  <a:lnTo>
                    <a:pt x="711593" y="800"/>
                  </a:lnTo>
                  <a:lnTo>
                    <a:pt x="708613" y="0"/>
                  </a:lnTo>
                  <a:close/>
                </a:path>
                <a:path w="713740" h="551179">
                  <a:moveTo>
                    <a:pt x="692008" y="94805"/>
                  </a:moveTo>
                  <a:lnTo>
                    <a:pt x="660726" y="94805"/>
                  </a:lnTo>
                  <a:lnTo>
                    <a:pt x="662575" y="96655"/>
                  </a:lnTo>
                  <a:lnTo>
                    <a:pt x="683101" y="115755"/>
                  </a:lnTo>
                  <a:lnTo>
                    <a:pt x="687443" y="114535"/>
                  </a:lnTo>
                  <a:lnTo>
                    <a:pt x="691964" y="94998"/>
                  </a:lnTo>
                  <a:lnTo>
                    <a:pt x="692008" y="94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00219" y="380827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709329" y="202"/>
                  </a:moveTo>
                  <a:lnTo>
                    <a:pt x="708575" y="0"/>
                  </a:lnTo>
                  <a:lnTo>
                    <a:pt x="707775" y="9"/>
                  </a:lnTo>
                  <a:lnTo>
                    <a:pt x="706953" y="266"/>
                  </a:lnTo>
                  <a:lnTo>
                    <a:pt x="603747" y="31735"/>
                  </a:lnTo>
                  <a:lnTo>
                    <a:pt x="600253" y="32763"/>
                  </a:lnTo>
                  <a:lnTo>
                    <a:pt x="599277" y="37040"/>
                  </a:lnTo>
                  <a:lnTo>
                    <a:pt x="601948" y="39506"/>
                  </a:lnTo>
                  <a:lnTo>
                    <a:pt x="619803" y="56204"/>
                  </a:lnTo>
                  <a:lnTo>
                    <a:pt x="621652" y="58054"/>
                  </a:lnTo>
                  <a:lnTo>
                    <a:pt x="621845" y="60906"/>
                  </a:lnTo>
                  <a:lnTo>
                    <a:pt x="619995" y="62755"/>
                  </a:lnTo>
                  <a:lnTo>
                    <a:pt x="436703" y="259020"/>
                  </a:lnTo>
                  <a:lnTo>
                    <a:pt x="434853" y="260870"/>
                  </a:lnTo>
                  <a:lnTo>
                    <a:pt x="431744" y="261076"/>
                  </a:lnTo>
                  <a:lnTo>
                    <a:pt x="429895" y="259020"/>
                  </a:lnTo>
                  <a:lnTo>
                    <a:pt x="299587" y="125822"/>
                  </a:lnTo>
                  <a:lnTo>
                    <a:pt x="297737" y="123972"/>
                  </a:lnTo>
                  <a:lnTo>
                    <a:pt x="294693" y="123972"/>
                  </a:lnTo>
                  <a:lnTo>
                    <a:pt x="292843" y="125822"/>
                  </a:lnTo>
                  <a:lnTo>
                    <a:pt x="1849" y="437817"/>
                  </a:lnTo>
                  <a:lnTo>
                    <a:pt x="0" y="439667"/>
                  </a:lnTo>
                  <a:lnTo>
                    <a:pt x="192" y="442518"/>
                  </a:lnTo>
                  <a:lnTo>
                    <a:pt x="2042" y="444368"/>
                  </a:lnTo>
                  <a:lnTo>
                    <a:pt x="31649" y="471919"/>
                  </a:lnTo>
                  <a:lnTo>
                    <a:pt x="33498" y="473769"/>
                  </a:lnTo>
                  <a:lnTo>
                    <a:pt x="36350" y="473577"/>
                  </a:lnTo>
                  <a:lnTo>
                    <a:pt x="38199" y="471727"/>
                  </a:lnTo>
                  <a:lnTo>
                    <a:pt x="293678" y="198201"/>
                  </a:lnTo>
                  <a:lnTo>
                    <a:pt x="295528" y="196352"/>
                  </a:lnTo>
                  <a:lnTo>
                    <a:pt x="298572" y="196146"/>
                  </a:lnTo>
                  <a:lnTo>
                    <a:pt x="300422" y="198201"/>
                  </a:lnTo>
                  <a:lnTo>
                    <a:pt x="431372" y="331978"/>
                  </a:lnTo>
                  <a:lnTo>
                    <a:pt x="433222" y="334033"/>
                  </a:lnTo>
                  <a:lnTo>
                    <a:pt x="436472" y="333840"/>
                  </a:lnTo>
                  <a:lnTo>
                    <a:pt x="438116" y="331785"/>
                  </a:lnTo>
                  <a:lnTo>
                    <a:pt x="453144" y="314124"/>
                  </a:lnTo>
                  <a:lnTo>
                    <a:pt x="655960" y="96857"/>
                  </a:lnTo>
                  <a:lnTo>
                    <a:pt x="657810" y="95008"/>
                  </a:lnTo>
                  <a:lnTo>
                    <a:pt x="660725" y="94815"/>
                  </a:lnTo>
                  <a:lnTo>
                    <a:pt x="662575" y="96665"/>
                  </a:lnTo>
                  <a:lnTo>
                    <a:pt x="680429" y="113298"/>
                  </a:lnTo>
                  <a:lnTo>
                    <a:pt x="683101" y="115765"/>
                  </a:lnTo>
                  <a:lnTo>
                    <a:pt x="687443" y="114545"/>
                  </a:lnTo>
                  <a:lnTo>
                    <a:pt x="688264" y="111051"/>
                  </a:lnTo>
                  <a:lnTo>
                    <a:pt x="712476" y="6046"/>
                  </a:lnTo>
                  <a:lnTo>
                    <a:pt x="713247" y="3272"/>
                  </a:lnTo>
                  <a:lnTo>
                    <a:pt x="711593" y="809"/>
                  </a:lnTo>
                  <a:lnTo>
                    <a:pt x="709329" y="202"/>
                  </a:lnTo>
                  <a:close/>
                </a:path>
                <a:path w="713740" h="551179">
                  <a:moveTo>
                    <a:pt x="669575" y="137382"/>
                  </a:moveTo>
                  <a:lnTo>
                    <a:pt x="590196" y="220808"/>
                  </a:lnTo>
                  <a:lnTo>
                    <a:pt x="572342" y="242579"/>
                  </a:lnTo>
                  <a:lnTo>
                    <a:pt x="572342" y="243607"/>
                  </a:lnTo>
                  <a:lnTo>
                    <a:pt x="572342" y="546097"/>
                  </a:lnTo>
                  <a:lnTo>
                    <a:pt x="572342" y="548769"/>
                  </a:lnTo>
                  <a:lnTo>
                    <a:pt x="574358" y="550849"/>
                  </a:lnTo>
                  <a:lnTo>
                    <a:pt x="577030" y="550849"/>
                  </a:lnTo>
                  <a:lnTo>
                    <a:pt x="670539" y="550849"/>
                  </a:lnTo>
                  <a:lnTo>
                    <a:pt x="673210" y="550850"/>
                  </a:lnTo>
                  <a:lnTo>
                    <a:pt x="675291" y="548769"/>
                  </a:lnTo>
                  <a:lnTo>
                    <a:pt x="675291" y="546097"/>
                  </a:lnTo>
                  <a:lnTo>
                    <a:pt x="675291" y="141878"/>
                  </a:lnTo>
                  <a:lnTo>
                    <a:pt x="675291" y="138795"/>
                  </a:lnTo>
                  <a:lnTo>
                    <a:pt x="672407" y="136852"/>
                  </a:lnTo>
                  <a:lnTo>
                    <a:pt x="669575" y="137382"/>
                  </a:lnTo>
                  <a:close/>
                </a:path>
                <a:path w="713740" h="551179">
                  <a:moveTo>
                    <a:pt x="303504" y="243543"/>
                  </a:moveTo>
                  <a:lnTo>
                    <a:pt x="300846" y="243099"/>
                  </a:lnTo>
                  <a:lnTo>
                    <a:pt x="297981" y="245020"/>
                  </a:lnTo>
                  <a:lnTo>
                    <a:pt x="297981" y="248102"/>
                  </a:lnTo>
                  <a:lnTo>
                    <a:pt x="297981" y="546097"/>
                  </a:lnTo>
                  <a:lnTo>
                    <a:pt x="297981" y="548769"/>
                  </a:lnTo>
                  <a:lnTo>
                    <a:pt x="299998" y="550849"/>
                  </a:lnTo>
                  <a:lnTo>
                    <a:pt x="302669" y="550849"/>
                  </a:lnTo>
                  <a:lnTo>
                    <a:pt x="396178" y="550849"/>
                  </a:lnTo>
                  <a:lnTo>
                    <a:pt x="398850" y="550850"/>
                  </a:lnTo>
                  <a:lnTo>
                    <a:pt x="400931" y="548769"/>
                  </a:lnTo>
                  <a:lnTo>
                    <a:pt x="400931" y="546097"/>
                  </a:lnTo>
                  <a:lnTo>
                    <a:pt x="400931" y="343666"/>
                  </a:lnTo>
                  <a:lnTo>
                    <a:pt x="400930" y="342433"/>
                  </a:lnTo>
                  <a:lnTo>
                    <a:pt x="400545" y="341418"/>
                  </a:lnTo>
                  <a:lnTo>
                    <a:pt x="399518" y="340391"/>
                  </a:lnTo>
                  <a:lnTo>
                    <a:pt x="306009" y="244827"/>
                  </a:lnTo>
                  <a:lnTo>
                    <a:pt x="305290" y="244108"/>
                  </a:lnTo>
                  <a:lnTo>
                    <a:pt x="304391" y="243690"/>
                  </a:lnTo>
                  <a:lnTo>
                    <a:pt x="303504" y="243543"/>
                  </a:lnTo>
                  <a:close/>
                </a:path>
                <a:path w="713740" h="551179">
                  <a:moveTo>
                    <a:pt x="532267" y="271737"/>
                  </a:moveTo>
                  <a:lnTo>
                    <a:pt x="452951" y="354970"/>
                  </a:lnTo>
                  <a:lnTo>
                    <a:pt x="435033" y="376805"/>
                  </a:lnTo>
                  <a:lnTo>
                    <a:pt x="435033" y="377833"/>
                  </a:lnTo>
                  <a:lnTo>
                    <a:pt x="435033" y="546097"/>
                  </a:lnTo>
                  <a:lnTo>
                    <a:pt x="435033" y="548769"/>
                  </a:lnTo>
                  <a:lnTo>
                    <a:pt x="437114" y="550849"/>
                  </a:lnTo>
                  <a:lnTo>
                    <a:pt x="439785" y="550849"/>
                  </a:lnTo>
                  <a:lnTo>
                    <a:pt x="533294" y="550849"/>
                  </a:lnTo>
                  <a:lnTo>
                    <a:pt x="535966" y="550850"/>
                  </a:lnTo>
                  <a:lnTo>
                    <a:pt x="537983" y="548769"/>
                  </a:lnTo>
                  <a:lnTo>
                    <a:pt x="537983" y="546097"/>
                  </a:lnTo>
                  <a:lnTo>
                    <a:pt x="537983" y="276296"/>
                  </a:lnTo>
                  <a:lnTo>
                    <a:pt x="537982" y="273214"/>
                  </a:lnTo>
                  <a:lnTo>
                    <a:pt x="535099" y="271293"/>
                  </a:lnTo>
                  <a:lnTo>
                    <a:pt x="532267" y="271737"/>
                  </a:lnTo>
                  <a:close/>
                </a:path>
                <a:path w="713740" h="551179">
                  <a:moveTo>
                    <a:pt x="258163" y="278608"/>
                  </a:moveTo>
                  <a:lnTo>
                    <a:pt x="257257" y="278785"/>
                  </a:lnTo>
                  <a:lnTo>
                    <a:pt x="256377" y="279186"/>
                  </a:lnTo>
                  <a:lnTo>
                    <a:pt x="255658" y="279957"/>
                  </a:lnTo>
                  <a:lnTo>
                    <a:pt x="162150" y="380081"/>
                  </a:lnTo>
                  <a:lnTo>
                    <a:pt x="161328" y="380903"/>
                  </a:lnTo>
                  <a:lnTo>
                    <a:pt x="160865" y="381931"/>
                  </a:lnTo>
                  <a:lnTo>
                    <a:pt x="160865" y="383163"/>
                  </a:lnTo>
                  <a:lnTo>
                    <a:pt x="160865" y="546097"/>
                  </a:lnTo>
                  <a:lnTo>
                    <a:pt x="160865" y="548769"/>
                  </a:lnTo>
                  <a:lnTo>
                    <a:pt x="162946" y="550849"/>
                  </a:lnTo>
                  <a:lnTo>
                    <a:pt x="165618" y="550849"/>
                  </a:lnTo>
                  <a:lnTo>
                    <a:pt x="259126" y="550849"/>
                  </a:lnTo>
                  <a:lnTo>
                    <a:pt x="261798" y="550850"/>
                  </a:lnTo>
                  <a:lnTo>
                    <a:pt x="263879" y="548769"/>
                  </a:lnTo>
                  <a:lnTo>
                    <a:pt x="263879" y="546097"/>
                  </a:lnTo>
                  <a:lnTo>
                    <a:pt x="263879" y="283040"/>
                  </a:lnTo>
                  <a:lnTo>
                    <a:pt x="263879" y="279957"/>
                  </a:lnTo>
                  <a:lnTo>
                    <a:pt x="260880" y="278079"/>
                  </a:lnTo>
                  <a:lnTo>
                    <a:pt x="258163" y="278608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2361" y="4215852"/>
              <a:ext cx="128349" cy="15597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4217" y="2780679"/>
              <a:ext cx="1363577" cy="154338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2772" y="2899920"/>
              <a:ext cx="1092031" cy="1320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622773" y="2899920"/>
              <a:ext cx="1092200" cy="1320800"/>
            </a:xfrm>
            <a:custGeom>
              <a:avLst/>
              <a:gdLst/>
              <a:ahLst/>
              <a:cxnLst/>
              <a:rect l="l" t="t" r="r" b="b"/>
              <a:pathLst>
                <a:path w="1092200" h="1320800">
                  <a:moveTo>
                    <a:pt x="695498" y="8834"/>
                  </a:moveTo>
                  <a:lnTo>
                    <a:pt x="752839" y="18946"/>
                  </a:lnTo>
                  <a:lnTo>
                    <a:pt x="805585" y="33400"/>
                  </a:lnTo>
                  <a:lnTo>
                    <a:pt x="853768" y="51923"/>
                  </a:lnTo>
                  <a:lnTo>
                    <a:pt x="897421" y="74239"/>
                  </a:lnTo>
                  <a:lnTo>
                    <a:pt x="936577" y="100074"/>
                  </a:lnTo>
                  <a:lnTo>
                    <a:pt x="971268" y="129154"/>
                  </a:lnTo>
                  <a:lnTo>
                    <a:pt x="1001529" y="161203"/>
                  </a:lnTo>
                  <a:lnTo>
                    <a:pt x="1027390" y="195948"/>
                  </a:lnTo>
                  <a:lnTo>
                    <a:pt x="1048887" y="233114"/>
                  </a:lnTo>
                  <a:lnTo>
                    <a:pt x="1066050" y="272426"/>
                  </a:lnTo>
                  <a:lnTo>
                    <a:pt x="1078913" y="313609"/>
                  </a:lnTo>
                  <a:lnTo>
                    <a:pt x="1087509" y="356390"/>
                  </a:lnTo>
                  <a:lnTo>
                    <a:pt x="1091871" y="400493"/>
                  </a:lnTo>
                  <a:lnTo>
                    <a:pt x="1092032" y="445644"/>
                  </a:lnTo>
                  <a:lnTo>
                    <a:pt x="1088023" y="491568"/>
                  </a:lnTo>
                  <a:lnTo>
                    <a:pt x="1077895" y="547914"/>
                  </a:lnTo>
                  <a:lnTo>
                    <a:pt x="1063268" y="601562"/>
                  </a:lnTo>
                  <a:lnTo>
                    <a:pt x="1044977" y="652747"/>
                  </a:lnTo>
                  <a:lnTo>
                    <a:pt x="1023856" y="701705"/>
                  </a:lnTo>
                  <a:lnTo>
                    <a:pt x="1000740" y="748672"/>
                  </a:lnTo>
                  <a:lnTo>
                    <a:pt x="976461" y="793883"/>
                  </a:lnTo>
                  <a:lnTo>
                    <a:pt x="951855" y="837575"/>
                  </a:lnTo>
                  <a:lnTo>
                    <a:pt x="927754" y="879982"/>
                  </a:lnTo>
                  <a:lnTo>
                    <a:pt x="904994" y="921341"/>
                  </a:lnTo>
                  <a:lnTo>
                    <a:pt x="884408" y="961887"/>
                  </a:lnTo>
                  <a:lnTo>
                    <a:pt x="866830" y="1001856"/>
                  </a:lnTo>
                  <a:lnTo>
                    <a:pt x="853094" y="1041484"/>
                  </a:lnTo>
                  <a:lnTo>
                    <a:pt x="842169" y="1151828"/>
                  </a:lnTo>
                  <a:lnTo>
                    <a:pt x="863125" y="1240395"/>
                  </a:lnTo>
                  <a:lnTo>
                    <a:pt x="892733" y="1299311"/>
                  </a:lnTo>
                  <a:lnTo>
                    <a:pt x="907765" y="1320699"/>
                  </a:lnTo>
                  <a:lnTo>
                    <a:pt x="327954" y="1244408"/>
                  </a:lnTo>
                  <a:lnTo>
                    <a:pt x="319742" y="1170786"/>
                  </a:lnTo>
                  <a:lnTo>
                    <a:pt x="305037" y="1120640"/>
                  </a:lnTo>
                  <a:lnTo>
                    <a:pt x="261632" y="1072113"/>
                  </a:lnTo>
                  <a:lnTo>
                    <a:pt x="208704" y="1061495"/>
                  </a:lnTo>
                  <a:lnTo>
                    <a:pt x="182095" y="1058736"/>
                  </a:lnTo>
                  <a:lnTo>
                    <a:pt x="136027" y="1047416"/>
                  </a:lnTo>
                  <a:lnTo>
                    <a:pt x="95511" y="1026185"/>
                  </a:lnTo>
                  <a:lnTo>
                    <a:pt x="70728" y="991870"/>
                  </a:lnTo>
                  <a:lnTo>
                    <a:pt x="71861" y="941296"/>
                  </a:lnTo>
                  <a:lnTo>
                    <a:pt x="79387" y="906991"/>
                  </a:lnTo>
                  <a:lnTo>
                    <a:pt x="79374" y="881225"/>
                  </a:lnTo>
                  <a:lnTo>
                    <a:pt x="73233" y="859525"/>
                  </a:lnTo>
                  <a:lnTo>
                    <a:pt x="62377" y="837414"/>
                  </a:lnTo>
                  <a:lnTo>
                    <a:pt x="59538" y="815869"/>
                  </a:lnTo>
                  <a:lnTo>
                    <a:pt x="69861" y="799420"/>
                  </a:lnTo>
                  <a:lnTo>
                    <a:pt x="83370" y="788922"/>
                  </a:lnTo>
                  <a:lnTo>
                    <a:pt x="90090" y="785233"/>
                  </a:lnTo>
                  <a:lnTo>
                    <a:pt x="67938" y="768486"/>
                  </a:lnTo>
                  <a:lnTo>
                    <a:pt x="61311" y="761607"/>
                  </a:lnTo>
                  <a:lnTo>
                    <a:pt x="57326" y="753158"/>
                  </a:lnTo>
                  <a:lnTo>
                    <a:pt x="56157" y="743877"/>
                  </a:lnTo>
                  <a:lnTo>
                    <a:pt x="57977" y="734501"/>
                  </a:lnTo>
                  <a:lnTo>
                    <a:pt x="59901" y="729623"/>
                  </a:lnTo>
                  <a:lnTo>
                    <a:pt x="61993" y="723784"/>
                  </a:lnTo>
                  <a:lnTo>
                    <a:pt x="64565" y="716424"/>
                  </a:lnTo>
                  <a:lnTo>
                    <a:pt x="67788" y="698628"/>
                  </a:lnTo>
                  <a:lnTo>
                    <a:pt x="65281" y="682340"/>
                  </a:lnTo>
                  <a:lnTo>
                    <a:pt x="57498" y="668666"/>
                  </a:lnTo>
                  <a:lnTo>
                    <a:pt x="44896" y="658710"/>
                  </a:lnTo>
                  <a:lnTo>
                    <a:pt x="32630" y="651554"/>
                  </a:lnTo>
                  <a:lnTo>
                    <a:pt x="22313" y="643872"/>
                  </a:lnTo>
                  <a:lnTo>
                    <a:pt x="13772" y="635942"/>
                  </a:lnTo>
                  <a:lnTo>
                    <a:pt x="6835" y="628044"/>
                  </a:lnTo>
                  <a:lnTo>
                    <a:pt x="1070" y="616636"/>
                  </a:lnTo>
                  <a:lnTo>
                    <a:pt x="0" y="603821"/>
                  </a:lnTo>
                  <a:lnTo>
                    <a:pt x="3137" y="591018"/>
                  </a:lnTo>
                  <a:lnTo>
                    <a:pt x="9996" y="579648"/>
                  </a:lnTo>
                  <a:lnTo>
                    <a:pt x="41193" y="541788"/>
                  </a:lnTo>
                  <a:lnTo>
                    <a:pt x="71563" y="504338"/>
                  </a:lnTo>
                  <a:lnTo>
                    <a:pt x="99644" y="469654"/>
                  </a:lnTo>
                  <a:lnTo>
                    <a:pt x="123977" y="440092"/>
                  </a:lnTo>
                  <a:lnTo>
                    <a:pt x="141007" y="403357"/>
                  </a:lnTo>
                  <a:lnTo>
                    <a:pt x="138139" y="368568"/>
                  </a:lnTo>
                  <a:lnTo>
                    <a:pt x="132010" y="332507"/>
                  </a:lnTo>
                  <a:lnTo>
                    <a:pt x="139258" y="291959"/>
                  </a:lnTo>
                  <a:lnTo>
                    <a:pt x="154804" y="252306"/>
                  </a:lnTo>
                  <a:lnTo>
                    <a:pt x="172623" y="214954"/>
                  </a:lnTo>
                  <a:lnTo>
                    <a:pt x="192900" y="180058"/>
                  </a:lnTo>
                  <a:lnTo>
                    <a:pt x="215821" y="147772"/>
                  </a:lnTo>
                  <a:lnTo>
                    <a:pt x="241572" y="118249"/>
                  </a:lnTo>
                  <a:lnTo>
                    <a:pt x="270338" y="91644"/>
                  </a:lnTo>
                  <a:lnTo>
                    <a:pt x="302303" y="68109"/>
                  </a:lnTo>
                  <a:lnTo>
                    <a:pt x="337655" y="47799"/>
                  </a:lnTo>
                  <a:lnTo>
                    <a:pt x="376578" y="30867"/>
                  </a:lnTo>
                  <a:lnTo>
                    <a:pt x="419258" y="17467"/>
                  </a:lnTo>
                  <a:lnTo>
                    <a:pt x="465880" y="7754"/>
                  </a:lnTo>
                  <a:lnTo>
                    <a:pt x="516629" y="1880"/>
                  </a:lnTo>
                  <a:lnTo>
                    <a:pt x="571692" y="0"/>
                  </a:lnTo>
                  <a:lnTo>
                    <a:pt x="631253" y="2266"/>
                  </a:lnTo>
                  <a:lnTo>
                    <a:pt x="695498" y="8834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 rot="1200000">
            <a:off x="4046194" y="263684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20640000">
            <a:off x="3591186" y="3603096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21180000">
            <a:off x="3008608" y="2677473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20400000">
            <a:off x="3243661" y="3214685"/>
            <a:ext cx="16156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10"/>
              </a:lnSpc>
            </a:pPr>
            <a:r>
              <a:rPr sz="4200" spc="-262" baseline="-1984" dirty="0">
                <a:latin typeface="Arial"/>
                <a:cs typeface="Arial"/>
              </a:rPr>
              <a:t>Re</a:t>
            </a:r>
            <a:r>
              <a:rPr sz="2800" spc="-175" dirty="0">
                <a:latin typeface="Arial"/>
                <a:cs typeface="Arial"/>
              </a:rPr>
              <a:t>sultado</a:t>
            </a:r>
            <a:r>
              <a:rPr sz="4200" spc="-262" baseline="1984" dirty="0">
                <a:latin typeface="Arial"/>
                <a:cs typeface="Arial"/>
              </a:rPr>
              <a:t>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82273" y="870151"/>
            <a:ext cx="262699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45" dirty="0">
                <a:latin typeface="Arial"/>
                <a:cs typeface="Arial"/>
              </a:rPr>
              <a:t>comunicar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65" dirty="0">
                <a:latin typeface="Arial"/>
                <a:cs typeface="Arial"/>
              </a:rPr>
              <a:t>evaluación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05" dirty="0">
                <a:latin typeface="Arial"/>
                <a:cs typeface="Arial"/>
              </a:rPr>
              <a:t>interpretar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27266" y="2707223"/>
            <a:ext cx="1498600" cy="1671320"/>
            <a:chOff x="4827266" y="2707223"/>
            <a:chExt cx="1498600" cy="1671320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27266" y="2803482"/>
              <a:ext cx="1498471" cy="157490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1005588" y="0"/>
                  </a:moveTo>
                  <a:lnTo>
                    <a:pt x="0" y="1116818"/>
                  </a:lnTo>
                  <a:lnTo>
                    <a:pt x="349394" y="1431415"/>
                  </a:lnTo>
                  <a:lnTo>
                    <a:pt x="1354983" y="314596"/>
                  </a:lnTo>
                  <a:lnTo>
                    <a:pt x="10055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0" y="1116818"/>
                  </a:moveTo>
                  <a:lnTo>
                    <a:pt x="1005588" y="0"/>
                  </a:lnTo>
                  <a:lnTo>
                    <a:pt x="1354983" y="314597"/>
                  </a:lnTo>
                  <a:lnTo>
                    <a:pt x="349395" y="1431415"/>
                  </a:lnTo>
                  <a:lnTo>
                    <a:pt x="0" y="1116818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86309" y="4164039"/>
            <a:ext cx="1380383" cy="59542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550391" y="913601"/>
            <a:ext cx="1354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NO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0391" y="1198081"/>
            <a:ext cx="196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517545" y="395267"/>
            <a:ext cx="42100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91155" algn="l"/>
              </a:tabLst>
            </a:pPr>
            <a:r>
              <a:rPr spc="-10" dirty="0"/>
              <a:t>Visualización</a:t>
            </a:r>
            <a:r>
              <a:rPr dirty="0"/>
              <a:t>	</a:t>
            </a:r>
            <a:r>
              <a:rPr sz="4200" spc="-15" baseline="7936" dirty="0">
                <a:solidFill>
                  <a:srgbClr val="C0504D"/>
                </a:solidFill>
              </a:rPr>
              <a:t>Finalidad</a:t>
            </a:r>
            <a:endParaRPr sz="4200" baseline="7936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333F4-6A07-AA75-21FE-5EDF17A6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CE8EAF4-D928-82CD-1955-91315780EB85}"/>
              </a:ext>
            </a:extLst>
          </p:cNvPr>
          <p:cNvGrpSpPr/>
          <p:nvPr/>
        </p:nvGrpSpPr>
        <p:grpSpPr>
          <a:xfrm>
            <a:off x="2763328" y="2110088"/>
            <a:ext cx="6381115" cy="3034030"/>
            <a:chOff x="2763328" y="2110088"/>
            <a:chExt cx="6381115" cy="303403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A36F6A7-EE68-B6A4-341A-F8DA3ECC0B9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3328" y="4011443"/>
              <a:ext cx="5687404" cy="113205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473DEC0-7E16-ED89-AD40-91352A870D8B}"/>
                </a:ext>
              </a:extLst>
            </p:cNvPr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2370373" y="0"/>
                  </a:moveTo>
                  <a:lnTo>
                    <a:pt x="2297051" y="5257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3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39" y="445658"/>
                  </a:lnTo>
                  <a:lnTo>
                    <a:pt x="371240" y="1804620"/>
                  </a:lnTo>
                  <a:lnTo>
                    <a:pt x="329802" y="1851825"/>
                  </a:lnTo>
                  <a:lnTo>
                    <a:pt x="290597" y="1899521"/>
                  </a:lnTo>
                  <a:lnTo>
                    <a:pt x="253670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6" y="2140304"/>
                  </a:lnTo>
                  <a:lnTo>
                    <a:pt x="104702" y="2187905"/>
                  </a:lnTo>
                  <a:lnTo>
                    <a:pt x="82346" y="2234981"/>
                  </a:lnTo>
                  <a:lnTo>
                    <a:pt x="62569" y="2281388"/>
                  </a:lnTo>
                  <a:lnTo>
                    <a:pt x="45415" y="2326981"/>
                  </a:lnTo>
                  <a:lnTo>
                    <a:pt x="30928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8" y="2828653"/>
                  </a:lnTo>
                  <a:lnTo>
                    <a:pt x="408250" y="2818470"/>
                  </a:lnTo>
                  <a:lnTo>
                    <a:pt x="449448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5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5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6"/>
                  </a:lnTo>
                  <a:lnTo>
                    <a:pt x="2296594" y="989292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7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800" y="700813"/>
                  </a:lnTo>
                  <a:lnTo>
                    <a:pt x="2521693" y="653212"/>
                  </a:lnTo>
                  <a:lnTo>
                    <a:pt x="2544050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8" y="469502"/>
                  </a:lnTo>
                  <a:lnTo>
                    <a:pt x="2607245" y="425974"/>
                  </a:lnTo>
                  <a:lnTo>
                    <a:pt x="2616270" y="383695"/>
                  </a:lnTo>
                  <a:lnTo>
                    <a:pt x="2622499" y="342812"/>
                  </a:lnTo>
                  <a:lnTo>
                    <a:pt x="2625889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6" y="107886"/>
                  </a:lnTo>
                  <a:lnTo>
                    <a:pt x="2545597" y="61596"/>
                  </a:lnTo>
                  <a:lnTo>
                    <a:pt x="2495767" y="27711"/>
                  </a:lnTo>
                  <a:lnTo>
                    <a:pt x="2436985" y="7332"/>
                  </a:lnTo>
                  <a:lnTo>
                    <a:pt x="2370373" y="0"/>
                  </a:lnTo>
                  <a:close/>
                </a:path>
              </a:pathLst>
            </a:custGeom>
            <a:solidFill>
              <a:srgbClr val="D7CD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B0FB2AF-49AF-AFB4-F8FE-DC163EC063DF}"/>
                </a:ext>
              </a:extLst>
            </p:cNvPr>
            <p:cNvSpPr/>
            <p:nvPr/>
          </p:nvSpPr>
          <p:spPr>
            <a:xfrm>
              <a:off x="4293832" y="2116438"/>
              <a:ext cx="2626995" cy="2841625"/>
            </a:xfrm>
            <a:custGeom>
              <a:avLst/>
              <a:gdLst/>
              <a:ahLst/>
              <a:cxnLst/>
              <a:rect l="l" t="t" r="r" b="b"/>
              <a:pathLst>
                <a:path w="2626995" h="2841625">
                  <a:moveTo>
                    <a:pt x="371240" y="1804620"/>
                  </a:moveTo>
                  <a:lnTo>
                    <a:pt x="329801" y="1851825"/>
                  </a:lnTo>
                  <a:lnTo>
                    <a:pt x="290597" y="1899521"/>
                  </a:lnTo>
                  <a:lnTo>
                    <a:pt x="253669" y="1947564"/>
                  </a:lnTo>
                  <a:lnTo>
                    <a:pt x="219062" y="1995809"/>
                  </a:lnTo>
                  <a:lnTo>
                    <a:pt x="186819" y="2044111"/>
                  </a:lnTo>
                  <a:lnTo>
                    <a:pt x="156982" y="2092324"/>
                  </a:lnTo>
                  <a:lnTo>
                    <a:pt x="129595" y="2140304"/>
                  </a:lnTo>
                  <a:lnTo>
                    <a:pt x="104702" y="2187905"/>
                  </a:lnTo>
                  <a:lnTo>
                    <a:pt x="82345" y="2234981"/>
                  </a:lnTo>
                  <a:lnTo>
                    <a:pt x="62568" y="2281388"/>
                  </a:lnTo>
                  <a:lnTo>
                    <a:pt x="45415" y="2326981"/>
                  </a:lnTo>
                  <a:lnTo>
                    <a:pt x="30927" y="2371615"/>
                  </a:lnTo>
                  <a:lnTo>
                    <a:pt x="19150" y="2415143"/>
                  </a:lnTo>
                  <a:lnTo>
                    <a:pt x="10125" y="2457422"/>
                  </a:lnTo>
                  <a:lnTo>
                    <a:pt x="3896" y="2498305"/>
                  </a:lnTo>
                  <a:lnTo>
                    <a:pt x="506" y="2537648"/>
                  </a:lnTo>
                  <a:lnTo>
                    <a:pt x="0" y="2575306"/>
                  </a:lnTo>
                  <a:lnTo>
                    <a:pt x="2418" y="2611133"/>
                  </a:lnTo>
                  <a:lnTo>
                    <a:pt x="16207" y="2676714"/>
                  </a:lnTo>
                  <a:lnTo>
                    <a:pt x="42218" y="2733231"/>
                  </a:lnTo>
                  <a:lnTo>
                    <a:pt x="80797" y="2779521"/>
                  </a:lnTo>
                  <a:lnTo>
                    <a:pt x="130627" y="2813406"/>
                  </a:lnTo>
                  <a:lnTo>
                    <a:pt x="189409" y="2833786"/>
                  </a:lnTo>
                  <a:lnTo>
                    <a:pt x="256022" y="2841118"/>
                  </a:lnTo>
                  <a:lnTo>
                    <a:pt x="291914" y="2840034"/>
                  </a:lnTo>
                  <a:lnTo>
                    <a:pt x="368169" y="2828653"/>
                  </a:lnTo>
                  <a:lnTo>
                    <a:pt x="408251" y="2818470"/>
                  </a:lnTo>
                  <a:lnTo>
                    <a:pt x="449449" y="2805368"/>
                  </a:lnTo>
                  <a:lnTo>
                    <a:pt x="491622" y="2789404"/>
                  </a:lnTo>
                  <a:lnTo>
                    <a:pt x="534631" y="2770636"/>
                  </a:lnTo>
                  <a:lnTo>
                    <a:pt x="578336" y="2749121"/>
                  </a:lnTo>
                  <a:lnTo>
                    <a:pt x="622595" y="2724916"/>
                  </a:lnTo>
                  <a:lnTo>
                    <a:pt x="667269" y="2698079"/>
                  </a:lnTo>
                  <a:lnTo>
                    <a:pt x="712217" y="2668665"/>
                  </a:lnTo>
                  <a:lnTo>
                    <a:pt x="757299" y="2636733"/>
                  </a:lnTo>
                  <a:lnTo>
                    <a:pt x="802376" y="2602340"/>
                  </a:lnTo>
                  <a:lnTo>
                    <a:pt x="847306" y="2565543"/>
                  </a:lnTo>
                  <a:lnTo>
                    <a:pt x="891949" y="2526400"/>
                  </a:lnTo>
                  <a:lnTo>
                    <a:pt x="936165" y="2484966"/>
                  </a:lnTo>
                  <a:lnTo>
                    <a:pt x="979814" y="2441300"/>
                  </a:lnTo>
                  <a:lnTo>
                    <a:pt x="1022755" y="2395459"/>
                  </a:lnTo>
                  <a:lnTo>
                    <a:pt x="2255155" y="1036497"/>
                  </a:lnTo>
                  <a:lnTo>
                    <a:pt x="2296594" y="989293"/>
                  </a:lnTo>
                  <a:lnTo>
                    <a:pt x="2335798" y="941596"/>
                  </a:lnTo>
                  <a:lnTo>
                    <a:pt x="2372726" y="893553"/>
                  </a:lnTo>
                  <a:lnTo>
                    <a:pt x="2407333" y="845308"/>
                  </a:lnTo>
                  <a:lnTo>
                    <a:pt x="2439576" y="797006"/>
                  </a:lnTo>
                  <a:lnTo>
                    <a:pt x="2469413" y="748793"/>
                  </a:lnTo>
                  <a:lnTo>
                    <a:pt x="2496799" y="700813"/>
                  </a:lnTo>
                  <a:lnTo>
                    <a:pt x="2521693" y="653213"/>
                  </a:lnTo>
                  <a:lnTo>
                    <a:pt x="2544049" y="606136"/>
                  </a:lnTo>
                  <a:lnTo>
                    <a:pt x="2563826" y="559729"/>
                  </a:lnTo>
                  <a:lnTo>
                    <a:pt x="2580980" y="514136"/>
                  </a:lnTo>
                  <a:lnTo>
                    <a:pt x="2595467" y="469503"/>
                  </a:lnTo>
                  <a:lnTo>
                    <a:pt x="2607245" y="425974"/>
                  </a:lnTo>
                  <a:lnTo>
                    <a:pt x="2616270" y="383696"/>
                  </a:lnTo>
                  <a:lnTo>
                    <a:pt x="2622499" y="342812"/>
                  </a:lnTo>
                  <a:lnTo>
                    <a:pt x="2625888" y="303469"/>
                  </a:lnTo>
                  <a:lnTo>
                    <a:pt x="2626395" y="265811"/>
                  </a:lnTo>
                  <a:lnTo>
                    <a:pt x="2623976" y="229984"/>
                  </a:lnTo>
                  <a:lnTo>
                    <a:pt x="2610188" y="164403"/>
                  </a:lnTo>
                  <a:lnTo>
                    <a:pt x="2584177" y="107887"/>
                  </a:lnTo>
                  <a:lnTo>
                    <a:pt x="2545597" y="61596"/>
                  </a:lnTo>
                  <a:lnTo>
                    <a:pt x="2495768" y="27712"/>
                  </a:lnTo>
                  <a:lnTo>
                    <a:pt x="2436985" y="7332"/>
                  </a:lnTo>
                  <a:lnTo>
                    <a:pt x="2370373" y="0"/>
                  </a:lnTo>
                  <a:lnTo>
                    <a:pt x="2334480" y="1083"/>
                  </a:lnTo>
                  <a:lnTo>
                    <a:pt x="2258226" y="12465"/>
                  </a:lnTo>
                  <a:lnTo>
                    <a:pt x="2218144" y="22648"/>
                  </a:lnTo>
                  <a:lnTo>
                    <a:pt x="2176946" y="35750"/>
                  </a:lnTo>
                  <a:lnTo>
                    <a:pt x="2134772" y="51713"/>
                  </a:lnTo>
                  <a:lnTo>
                    <a:pt x="2091763" y="70481"/>
                  </a:lnTo>
                  <a:lnTo>
                    <a:pt x="2048059" y="91996"/>
                  </a:lnTo>
                  <a:lnTo>
                    <a:pt x="2003800" y="116201"/>
                  </a:lnTo>
                  <a:lnTo>
                    <a:pt x="1959126" y="143039"/>
                  </a:lnTo>
                  <a:lnTo>
                    <a:pt x="1914178" y="172452"/>
                  </a:lnTo>
                  <a:lnTo>
                    <a:pt x="1869095" y="204384"/>
                  </a:lnTo>
                  <a:lnTo>
                    <a:pt x="1824019" y="238777"/>
                  </a:lnTo>
                  <a:lnTo>
                    <a:pt x="1779089" y="275574"/>
                  </a:lnTo>
                  <a:lnTo>
                    <a:pt x="1734446" y="314718"/>
                  </a:lnTo>
                  <a:lnTo>
                    <a:pt x="1690230" y="356151"/>
                  </a:lnTo>
                  <a:lnTo>
                    <a:pt x="1646581" y="399817"/>
                  </a:lnTo>
                  <a:lnTo>
                    <a:pt x="1603640" y="445658"/>
                  </a:lnTo>
                  <a:lnTo>
                    <a:pt x="371240" y="180462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B7A360D-B5D6-CD0C-5312-D2261FC0819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46450" y="2869523"/>
              <a:ext cx="845062" cy="843093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A971E85-839C-8C95-0B4E-C1FE4E8F17A0}"/>
                </a:ext>
              </a:extLst>
            </p:cNvPr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30380" y="0"/>
                  </a:moveTo>
                  <a:lnTo>
                    <a:pt x="2992" y="0"/>
                  </a:lnTo>
                  <a:lnTo>
                    <a:pt x="0" y="2992"/>
                  </a:lnTo>
                  <a:lnTo>
                    <a:pt x="0" y="738444"/>
                  </a:lnTo>
                  <a:lnTo>
                    <a:pt x="2992" y="741493"/>
                  </a:lnTo>
                  <a:lnTo>
                    <a:pt x="740470" y="741493"/>
                  </a:lnTo>
                  <a:lnTo>
                    <a:pt x="743463" y="738444"/>
                  </a:lnTo>
                  <a:lnTo>
                    <a:pt x="743463" y="711112"/>
                  </a:lnTo>
                  <a:lnTo>
                    <a:pt x="740470" y="708121"/>
                  </a:lnTo>
                  <a:lnTo>
                    <a:pt x="36363" y="708121"/>
                  </a:lnTo>
                  <a:lnTo>
                    <a:pt x="33373" y="705070"/>
                  </a:lnTo>
                  <a:lnTo>
                    <a:pt x="33373" y="2992"/>
                  </a:lnTo>
                  <a:lnTo>
                    <a:pt x="30380" y="0"/>
                  </a:lnTo>
                  <a:close/>
                </a:path>
                <a:path w="743584" h="741679">
                  <a:moveTo>
                    <a:pt x="177986" y="520111"/>
                  </a:moveTo>
                  <a:lnTo>
                    <a:pt x="85285" y="520111"/>
                  </a:lnTo>
                  <a:lnTo>
                    <a:pt x="85285" y="654470"/>
                  </a:lnTo>
                  <a:lnTo>
                    <a:pt x="177986" y="654470"/>
                  </a:lnTo>
                  <a:lnTo>
                    <a:pt x="177986" y="520111"/>
                  </a:lnTo>
                  <a:close/>
                </a:path>
                <a:path w="743584" h="741679">
                  <a:moveTo>
                    <a:pt x="342993" y="237605"/>
                  </a:moveTo>
                  <a:lnTo>
                    <a:pt x="250292" y="237605"/>
                  </a:lnTo>
                  <a:lnTo>
                    <a:pt x="250292" y="654470"/>
                  </a:lnTo>
                  <a:lnTo>
                    <a:pt x="342993" y="654470"/>
                  </a:lnTo>
                  <a:lnTo>
                    <a:pt x="342993" y="237605"/>
                  </a:lnTo>
                  <a:close/>
                </a:path>
                <a:path w="743584" h="741679">
                  <a:moveTo>
                    <a:pt x="508002" y="347629"/>
                  </a:moveTo>
                  <a:lnTo>
                    <a:pt x="415301" y="347629"/>
                  </a:lnTo>
                  <a:lnTo>
                    <a:pt x="415301" y="654470"/>
                  </a:lnTo>
                  <a:lnTo>
                    <a:pt x="508002" y="654470"/>
                  </a:lnTo>
                  <a:lnTo>
                    <a:pt x="508002" y="347629"/>
                  </a:lnTo>
                  <a:close/>
                </a:path>
                <a:path w="743584" h="741679">
                  <a:moveTo>
                    <a:pt x="673009" y="103130"/>
                  </a:moveTo>
                  <a:lnTo>
                    <a:pt x="580308" y="103130"/>
                  </a:lnTo>
                  <a:lnTo>
                    <a:pt x="580308" y="654470"/>
                  </a:lnTo>
                  <a:lnTo>
                    <a:pt x="673009" y="654470"/>
                  </a:lnTo>
                  <a:lnTo>
                    <a:pt x="673009" y="1031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6AF99E8-C49F-5EC8-0A7E-A4769D020B08}"/>
                </a:ext>
              </a:extLst>
            </p:cNvPr>
            <p:cNvSpPr/>
            <p:nvPr/>
          </p:nvSpPr>
          <p:spPr>
            <a:xfrm>
              <a:off x="6597250" y="2897323"/>
              <a:ext cx="743585" cy="741680"/>
            </a:xfrm>
            <a:custGeom>
              <a:avLst/>
              <a:gdLst/>
              <a:ahLst/>
              <a:cxnLst/>
              <a:rect l="l" t="t" r="r" b="b"/>
              <a:pathLst>
                <a:path w="743584" h="741679">
                  <a:moveTo>
                    <a:pt x="6662" y="0"/>
                  </a:moveTo>
                  <a:lnTo>
                    <a:pt x="2991" y="0"/>
                  </a:lnTo>
                  <a:lnTo>
                    <a:pt x="0" y="2991"/>
                  </a:lnTo>
                  <a:lnTo>
                    <a:pt x="0" y="6662"/>
                  </a:lnTo>
                  <a:lnTo>
                    <a:pt x="0" y="734772"/>
                  </a:lnTo>
                  <a:lnTo>
                    <a:pt x="0" y="738443"/>
                  </a:lnTo>
                  <a:lnTo>
                    <a:pt x="2991" y="741493"/>
                  </a:lnTo>
                  <a:lnTo>
                    <a:pt x="6662" y="741493"/>
                  </a:lnTo>
                  <a:lnTo>
                    <a:pt x="736800" y="741493"/>
                  </a:lnTo>
                  <a:lnTo>
                    <a:pt x="740471" y="741493"/>
                  </a:lnTo>
                  <a:lnTo>
                    <a:pt x="743462" y="738443"/>
                  </a:lnTo>
                  <a:lnTo>
                    <a:pt x="743462" y="734772"/>
                  </a:lnTo>
                  <a:lnTo>
                    <a:pt x="743462" y="714783"/>
                  </a:lnTo>
                  <a:lnTo>
                    <a:pt x="743462" y="711112"/>
                  </a:lnTo>
                  <a:lnTo>
                    <a:pt x="740471" y="708120"/>
                  </a:lnTo>
                  <a:lnTo>
                    <a:pt x="736800" y="708120"/>
                  </a:lnTo>
                  <a:lnTo>
                    <a:pt x="40035" y="708120"/>
                  </a:lnTo>
                  <a:lnTo>
                    <a:pt x="36364" y="708120"/>
                  </a:lnTo>
                  <a:lnTo>
                    <a:pt x="33372" y="705070"/>
                  </a:lnTo>
                  <a:lnTo>
                    <a:pt x="33372" y="701399"/>
                  </a:lnTo>
                  <a:lnTo>
                    <a:pt x="33372" y="6662"/>
                  </a:lnTo>
                  <a:lnTo>
                    <a:pt x="33372" y="2991"/>
                  </a:lnTo>
                  <a:lnTo>
                    <a:pt x="30380" y="0"/>
                  </a:lnTo>
                  <a:lnTo>
                    <a:pt x="26709" y="0"/>
                  </a:lnTo>
                  <a:lnTo>
                    <a:pt x="6662" y="0"/>
                  </a:lnTo>
                  <a:close/>
                </a:path>
                <a:path w="743584" h="741679">
                  <a:moveTo>
                    <a:pt x="580308" y="103129"/>
                  </a:moveTo>
                  <a:lnTo>
                    <a:pt x="580308" y="654469"/>
                  </a:lnTo>
                  <a:lnTo>
                    <a:pt x="673010" y="654469"/>
                  </a:lnTo>
                  <a:lnTo>
                    <a:pt x="673010" y="103129"/>
                  </a:lnTo>
                  <a:lnTo>
                    <a:pt x="580308" y="103129"/>
                  </a:lnTo>
                  <a:close/>
                </a:path>
                <a:path w="743584" h="741679">
                  <a:moveTo>
                    <a:pt x="250292" y="237604"/>
                  </a:moveTo>
                  <a:lnTo>
                    <a:pt x="250292" y="654469"/>
                  </a:lnTo>
                  <a:lnTo>
                    <a:pt x="342994" y="654469"/>
                  </a:lnTo>
                  <a:lnTo>
                    <a:pt x="342994" y="237604"/>
                  </a:lnTo>
                  <a:lnTo>
                    <a:pt x="250292" y="237604"/>
                  </a:lnTo>
                  <a:close/>
                </a:path>
                <a:path w="743584" h="741679">
                  <a:moveTo>
                    <a:pt x="415301" y="347629"/>
                  </a:moveTo>
                  <a:lnTo>
                    <a:pt x="415301" y="654469"/>
                  </a:lnTo>
                  <a:lnTo>
                    <a:pt x="508002" y="654469"/>
                  </a:lnTo>
                  <a:lnTo>
                    <a:pt x="508002" y="347629"/>
                  </a:lnTo>
                  <a:lnTo>
                    <a:pt x="415301" y="347629"/>
                  </a:lnTo>
                  <a:close/>
                </a:path>
                <a:path w="743584" h="741679">
                  <a:moveTo>
                    <a:pt x="85285" y="520111"/>
                  </a:moveTo>
                  <a:lnTo>
                    <a:pt x="85285" y="654469"/>
                  </a:lnTo>
                  <a:lnTo>
                    <a:pt x="177986" y="654469"/>
                  </a:lnTo>
                  <a:lnTo>
                    <a:pt x="177986" y="520111"/>
                  </a:lnTo>
                  <a:lnTo>
                    <a:pt x="85285" y="520111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C15019FA-62D0-1F7B-BD31-7D464DAD7BB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49974" y="3780535"/>
              <a:ext cx="813713" cy="65238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9060617-2F38-969E-CD2A-ADEE222078CB}"/>
                </a:ext>
              </a:extLst>
            </p:cNvPr>
            <p:cNvSpPr/>
            <p:nvPr/>
          </p:nvSpPr>
          <p:spPr>
            <a:xfrm>
              <a:off x="5900219" y="380828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124792" y="420268"/>
                  </a:moveTo>
                  <a:lnTo>
                    <a:pt x="121169" y="420962"/>
                  </a:lnTo>
                  <a:lnTo>
                    <a:pt x="120290" y="421430"/>
                  </a:lnTo>
                  <a:lnTo>
                    <a:pt x="26061" y="522260"/>
                  </a:lnTo>
                  <a:lnTo>
                    <a:pt x="25239" y="523083"/>
                  </a:lnTo>
                  <a:lnTo>
                    <a:pt x="24842" y="524110"/>
                  </a:lnTo>
                  <a:lnTo>
                    <a:pt x="24842" y="548759"/>
                  </a:lnTo>
                  <a:lnTo>
                    <a:pt x="26922" y="550840"/>
                  </a:lnTo>
                  <a:lnTo>
                    <a:pt x="125774" y="550840"/>
                  </a:lnTo>
                  <a:lnTo>
                    <a:pt x="127791" y="548759"/>
                  </a:lnTo>
                  <a:lnTo>
                    <a:pt x="127791" y="422240"/>
                  </a:lnTo>
                  <a:lnTo>
                    <a:pt x="124792" y="420268"/>
                  </a:lnTo>
                  <a:close/>
                </a:path>
                <a:path w="713740" h="551179">
                  <a:moveTo>
                    <a:pt x="260880" y="278069"/>
                  </a:moveTo>
                  <a:lnTo>
                    <a:pt x="257258" y="278775"/>
                  </a:lnTo>
                  <a:lnTo>
                    <a:pt x="256377" y="279176"/>
                  </a:lnTo>
                  <a:lnTo>
                    <a:pt x="162151" y="380071"/>
                  </a:lnTo>
                  <a:lnTo>
                    <a:pt x="161328" y="380893"/>
                  </a:lnTo>
                  <a:lnTo>
                    <a:pt x="160865" y="381921"/>
                  </a:lnTo>
                  <a:lnTo>
                    <a:pt x="160866" y="548759"/>
                  </a:lnTo>
                  <a:lnTo>
                    <a:pt x="162947" y="550840"/>
                  </a:lnTo>
                  <a:lnTo>
                    <a:pt x="261799" y="550840"/>
                  </a:lnTo>
                  <a:lnTo>
                    <a:pt x="263879" y="548759"/>
                  </a:lnTo>
                  <a:lnTo>
                    <a:pt x="263879" y="279947"/>
                  </a:lnTo>
                  <a:lnTo>
                    <a:pt x="260880" y="278069"/>
                  </a:lnTo>
                  <a:close/>
                </a:path>
                <a:path w="713740" h="551179">
                  <a:moveTo>
                    <a:pt x="300846" y="243090"/>
                  </a:moveTo>
                  <a:lnTo>
                    <a:pt x="297982" y="245010"/>
                  </a:lnTo>
                  <a:lnTo>
                    <a:pt x="297983" y="548759"/>
                  </a:lnTo>
                  <a:lnTo>
                    <a:pt x="299998" y="550840"/>
                  </a:lnTo>
                  <a:lnTo>
                    <a:pt x="398851" y="550840"/>
                  </a:lnTo>
                  <a:lnTo>
                    <a:pt x="400931" y="548759"/>
                  </a:lnTo>
                  <a:lnTo>
                    <a:pt x="400931" y="342423"/>
                  </a:lnTo>
                  <a:lnTo>
                    <a:pt x="400546" y="341409"/>
                  </a:lnTo>
                  <a:lnTo>
                    <a:pt x="399519" y="340381"/>
                  </a:lnTo>
                  <a:lnTo>
                    <a:pt x="305290" y="244098"/>
                  </a:lnTo>
                  <a:lnTo>
                    <a:pt x="304392" y="243680"/>
                  </a:lnTo>
                  <a:lnTo>
                    <a:pt x="300846" y="243090"/>
                  </a:lnTo>
                  <a:close/>
                </a:path>
                <a:path w="713740" h="551179">
                  <a:moveTo>
                    <a:pt x="535099" y="271283"/>
                  </a:moveTo>
                  <a:lnTo>
                    <a:pt x="452951" y="354960"/>
                  </a:lnTo>
                  <a:lnTo>
                    <a:pt x="435033" y="376795"/>
                  </a:lnTo>
                  <a:lnTo>
                    <a:pt x="435033" y="548759"/>
                  </a:lnTo>
                  <a:lnTo>
                    <a:pt x="437115" y="550840"/>
                  </a:lnTo>
                  <a:lnTo>
                    <a:pt x="535966" y="550840"/>
                  </a:lnTo>
                  <a:lnTo>
                    <a:pt x="537983" y="548759"/>
                  </a:lnTo>
                  <a:lnTo>
                    <a:pt x="537983" y="273204"/>
                  </a:lnTo>
                  <a:lnTo>
                    <a:pt x="535099" y="271283"/>
                  </a:lnTo>
                  <a:close/>
                </a:path>
                <a:path w="713740" h="551179">
                  <a:moveTo>
                    <a:pt x="672409" y="136842"/>
                  </a:moveTo>
                  <a:lnTo>
                    <a:pt x="590196" y="220798"/>
                  </a:lnTo>
                  <a:lnTo>
                    <a:pt x="572343" y="242569"/>
                  </a:lnTo>
                  <a:lnTo>
                    <a:pt x="572343" y="548759"/>
                  </a:lnTo>
                  <a:lnTo>
                    <a:pt x="574358" y="550840"/>
                  </a:lnTo>
                  <a:lnTo>
                    <a:pt x="673211" y="550840"/>
                  </a:lnTo>
                  <a:lnTo>
                    <a:pt x="675291" y="548759"/>
                  </a:lnTo>
                  <a:lnTo>
                    <a:pt x="675292" y="138785"/>
                  </a:lnTo>
                  <a:lnTo>
                    <a:pt x="672409" y="136842"/>
                  </a:lnTo>
                  <a:close/>
                </a:path>
                <a:path w="713740" h="551179">
                  <a:moveTo>
                    <a:pt x="297738" y="123962"/>
                  </a:moveTo>
                  <a:lnTo>
                    <a:pt x="294693" y="123962"/>
                  </a:lnTo>
                  <a:lnTo>
                    <a:pt x="292844" y="125812"/>
                  </a:lnTo>
                  <a:lnTo>
                    <a:pt x="1850" y="437807"/>
                  </a:lnTo>
                  <a:lnTo>
                    <a:pt x="0" y="439657"/>
                  </a:lnTo>
                  <a:lnTo>
                    <a:pt x="193" y="442509"/>
                  </a:lnTo>
                  <a:lnTo>
                    <a:pt x="2043" y="444358"/>
                  </a:lnTo>
                  <a:lnTo>
                    <a:pt x="31649" y="471910"/>
                  </a:lnTo>
                  <a:lnTo>
                    <a:pt x="33498" y="473759"/>
                  </a:lnTo>
                  <a:lnTo>
                    <a:pt x="36351" y="473567"/>
                  </a:lnTo>
                  <a:lnTo>
                    <a:pt x="38200" y="471717"/>
                  </a:lnTo>
                  <a:lnTo>
                    <a:pt x="293679" y="198191"/>
                  </a:lnTo>
                  <a:lnTo>
                    <a:pt x="295528" y="196342"/>
                  </a:lnTo>
                  <a:lnTo>
                    <a:pt x="298573" y="196136"/>
                  </a:lnTo>
                  <a:lnTo>
                    <a:pt x="368386" y="196136"/>
                  </a:lnTo>
                  <a:lnTo>
                    <a:pt x="299587" y="125812"/>
                  </a:lnTo>
                  <a:lnTo>
                    <a:pt x="297738" y="123962"/>
                  </a:lnTo>
                  <a:close/>
                </a:path>
                <a:path w="713740" h="551179">
                  <a:moveTo>
                    <a:pt x="368386" y="196136"/>
                  </a:moveTo>
                  <a:lnTo>
                    <a:pt x="298573" y="196136"/>
                  </a:lnTo>
                  <a:lnTo>
                    <a:pt x="300422" y="198191"/>
                  </a:lnTo>
                  <a:lnTo>
                    <a:pt x="431373" y="331968"/>
                  </a:lnTo>
                  <a:lnTo>
                    <a:pt x="433222" y="334023"/>
                  </a:lnTo>
                  <a:lnTo>
                    <a:pt x="436472" y="333830"/>
                  </a:lnTo>
                  <a:lnTo>
                    <a:pt x="438116" y="331775"/>
                  </a:lnTo>
                  <a:lnTo>
                    <a:pt x="453144" y="314114"/>
                  </a:lnTo>
                  <a:lnTo>
                    <a:pt x="502664" y="261066"/>
                  </a:lnTo>
                  <a:lnTo>
                    <a:pt x="431745" y="261066"/>
                  </a:lnTo>
                  <a:lnTo>
                    <a:pt x="429896" y="259010"/>
                  </a:lnTo>
                  <a:lnTo>
                    <a:pt x="368386" y="196136"/>
                  </a:lnTo>
                  <a:close/>
                </a:path>
                <a:path w="713740" h="551179">
                  <a:moveTo>
                    <a:pt x="708613" y="0"/>
                  </a:moveTo>
                  <a:lnTo>
                    <a:pt x="707776" y="0"/>
                  </a:lnTo>
                  <a:lnTo>
                    <a:pt x="603747" y="31725"/>
                  </a:lnTo>
                  <a:lnTo>
                    <a:pt x="600254" y="32753"/>
                  </a:lnTo>
                  <a:lnTo>
                    <a:pt x="599278" y="37030"/>
                  </a:lnTo>
                  <a:lnTo>
                    <a:pt x="601949" y="39496"/>
                  </a:lnTo>
                  <a:lnTo>
                    <a:pt x="619803" y="56194"/>
                  </a:lnTo>
                  <a:lnTo>
                    <a:pt x="621653" y="58044"/>
                  </a:lnTo>
                  <a:lnTo>
                    <a:pt x="621845" y="60896"/>
                  </a:lnTo>
                  <a:lnTo>
                    <a:pt x="619996" y="62745"/>
                  </a:lnTo>
                  <a:lnTo>
                    <a:pt x="436703" y="259010"/>
                  </a:lnTo>
                  <a:lnTo>
                    <a:pt x="434854" y="260860"/>
                  </a:lnTo>
                  <a:lnTo>
                    <a:pt x="431745" y="261066"/>
                  </a:lnTo>
                  <a:lnTo>
                    <a:pt x="502664" y="261066"/>
                  </a:lnTo>
                  <a:lnTo>
                    <a:pt x="655961" y="96848"/>
                  </a:lnTo>
                  <a:lnTo>
                    <a:pt x="657810" y="94998"/>
                  </a:lnTo>
                  <a:lnTo>
                    <a:pt x="660726" y="94805"/>
                  </a:lnTo>
                  <a:lnTo>
                    <a:pt x="692008" y="94805"/>
                  </a:lnTo>
                  <a:lnTo>
                    <a:pt x="712477" y="6036"/>
                  </a:lnTo>
                  <a:lnTo>
                    <a:pt x="713248" y="3262"/>
                  </a:lnTo>
                  <a:lnTo>
                    <a:pt x="711593" y="800"/>
                  </a:lnTo>
                  <a:lnTo>
                    <a:pt x="708613" y="0"/>
                  </a:lnTo>
                  <a:close/>
                </a:path>
                <a:path w="713740" h="551179">
                  <a:moveTo>
                    <a:pt x="692008" y="94805"/>
                  </a:moveTo>
                  <a:lnTo>
                    <a:pt x="660726" y="94805"/>
                  </a:lnTo>
                  <a:lnTo>
                    <a:pt x="662575" y="96655"/>
                  </a:lnTo>
                  <a:lnTo>
                    <a:pt x="683101" y="115755"/>
                  </a:lnTo>
                  <a:lnTo>
                    <a:pt x="687443" y="114535"/>
                  </a:lnTo>
                  <a:lnTo>
                    <a:pt x="691964" y="94998"/>
                  </a:lnTo>
                  <a:lnTo>
                    <a:pt x="692008" y="94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E0C4255-0ED9-458A-4B27-D5361BAB3381}"/>
                </a:ext>
              </a:extLst>
            </p:cNvPr>
            <p:cNvSpPr/>
            <p:nvPr/>
          </p:nvSpPr>
          <p:spPr>
            <a:xfrm>
              <a:off x="5900219" y="3808274"/>
              <a:ext cx="713740" cy="551180"/>
            </a:xfrm>
            <a:custGeom>
              <a:avLst/>
              <a:gdLst/>
              <a:ahLst/>
              <a:cxnLst/>
              <a:rect l="l" t="t" r="r" b="b"/>
              <a:pathLst>
                <a:path w="713740" h="551179">
                  <a:moveTo>
                    <a:pt x="709329" y="202"/>
                  </a:moveTo>
                  <a:lnTo>
                    <a:pt x="708575" y="0"/>
                  </a:lnTo>
                  <a:lnTo>
                    <a:pt x="707775" y="9"/>
                  </a:lnTo>
                  <a:lnTo>
                    <a:pt x="706953" y="266"/>
                  </a:lnTo>
                  <a:lnTo>
                    <a:pt x="603747" y="31735"/>
                  </a:lnTo>
                  <a:lnTo>
                    <a:pt x="600253" y="32763"/>
                  </a:lnTo>
                  <a:lnTo>
                    <a:pt x="599277" y="37040"/>
                  </a:lnTo>
                  <a:lnTo>
                    <a:pt x="601948" y="39506"/>
                  </a:lnTo>
                  <a:lnTo>
                    <a:pt x="619803" y="56204"/>
                  </a:lnTo>
                  <a:lnTo>
                    <a:pt x="621652" y="58054"/>
                  </a:lnTo>
                  <a:lnTo>
                    <a:pt x="621845" y="60906"/>
                  </a:lnTo>
                  <a:lnTo>
                    <a:pt x="619995" y="62755"/>
                  </a:lnTo>
                  <a:lnTo>
                    <a:pt x="436703" y="259020"/>
                  </a:lnTo>
                  <a:lnTo>
                    <a:pt x="434853" y="260870"/>
                  </a:lnTo>
                  <a:lnTo>
                    <a:pt x="431744" y="261076"/>
                  </a:lnTo>
                  <a:lnTo>
                    <a:pt x="429895" y="259020"/>
                  </a:lnTo>
                  <a:lnTo>
                    <a:pt x="299587" y="125822"/>
                  </a:lnTo>
                  <a:lnTo>
                    <a:pt x="297737" y="123972"/>
                  </a:lnTo>
                  <a:lnTo>
                    <a:pt x="294693" y="123972"/>
                  </a:lnTo>
                  <a:lnTo>
                    <a:pt x="292843" y="125822"/>
                  </a:lnTo>
                  <a:lnTo>
                    <a:pt x="1849" y="437817"/>
                  </a:lnTo>
                  <a:lnTo>
                    <a:pt x="0" y="439667"/>
                  </a:lnTo>
                  <a:lnTo>
                    <a:pt x="192" y="442518"/>
                  </a:lnTo>
                  <a:lnTo>
                    <a:pt x="2042" y="444368"/>
                  </a:lnTo>
                  <a:lnTo>
                    <a:pt x="31649" y="471919"/>
                  </a:lnTo>
                  <a:lnTo>
                    <a:pt x="33498" y="473769"/>
                  </a:lnTo>
                  <a:lnTo>
                    <a:pt x="36350" y="473577"/>
                  </a:lnTo>
                  <a:lnTo>
                    <a:pt x="38199" y="471727"/>
                  </a:lnTo>
                  <a:lnTo>
                    <a:pt x="293678" y="198201"/>
                  </a:lnTo>
                  <a:lnTo>
                    <a:pt x="295528" y="196352"/>
                  </a:lnTo>
                  <a:lnTo>
                    <a:pt x="298572" y="196146"/>
                  </a:lnTo>
                  <a:lnTo>
                    <a:pt x="300422" y="198201"/>
                  </a:lnTo>
                  <a:lnTo>
                    <a:pt x="431372" y="331978"/>
                  </a:lnTo>
                  <a:lnTo>
                    <a:pt x="433222" y="334033"/>
                  </a:lnTo>
                  <a:lnTo>
                    <a:pt x="436472" y="333840"/>
                  </a:lnTo>
                  <a:lnTo>
                    <a:pt x="438116" y="331785"/>
                  </a:lnTo>
                  <a:lnTo>
                    <a:pt x="453144" y="314124"/>
                  </a:lnTo>
                  <a:lnTo>
                    <a:pt x="655960" y="96857"/>
                  </a:lnTo>
                  <a:lnTo>
                    <a:pt x="657810" y="95008"/>
                  </a:lnTo>
                  <a:lnTo>
                    <a:pt x="660725" y="94815"/>
                  </a:lnTo>
                  <a:lnTo>
                    <a:pt x="662575" y="96665"/>
                  </a:lnTo>
                  <a:lnTo>
                    <a:pt x="680429" y="113298"/>
                  </a:lnTo>
                  <a:lnTo>
                    <a:pt x="683101" y="115765"/>
                  </a:lnTo>
                  <a:lnTo>
                    <a:pt x="687443" y="114545"/>
                  </a:lnTo>
                  <a:lnTo>
                    <a:pt x="688264" y="111051"/>
                  </a:lnTo>
                  <a:lnTo>
                    <a:pt x="712476" y="6046"/>
                  </a:lnTo>
                  <a:lnTo>
                    <a:pt x="713247" y="3272"/>
                  </a:lnTo>
                  <a:lnTo>
                    <a:pt x="711593" y="809"/>
                  </a:lnTo>
                  <a:lnTo>
                    <a:pt x="709329" y="202"/>
                  </a:lnTo>
                  <a:close/>
                </a:path>
                <a:path w="713740" h="551179">
                  <a:moveTo>
                    <a:pt x="669575" y="137382"/>
                  </a:moveTo>
                  <a:lnTo>
                    <a:pt x="590196" y="220808"/>
                  </a:lnTo>
                  <a:lnTo>
                    <a:pt x="572342" y="242579"/>
                  </a:lnTo>
                  <a:lnTo>
                    <a:pt x="572342" y="243607"/>
                  </a:lnTo>
                  <a:lnTo>
                    <a:pt x="572342" y="546097"/>
                  </a:lnTo>
                  <a:lnTo>
                    <a:pt x="572342" y="548769"/>
                  </a:lnTo>
                  <a:lnTo>
                    <a:pt x="574358" y="550849"/>
                  </a:lnTo>
                  <a:lnTo>
                    <a:pt x="577030" y="550849"/>
                  </a:lnTo>
                  <a:lnTo>
                    <a:pt x="670539" y="550849"/>
                  </a:lnTo>
                  <a:lnTo>
                    <a:pt x="673210" y="550850"/>
                  </a:lnTo>
                  <a:lnTo>
                    <a:pt x="675291" y="548769"/>
                  </a:lnTo>
                  <a:lnTo>
                    <a:pt x="675291" y="546097"/>
                  </a:lnTo>
                  <a:lnTo>
                    <a:pt x="675291" y="141878"/>
                  </a:lnTo>
                  <a:lnTo>
                    <a:pt x="675291" y="138795"/>
                  </a:lnTo>
                  <a:lnTo>
                    <a:pt x="672407" y="136852"/>
                  </a:lnTo>
                  <a:lnTo>
                    <a:pt x="669575" y="137382"/>
                  </a:lnTo>
                  <a:close/>
                </a:path>
                <a:path w="713740" h="551179">
                  <a:moveTo>
                    <a:pt x="303504" y="243543"/>
                  </a:moveTo>
                  <a:lnTo>
                    <a:pt x="300846" y="243099"/>
                  </a:lnTo>
                  <a:lnTo>
                    <a:pt x="297981" y="245020"/>
                  </a:lnTo>
                  <a:lnTo>
                    <a:pt x="297981" y="248102"/>
                  </a:lnTo>
                  <a:lnTo>
                    <a:pt x="297981" y="546097"/>
                  </a:lnTo>
                  <a:lnTo>
                    <a:pt x="297981" y="548769"/>
                  </a:lnTo>
                  <a:lnTo>
                    <a:pt x="299998" y="550849"/>
                  </a:lnTo>
                  <a:lnTo>
                    <a:pt x="302669" y="550849"/>
                  </a:lnTo>
                  <a:lnTo>
                    <a:pt x="396178" y="550849"/>
                  </a:lnTo>
                  <a:lnTo>
                    <a:pt x="398850" y="550850"/>
                  </a:lnTo>
                  <a:lnTo>
                    <a:pt x="400931" y="548769"/>
                  </a:lnTo>
                  <a:lnTo>
                    <a:pt x="400931" y="546097"/>
                  </a:lnTo>
                  <a:lnTo>
                    <a:pt x="400931" y="343666"/>
                  </a:lnTo>
                  <a:lnTo>
                    <a:pt x="400930" y="342433"/>
                  </a:lnTo>
                  <a:lnTo>
                    <a:pt x="400545" y="341418"/>
                  </a:lnTo>
                  <a:lnTo>
                    <a:pt x="399518" y="340391"/>
                  </a:lnTo>
                  <a:lnTo>
                    <a:pt x="306009" y="244827"/>
                  </a:lnTo>
                  <a:lnTo>
                    <a:pt x="305290" y="244108"/>
                  </a:lnTo>
                  <a:lnTo>
                    <a:pt x="304391" y="243690"/>
                  </a:lnTo>
                  <a:lnTo>
                    <a:pt x="303504" y="243543"/>
                  </a:lnTo>
                  <a:close/>
                </a:path>
                <a:path w="713740" h="551179">
                  <a:moveTo>
                    <a:pt x="532267" y="271737"/>
                  </a:moveTo>
                  <a:lnTo>
                    <a:pt x="452951" y="354970"/>
                  </a:lnTo>
                  <a:lnTo>
                    <a:pt x="435033" y="376805"/>
                  </a:lnTo>
                  <a:lnTo>
                    <a:pt x="435033" y="377833"/>
                  </a:lnTo>
                  <a:lnTo>
                    <a:pt x="435033" y="546097"/>
                  </a:lnTo>
                  <a:lnTo>
                    <a:pt x="435033" y="548769"/>
                  </a:lnTo>
                  <a:lnTo>
                    <a:pt x="437114" y="550849"/>
                  </a:lnTo>
                  <a:lnTo>
                    <a:pt x="439785" y="550849"/>
                  </a:lnTo>
                  <a:lnTo>
                    <a:pt x="533294" y="550849"/>
                  </a:lnTo>
                  <a:lnTo>
                    <a:pt x="535966" y="550850"/>
                  </a:lnTo>
                  <a:lnTo>
                    <a:pt x="537983" y="548769"/>
                  </a:lnTo>
                  <a:lnTo>
                    <a:pt x="537983" y="546097"/>
                  </a:lnTo>
                  <a:lnTo>
                    <a:pt x="537983" y="276296"/>
                  </a:lnTo>
                  <a:lnTo>
                    <a:pt x="537982" y="273214"/>
                  </a:lnTo>
                  <a:lnTo>
                    <a:pt x="535099" y="271293"/>
                  </a:lnTo>
                  <a:lnTo>
                    <a:pt x="532267" y="271737"/>
                  </a:lnTo>
                  <a:close/>
                </a:path>
                <a:path w="713740" h="551179">
                  <a:moveTo>
                    <a:pt x="258163" y="278608"/>
                  </a:moveTo>
                  <a:lnTo>
                    <a:pt x="257257" y="278785"/>
                  </a:lnTo>
                  <a:lnTo>
                    <a:pt x="256377" y="279186"/>
                  </a:lnTo>
                  <a:lnTo>
                    <a:pt x="255658" y="279957"/>
                  </a:lnTo>
                  <a:lnTo>
                    <a:pt x="162150" y="380081"/>
                  </a:lnTo>
                  <a:lnTo>
                    <a:pt x="161328" y="380903"/>
                  </a:lnTo>
                  <a:lnTo>
                    <a:pt x="160865" y="381931"/>
                  </a:lnTo>
                  <a:lnTo>
                    <a:pt x="160865" y="383163"/>
                  </a:lnTo>
                  <a:lnTo>
                    <a:pt x="160865" y="546097"/>
                  </a:lnTo>
                  <a:lnTo>
                    <a:pt x="160865" y="548769"/>
                  </a:lnTo>
                  <a:lnTo>
                    <a:pt x="162946" y="550849"/>
                  </a:lnTo>
                  <a:lnTo>
                    <a:pt x="165618" y="550849"/>
                  </a:lnTo>
                  <a:lnTo>
                    <a:pt x="259126" y="550849"/>
                  </a:lnTo>
                  <a:lnTo>
                    <a:pt x="261798" y="550850"/>
                  </a:lnTo>
                  <a:lnTo>
                    <a:pt x="263879" y="548769"/>
                  </a:lnTo>
                  <a:lnTo>
                    <a:pt x="263879" y="546097"/>
                  </a:lnTo>
                  <a:lnTo>
                    <a:pt x="263879" y="283040"/>
                  </a:lnTo>
                  <a:lnTo>
                    <a:pt x="263879" y="279957"/>
                  </a:lnTo>
                  <a:lnTo>
                    <a:pt x="260880" y="278079"/>
                  </a:lnTo>
                  <a:lnTo>
                    <a:pt x="258163" y="278608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9C39FF95-2164-D132-3099-4B6978EF9C8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2361" y="4215852"/>
              <a:ext cx="128349" cy="155971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7F42BEE-BB04-0DBE-4114-BD2E290185E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4217" y="2780679"/>
              <a:ext cx="1363577" cy="1543386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AB718C5E-4993-B362-3D29-209B77680F1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22772" y="2899920"/>
              <a:ext cx="1092031" cy="1320700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0A61862-E6F4-3058-91BA-8CE93A17281A}"/>
                </a:ext>
              </a:extLst>
            </p:cNvPr>
            <p:cNvSpPr/>
            <p:nvPr/>
          </p:nvSpPr>
          <p:spPr>
            <a:xfrm>
              <a:off x="7622773" y="2899920"/>
              <a:ext cx="1092200" cy="1320800"/>
            </a:xfrm>
            <a:custGeom>
              <a:avLst/>
              <a:gdLst/>
              <a:ahLst/>
              <a:cxnLst/>
              <a:rect l="l" t="t" r="r" b="b"/>
              <a:pathLst>
                <a:path w="1092200" h="1320800">
                  <a:moveTo>
                    <a:pt x="695498" y="8834"/>
                  </a:moveTo>
                  <a:lnTo>
                    <a:pt x="752839" y="18946"/>
                  </a:lnTo>
                  <a:lnTo>
                    <a:pt x="805585" y="33400"/>
                  </a:lnTo>
                  <a:lnTo>
                    <a:pt x="853768" y="51923"/>
                  </a:lnTo>
                  <a:lnTo>
                    <a:pt x="897421" y="74239"/>
                  </a:lnTo>
                  <a:lnTo>
                    <a:pt x="936577" y="100074"/>
                  </a:lnTo>
                  <a:lnTo>
                    <a:pt x="971268" y="129154"/>
                  </a:lnTo>
                  <a:lnTo>
                    <a:pt x="1001529" y="161203"/>
                  </a:lnTo>
                  <a:lnTo>
                    <a:pt x="1027390" y="195948"/>
                  </a:lnTo>
                  <a:lnTo>
                    <a:pt x="1048887" y="233114"/>
                  </a:lnTo>
                  <a:lnTo>
                    <a:pt x="1066050" y="272426"/>
                  </a:lnTo>
                  <a:lnTo>
                    <a:pt x="1078913" y="313609"/>
                  </a:lnTo>
                  <a:lnTo>
                    <a:pt x="1087509" y="356390"/>
                  </a:lnTo>
                  <a:lnTo>
                    <a:pt x="1091871" y="400493"/>
                  </a:lnTo>
                  <a:lnTo>
                    <a:pt x="1092032" y="445644"/>
                  </a:lnTo>
                  <a:lnTo>
                    <a:pt x="1088023" y="491568"/>
                  </a:lnTo>
                  <a:lnTo>
                    <a:pt x="1077895" y="547914"/>
                  </a:lnTo>
                  <a:lnTo>
                    <a:pt x="1063268" y="601562"/>
                  </a:lnTo>
                  <a:lnTo>
                    <a:pt x="1044977" y="652747"/>
                  </a:lnTo>
                  <a:lnTo>
                    <a:pt x="1023856" y="701705"/>
                  </a:lnTo>
                  <a:lnTo>
                    <a:pt x="1000740" y="748672"/>
                  </a:lnTo>
                  <a:lnTo>
                    <a:pt x="976461" y="793883"/>
                  </a:lnTo>
                  <a:lnTo>
                    <a:pt x="951855" y="837575"/>
                  </a:lnTo>
                  <a:lnTo>
                    <a:pt x="927754" y="879982"/>
                  </a:lnTo>
                  <a:lnTo>
                    <a:pt x="904994" y="921341"/>
                  </a:lnTo>
                  <a:lnTo>
                    <a:pt x="884408" y="961887"/>
                  </a:lnTo>
                  <a:lnTo>
                    <a:pt x="866830" y="1001856"/>
                  </a:lnTo>
                  <a:lnTo>
                    <a:pt x="853094" y="1041484"/>
                  </a:lnTo>
                  <a:lnTo>
                    <a:pt x="842169" y="1151828"/>
                  </a:lnTo>
                  <a:lnTo>
                    <a:pt x="863125" y="1240395"/>
                  </a:lnTo>
                  <a:lnTo>
                    <a:pt x="892733" y="1299311"/>
                  </a:lnTo>
                  <a:lnTo>
                    <a:pt x="907765" y="1320699"/>
                  </a:lnTo>
                  <a:lnTo>
                    <a:pt x="327954" y="1244408"/>
                  </a:lnTo>
                  <a:lnTo>
                    <a:pt x="319742" y="1170786"/>
                  </a:lnTo>
                  <a:lnTo>
                    <a:pt x="305037" y="1120640"/>
                  </a:lnTo>
                  <a:lnTo>
                    <a:pt x="261632" y="1072113"/>
                  </a:lnTo>
                  <a:lnTo>
                    <a:pt x="208704" y="1061495"/>
                  </a:lnTo>
                  <a:lnTo>
                    <a:pt x="182095" y="1058736"/>
                  </a:lnTo>
                  <a:lnTo>
                    <a:pt x="136027" y="1047416"/>
                  </a:lnTo>
                  <a:lnTo>
                    <a:pt x="95511" y="1026185"/>
                  </a:lnTo>
                  <a:lnTo>
                    <a:pt x="70728" y="991870"/>
                  </a:lnTo>
                  <a:lnTo>
                    <a:pt x="71861" y="941296"/>
                  </a:lnTo>
                  <a:lnTo>
                    <a:pt x="79387" y="906991"/>
                  </a:lnTo>
                  <a:lnTo>
                    <a:pt x="79374" y="881225"/>
                  </a:lnTo>
                  <a:lnTo>
                    <a:pt x="73233" y="859525"/>
                  </a:lnTo>
                  <a:lnTo>
                    <a:pt x="62377" y="837414"/>
                  </a:lnTo>
                  <a:lnTo>
                    <a:pt x="59538" y="815869"/>
                  </a:lnTo>
                  <a:lnTo>
                    <a:pt x="69861" y="799420"/>
                  </a:lnTo>
                  <a:lnTo>
                    <a:pt x="83370" y="788922"/>
                  </a:lnTo>
                  <a:lnTo>
                    <a:pt x="90090" y="785233"/>
                  </a:lnTo>
                  <a:lnTo>
                    <a:pt x="67938" y="768486"/>
                  </a:lnTo>
                  <a:lnTo>
                    <a:pt x="61311" y="761607"/>
                  </a:lnTo>
                  <a:lnTo>
                    <a:pt x="57326" y="753158"/>
                  </a:lnTo>
                  <a:lnTo>
                    <a:pt x="56157" y="743877"/>
                  </a:lnTo>
                  <a:lnTo>
                    <a:pt x="57977" y="734501"/>
                  </a:lnTo>
                  <a:lnTo>
                    <a:pt x="59901" y="729623"/>
                  </a:lnTo>
                  <a:lnTo>
                    <a:pt x="61993" y="723784"/>
                  </a:lnTo>
                  <a:lnTo>
                    <a:pt x="64565" y="716424"/>
                  </a:lnTo>
                  <a:lnTo>
                    <a:pt x="67788" y="698628"/>
                  </a:lnTo>
                  <a:lnTo>
                    <a:pt x="65281" y="682340"/>
                  </a:lnTo>
                  <a:lnTo>
                    <a:pt x="57498" y="668666"/>
                  </a:lnTo>
                  <a:lnTo>
                    <a:pt x="44896" y="658710"/>
                  </a:lnTo>
                  <a:lnTo>
                    <a:pt x="32630" y="651554"/>
                  </a:lnTo>
                  <a:lnTo>
                    <a:pt x="22313" y="643872"/>
                  </a:lnTo>
                  <a:lnTo>
                    <a:pt x="13772" y="635942"/>
                  </a:lnTo>
                  <a:lnTo>
                    <a:pt x="6835" y="628044"/>
                  </a:lnTo>
                  <a:lnTo>
                    <a:pt x="1070" y="616636"/>
                  </a:lnTo>
                  <a:lnTo>
                    <a:pt x="0" y="603821"/>
                  </a:lnTo>
                  <a:lnTo>
                    <a:pt x="3137" y="591018"/>
                  </a:lnTo>
                  <a:lnTo>
                    <a:pt x="9996" y="579648"/>
                  </a:lnTo>
                  <a:lnTo>
                    <a:pt x="41193" y="541788"/>
                  </a:lnTo>
                  <a:lnTo>
                    <a:pt x="71563" y="504338"/>
                  </a:lnTo>
                  <a:lnTo>
                    <a:pt x="99644" y="469654"/>
                  </a:lnTo>
                  <a:lnTo>
                    <a:pt x="123977" y="440092"/>
                  </a:lnTo>
                  <a:lnTo>
                    <a:pt x="141007" y="403357"/>
                  </a:lnTo>
                  <a:lnTo>
                    <a:pt x="138139" y="368568"/>
                  </a:lnTo>
                  <a:lnTo>
                    <a:pt x="132010" y="332507"/>
                  </a:lnTo>
                  <a:lnTo>
                    <a:pt x="139258" y="291959"/>
                  </a:lnTo>
                  <a:lnTo>
                    <a:pt x="154804" y="252306"/>
                  </a:lnTo>
                  <a:lnTo>
                    <a:pt x="172623" y="214954"/>
                  </a:lnTo>
                  <a:lnTo>
                    <a:pt x="192900" y="180058"/>
                  </a:lnTo>
                  <a:lnTo>
                    <a:pt x="215821" y="147772"/>
                  </a:lnTo>
                  <a:lnTo>
                    <a:pt x="241572" y="118249"/>
                  </a:lnTo>
                  <a:lnTo>
                    <a:pt x="270338" y="91644"/>
                  </a:lnTo>
                  <a:lnTo>
                    <a:pt x="302303" y="68109"/>
                  </a:lnTo>
                  <a:lnTo>
                    <a:pt x="337655" y="47799"/>
                  </a:lnTo>
                  <a:lnTo>
                    <a:pt x="376578" y="30867"/>
                  </a:lnTo>
                  <a:lnTo>
                    <a:pt x="419258" y="17467"/>
                  </a:lnTo>
                  <a:lnTo>
                    <a:pt x="465880" y="7754"/>
                  </a:lnTo>
                  <a:lnTo>
                    <a:pt x="516629" y="1880"/>
                  </a:lnTo>
                  <a:lnTo>
                    <a:pt x="571692" y="0"/>
                  </a:lnTo>
                  <a:lnTo>
                    <a:pt x="631253" y="2266"/>
                  </a:lnTo>
                  <a:lnTo>
                    <a:pt x="695498" y="8834"/>
                  </a:lnTo>
                  <a:close/>
                </a:path>
              </a:pathLst>
            </a:custGeom>
            <a:ln w="50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8C063CC5-D10E-0E05-8C84-421BEF45B107}"/>
              </a:ext>
            </a:extLst>
          </p:cNvPr>
          <p:cNvSpPr txBox="1"/>
          <p:nvPr/>
        </p:nvSpPr>
        <p:spPr>
          <a:xfrm rot="1200000">
            <a:off x="4046194" y="2636848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775"/>
              </a:lnSpc>
            </a:pPr>
            <a:r>
              <a:rPr sz="4000" b="1" spc="-175" dirty="0">
                <a:solidFill>
                  <a:srgbClr val="C0504D"/>
                </a:solidFill>
                <a:latin typeface="Arial"/>
                <a:cs typeface="Arial"/>
              </a:rPr>
              <a:t>6</a:t>
            </a:r>
            <a:endParaRPr sz="400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56C70C8-BEDD-FC11-FF1D-D0B19F9AA0D1}"/>
              </a:ext>
            </a:extLst>
          </p:cNvPr>
          <p:cNvSpPr txBox="1"/>
          <p:nvPr/>
        </p:nvSpPr>
        <p:spPr>
          <a:xfrm rot="20640000">
            <a:off x="3591186" y="3603096"/>
            <a:ext cx="832678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20"/>
              </a:lnSpc>
            </a:pPr>
            <a:r>
              <a:rPr sz="4000" b="1" spc="-145" dirty="0">
                <a:solidFill>
                  <a:srgbClr val="FBCAA2"/>
                </a:solidFill>
                <a:latin typeface="Arial"/>
                <a:cs typeface="Arial"/>
              </a:rPr>
              <a:t>3.5</a:t>
            </a:r>
            <a:endParaRPr sz="4000"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C55A10-C5F4-CE49-156D-9E5E88B1FD66}"/>
              </a:ext>
            </a:extLst>
          </p:cNvPr>
          <p:cNvSpPr txBox="1"/>
          <p:nvPr/>
        </p:nvSpPr>
        <p:spPr>
          <a:xfrm rot="21180000">
            <a:off x="3008608" y="2677473"/>
            <a:ext cx="573753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810"/>
              </a:lnSpc>
            </a:pPr>
            <a:r>
              <a:rPr sz="4000" b="1" spc="-175" dirty="0">
                <a:solidFill>
                  <a:srgbClr val="B4CC82"/>
                </a:solidFill>
                <a:latin typeface="Arial"/>
                <a:cs typeface="Arial"/>
              </a:rPr>
              <a:t>8</a:t>
            </a:r>
            <a:endParaRPr sz="4000"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F47B55B0-C667-8954-4305-E0A23DAA5E76}"/>
              </a:ext>
            </a:extLst>
          </p:cNvPr>
          <p:cNvSpPr txBox="1"/>
          <p:nvPr/>
        </p:nvSpPr>
        <p:spPr>
          <a:xfrm rot="20400000">
            <a:off x="3243661" y="3214685"/>
            <a:ext cx="161568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10"/>
              </a:lnSpc>
            </a:pPr>
            <a:r>
              <a:rPr sz="4200" spc="-262" baseline="-1984" dirty="0">
                <a:latin typeface="Arial"/>
                <a:cs typeface="Arial"/>
              </a:rPr>
              <a:t>Re</a:t>
            </a:r>
            <a:r>
              <a:rPr sz="2800" spc="-175" dirty="0">
                <a:latin typeface="Arial"/>
                <a:cs typeface="Arial"/>
              </a:rPr>
              <a:t>sultado</a:t>
            </a:r>
            <a:r>
              <a:rPr sz="4200" spc="-262" baseline="1984" dirty="0">
                <a:latin typeface="Arial"/>
                <a:cs typeface="Arial"/>
              </a:rPr>
              <a:t>s</a:t>
            </a:r>
            <a:endParaRPr sz="4200" baseline="1984"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9FD14A9-1494-F81F-4F59-1C6D89571FDA}"/>
              </a:ext>
            </a:extLst>
          </p:cNvPr>
          <p:cNvSpPr txBox="1"/>
          <p:nvPr/>
        </p:nvSpPr>
        <p:spPr>
          <a:xfrm>
            <a:off x="3382273" y="870151"/>
            <a:ext cx="2626995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45" dirty="0">
                <a:latin typeface="Arial"/>
                <a:cs typeface="Arial"/>
              </a:rPr>
              <a:t>comunicar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65" dirty="0">
                <a:latin typeface="Arial"/>
                <a:cs typeface="Arial"/>
              </a:rPr>
              <a:t>evaluación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05" dirty="0">
                <a:latin typeface="Arial"/>
                <a:cs typeface="Arial"/>
              </a:rPr>
              <a:t>interpretar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21" name="object 21">
            <a:extLst>
              <a:ext uri="{FF2B5EF4-FFF2-40B4-BE49-F238E27FC236}">
                <a16:creationId xmlns:a16="http://schemas.microsoft.com/office/drawing/2014/main" id="{55F22427-E40D-EDBB-DC8B-F20C46EA440F}"/>
              </a:ext>
            </a:extLst>
          </p:cNvPr>
          <p:cNvGrpSpPr/>
          <p:nvPr/>
        </p:nvGrpSpPr>
        <p:grpSpPr>
          <a:xfrm>
            <a:off x="4827266" y="2707223"/>
            <a:ext cx="1498600" cy="1671320"/>
            <a:chOff x="4827266" y="2707223"/>
            <a:chExt cx="1498600" cy="1671320"/>
          </a:xfrm>
        </p:grpSpPr>
        <p:pic>
          <p:nvPicPr>
            <p:cNvPr id="22" name="object 22">
              <a:extLst>
                <a:ext uri="{FF2B5EF4-FFF2-40B4-BE49-F238E27FC236}">
                  <a16:creationId xmlns:a16="http://schemas.microsoft.com/office/drawing/2014/main" id="{EB7656F2-E20F-D419-FC0E-0364A9B4E43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27266" y="2803482"/>
              <a:ext cx="1498471" cy="1574903"/>
            </a:xfrm>
            <a:prstGeom prst="rect">
              <a:avLst/>
            </a:prstGeom>
          </p:spPr>
        </p:pic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6D7B46F6-89B7-0AF7-7193-D01FC726F482}"/>
                </a:ext>
              </a:extLst>
            </p:cNvPr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1005588" y="0"/>
                  </a:moveTo>
                  <a:lnTo>
                    <a:pt x="0" y="1116818"/>
                  </a:lnTo>
                  <a:lnTo>
                    <a:pt x="349394" y="1431415"/>
                  </a:lnTo>
                  <a:lnTo>
                    <a:pt x="1354983" y="314596"/>
                  </a:lnTo>
                  <a:lnTo>
                    <a:pt x="1005588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BB5E82D-7C02-FB75-030C-1D3E5131582E}"/>
                </a:ext>
              </a:extLst>
            </p:cNvPr>
            <p:cNvSpPr/>
            <p:nvPr/>
          </p:nvSpPr>
          <p:spPr>
            <a:xfrm>
              <a:off x="4899009" y="2719923"/>
              <a:ext cx="1355090" cy="1431925"/>
            </a:xfrm>
            <a:custGeom>
              <a:avLst/>
              <a:gdLst/>
              <a:ahLst/>
              <a:cxnLst/>
              <a:rect l="l" t="t" r="r" b="b"/>
              <a:pathLst>
                <a:path w="1355089" h="1431925">
                  <a:moveTo>
                    <a:pt x="0" y="1116818"/>
                  </a:moveTo>
                  <a:lnTo>
                    <a:pt x="1005588" y="0"/>
                  </a:lnTo>
                  <a:lnTo>
                    <a:pt x="1354983" y="314597"/>
                  </a:lnTo>
                  <a:lnTo>
                    <a:pt x="349395" y="1431415"/>
                  </a:lnTo>
                  <a:lnTo>
                    <a:pt x="0" y="1116818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6431A744-7228-12C9-799D-C31DF3B51697}"/>
              </a:ext>
            </a:extLst>
          </p:cNvPr>
          <p:cNvSpPr txBox="1"/>
          <p:nvPr/>
        </p:nvSpPr>
        <p:spPr>
          <a:xfrm rot="18780000">
            <a:off x="4811710" y="3068577"/>
            <a:ext cx="18929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lang="es-ES" sz="2800" spc="-120" dirty="0">
                <a:latin typeface="Arial"/>
                <a:cs typeface="Arial"/>
              </a:rPr>
              <a:t>Patrones</a:t>
            </a:r>
            <a:endParaRPr sz="4200" baseline="3968" dirty="0">
              <a:latin typeface="Arial"/>
              <a:cs typeface="Arial"/>
            </a:endParaRPr>
          </a:p>
        </p:txBody>
      </p:sp>
      <p:pic>
        <p:nvPicPr>
          <p:cNvPr id="26" name="object 26">
            <a:extLst>
              <a:ext uri="{FF2B5EF4-FFF2-40B4-BE49-F238E27FC236}">
                <a16:creationId xmlns:a16="http://schemas.microsoft.com/office/drawing/2014/main" id="{F8E09C3B-57B5-B11F-7C3D-85BC1725E60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86309" y="4164039"/>
            <a:ext cx="1380383" cy="595426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5C6A571A-486A-B5D4-3569-6FE3ABC8AD4D}"/>
              </a:ext>
            </a:extLst>
          </p:cNvPr>
          <p:cNvSpPr txBox="1"/>
          <p:nvPr/>
        </p:nvSpPr>
        <p:spPr>
          <a:xfrm>
            <a:off x="550391" y="913601"/>
            <a:ext cx="1354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Datos</a:t>
            </a:r>
            <a:r>
              <a:rPr sz="2800" b="1" spc="-3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25" dirty="0">
                <a:solidFill>
                  <a:srgbClr val="C0504D"/>
                </a:solidFill>
                <a:latin typeface="Arial Narrow"/>
                <a:cs typeface="Arial Narrow"/>
              </a:rPr>
              <a:t>NO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77CE987-4138-0176-92D9-D847CC8841F8}"/>
              </a:ext>
            </a:extLst>
          </p:cNvPr>
          <p:cNvSpPr txBox="1"/>
          <p:nvPr/>
        </p:nvSpPr>
        <p:spPr>
          <a:xfrm>
            <a:off x="550391" y="1198081"/>
            <a:ext cx="1969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estructurados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6E4A145-D5C9-EE28-7815-BCF012527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545" y="395267"/>
            <a:ext cx="42100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91155" algn="l"/>
              </a:tabLst>
            </a:pPr>
            <a:r>
              <a:rPr spc="-10" dirty="0"/>
              <a:t>Visualización</a:t>
            </a:r>
            <a:r>
              <a:rPr dirty="0"/>
              <a:t>	</a:t>
            </a:r>
            <a:r>
              <a:rPr sz="4200" spc="-15" baseline="7936" dirty="0">
                <a:solidFill>
                  <a:srgbClr val="C0504D"/>
                </a:solidFill>
              </a:rPr>
              <a:t>Finalidad</a:t>
            </a:r>
            <a:endParaRPr sz="4200" baseline="7936"/>
          </a:p>
        </p:txBody>
      </p:sp>
    </p:spTree>
    <p:extLst>
      <p:ext uri="{BB962C8B-B14F-4D97-AF65-F5344CB8AC3E}">
        <p14:creationId xmlns:p14="http://schemas.microsoft.com/office/powerpoint/2010/main" val="11158686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E8C45A-FBF4-EC51-F3A2-280395B1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D22F83-A798-5BB9-BA5F-95B8B2E37C07}"/>
              </a:ext>
            </a:extLst>
          </p:cNvPr>
          <p:cNvSpPr/>
          <p:nvPr/>
        </p:nvSpPr>
        <p:spPr>
          <a:xfrm>
            <a:off x="3377672" y="151488"/>
            <a:ext cx="1419225" cy="367665"/>
          </a:xfrm>
          <a:custGeom>
            <a:avLst/>
            <a:gdLst/>
            <a:ahLst/>
            <a:cxnLst/>
            <a:rect l="l" t="t" r="r" b="b"/>
            <a:pathLst>
              <a:path w="1419225" h="367665">
                <a:moveTo>
                  <a:pt x="1418686" y="0"/>
                </a:moveTo>
                <a:lnTo>
                  <a:pt x="0" y="0"/>
                </a:lnTo>
                <a:lnTo>
                  <a:pt x="0" y="367639"/>
                </a:lnTo>
                <a:lnTo>
                  <a:pt x="1418686" y="367639"/>
                </a:lnTo>
                <a:lnTo>
                  <a:pt x="141868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DE988E7-B6E2-79C1-705C-0D34DADDA92B}"/>
              </a:ext>
            </a:extLst>
          </p:cNvPr>
          <p:cNvSpPr txBox="1"/>
          <p:nvPr/>
        </p:nvSpPr>
        <p:spPr>
          <a:xfrm>
            <a:off x="3723405" y="181904"/>
            <a:ext cx="70358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14" dirty="0">
                <a:solidFill>
                  <a:srgbClr val="FFFFFF"/>
                </a:solidFill>
                <a:latin typeface="Arial"/>
                <a:cs typeface="Arial"/>
              </a:rPr>
              <a:t>Periodo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03A69A8-523F-AC9E-52BC-F7133701AE80}"/>
              </a:ext>
            </a:extLst>
          </p:cNvPr>
          <p:cNvSpPr/>
          <p:nvPr/>
        </p:nvSpPr>
        <p:spPr>
          <a:xfrm>
            <a:off x="4796472" y="151488"/>
            <a:ext cx="2413000" cy="367665"/>
          </a:xfrm>
          <a:custGeom>
            <a:avLst/>
            <a:gdLst/>
            <a:ahLst/>
            <a:cxnLst/>
            <a:rect l="l" t="t" r="r" b="b"/>
            <a:pathLst>
              <a:path w="2413000" h="367665">
                <a:moveTo>
                  <a:pt x="2412729" y="0"/>
                </a:moveTo>
                <a:lnTo>
                  <a:pt x="0" y="0"/>
                </a:lnTo>
                <a:lnTo>
                  <a:pt x="0" y="367639"/>
                </a:lnTo>
                <a:lnTo>
                  <a:pt x="2412729" y="367639"/>
                </a:lnTo>
                <a:lnTo>
                  <a:pt x="2412729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47C00CD-074C-12DB-5236-4D832C2CFA7C}"/>
              </a:ext>
            </a:extLst>
          </p:cNvPr>
          <p:cNvSpPr txBox="1"/>
          <p:nvPr/>
        </p:nvSpPr>
        <p:spPr>
          <a:xfrm>
            <a:off x="5657485" y="181904"/>
            <a:ext cx="68897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20" dirty="0">
                <a:solidFill>
                  <a:srgbClr val="FFFFFF"/>
                </a:solidFill>
                <a:latin typeface="Arial"/>
                <a:cs typeface="Arial"/>
              </a:rPr>
              <a:t>Entidad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176F184-3519-16EF-186F-33EF8EF0E16A}"/>
              </a:ext>
            </a:extLst>
          </p:cNvPr>
          <p:cNvSpPr/>
          <p:nvPr/>
        </p:nvSpPr>
        <p:spPr>
          <a:xfrm>
            <a:off x="7209201" y="151488"/>
            <a:ext cx="1724660" cy="367665"/>
          </a:xfrm>
          <a:custGeom>
            <a:avLst/>
            <a:gdLst/>
            <a:ahLst/>
            <a:cxnLst/>
            <a:rect l="l" t="t" r="r" b="b"/>
            <a:pathLst>
              <a:path w="1724659" h="367665">
                <a:moveTo>
                  <a:pt x="1724536" y="0"/>
                </a:moveTo>
                <a:lnTo>
                  <a:pt x="0" y="0"/>
                </a:lnTo>
                <a:lnTo>
                  <a:pt x="0" y="367639"/>
                </a:lnTo>
                <a:lnTo>
                  <a:pt x="1724536" y="367639"/>
                </a:lnTo>
                <a:lnTo>
                  <a:pt x="172453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BFEC18A-5DD6-CEEA-C184-78D318BA0BA5}"/>
              </a:ext>
            </a:extLst>
          </p:cNvPr>
          <p:cNvSpPr txBox="1"/>
          <p:nvPr/>
        </p:nvSpPr>
        <p:spPr>
          <a:xfrm>
            <a:off x="7502869" y="181904"/>
            <a:ext cx="115697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Nº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30" dirty="0">
                <a:solidFill>
                  <a:srgbClr val="FFFFFF"/>
                </a:solidFill>
                <a:latin typeface="Arial"/>
                <a:cs typeface="Arial"/>
              </a:rPr>
              <a:t>Hipotecas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36351DC-BA06-CB32-FA0E-D1E5F1F1A450}"/>
              </a:ext>
            </a:extLst>
          </p:cNvPr>
          <p:cNvSpPr txBox="1"/>
          <p:nvPr/>
        </p:nvSpPr>
        <p:spPr>
          <a:xfrm>
            <a:off x="3881913" y="622950"/>
            <a:ext cx="4578350" cy="443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103,055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122,332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367,298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lang="es-ES" sz="145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258,667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408,712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337,825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2003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685,464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</a:t>
            </a:r>
            <a:r>
              <a:rPr sz="1450" spc="-5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279,461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576,777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15079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1,016,728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2004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583,213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111,066</a:t>
            </a:r>
            <a:endParaRPr sz="1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2005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594,477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72DD36E-A9B1-42CF-15AE-02CC3DB2CB49}"/>
              </a:ext>
            </a:extLst>
          </p:cNvPr>
          <p:cNvSpPr/>
          <p:nvPr/>
        </p:nvSpPr>
        <p:spPr>
          <a:xfrm>
            <a:off x="3377666" y="882230"/>
            <a:ext cx="5556250" cy="3883660"/>
          </a:xfrm>
          <a:custGeom>
            <a:avLst/>
            <a:gdLst/>
            <a:ahLst/>
            <a:cxnLst/>
            <a:rect l="l" t="t" r="r" b="b"/>
            <a:pathLst>
              <a:path w="5556250" h="3883660">
                <a:moveTo>
                  <a:pt x="1414145" y="3538537"/>
                </a:moveTo>
                <a:lnTo>
                  <a:pt x="0" y="3538537"/>
                </a:lnTo>
                <a:lnTo>
                  <a:pt x="0" y="3883482"/>
                </a:lnTo>
                <a:lnTo>
                  <a:pt x="1414145" y="3883482"/>
                </a:lnTo>
                <a:lnTo>
                  <a:pt x="1414145" y="3538537"/>
                </a:lnTo>
                <a:close/>
              </a:path>
              <a:path w="5556250" h="3883660">
                <a:moveTo>
                  <a:pt x="1414145" y="2830487"/>
                </a:moveTo>
                <a:lnTo>
                  <a:pt x="0" y="2830487"/>
                </a:lnTo>
                <a:lnTo>
                  <a:pt x="0" y="3175431"/>
                </a:lnTo>
                <a:lnTo>
                  <a:pt x="1414145" y="3175431"/>
                </a:lnTo>
                <a:lnTo>
                  <a:pt x="1414145" y="2830487"/>
                </a:lnTo>
                <a:close/>
              </a:path>
              <a:path w="5556250" h="3883660">
                <a:moveTo>
                  <a:pt x="1414145" y="2124710"/>
                </a:moveTo>
                <a:lnTo>
                  <a:pt x="0" y="2124710"/>
                </a:lnTo>
                <a:lnTo>
                  <a:pt x="0" y="2467381"/>
                </a:lnTo>
                <a:lnTo>
                  <a:pt x="1414145" y="2467381"/>
                </a:lnTo>
                <a:lnTo>
                  <a:pt x="1414145" y="2124710"/>
                </a:lnTo>
                <a:close/>
              </a:path>
              <a:path w="5556250" h="3883660">
                <a:moveTo>
                  <a:pt x="1414145" y="1416659"/>
                </a:moveTo>
                <a:lnTo>
                  <a:pt x="0" y="1416659"/>
                </a:lnTo>
                <a:lnTo>
                  <a:pt x="0" y="1761604"/>
                </a:lnTo>
                <a:lnTo>
                  <a:pt x="1414145" y="1761604"/>
                </a:lnTo>
                <a:lnTo>
                  <a:pt x="1414145" y="1416659"/>
                </a:lnTo>
                <a:close/>
              </a:path>
              <a:path w="5556250" h="3883660">
                <a:moveTo>
                  <a:pt x="1414145" y="708050"/>
                </a:moveTo>
                <a:lnTo>
                  <a:pt x="0" y="708050"/>
                </a:lnTo>
                <a:lnTo>
                  <a:pt x="0" y="1052995"/>
                </a:lnTo>
                <a:lnTo>
                  <a:pt x="1414145" y="1052995"/>
                </a:lnTo>
                <a:lnTo>
                  <a:pt x="1414145" y="708050"/>
                </a:lnTo>
                <a:close/>
              </a:path>
              <a:path w="5556250" h="3883660">
                <a:moveTo>
                  <a:pt x="1414145" y="0"/>
                </a:moveTo>
                <a:lnTo>
                  <a:pt x="0" y="0"/>
                </a:lnTo>
                <a:lnTo>
                  <a:pt x="0" y="344944"/>
                </a:lnTo>
                <a:lnTo>
                  <a:pt x="1414145" y="344944"/>
                </a:lnTo>
                <a:lnTo>
                  <a:pt x="1414145" y="0"/>
                </a:lnTo>
                <a:close/>
              </a:path>
              <a:path w="5556250" h="3883660">
                <a:moveTo>
                  <a:pt x="3826992" y="3538537"/>
                </a:moveTo>
                <a:lnTo>
                  <a:pt x="1423339" y="3538537"/>
                </a:lnTo>
                <a:lnTo>
                  <a:pt x="1423339" y="3883482"/>
                </a:lnTo>
                <a:lnTo>
                  <a:pt x="3826992" y="3883482"/>
                </a:lnTo>
                <a:lnTo>
                  <a:pt x="3826992" y="3538537"/>
                </a:lnTo>
                <a:close/>
              </a:path>
              <a:path w="5556250" h="3883660">
                <a:moveTo>
                  <a:pt x="3826992" y="2830487"/>
                </a:moveTo>
                <a:lnTo>
                  <a:pt x="1423339" y="2830487"/>
                </a:lnTo>
                <a:lnTo>
                  <a:pt x="1423339" y="3175431"/>
                </a:lnTo>
                <a:lnTo>
                  <a:pt x="3826992" y="3175431"/>
                </a:lnTo>
                <a:lnTo>
                  <a:pt x="3826992" y="2830487"/>
                </a:lnTo>
                <a:close/>
              </a:path>
              <a:path w="5556250" h="3883660">
                <a:moveTo>
                  <a:pt x="3826992" y="2124710"/>
                </a:moveTo>
                <a:lnTo>
                  <a:pt x="1423339" y="2124710"/>
                </a:lnTo>
                <a:lnTo>
                  <a:pt x="1423339" y="2467381"/>
                </a:lnTo>
                <a:lnTo>
                  <a:pt x="3826992" y="2467381"/>
                </a:lnTo>
                <a:lnTo>
                  <a:pt x="3826992" y="2124710"/>
                </a:lnTo>
                <a:close/>
              </a:path>
              <a:path w="5556250" h="3883660">
                <a:moveTo>
                  <a:pt x="3826992" y="1416659"/>
                </a:moveTo>
                <a:lnTo>
                  <a:pt x="1423339" y="1416659"/>
                </a:lnTo>
                <a:lnTo>
                  <a:pt x="1423339" y="1761604"/>
                </a:lnTo>
                <a:lnTo>
                  <a:pt x="3826992" y="1761604"/>
                </a:lnTo>
                <a:lnTo>
                  <a:pt x="3826992" y="1416659"/>
                </a:lnTo>
                <a:close/>
              </a:path>
              <a:path w="5556250" h="3883660">
                <a:moveTo>
                  <a:pt x="3826992" y="708050"/>
                </a:moveTo>
                <a:lnTo>
                  <a:pt x="3661930" y="708050"/>
                </a:lnTo>
                <a:lnTo>
                  <a:pt x="3661930" y="1052995"/>
                </a:lnTo>
                <a:lnTo>
                  <a:pt x="3826992" y="1052995"/>
                </a:lnTo>
                <a:lnTo>
                  <a:pt x="3826992" y="708050"/>
                </a:lnTo>
                <a:close/>
              </a:path>
              <a:path w="5556250" h="3883660">
                <a:moveTo>
                  <a:pt x="3826992" y="0"/>
                </a:moveTo>
                <a:lnTo>
                  <a:pt x="1423339" y="0"/>
                </a:lnTo>
                <a:lnTo>
                  <a:pt x="1423339" y="344944"/>
                </a:lnTo>
                <a:lnTo>
                  <a:pt x="3826992" y="344944"/>
                </a:lnTo>
                <a:lnTo>
                  <a:pt x="3826992" y="0"/>
                </a:lnTo>
                <a:close/>
              </a:path>
              <a:path w="5556250" h="3883660">
                <a:moveTo>
                  <a:pt x="5556072" y="3538537"/>
                </a:moveTo>
                <a:lnTo>
                  <a:pt x="3836073" y="3538537"/>
                </a:lnTo>
                <a:lnTo>
                  <a:pt x="3836073" y="3883482"/>
                </a:lnTo>
                <a:lnTo>
                  <a:pt x="5556072" y="3883482"/>
                </a:lnTo>
                <a:lnTo>
                  <a:pt x="5556072" y="3538537"/>
                </a:lnTo>
                <a:close/>
              </a:path>
              <a:path w="5556250" h="3883660">
                <a:moveTo>
                  <a:pt x="5556072" y="2830487"/>
                </a:moveTo>
                <a:lnTo>
                  <a:pt x="3836073" y="2830487"/>
                </a:lnTo>
                <a:lnTo>
                  <a:pt x="3836073" y="3175431"/>
                </a:lnTo>
                <a:lnTo>
                  <a:pt x="5556072" y="3175431"/>
                </a:lnTo>
                <a:lnTo>
                  <a:pt x="5556072" y="2830487"/>
                </a:lnTo>
                <a:close/>
              </a:path>
              <a:path w="5556250" h="3883660">
                <a:moveTo>
                  <a:pt x="5556072" y="2124710"/>
                </a:moveTo>
                <a:lnTo>
                  <a:pt x="3836073" y="2124710"/>
                </a:lnTo>
                <a:lnTo>
                  <a:pt x="3836073" y="2467381"/>
                </a:lnTo>
                <a:lnTo>
                  <a:pt x="5556072" y="2467381"/>
                </a:lnTo>
                <a:lnTo>
                  <a:pt x="5556072" y="2124710"/>
                </a:lnTo>
                <a:close/>
              </a:path>
              <a:path w="5556250" h="3883660">
                <a:moveTo>
                  <a:pt x="5556072" y="1416659"/>
                </a:moveTo>
                <a:lnTo>
                  <a:pt x="3836073" y="1416659"/>
                </a:lnTo>
                <a:lnTo>
                  <a:pt x="3836073" y="1761604"/>
                </a:lnTo>
                <a:lnTo>
                  <a:pt x="5556072" y="1761604"/>
                </a:lnTo>
                <a:lnTo>
                  <a:pt x="5556072" y="1416659"/>
                </a:lnTo>
                <a:close/>
              </a:path>
              <a:path w="5556250" h="3883660">
                <a:moveTo>
                  <a:pt x="5556072" y="708050"/>
                </a:moveTo>
                <a:lnTo>
                  <a:pt x="3836073" y="708050"/>
                </a:lnTo>
                <a:lnTo>
                  <a:pt x="3836073" y="1052995"/>
                </a:lnTo>
                <a:lnTo>
                  <a:pt x="5556072" y="1052995"/>
                </a:lnTo>
                <a:lnTo>
                  <a:pt x="5556072" y="708050"/>
                </a:lnTo>
                <a:close/>
              </a:path>
              <a:path w="5556250" h="3883660">
                <a:moveTo>
                  <a:pt x="5556072" y="0"/>
                </a:moveTo>
                <a:lnTo>
                  <a:pt x="3836073" y="0"/>
                </a:lnTo>
                <a:lnTo>
                  <a:pt x="3836073" y="344944"/>
                </a:lnTo>
                <a:lnTo>
                  <a:pt x="5556072" y="344944"/>
                </a:lnTo>
                <a:lnTo>
                  <a:pt x="5556072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1B4C4D2D-CCBA-85A5-DC8D-CCF67CD74788}"/>
              </a:ext>
            </a:extLst>
          </p:cNvPr>
          <p:cNvGrpSpPr/>
          <p:nvPr/>
        </p:nvGrpSpPr>
        <p:grpSpPr>
          <a:xfrm>
            <a:off x="3428155" y="411509"/>
            <a:ext cx="5716365" cy="4732224"/>
            <a:chOff x="3428155" y="411509"/>
            <a:chExt cx="5716365" cy="4732224"/>
          </a:xfrm>
        </p:grpSpPr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7728945-24CF-8AEF-2862-94611A41976E}"/>
                </a:ext>
              </a:extLst>
            </p:cNvPr>
            <p:cNvSpPr/>
            <p:nvPr/>
          </p:nvSpPr>
          <p:spPr>
            <a:xfrm>
              <a:off x="3428155" y="411509"/>
              <a:ext cx="50800" cy="4732020"/>
            </a:xfrm>
            <a:custGeom>
              <a:avLst/>
              <a:gdLst/>
              <a:ahLst/>
              <a:cxnLst/>
              <a:rect l="l" t="t" r="r" b="b"/>
              <a:pathLst>
                <a:path w="50800" h="4732020">
                  <a:moveTo>
                    <a:pt x="50800" y="0"/>
                  </a:moveTo>
                  <a:lnTo>
                    <a:pt x="50800" y="4731990"/>
                  </a:lnTo>
                  <a:lnTo>
                    <a:pt x="0" y="4731990"/>
                  </a:lnTo>
                  <a:lnTo>
                    <a:pt x="0" y="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4F81BD">
                <a:alpha val="3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7164435A-97AC-C4E1-7B6A-A30A5966972A}"/>
                </a:ext>
              </a:extLst>
            </p:cNvPr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03E12FC3-C5DA-A75F-E42E-CECC39C90521}"/>
              </a:ext>
            </a:extLst>
          </p:cNvPr>
          <p:cNvSpPr txBox="1"/>
          <p:nvPr/>
        </p:nvSpPr>
        <p:spPr>
          <a:xfrm>
            <a:off x="542945" y="395267"/>
            <a:ext cx="2658110" cy="103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9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Visualización</a:t>
            </a:r>
            <a:endParaRPr sz="4000">
              <a:latin typeface="Arial Narrow"/>
              <a:cs typeface="Arial Narrow"/>
            </a:endParaRPr>
          </a:p>
          <a:p>
            <a:pPr marL="90170">
              <a:lnSpc>
                <a:spcPts val="325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Finalidad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816B962-D379-8C23-614A-1E5A5C8B0D4C}"/>
              </a:ext>
            </a:extLst>
          </p:cNvPr>
          <p:cNvSpPr txBox="1"/>
          <p:nvPr/>
        </p:nvSpPr>
        <p:spPr>
          <a:xfrm>
            <a:off x="549448" y="1443827"/>
            <a:ext cx="27978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35" dirty="0">
                <a:latin typeface="Arial"/>
                <a:cs typeface="Arial"/>
              </a:rPr>
              <a:t>interpretación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14" dirty="0">
                <a:latin typeface="Arial"/>
                <a:cs typeface="Arial"/>
              </a:rPr>
              <a:t>evaluación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25" dirty="0">
                <a:latin typeface="Arial"/>
                <a:cs typeface="Arial"/>
              </a:rPr>
              <a:t>comunicar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29" name="Picture 28" descr="A screenshot of a phone&#10;&#10;Description automatically generated">
            <a:extLst>
              <a:ext uri="{FF2B5EF4-FFF2-40B4-BE49-F238E27FC236}">
                <a16:creationId xmlns:a16="http://schemas.microsoft.com/office/drawing/2014/main" id="{B48A8A07-D22E-37A0-5936-DB846335C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055" y="0"/>
            <a:ext cx="57507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224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77672" y="151488"/>
            <a:ext cx="1419225" cy="367665"/>
          </a:xfrm>
          <a:custGeom>
            <a:avLst/>
            <a:gdLst/>
            <a:ahLst/>
            <a:cxnLst/>
            <a:rect l="l" t="t" r="r" b="b"/>
            <a:pathLst>
              <a:path w="1419225" h="367665">
                <a:moveTo>
                  <a:pt x="1418686" y="0"/>
                </a:moveTo>
                <a:lnTo>
                  <a:pt x="0" y="0"/>
                </a:lnTo>
                <a:lnTo>
                  <a:pt x="0" y="367639"/>
                </a:lnTo>
                <a:lnTo>
                  <a:pt x="1418686" y="367639"/>
                </a:lnTo>
                <a:lnTo>
                  <a:pt x="141868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23405" y="181904"/>
            <a:ext cx="70358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14" dirty="0">
                <a:solidFill>
                  <a:srgbClr val="FFFFFF"/>
                </a:solidFill>
                <a:latin typeface="Arial"/>
                <a:cs typeface="Arial"/>
              </a:rPr>
              <a:t>Periodo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96472" y="151488"/>
            <a:ext cx="2413000" cy="367665"/>
          </a:xfrm>
          <a:custGeom>
            <a:avLst/>
            <a:gdLst/>
            <a:ahLst/>
            <a:cxnLst/>
            <a:rect l="l" t="t" r="r" b="b"/>
            <a:pathLst>
              <a:path w="2413000" h="367665">
                <a:moveTo>
                  <a:pt x="2412729" y="0"/>
                </a:moveTo>
                <a:lnTo>
                  <a:pt x="0" y="0"/>
                </a:lnTo>
                <a:lnTo>
                  <a:pt x="0" y="367639"/>
                </a:lnTo>
                <a:lnTo>
                  <a:pt x="2412729" y="367639"/>
                </a:lnTo>
                <a:lnTo>
                  <a:pt x="2412729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57485" y="181904"/>
            <a:ext cx="688975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spc="-120" dirty="0">
                <a:solidFill>
                  <a:srgbClr val="FFFFFF"/>
                </a:solidFill>
                <a:latin typeface="Arial"/>
                <a:cs typeface="Arial"/>
              </a:rPr>
              <a:t>Entidad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09201" y="151488"/>
            <a:ext cx="1724660" cy="367665"/>
          </a:xfrm>
          <a:custGeom>
            <a:avLst/>
            <a:gdLst/>
            <a:ahLst/>
            <a:cxnLst/>
            <a:rect l="l" t="t" r="r" b="b"/>
            <a:pathLst>
              <a:path w="1724659" h="367665">
                <a:moveTo>
                  <a:pt x="1724536" y="0"/>
                </a:moveTo>
                <a:lnTo>
                  <a:pt x="0" y="0"/>
                </a:lnTo>
                <a:lnTo>
                  <a:pt x="0" y="367639"/>
                </a:lnTo>
                <a:lnTo>
                  <a:pt x="1724536" y="367639"/>
                </a:lnTo>
                <a:lnTo>
                  <a:pt x="1724536" y="0"/>
                </a:lnTo>
                <a:close/>
              </a:path>
            </a:pathLst>
          </a:custGeom>
          <a:solidFill>
            <a:srgbClr val="F79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02869" y="181904"/>
            <a:ext cx="1156970" cy="276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Nº</a:t>
            </a:r>
            <a:r>
              <a:rPr sz="165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30" dirty="0">
                <a:solidFill>
                  <a:srgbClr val="FFFFFF"/>
                </a:solidFill>
                <a:latin typeface="Arial"/>
                <a:cs typeface="Arial"/>
              </a:rPr>
              <a:t>Hipotecas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1913" y="622950"/>
            <a:ext cx="4578350" cy="443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103,055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122,332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367,298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258,667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2008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408,712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2010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337,825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2003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685,464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52019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2011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</a:t>
            </a:r>
            <a:r>
              <a:rPr sz="1450" spc="-5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279,461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576,777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20190" algn="l"/>
                <a:tab pos="3815079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2006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20" dirty="0">
                <a:solidFill>
                  <a:srgbClr val="808080"/>
                </a:solidFill>
                <a:latin typeface="Arial"/>
                <a:cs typeface="Arial"/>
              </a:rPr>
              <a:t>Cajas</a:t>
            </a:r>
            <a:r>
              <a:rPr sz="1450" spc="-70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de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ahorro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1,016,728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2004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583,213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tabLst>
                <a:tab pos="1511300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2009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60" dirty="0">
                <a:solidFill>
                  <a:srgbClr val="808080"/>
                </a:solidFill>
                <a:latin typeface="Arial"/>
                <a:cs typeface="Arial"/>
              </a:rPr>
              <a:t>Otras</a:t>
            </a:r>
            <a:r>
              <a:rPr sz="1450" spc="-65" dirty="0">
                <a:solidFill>
                  <a:srgbClr val="80808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entidades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111,066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tabLst>
                <a:tab pos="1887855" algn="l"/>
                <a:tab pos="3887470" algn="l"/>
              </a:tabLst>
            </a:pP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2005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20" dirty="0">
                <a:solidFill>
                  <a:srgbClr val="808080"/>
                </a:solidFill>
                <a:latin typeface="Arial"/>
                <a:cs typeface="Arial"/>
              </a:rPr>
              <a:t>Banca</a:t>
            </a:r>
            <a:r>
              <a:rPr sz="1450" dirty="0">
                <a:solidFill>
                  <a:srgbClr val="808080"/>
                </a:solidFill>
                <a:latin typeface="Arial"/>
                <a:cs typeface="Arial"/>
              </a:rPr>
              <a:t>	</a:t>
            </a:r>
            <a:r>
              <a:rPr sz="1450" spc="-10" dirty="0">
                <a:solidFill>
                  <a:srgbClr val="808080"/>
                </a:solidFill>
                <a:latin typeface="Arial"/>
                <a:cs typeface="Arial"/>
              </a:rPr>
              <a:t>594,477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77666" y="882230"/>
            <a:ext cx="5556250" cy="3883660"/>
          </a:xfrm>
          <a:custGeom>
            <a:avLst/>
            <a:gdLst/>
            <a:ahLst/>
            <a:cxnLst/>
            <a:rect l="l" t="t" r="r" b="b"/>
            <a:pathLst>
              <a:path w="5556250" h="3883660">
                <a:moveTo>
                  <a:pt x="1414145" y="3538537"/>
                </a:moveTo>
                <a:lnTo>
                  <a:pt x="0" y="3538537"/>
                </a:lnTo>
                <a:lnTo>
                  <a:pt x="0" y="3883482"/>
                </a:lnTo>
                <a:lnTo>
                  <a:pt x="1414145" y="3883482"/>
                </a:lnTo>
                <a:lnTo>
                  <a:pt x="1414145" y="3538537"/>
                </a:lnTo>
                <a:close/>
              </a:path>
              <a:path w="5556250" h="3883660">
                <a:moveTo>
                  <a:pt x="1414145" y="2830487"/>
                </a:moveTo>
                <a:lnTo>
                  <a:pt x="0" y="2830487"/>
                </a:lnTo>
                <a:lnTo>
                  <a:pt x="0" y="3175431"/>
                </a:lnTo>
                <a:lnTo>
                  <a:pt x="1414145" y="3175431"/>
                </a:lnTo>
                <a:lnTo>
                  <a:pt x="1414145" y="2830487"/>
                </a:lnTo>
                <a:close/>
              </a:path>
              <a:path w="5556250" h="3883660">
                <a:moveTo>
                  <a:pt x="1414145" y="2124710"/>
                </a:moveTo>
                <a:lnTo>
                  <a:pt x="0" y="2124710"/>
                </a:lnTo>
                <a:lnTo>
                  <a:pt x="0" y="2467381"/>
                </a:lnTo>
                <a:lnTo>
                  <a:pt x="1414145" y="2467381"/>
                </a:lnTo>
                <a:lnTo>
                  <a:pt x="1414145" y="2124710"/>
                </a:lnTo>
                <a:close/>
              </a:path>
              <a:path w="5556250" h="3883660">
                <a:moveTo>
                  <a:pt x="1414145" y="1416659"/>
                </a:moveTo>
                <a:lnTo>
                  <a:pt x="0" y="1416659"/>
                </a:lnTo>
                <a:lnTo>
                  <a:pt x="0" y="1761604"/>
                </a:lnTo>
                <a:lnTo>
                  <a:pt x="1414145" y="1761604"/>
                </a:lnTo>
                <a:lnTo>
                  <a:pt x="1414145" y="1416659"/>
                </a:lnTo>
                <a:close/>
              </a:path>
              <a:path w="5556250" h="3883660">
                <a:moveTo>
                  <a:pt x="1414145" y="708050"/>
                </a:moveTo>
                <a:lnTo>
                  <a:pt x="0" y="708050"/>
                </a:lnTo>
                <a:lnTo>
                  <a:pt x="0" y="1052995"/>
                </a:lnTo>
                <a:lnTo>
                  <a:pt x="1414145" y="1052995"/>
                </a:lnTo>
                <a:lnTo>
                  <a:pt x="1414145" y="708050"/>
                </a:lnTo>
                <a:close/>
              </a:path>
              <a:path w="5556250" h="3883660">
                <a:moveTo>
                  <a:pt x="1414145" y="0"/>
                </a:moveTo>
                <a:lnTo>
                  <a:pt x="0" y="0"/>
                </a:lnTo>
                <a:lnTo>
                  <a:pt x="0" y="344944"/>
                </a:lnTo>
                <a:lnTo>
                  <a:pt x="1414145" y="344944"/>
                </a:lnTo>
                <a:lnTo>
                  <a:pt x="1414145" y="0"/>
                </a:lnTo>
                <a:close/>
              </a:path>
              <a:path w="5556250" h="3883660">
                <a:moveTo>
                  <a:pt x="3826992" y="3538537"/>
                </a:moveTo>
                <a:lnTo>
                  <a:pt x="1423339" y="3538537"/>
                </a:lnTo>
                <a:lnTo>
                  <a:pt x="1423339" y="3883482"/>
                </a:lnTo>
                <a:lnTo>
                  <a:pt x="3826992" y="3883482"/>
                </a:lnTo>
                <a:lnTo>
                  <a:pt x="3826992" y="3538537"/>
                </a:lnTo>
                <a:close/>
              </a:path>
              <a:path w="5556250" h="3883660">
                <a:moveTo>
                  <a:pt x="3826992" y="2830487"/>
                </a:moveTo>
                <a:lnTo>
                  <a:pt x="1423339" y="2830487"/>
                </a:lnTo>
                <a:lnTo>
                  <a:pt x="1423339" y="3175431"/>
                </a:lnTo>
                <a:lnTo>
                  <a:pt x="3826992" y="3175431"/>
                </a:lnTo>
                <a:lnTo>
                  <a:pt x="3826992" y="2830487"/>
                </a:lnTo>
                <a:close/>
              </a:path>
              <a:path w="5556250" h="3883660">
                <a:moveTo>
                  <a:pt x="3826992" y="2124710"/>
                </a:moveTo>
                <a:lnTo>
                  <a:pt x="1423339" y="2124710"/>
                </a:lnTo>
                <a:lnTo>
                  <a:pt x="1423339" y="2467381"/>
                </a:lnTo>
                <a:lnTo>
                  <a:pt x="3826992" y="2467381"/>
                </a:lnTo>
                <a:lnTo>
                  <a:pt x="3826992" y="2124710"/>
                </a:lnTo>
                <a:close/>
              </a:path>
              <a:path w="5556250" h="3883660">
                <a:moveTo>
                  <a:pt x="3826992" y="1416659"/>
                </a:moveTo>
                <a:lnTo>
                  <a:pt x="1423339" y="1416659"/>
                </a:lnTo>
                <a:lnTo>
                  <a:pt x="1423339" y="1761604"/>
                </a:lnTo>
                <a:lnTo>
                  <a:pt x="3826992" y="1761604"/>
                </a:lnTo>
                <a:lnTo>
                  <a:pt x="3826992" y="1416659"/>
                </a:lnTo>
                <a:close/>
              </a:path>
              <a:path w="5556250" h="3883660">
                <a:moveTo>
                  <a:pt x="3826992" y="708050"/>
                </a:moveTo>
                <a:lnTo>
                  <a:pt x="3661930" y="708050"/>
                </a:lnTo>
                <a:lnTo>
                  <a:pt x="3661930" y="1052995"/>
                </a:lnTo>
                <a:lnTo>
                  <a:pt x="3826992" y="1052995"/>
                </a:lnTo>
                <a:lnTo>
                  <a:pt x="3826992" y="708050"/>
                </a:lnTo>
                <a:close/>
              </a:path>
              <a:path w="5556250" h="3883660">
                <a:moveTo>
                  <a:pt x="3826992" y="0"/>
                </a:moveTo>
                <a:lnTo>
                  <a:pt x="1423339" y="0"/>
                </a:lnTo>
                <a:lnTo>
                  <a:pt x="1423339" y="344944"/>
                </a:lnTo>
                <a:lnTo>
                  <a:pt x="3826992" y="344944"/>
                </a:lnTo>
                <a:lnTo>
                  <a:pt x="3826992" y="0"/>
                </a:lnTo>
                <a:close/>
              </a:path>
              <a:path w="5556250" h="3883660">
                <a:moveTo>
                  <a:pt x="5556072" y="3538537"/>
                </a:moveTo>
                <a:lnTo>
                  <a:pt x="3836073" y="3538537"/>
                </a:lnTo>
                <a:lnTo>
                  <a:pt x="3836073" y="3883482"/>
                </a:lnTo>
                <a:lnTo>
                  <a:pt x="5556072" y="3883482"/>
                </a:lnTo>
                <a:lnTo>
                  <a:pt x="5556072" y="3538537"/>
                </a:lnTo>
                <a:close/>
              </a:path>
              <a:path w="5556250" h="3883660">
                <a:moveTo>
                  <a:pt x="5556072" y="2830487"/>
                </a:moveTo>
                <a:lnTo>
                  <a:pt x="3836073" y="2830487"/>
                </a:lnTo>
                <a:lnTo>
                  <a:pt x="3836073" y="3175431"/>
                </a:lnTo>
                <a:lnTo>
                  <a:pt x="5556072" y="3175431"/>
                </a:lnTo>
                <a:lnTo>
                  <a:pt x="5556072" y="2830487"/>
                </a:lnTo>
                <a:close/>
              </a:path>
              <a:path w="5556250" h="3883660">
                <a:moveTo>
                  <a:pt x="5556072" y="2124710"/>
                </a:moveTo>
                <a:lnTo>
                  <a:pt x="3836073" y="2124710"/>
                </a:lnTo>
                <a:lnTo>
                  <a:pt x="3836073" y="2467381"/>
                </a:lnTo>
                <a:lnTo>
                  <a:pt x="5556072" y="2467381"/>
                </a:lnTo>
                <a:lnTo>
                  <a:pt x="5556072" y="2124710"/>
                </a:lnTo>
                <a:close/>
              </a:path>
              <a:path w="5556250" h="3883660">
                <a:moveTo>
                  <a:pt x="5556072" y="1416659"/>
                </a:moveTo>
                <a:lnTo>
                  <a:pt x="3836073" y="1416659"/>
                </a:lnTo>
                <a:lnTo>
                  <a:pt x="3836073" y="1761604"/>
                </a:lnTo>
                <a:lnTo>
                  <a:pt x="5556072" y="1761604"/>
                </a:lnTo>
                <a:lnTo>
                  <a:pt x="5556072" y="1416659"/>
                </a:lnTo>
                <a:close/>
              </a:path>
              <a:path w="5556250" h="3883660">
                <a:moveTo>
                  <a:pt x="5556072" y="708050"/>
                </a:moveTo>
                <a:lnTo>
                  <a:pt x="3836073" y="708050"/>
                </a:lnTo>
                <a:lnTo>
                  <a:pt x="3836073" y="1052995"/>
                </a:lnTo>
                <a:lnTo>
                  <a:pt x="5556072" y="1052995"/>
                </a:lnTo>
                <a:lnTo>
                  <a:pt x="5556072" y="708050"/>
                </a:lnTo>
                <a:close/>
              </a:path>
              <a:path w="5556250" h="3883660">
                <a:moveTo>
                  <a:pt x="5556072" y="0"/>
                </a:moveTo>
                <a:lnTo>
                  <a:pt x="3836073" y="0"/>
                </a:lnTo>
                <a:lnTo>
                  <a:pt x="3836073" y="344944"/>
                </a:lnTo>
                <a:lnTo>
                  <a:pt x="5556072" y="344944"/>
                </a:lnTo>
                <a:lnTo>
                  <a:pt x="5556072" y="0"/>
                </a:lnTo>
                <a:close/>
              </a:path>
            </a:pathLst>
          </a:custGeom>
          <a:solidFill>
            <a:srgbClr val="FDE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377672" y="495510"/>
            <a:ext cx="5766435" cy="4648200"/>
            <a:chOff x="3377672" y="495510"/>
            <a:chExt cx="5766435" cy="4648200"/>
          </a:xfrm>
        </p:grpSpPr>
        <p:sp>
          <p:nvSpPr>
            <p:cNvPr id="11" name="object 11"/>
            <p:cNvSpPr/>
            <p:nvPr/>
          </p:nvSpPr>
          <p:spPr>
            <a:xfrm>
              <a:off x="3377666" y="5128742"/>
              <a:ext cx="5556250" cy="15240"/>
            </a:xfrm>
            <a:custGeom>
              <a:avLst/>
              <a:gdLst/>
              <a:ahLst/>
              <a:cxnLst/>
              <a:rect l="l" t="t" r="r" b="b"/>
              <a:pathLst>
                <a:path w="5556250" h="15239">
                  <a:moveTo>
                    <a:pt x="1414145" y="0"/>
                  </a:moveTo>
                  <a:lnTo>
                    <a:pt x="0" y="0"/>
                  </a:lnTo>
                  <a:lnTo>
                    <a:pt x="0" y="14757"/>
                  </a:lnTo>
                  <a:lnTo>
                    <a:pt x="77025" y="14757"/>
                  </a:lnTo>
                  <a:lnTo>
                    <a:pt x="1316570" y="14757"/>
                  </a:lnTo>
                  <a:lnTo>
                    <a:pt x="1414145" y="14757"/>
                  </a:lnTo>
                  <a:lnTo>
                    <a:pt x="1414145" y="0"/>
                  </a:lnTo>
                  <a:close/>
                </a:path>
                <a:path w="5556250" h="15239">
                  <a:moveTo>
                    <a:pt x="3826992" y="0"/>
                  </a:moveTo>
                  <a:lnTo>
                    <a:pt x="1423339" y="0"/>
                  </a:lnTo>
                  <a:lnTo>
                    <a:pt x="1423339" y="14757"/>
                  </a:lnTo>
                  <a:lnTo>
                    <a:pt x="1520926" y="14757"/>
                  </a:lnTo>
                  <a:lnTo>
                    <a:pt x="3729405" y="14757"/>
                  </a:lnTo>
                  <a:lnTo>
                    <a:pt x="3826992" y="14757"/>
                  </a:lnTo>
                  <a:lnTo>
                    <a:pt x="3826992" y="0"/>
                  </a:lnTo>
                  <a:close/>
                </a:path>
                <a:path w="5556250" h="15239">
                  <a:moveTo>
                    <a:pt x="5556072" y="0"/>
                  </a:moveTo>
                  <a:lnTo>
                    <a:pt x="3836073" y="0"/>
                  </a:lnTo>
                  <a:lnTo>
                    <a:pt x="3836073" y="14757"/>
                  </a:lnTo>
                  <a:lnTo>
                    <a:pt x="3933647" y="14757"/>
                  </a:lnTo>
                  <a:lnTo>
                    <a:pt x="5472747" y="14757"/>
                  </a:lnTo>
                  <a:lnTo>
                    <a:pt x="5556072" y="14757"/>
                  </a:lnTo>
                  <a:lnTo>
                    <a:pt x="5556072" y="0"/>
                  </a:lnTo>
                  <a:close/>
                </a:path>
              </a:pathLst>
            </a:custGeom>
            <a:solidFill>
              <a:srgbClr val="FDE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2908" y="495510"/>
              <a:ext cx="5681091" cy="46479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12243" y="1591948"/>
              <a:ext cx="2427605" cy="445134"/>
            </a:xfrm>
            <a:custGeom>
              <a:avLst/>
              <a:gdLst/>
              <a:ahLst/>
              <a:cxnLst/>
              <a:rect l="l" t="t" r="r" b="b"/>
              <a:pathLst>
                <a:path w="2427604" h="445135">
                  <a:moveTo>
                    <a:pt x="2427362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2427362" y="444757"/>
                  </a:lnTo>
                  <a:lnTo>
                    <a:pt x="2427362" y="0"/>
                  </a:lnTo>
                  <a:close/>
                </a:path>
              </a:pathLst>
            </a:custGeom>
            <a:solidFill>
              <a:srgbClr val="5094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45263" y="1533786"/>
            <a:ext cx="2279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60" dirty="0">
                <a:solidFill>
                  <a:srgbClr val="FFFFFF"/>
                </a:solidFill>
                <a:latin typeface="Arial"/>
                <a:cs typeface="Arial"/>
              </a:rPr>
              <a:t>Cajas</a:t>
            </a:r>
            <a:r>
              <a:rPr sz="2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FFFFFF"/>
                </a:solidFill>
                <a:latin typeface="Arial"/>
                <a:cs typeface="Arial"/>
              </a:rPr>
              <a:t>ahorro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24863" y="2810150"/>
            <a:ext cx="4209415" cy="1635760"/>
            <a:chOff x="4324863" y="2810150"/>
            <a:chExt cx="4209415" cy="1635760"/>
          </a:xfrm>
        </p:grpSpPr>
        <p:sp>
          <p:nvSpPr>
            <p:cNvPr id="16" name="object 16"/>
            <p:cNvSpPr/>
            <p:nvPr/>
          </p:nvSpPr>
          <p:spPr>
            <a:xfrm>
              <a:off x="4324863" y="2810150"/>
              <a:ext cx="1138555" cy="445134"/>
            </a:xfrm>
            <a:custGeom>
              <a:avLst/>
              <a:gdLst/>
              <a:ahLst/>
              <a:cxnLst/>
              <a:rect l="l" t="t" r="r" b="b"/>
              <a:pathLst>
                <a:path w="1138554" h="445135">
                  <a:moveTo>
                    <a:pt x="1138088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1138088" y="444757"/>
                  </a:lnTo>
                  <a:lnTo>
                    <a:pt x="1138088" y="0"/>
                  </a:lnTo>
                  <a:close/>
                </a:path>
              </a:pathLst>
            </a:custGeom>
            <a:solidFill>
              <a:srgbClr val="74C4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6699" y="4000727"/>
              <a:ext cx="2427605" cy="445134"/>
            </a:xfrm>
            <a:custGeom>
              <a:avLst/>
              <a:gdLst/>
              <a:ahLst/>
              <a:cxnLst/>
              <a:rect l="l" t="t" r="r" b="b"/>
              <a:pathLst>
                <a:path w="2427604" h="445135">
                  <a:moveTo>
                    <a:pt x="2427362" y="0"/>
                  </a:moveTo>
                  <a:lnTo>
                    <a:pt x="0" y="0"/>
                  </a:lnTo>
                  <a:lnTo>
                    <a:pt x="0" y="444757"/>
                  </a:lnTo>
                  <a:lnTo>
                    <a:pt x="2427362" y="444757"/>
                  </a:lnTo>
                  <a:lnTo>
                    <a:pt x="2427362" y="0"/>
                  </a:lnTo>
                  <a:close/>
                </a:path>
              </a:pathLst>
            </a:custGeom>
            <a:solidFill>
              <a:srgbClr val="C74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57883" y="2751988"/>
            <a:ext cx="4089400" cy="164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" dirty="0">
                <a:solidFill>
                  <a:srgbClr val="FFFFFF"/>
                </a:solidFill>
                <a:latin typeface="Arial"/>
                <a:cs typeface="Arial"/>
              </a:rPr>
              <a:t>Banca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90"/>
              </a:spcBef>
            </a:pPr>
            <a:endParaRPr sz="2800">
              <a:latin typeface="Arial"/>
              <a:cs typeface="Arial"/>
            </a:endParaRPr>
          </a:p>
          <a:p>
            <a:pPr marL="1794510">
              <a:lnSpc>
                <a:spcPct val="100000"/>
              </a:lnSpc>
              <a:spcBef>
                <a:spcPts val="5"/>
              </a:spcBef>
            </a:pPr>
            <a:r>
              <a:rPr sz="2800" spc="-155" dirty="0">
                <a:solidFill>
                  <a:srgbClr val="FFFFFF"/>
                </a:solidFill>
                <a:latin typeface="Arial"/>
                <a:cs typeface="Arial"/>
              </a:rPr>
              <a:t>Otras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entidades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8937" y="393409"/>
            <a:ext cx="6015355" cy="4750435"/>
            <a:chOff x="3128937" y="393409"/>
            <a:chExt cx="6015355" cy="475043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055" y="393409"/>
              <a:ext cx="127000" cy="47500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28155" y="411509"/>
              <a:ext cx="50800" cy="4732020"/>
            </a:xfrm>
            <a:custGeom>
              <a:avLst/>
              <a:gdLst/>
              <a:ahLst/>
              <a:cxnLst/>
              <a:rect l="l" t="t" r="r" b="b"/>
              <a:pathLst>
                <a:path w="50800" h="4732020">
                  <a:moveTo>
                    <a:pt x="50800" y="0"/>
                  </a:moveTo>
                  <a:lnTo>
                    <a:pt x="50800" y="4731990"/>
                  </a:lnTo>
                  <a:lnTo>
                    <a:pt x="0" y="4731990"/>
                  </a:lnTo>
                  <a:lnTo>
                    <a:pt x="0" y="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4F81BD">
                <a:alpha val="37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8937" y="4924869"/>
              <a:ext cx="5782219" cy="1270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167037" y="4968369"/>
              <a:ext cx="5706110" cy="0"/>
            </a:xfrm>
            <a:custGeom>
              <a:avLst/>
              <a:gdLst/>
              <a:ahLst/>
              <a:cxnLst/>
              <a:rect l="l" t="t" r="r" b="b"/>
              <a:pathLst>
                <a:path w="5706109">
                  <a:moveTo>
                    <a:pt x="0" y="0"/>
                  </a:moveTo>
                  <a:lnTo>
                    <a:pt x="5706019" y="0"/>
                  </a:lnTo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12839" y="1241502"/>
            <a:ext cx="1100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145" dirty="0">
                <a:latin typeface="Arial"/>
                <a:cs typeface="Arial"/>
              </a:rPr>
              <a:t>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2945" y="395267"/>
            <a:ext cx="2658110" cy="1033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9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044247"/>
                </a:solidFill>
                <a:latin typeface="Arial Narrow"/>
                <a:cs typeface="Arial Narrow"/>
              </a:rPr>
              <a:t>Visualización</a:t>
            </a:r>
            <a:endParaRPr sz="4000">
              <a:latin typeface="Arial Narrow"/>
              <a:cs typeface="Arial Narrow"/>
            </a:endParaRPr>
          </a:p>
          <a:p>
            <a:pPr marL="90170">
              <a:lnSpc>
                <a:spcPts val="3250"/>
              </a:lnSpc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Finalidad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448" y="1443827"/>
            <a:ext cx="27978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35" dirty="0">
                <a:latin typeface="Arial"/>
                <a:cs typeface="Arial"/>
              </a:rPr>
              <a:t>interpretación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14" dirty="0">
                <a:latin typeface="Arial"/>
                <a:cs typeface="Arial"/>
              </a:rPr>
              <a:t>evaluación</a:t>
            </a:r>
            <a:endParaRPr sz="2800" dirty="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25" dirty="0">
                <a:latin typeface="Arial"/>
                <a:cs typeface="Arial"/>
              </a:rPr>
              <a:t>comunicar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81127" y="386308"/>
            <a:ext cx="5279390" cy="49564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lang="es-ES" sz="2800" b="1" spc="-254" dirty="0">
                <a:latin typeface="Arial"/>
                <a:cs typeface="Arial"/>
              </a:rPr>
              <a:t>Tasa de paro en EEUU 2022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319703"/>
            <a:ext cx="3822474" cy="27871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</a:t>
            </a:r>
            <a:r>
              <a:rPr lang="es-ES" sz="1800" spc="-60" dirty="0">
                <a:latin typeface="Arial"/>
                <a:cs typeface="Arial"/>
              </a:rPr>
              <a:t>22</a:t>
            </a:r>
            <a:r>
              <a:rPr sz="1800" spc="-60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C26CFC-D505-8531-9FD9-E2986371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021A66-7ECA-383E-5F9F-AC301A034295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9CB9CC-39AC-F055-CCE0-6B0B87947F0C}"/>
              </a:ext>
            </a:extLst>
          </p:cNvPr>
          <p:cNvSpPr txBox="1"/>
          <p:nvPr/>
        </p:nvSpPr>
        <p:spPr>
          <a:xfrm>
            <a:off x="3481127" y="386308"/>
            <a:ext cx="52793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4" dirty="0">
                <a:latin typeface="Arial"/>
                <a:cs typeface="Arial"/>
              </a:rPr>
              <a:t>Resumir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29" dirty="0">
                <a:latin typeface="Arial"/>
                <a:cs typeface="Arial"/>
              </a:rPr>
              <a:t>bases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masivas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70" dirty="0">
                <a:latin typeface="Arial"/>
                <a:cs typeface="Arial"/>
              </a:rPr>
              <a:t> patrones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relevantes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A80CC2A-60A8-E14E-C778-56925E1CAA3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319703"/>
            <a:ext cx="3822474" cy="27871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27A7C4C-B334-644A-DB9F-BD9D56686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09CAA0-3653-8382-69DB-D6B6DB4F00BF}"/>
              </a:ext>
            </a:extLst>
          </p:cNvPr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</a:t>
            </a:r>
            <a:r>
              <a:rPr lang="es-ES" sz="1800" spc="-60">
                <a:latin typeface="Arial"/>
                <a:cs typeface="Arial"/>
              </a:rPr>
              <a:t>22</a:t>
            </a:r>
            <a:r>
              <a:rPr sz="1800" spc="-6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54313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437436-D8BB-D4EE-0696-B8CEA9BA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30ED01-5E35-844A-DE33-4F4B26A4B01A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2F6A85-F0EB-B3E2-3CCA-98E0A630E4E8}"/>
              </a:ext>
            </a:extLst>
          </p:cNvPr>
          <p:cNvSpPr txBox="1"/>
          <p:nvPr/>
        </p:nvSpPr>
        <p:spPr>
          <a:xfrm>
            <a:off x="3481127" y="386308"/>
            <a:ext cx="52793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4" dirty="0">
                <a:latin typeface="Arial"/>
                <a:cs typeface="Arial"/>
              </a:rPr>
              <a:t>Resumir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29" dirty="0">
                <a:latin typeface="Arial"/>
                <a:cs typeface="Arial"/>
              </a:rPr>
              <a:t>bases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masivas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70" dirty="0">
                <a:latin typeface="Arial"/>
                <a:cs typeface="Arial"/>
              </a:rPr>
              <a:t> patrones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relevantes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04C2049-9C2A-63E7-CAF2-160D085507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319703"/>
            <a:ext cx="3822474" cy="27871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D1A5E1C-361B-3AD0-FB8E-93A54AF44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7F6458A-EB64-E3E9-7816-8C1006A7F105}"/>
              </a:ext>
            </a:extLst>
          </p:cNvPr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</a:t>
            </a:r>
            <a:r>
              <a:rPr lang="es-ES" sz="1800" spc="-60">
                <a:latin typeface="Arial"/>
                <a:cs typeface="Arial"/>
              </a:rPr>
              <a:t>22</a:t>
            </a:r>
            <a:r>
              <a:rPr sz="1800" spc="-6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32046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20B615-31E2-8C56-6B7F-54DCCAAC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DBFD70-4222-A924-3E1E-B64C11C64903}"/>
              </a:ext>
            </a:extLst>
          </p:cNvPr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E2BD59-5394-1616-8475-DE06411FEE20}"/>
              </a:ext>
            </a:extLst>
          </p:cNvPr>
          <p:cNvSpPr txBox="1"/>
          <p:nvPr/>
        </p:nvSpPr>
        <p:spPr>
          <a:xfrm>
            <a:off x="3481127" y="386308"/>
            <a:ext cx="5279390" cy="14605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23215" indent="-285115">
              <a:lnSpc>
                <a:spcPct val="100000"/>
              </a:lnSpc>
              <a:spcBef>
                <a:spcPts val="5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254" dirty="0">
                <a:latin typeface="Arial"/>
                <a:cs typeface="Arial"/>
              </a:rPr>
              <a:t>Resumir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spc="-229" dirty="0">
                <a:latin typeface="Arial"/>
                <a:cs typeface="Arial"/>
              </a:rPr>
              <a:t>bases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datos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masivas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70" dirty="0">
                <a:latin typeface="Arial"/>
                <a:cs typeface="Arial"/>
              </a:rPr>
              <a:t> patrones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5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80" dirty="0">
                <a:latin typeface="Arial"/>
                <a:cs typeface="Arial"/>
              </a:rPr>
              <a:t>Identificación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de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b="1" spc="-225" dirty="0">
                <a:latin typeface="Arial"/>
                <a:cs typeface="Arial"/>
              </a:rPr>
              <a:t>datos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relevantes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AF89A5C-6B24-E4B3-9798-2D97D19BD4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2319703"/>
            <a:ext cx="3822474" cy="278716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C042920-AD7F-7213-27F8-B0F28D7DF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A7E891-4D3B-EFF1-480F-1EA5A98B354D}"/>
              </a:ext>
            </a:extLst>
          </p:cNvPr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</a:t>
            </a:r>
            <a:r>
              <a:rPr lang="es-ES" sz="1800" spc="-60">
                <a:latin typeface="Arial"/>
                <a:cs typeface="Arial"/>
              </a:rPr>
              <a:t>22</a:t>
            </a:r>
            <a:r>
              <a:rPr sz="1800" spc="-6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13976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7158" y="2038955"/>
            <a:ext cx="4230930" cy="30056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87420" y="384997"/>
            <a:ext cx="3655695" cy="9836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9"/>
              </a:spcBef>
            </a:pPr>
            <a:r>
              <a:rPr sz="2800" spc="-225" dirty="0">
                <a:latin typeface="Arial"/>
                <a:cs typeface="Arial"/>
              </a:rPr>
              <a:t>Resumen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300" dirty="0">
                <a:latin typeface="Arial"/>
                <a:cs typeface="Arial"/>
              </a:rPr>
              <a:t>/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identificación</a:t>
            </a:r>
            <a:endParaRPr sz="2800">
              <a:latin typeface="Arial"/>
              <a:cs typeface="Arial"/>
            </a:endParaRPr>
          </a:p>
          <a:p>
            <a:pPr marL="323215" indent="-285115">
              <a:lnSpc>
                <a:spcPct val="100000"/>
              </a:lnSpc>
              <a:spcBef>
                <a:spcPts val="409"/>
              </a:spcBef>
              <a:buFont typeface="Lucida Grande"/>
              <a:buChar char="▪"/>
              <a:tabLst>
                <a:tab pos="323215" algn="l"/>
              </a:tabLst>
            </a:pPr>
            <a:r>
              <a:rPr sz="2800" b="1" spc="-170" dirty="0">
                <a:latin typeface="Arial"/>
                <a:cs typeface="Arial"/>
              </a:rPr>
              <a:t>Nivel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4" dirty="0">
                <a:latin typeface="Arial"/>
                <a:cs typeface="Arial"/>
              </a:rPr>
              <a:t>de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45" dirty="0">
                <a:latin typeface="Arial"/>
                <a:cs typeface="Arial"/>
              </a:rPr>
              <a:t>agregación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4064" y="4673917"/>
            <a:ext cx="225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Fuente: </a:t>
            </a:r>
            <a:r>
              <a:rPr sz="1800" spc="-220" dirty="0">
                <a:latin typeface="Arial"/>
                <a:cs typeface="Arial"/>
              </a:rPr>
              <a:t>Tay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et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al.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(2018)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spc="-10" dirty="0">
                <a:solidFill>
                  <a:srgbClr val="C0504D"/>
                </a:solidFill>
              </a:rPr>
              <a:t>Volumen</a:t>
            </a:r>
            <a:endParaRPr sz="28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58188" y="220206"/>
            <a:ext cx="4585970" cy="4923790"/>
            <a:chOff x="4558188" y="220206"/>
            <a:chExt cx="4585970" cy="49237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8188" y="220206"/>
              <a:ext cx="4257431" cy="492329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3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55620" y="1150002"/>
            <a:ext cx="20313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Font typeface="Lucida Grande"/>
              <a:buChar char="▪"/>
              <a:tabLst>
                <a:tab pos="378460" algn="l"/>
              </a:tabLst>
            </a:pPr>
            <a:r>
              <a:rPr sz="2800" b="1" spc="-160" dirty="0">
                <a:latin typeface="Arial"/>
                <a:cs typeface="Arial"/>
              </a:rPr>
              <a:t>Inmediatez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81386" y="2096250"/>
            <a:ext cx="1771650" cy="1398270"/>
            <a:chOff x="2981386" y="2096250"/>
            <a:chExt cx="1771650" cy="13982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3555" y="2707726"/>
              <a:ext cx="1279370" cy="6396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1386" y="2218390"/>
              <a:ext cx="1276116" cy="12761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9486" y="2096250"/>
              <a:ext cx="1199916" cy="119991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2945" y="395267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2067" y="956082"/>
            <a:ext cx="13874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Velocidad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43347" y="694166"/>
            <a:ext cx="5800725" cy="4449445"/>
            <a:chOff x="3343347" y="694166"/>
            <a:chExt cx="5800725" cy="4449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3347" y="694166"/>
              <a:ext cx="5800652" cy="44100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54885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4844" y="1574124"/>
              <a:ext cx="2857382" cy="14334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9955" y="1616236"/>
              <a:ext cx="2727325" cy="1303655"/>
            </a:xfrm>
            <a:custGeom>
              <a:avLst/>
              <a:gdLst/>
              <a:ahLst/>
              <a:cxnLst/>
              <a:rect l="l" t="t" r="r" b="b"/>
              <a:pathLst>
                <a:path w="2727325" h="1303655">
                  <a:moveTo>
                    <a:pt x="2596822" y="0"/>
                  </a:moveTo>
                  <a:lnTo>
                    <a:pt x="0" y="945165"/>
                  </a:lnTo>
                  <a:lnTo>
                    <a:pt x="130340" y="1303268"/>
                  </a:lnTo>
                  <a:lnTo>
                    <a:pt x="2727161" y="358103"/>
                  </a:lnTo>
                  <a:lnTo>
                    <a:pt x="2596822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19955" y="1616236"/>
              <a:ext cx="2727325" cy="1303655"/>
            </a:xfrm>
            <a:custGeom>
              <a:avLst/>
              <a:gdLst/>
              <a:ahLst/>
              <a:cxnLst/>
              <a:rect l="l" t="t" r="r" b="b"/>
              <a:pathLst>
                <a:path w="2727325" h="1303655">
                  <a:moveTo>
                    <a:pt x="0" y="945165"/>
                  </a:moveTo>
                  <a:lnTo>
                    <a:pt x="2596822" y="0"/>
                  </a:lnTo>
                  <a:lnTo>
                    <a:pt x="2727161" y="358103"/>
                  </a:lnTo>
                  <a:lnTo>
                    <a:pt x="130339" y="1303269"/>
                  </a:lnTo>
                  <a:lnTo>
                    <a:pt x="0" y="945165"/>
                  </a:lnTo>
                  <a:close/>
                </a:path>
              </a:pathLst>
            </a:custGeom>
            <a:ln w="25399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61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  <a:p>
            <a:pPr marL="81280">
              <a:lnSpc>
                <a:spcPts val="3170"/>
              </a:lnSpc>
            </a:pPr>
            <a:r>
              <a:rPr sz="2800" dirty="0">
                <a:solidFill>
                  <a:srgbClr val="C0504D"/>
                </a:solidFill>
              </a:rPr>
              <a:t>Cuadro</a:t>
            </a:r>
            <a:r>
              <a:rPr sz="2800" spc="-20" dirty="0">
                <a:solidFill>
                  <a:srgbClr val="C0504D"/>
                </a:solidFill>
              </a:rPr>
              <a:t> </a:t>
            </a:r>
            <a:r>
              <a:rPr sz="2800" dirty="0">
                <a:solidFill>
                  <a:srgbClr val="C0504D"/>
                </a:solidFill>
              </a:rPr>
              <a:t>de</a:t>
            </a:r>
            <a:r>
              <a:rPr sz="2800" spc="-15" dirty="0">
                <a:solidFill>
                  <a:srgbClr val="C0504D"/>
                </a:solidFill>
              </a:rPr>
              <a:t> </a:t>
            </a:r>
            <a:r>
              <a:rPr sz="2800" spc="-10" dirty="0">
                <a:solidFill>
                  <a:srgbClr val="C0504D"/>
                </a:solidFill>
              </a:rPr>
              <a:t>mando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 rot="20460000">
            <a:off x="4733802" y="2153280"/>
            <a:ext cx="251321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5"/>
              </a:lnSpc>
            </a:pPr>
            <a:r>
              <a:rPr sz="4200" spc="-172" baseline="-3968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4200" spc="-172" baseline="-2976" dirty="0">
                <a:solidFill>
                  <a:srgbClr val="FFFFFF"/>
                </a:solidFill>
                <a:latin typeface="Arial"/>
                <a:cs typeface="Arial"/>
              </a:rPr>
              <a:t>fin</a:t>
            </a:r>
            <a:r>
              <a:rPr sz="4200" spc="-172" baseline="-1984" dirty="0">
                <a:solidFill>
                  <a:srgbClr val="FFFFFF"/>
                </a:solidFill>
                <a:latin typeface="Arial"/>
                <a:cs typeface="Arial"/>
              </a:rPr>
              <a:t>ir</a:t>
            </a:r>
            <a:r>
              <a:rPr sz="4200" spc="-217" baseline="-198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200" spc="-120" baseline="-198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strateg</a:t>
            </a:r>
            <a:r>
              <a:rPr sz="4200" spc="-120" baseline="1984" dirty="0">
                <a:solidFill>
                  <a:srgbClr val="FFFFFF"/>
                </a:solidFill>
                <a:latin typeface="Arial"/>
                <a:cs typeface="Arial"/>
              </a:rPr>
              <a:t>ia</a:t>
            </a:r>
            <a:endParaRPr sz="4200" baseline="1984" dirty="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92845" y="2921950"/>
            <a:ext cx="4455795" cy="943610"/>
            <a:chOff x="4192845" y="2921950"/>
            <a:chExt cx="4455795" cy="9436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2845" y="2921950"/>
              <a:ext cx="4455708" cy="9430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48677" y="2954783"/>
              <a:ext cx="4344670" cy="831850"/>
            </a:xfrm>
            <a:custGeom>
              <a:avLst/>
              <a:gdLst/>
              <a:ahLst/>
              <a:cxnLst/>
              <a:rect l="l" t="t" r="r" b="b"/>
              <a:pathLst>
                <a:path w="4344670" h="831850">
                  <a:moveTo>
                    <a:pt x="4304210" y="0"/>
                  </a:moveTo>
                  <a:lnTo>
                    <a:pt x="0" y="452390"/>
                  </a:lnTo>
                  <a:lnTo>
                    <a:pt x="39834" y="831388"/>
                  </a:lnTo>
                  <a:lnTo>
                    <a:pt x="4344045" y="378998"/>
                  </a:lnTo>
                  <a:lnTo>
                    <a:pt x="4304210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8677" y="2954782"/>
              <a:ext cx="4344670" cy="831850"/>
            </a:xfrm>
            <a:custGeom>
              <a:avLst/>
              <a:gdLst/>
              <a:ahLst/>
              <a:cxnLst/>
              <a:rect l="l" t="t" r="r" b="b"/>
              <a:pathLst>
                <a:path w="4344670" h="831850">
                  <a:moveTo>
                    <a:pt x="0" y="452390"/>
                  </a:moveTo>
                  <a:lnTo>
                    <a:pt x="4304209" y="0"/>
                  </a:lnTo>
                  <a:lnTo>
                    <a:pt x="4344044" y="378998"/>
                  </a:lnTo>
                  <a:lnTo>
                    <a:pt x="39834" y="831389"/>
                  </a:lnTo>
                  <a:lnTo>
                    <a:pt x="0" y="452390"/>
                  </a:lnTo>
                  <a:close/>
                </a:path>
              </a:pathLst>
            </a:custGeom>
            <a:ln w="25400">
              <a:solidFill>
                <a:srgbClr val="8C3A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21240000">
            <a:off x="4282890" y="3212064"/>
            <a:ext cx="422693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spc="-185" dirty="0">
                <a:solidFill>
                  <a:srgbClr val="FFFFFF"/>
                </a:solidFill>
                <a:latin typeface="Arial"/>
                <a:cs typeface="Arial"/>
              </a:rPr>
              <a:t>Hacer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 seguimiento</a:t>
            </a:r>
            <a:r>
              <a:rPr sz="2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"/>
                <a:cs typeface="Arial"/>
              </a:rPr>
              <a:t>estrategia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1961" y="933406"/>
            <a:ext cx="3226435" cy="2210435"/>
            <a:chOff x="5891961" y="933406"/>
            <a:chExt cx="3226435" cy="221043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1961" y="933406"/>
              <a:ext cx="3226205" cy="22098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5461" y="973905"/>
              <a:ext cx="3099435" cy="2083435"/>
            </a:xfrm>
            <a:custGeom>
              <a:avLst/>
              <a:gdLst/>
              <a:ahLst/>
              <a:cxnLst/>
              <a:rect l="l" t="t" r="r" b="b"/>
              <a:pathLst>
                <a:path w="3099434" h="2083435">
                  <a:moveTo>
                    <a:pt x="3099205" y="0"/>
                  </a:moveTo>
                  <a:lnTo>
                    <a:pt x="0" y="0"/>
                  </a:lnTo>
                  <a:lnTo>
                    <a:pt x="0" y="2082854"/>
                  </a:lnTo>
                  <a:lnTo>
                    <a:pt x="3099205" y="2082854"/>
                  </a:lnTo>
                  <a:lnTo>
                    <a:pt x="30992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55461" y="973905"/>
              <a:ext cx="3099435" cy="2083435"/>
            </a:xfrm>
            <a:custGeom>
              <a:avLst/>
              <a:gdLst/>
              <a:ahLst/>
              <a:cxnLst/>
              <a:rect l="l" t="t" r="r" b="b"/>
              <a:pathLst>
                <a:path w="3099434" h="2083435">
                  <a:moveTo>
                    <a:pt x="0" y="0"/>
                  </a:moveTo>
                  <a:lnTo>
                    <a:pt x="3099205" y="0"/>
                  </a:lnTo>
                  <a:lnTo>
                    <a:pt x="3099205" y="2082854"/>
                  </a:lnTo>
                  <a:lnTo>
                    <a:pt x="0" y="208285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053411" y="3693523"/>
            <a:ext cx="785495" cy="692150"/>
            <a:chOff x="7053411" y="3693523"/>
            <a:chExt cx="785495" cy="69215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3411" y="3693523"/>
              <a:ext cx="785477" cy="6919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096273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482686" y="281456"/>
                  </a:moveTo>
                  <a:lnTo>
                    <a:pt x="217064" y="281456"/>
                  </a:lnTo>
                  <a:lnTo>
                    <a:pt x="222508" y="317740"/>
                  </a:lnTo>
                  <a:lnTo>
                    <a:pt x="229925" y="343470"/>
                  </a:lnTo>
                  <a:lnTo>
                    <a:pt x="240343" y="363166"/>
                  </a:lnTo>
                  <a:lnTo>
                    <a:pt x="254788" y="381350"/>
                  </a:lnTo>
                  <a:lnTo>
                    <a:pt x="254398" y="408740"/>
                  </a:lnTo>
                  <a:lnTo>
                    <a:pt x="238903" y="459358"/>
                  </a:lnTo>
                  <a:lnTo>
                    <a:pt x="197674" y="496910"/>
                  </a:lnTo>
                  <a:lnTo>
                    <a:pt x="150272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2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8" y="542923"/>
                  </a:lnTo>
                  <a:lnTo>
                    <a:pt x="616238" y="523151"/>
                  </a:lnTo>
                  <a:lnTo>
                    <a:pt x="563024" y="514133"/>
                  </a:lnTo>
                  <a:lnTo>
                    <a:pt x="550269" y="512961"/>
                  </a:lnTo>
                  <a:lnTo>
                    <a:pt x="549858" y="512961"/>
                  </a:lnTo>
                  <a:lnTo>
                    <a:pt x="536426" y="510477"/>
                  </a:lnTo>
                  <a:lnTo>
                    <a:pt x="536294" y="510477"/>
                  </a:lnTo>
                  <a:lnTo>
                    <a:pt x="523132" y="506626"/>
                  </a:lnTo>
                  <a:lnTo>
                    <a:pt x="510576" y="501355"/>
                  </a:lnTo>
                  <a:lnTo>
                    <a:pt x="507909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40"/>
                  </a:lnTo>
                  <a:lnTo>
                    <a:pt x="445018" y="381350"/>
                  </a:lnTo>
                  <a:lnTo>
                    <a:pt x="459429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6" y="281456"/>
                  </a:lnTo>
                  <a:close/>
                </a:path>
                <a:path w="699770" h="606425">
                  <a:moveTo>
                    <a:pt x="494687" y="281456"/>
                  </a:moveTo>
                  <a:lnTo>
                    <a:pt x="482686" y="281456"/>
                  </a:lnTo>
                  <a:lnTo>
                    <a:pt x="485708" y="282523"/>
                  </a:lnTo>
                  <a:lnTo>
                    <a:pt x="493354" y="284123"/>
                  </a:lnTo>
                  <a:lnTo>
                    <a:pt x="494687" y="281456"/>
                  </a:lnTo>
                  <a:close/>
                </a:path>
                <a:path w="699770" h="606425">
                  <a:moveTo>
                    <a:pt x="202519" y="183830"/>
                  </a:moveTo>
                  <a:lnTo>
                    <a:pt x="197718" y="183830"/>
                  </a:lnTo>
                  <a:lnTo>
                    <a:pt x="192563" y="184008"/>
                  </a:lnTo>
                  <a:lnTo>
                    <a:pt x="181218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1" y="277012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494687" y="281456"/>
                  </a:lnTo>
                  <a:lnTo>
                    <a:pt x="496910" y="277012"/>
                  </a:lnTo>
                  <a:lnTo>
                    <a:pt x="509249" y="248329"/>
                  </a:lnTo>
                  <a:lnTo>
                    <a:pt x="517877" y="218242"/>
                  </a:lnTo>
                  <a:lnTo>
                    <a:pt x="518604" y="194289"/>
                  </a:lnTo>
                  <a:lnTo>
                    <a:pt x="507243" y="184008"/>
                  </a:lnTo>
                  <a:lnTo>
                    <a:pt x="206786" y="184008"/>
                  </a:lnTo>
                  <a:lnTo>
                    <a:pt x="202519" y="183830"/>
                  </a:lnTo>
                  <a:close/>
                </a:path>
                <a:path w="699770" h="606425">
                  <a:moveTo>
                    <a:pt x="349904" y="0"/>
                  </a:moveTo>
                  <a:lnTo>
                    <a:pt x="298075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1"/>
                  </a:lnTo>
                  <a:lnTo>
                    <a:pt x="205868" y="136172"/>
                  </a:lnTo>
                  <a:lnTo>
                    <a:pt x="205624" y="159542"/>
                  </a:lnTo>
                  <a:lnTo>
                    <a:pt x="206769" y="183652"/>
                  </a:lnTo>
                  <a:lnTo>
                    <a:pt x="206786" y="184008"/>
                  </a:lnTo>
                  <a:lnTo>
                    <a:pt x="493020" y="184008"/>
                  </a:lnTo>
                  <a:lnTo>
                    <a:pt x="494202" y="159542"/>
                  </a:lnTo>
                  <a:lnTo>
                    <a:pt x="491883" y="114136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4" y="0"/>
                  </a:lnTo>
                  <a:close/>
                </a:path>
                <a:path w="699770" h="606425">
                  <a:moveTo>
                    <a:pt x="497287" y="183652"/>
                  </a:moveTo>
                  <a:lnTo>
                    <a:pt x="493020" y="184008"/>
                  </a:lnTo>
                  <a:lnTo>
                    <a:pt x="507243" y="184008"/>
                  </a:lnTo>
                  <a:lnTo>
                    <a:pt x="497287" y="183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6273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349903" y="0"/>
                  </a:moveTo>
                  <a:lnTo>
                    <a:pt x="298074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0"/>
                  </a:lnTo>
                  <a:lnTo>
                    <a:pt x="205870" y="136105"/>
                  </a:lnTo>
                  <a:lnTo>
                    <a:pt x="205621" y="159467"/>
                  </a:lnTo>
                  <a:lnTo>
                    <a:pt x="206786" y="184007"/>
                  </a:lnTo>
                  <a:lnTo>
                    <a:pt x="202519" y="183830"/>
                  </a:lnTo>
                  <a:lnTo>
                    <a:pt x="197719" y="183830"/>
                  </a:lnTo>
                  <a:lnTo>
                    <a:pt x="192563" y="184007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2" y="277011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49"/>
                  </a:lnTo>
                  <a:lnTo>
                    <a:pt x="254399" y="408739"/>
                  </a:lnTo>
                  <a:lnTo>
                    <a:pt x="238904" y="459358"/>
                  </a:lnTo>
                  <a:lnTo>
                    <a:pt x="197675" y="496910"/>
                  </a:lnTo>
                  <a:lnTo>
                    <a:pt x="194830" y="498510"/>
                  </a:lnTo>
                  <a:lnTo>
                    <a:pt x="192019" y="5001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349903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49454" y="512886"/>
                  </a:lnTo>
                  <a:lnTo>
                    <a:pt x="536067" y="510410"/>
                  </a:lnTo>
                  <a:lnTo>
                    <a:pt x="523047" y="506601"/>
                  </a:lnTo>
                  <a:lnTo>
                    <a:pt x="510577" y="501354"/>
                  </a:lnTo>
                  <a:lnTo>
                    <a:pt x="507910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39"/>
                  </a:lnTo>
                  <a:lnTo>
                    <a:pt x="445019" y="381349"/>
                  </a:lnTo>
                  <a:lnTo>
                    <a:pt x="459430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7" y="281456"/>
                  </a:lnTo>
                  <a:lnTo>
                    <a:pt x="485709" y="282523"/>
                  </a:lnTo>
                  <a:lnTo>
                    <a:pt x="509250" y="248329"/>
                  </a:lnTo>
                  <a:lnTo>
                    <a:pt x="518605" y="194289"/>
                  </a:lnTo>
                  <a:lnTo>
                    <a:pt x="507244" y="184007"/>
                  </a:lnTo>
                  <a:lnTo>
                    <a:pt x="502088" y="183830"/>
                  </a:lnTo>
                  <a:lnTo>
                    <a:pt x="497288" y="183652"/>
                  </a:lnTo>
                  <a:lnTo>
                    <a:pt x="493021" y="184007"/>
                  </a:lnTo>
                  <a:lnTo>
                    <a:pt x="494203" y="159542"/>
                  </a:lnTo>
                  <a:lnTo>
                    <a:pt x="493976" y="136172"/>
                  </a:lnTo>
                  <a:lnTo>
                    <a:pt x="487465" y="93670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80592" y="3693523"/>
            <a:ext cx="785495" cy="692150"/>
            <a:chOff x="3080592" y="3693523"/>
            <a:chExt cx="785495" cy="6921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0592" y="3693523"/>
              <a:ext cx="785477" cy="69197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123454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482687" y="281456"/>
                  </a:move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50"/>
                  </a:lnTo>
                  <a:lnTo>
                    <a:pt x="254400" y="408740"/>
                  </a:lnTo>
                  <a:lnTo>
                    <a:pt x="238905" y="459358"/>
                  </a:lnTo>
                  <a:lnTo>
                    <a:pt x="197675" y="4969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50269" y="512961"/>
                  </a:lnTo>
                  <a:lnTo>
                    <a:pt x="549859" y="512961"/>
                  </a:lnTo>
                  <a:lnTo>
                    <a:pt x="536427" y="510477"/>
                  </a:lnTo>
                  <a:lnTo>
                    <a:pt x="536295" y="510477"/>
                  </a:lnTo>
                  <a:lnTo>
                    <a:pt x="523133" y="506626"/>
                  </a:lnTo>
                  <a:lnTo>
                    <a:pt x="510578" y="501355"/>
                  </a:lnTo>
                  <a:lnTo>
                    <a:pt x="507911" y="499932"/>
                  </a:lnTo>
                  <a:lnTo>
                    <a:pt x="505099" y="498510"/>
                  </a:lnTo>
                  <a:lnTo>
                    <a:pt x="460781" y="459358"/>
                  </a:lnTo>
                  <a:lnTo>
                    <a:pt x="445352" y="408740"/>
                  </a:lnTo>
                  <a:lnTo>
                    <a:pt x="445019" y="381350"/>
                  </a:lnTo>
                  <a:lnTo>
                    <a:pt x="459430" y="363166"/>
                  </a:lnTo>
                  <a:lnTo>
                    <a:pt x="469787" y="343470"/>
                  </a:lnTo>
                  <a:lnTo>
                    <a:pt x="477176" y="317740"/>
                  </a:lnTo>
                  <a:lnTo>
                    <a:pt x="482687" y="281456"/>
                  </a:lnTo>
                  <a:close/>
                </a:path>
                <a:path w="699770" h="606425">
                  <a:moveTo>
                    <a:pt x="494687" y="281456"/>
                  </a:moveTo>
                  <a:lnTo>
                    <a:pt x="482687" y="281456"/>
                  </a:lnTo>
                  <a:lnTo>
                    <a:pt x="485710" y="282523"/>
                  </a:lnTo>
                  <a:lnTo>
                    <a:pt x="493354" y="284123"/>
                  </a:lnTo>
                  <a:lnTo>
                    <a:pt x="494687" y="281456"/>
                  </a:lnTo>
                  <a:close/>
                </a:path>
                <a:path w="699770" h="606425">
                  <a:moveTo>
                    <a:pt x="202520" y="183830"/>
                  </a:moveTo>
                  <a:lnTo>
                    <a:pt x="197719" y="183830"/>
                  </a:lnTo>
                  <a:lnTo>
                    <a:pt x="192563" y="184008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1" y="277012"/>
                  </a:lnTo>
                  <a:lnTo>
                    <a:pt x="206397" y="283945"/>
                  </a:lnTo>
                  <a:lnTo>
                    <a:pt x="213865" y="282345"/>
                  </a:lnTo>
                  <a:lnTo>
                    <a:pt x="217064" y="281456"/>
                  </a:lnTo>
                  <a:lnTo>
                    <a:pt x="494687" y="281456"/>
                  </a:lnTo>
                  <a:lnTo>
                    <a:pt x="496910" y="277012"/>
                  </a:lnTo>
                  <a:lnTo>
                    <a:pt x="509250" y="248329"/>
                  </a:lnTo>
                  <a:lnTo>
                    <a:pt x="517877" y="218242"/>
                  </a:lnTo>
                  <a:lnTo>
                    <a:pt x="518605" y="194289"/>
                  </a:lnTo>
                  <a:lnTo>
                    <a:pt x="507244" y="184008"/>
                  </a:lnTo>
                  <a:lnTo>
                    <a:pt x="206786" y="184008"/>
                  </a:lnTo>
                  <a:lnTo>
                    <a:pt x="202520" y="183830"/>
                  </a:lnTo>
                  <a:close/>
                </a:path>
                <a:path w="699770" h="606425">
                  <a:moveTo>
                    <a:pt x="349904" y="0"/>
                  </a:moveTo>
                  <a:lnTo>
                    <a:pt x="298075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1"/>
                  </a:lnTo>
                  <a:lnTo>
                    <a:pt x="205869" y="136172"/>
                  </a:lnTo>
                  <a:lnTo>
                    <a:pt x="205624" y="159542"/>
                  </a:lnTo>
                  <a:lnTo>
                    <a:pt x="206769" y="183652"/>
                  </a:lnTo>
                  <a:lnTo>
                    <a:pt x="206786" y="184008"/>
                  </a:lnTo>
                  <a:lnTo>
                    <a:pt x="493021" y="184008"/>
                  </a:lnTo>
                  <a:lnTo>
                    <a:pt x="494203" y="159542"/>
                  </a:lnTo>
                  <a:lnTo>
                    <a:pt x="493977" y="136172"/>
                  </a:lnTo>
                  <a:lnTo>
                    <a:pt x="487465" y="93671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4" y="0"/>
                  </a:lnTo>
                  <a:close/>
                </a:path>
                <a:path w="699770" h="606425">
                  <a:moveTo>
                    <a:pt x="497288" y="183652"/>
                  </a:moveTo>
                  <a:lnTo>
                    <a:pt x="493021" y="184008"/>
                  </a:lnTo>
                  <a:lnTo>
                    <a:pt x="507244" y="184008"/>
                  </a:lnTo>
                  <a:lnTo>
                    <a:pt x="497288" y="183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3454" y="3716385"/>
              <a:ext cx="699770" cy="606425"/>
            </a:xfrm>
            <a:custGeom>
              <a:avLst/>
              <a:gdLst/>
              <a:ahLst/>
              <a:cxnLst/>
              <a:rect l="l" t="t" r="r" b="b"/>
              <a:pathLst>
                <a:path w="699770" h="606425">
                  <a:moveTo>
                    <a:pt x="349903" y="0"/>
                  </a:moveTo>
                  <a:lnTo>
                    <a:pt x="298074" y="6885"/>
                  </a:lnTo>
                  <a:lnTo>
                    <a:pt x="258094" y="26167"/>
                  </a:lnTo>
                  <a:lnTo>
                    <a:pt x="229614" y="55783"/>
                  </a:lnTo>
                  <a:lnTo>
                    <a:pt x="212286" y="93670"/>
                  </a:lnTo>
                  <a:lnTo>
                    <a:pt x="205870" y="136105"/>
                  </a:lnTo>
                  <a:lnTo>
                    <a:pt x="205621" y="159467"/>
                  </a:lnTo>
                  <a:lnTo>
                    <a:pt x="206786" y="184007"/>
                  </a:lnTo>
                  <a:lnTo>
                    <a:pt x="202519" y="183830"/>
                  </a:lnTo>
                  <a:lnTo>
                    <a:pt x="197719" y="183830"/>
                  </a:lnTo>
                  <a:lnTo>
                    <a:pt x="192563" y="184007"/>
                  </a:lnTo>
                  <a:lnTo>
                    <a:pt x="181219" y="194289"/>
                  </a:lnTo>
                  <a:lnTo>
                    <a:pt x="181968" y="218242"/>
                  </a:lnTo>
                  <a:lnTo>
                    <a:pt x="190585" y="248329"/>
                  </a:lnTo>
                  <a:lnTo>
                    <a:pt x="202842" y="277011"/>
                  </a:lnTo>
                  <a:lnTo>
                    <a:pt x="206397" y="283945"/>
                  </a:lnTo>
                  <a:lnTo>
                    <a:pt x="213864" y="282345"/>
                  </a:lnTo>
                  <a:lnTo>
                    <a:pt x="217064" y="281456"/>
                  </a:lnTo>
                  <a:lnTo>
                    <a:pt x="222509" y="317740"/>
                  </a:lnTo>
                  <a:lnTo>
                    <a:pt x="229926" y="343470"/>
                  </a:lnTo>
                  <a:lnTo>
                    <a:pt x="240344" y="363166"/>
                  </a:lnTo>
                  <a:lnTo>
                    <a:pt x="254788" y="381349"/>
                  </a:lnTo>
                  <a:lnTo>
                    <a:pt x="254399" y="408739"/>
                  </a:lnTo>
                  <a:lnTo>
                    <a:pt x="238904" y="459358"/>
                  </a:lnTo>
                  <a:lnTo>
                    <a:pt x="197675" y="496910"/>
                  </a:lnTo>
                  <a:lnTo>
                    <a:pt x="194830" y="498510"/>
                  </a:lnTo>
                  <a:lnTo>
                    <a:pt x="192019" y="500110"/>
                  </a:lnTo>
                  <a:lnTo>
                    <a:pt x="150273" y="512961"/>
                  </a:lnTo>
                  <a:lnTo>
                    <a:pt x="136728" y="514133"/>
                  </a:lnTo>
                  <a:lnTo>
                    <a:pt x="83512" y="523151"/>
                  </a:lnTo>
                  <a:lnTo>
                    <a:pt x="46363" y="542923"/>
                  </a:lnTo>
                  <a:lnTo>
                    <a:pt x="20213" y="571329"/>
                  </a:lnTo>
                  <a:lnTo>
                    <a:pt x="0" y="606248"/>
                  </a:lnTo>
                  <a:lnTo>
                    <a:pt x="349903" y="606248"/>
                  </a:lnTo>
                  <a:lnTo>
                    <a:pt x="699752" y="606248"/>
                  </a:lnTo>
                  <a:lnTo>
                    <a:pt x="679538" y="571329"/>
                  </a:lnTo>
                  <a:lnTo>
                    <a:pt x="653389" y="542923"/>
                  </a:lnTo>
                  <a:lnTo>
                    <a:pt x="616239" y="523151"/>
                  </a:lnTo>
                  <a:lnTo>
                    <a:pt x="563024" y="514133"/>
                  </a:lnTo>
                  <a:lnTo>
                    <a:pt x="549454" y="512886"/>
                  </a:lnTo>
                  <a:lnTo>
                    <a:pt x="536067" y="510410"/>
                  </a:lnTo>
                  <a:lnTo>
                    <a:pt x="523047" y="506601"/>
                  </a:lnTo>
                  <a:lnTo>
                    <a:pt x="510577" y="501354"/>
                  </a:lnTo>
                  <a:lnTo>
                    <a:pt x="507910" y="499932"/>
                  </a:lnTo>
                  <a:lnTo>
                    <a:pt x="505099" y="498510"/>
                  </a:lnTo>
                  <a:lnTo>
                    <a:pt x="460780" y="459358"/>
                  </a:lnTo>
                  <a:lnTo>
                    <a:pt x="445352" y="408739"/>
                  </a:lnTo>
                  <a:lnTo>
                    <a:pt x="445019" y="381349"/>
                  </a:lnTo>
                  <a:lnTo>
                    <a:pt x="459430" y="363166"/>
                  </a:lnTo>
                  <a:lnTo>
                    <a:pt x="469786" y="343470"/>
                  </a:lnTo>
                  <a:lnTo>
                    <a:pt x="477176" y="317740"/>
                  </a:lnTo>
                  <a:lnTo>
                    <a:pt x="482687" y="281456"/>
                  </a:lnTo>
                  <a:lnTo>
                    <a:pt x="485709" y="282523"/>
                  </a:lnTo>
                  <a:lnTo>
                    <a:pt x="509250" y="248329"/>
                  </a:lnTo>
                  <a:lnTo>
                    <a:pt x="518605" y="194289"/>
                  </a:lnTo>
                  <a:lnTo>
                    <a:pt x="507244" y="184007"/>
                  </a:lnTo>
                  <a:lnTo>
                    <a:pt x="502088" y="183830"/>
                  </a:lnTo>
                  <a:lnTo>
                    <a:pt x="497288" y="183652"/>
                  </a:lnTo>
                  <a:lnTo>
                    <a:pt x="493021" y="184007"/>
                  </a:lnTo>
                  <a:lnTo>
                    <a:pt x="494203" y="159542"/>
                  </a:lnTo>
                  <a:lnTo>
                    <a:pt x="493976" y="136172"/>
                  </a:lnTo>
                  <a:lnTo>
                    <a:pt x="487465" y="93670"/>
                  </a:lnTo>
                  <a:lnTo>
                    <a:pt x="470146" y="55783"/>
                  </a:lnTo>
                  <a:lnTo>
                    <a:pt x="441685" y="26167"/>
                  </a:lnTo>
                  <a:lnTo>
                    <a:pt x="401724" y="6885"/>
                  </a:lnTo>
                  <a:lnTo>
                    <a:pt x="349903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912515" y="3871870"/>
            <a:ext cx="3208655" cy="335280"/>
            <a:chOff x="3912515" y="3871870"/>
            <a:chExt cx="3208655" cy="33528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2515" y="3871870"/>
              <a:ext cx="3208534" cy="3352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177945" y="4019510"/>
              <a:ext cx="2905125" cy="0"/>
            </a:xfrm>
            <a:custGeom>
              <a:avLst/>
              <a:gdLst/>
              <a:ahLst/>
              <a:cxnLst/>
              <a:rect l="l" t="t" r="r" b="b"/>
              <a:pathLst>
                <a:path w="2905125">
                  <a:moveTo>
                    <a:pt x="2905004" y="0"/>
                  </a:moveTo>
                  <a:lnTo>
                    <a:pt x="31750" y="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50615" y="388997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9080" y="0"/>
                  </a:moveTo>
                  <a:lnTo>
                    <a:pt x="0" y="129540"/>
                  </a:lnTo>
                  <a:lnTo>
                    <a:pt x="259080" y="25908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957477" y="1294459"/>
            <a:ext cx="540385" cy="540385"/>
            <a:chOff x="6957477" y="1294459"/>
            <a:chExt cx="540385" cy="54038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57477" y="1294459"/>
              <a:ext cx="540079" cy="53993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008277" y="1322261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20209" y="225318"/>
                  </a:moveTo>
                  <a:lnTo>
                    <a:pt x="218235" y="225318"/>
                  </a:lnTo>
                  <a:lnTo>
                    <a:pt x="217274" y="225605"/>
                  </a:lnTo>
                  <a:lnTo>
                    <a:pt x="32985" y="331976"/>
                  </a:lnTo>
                  <a:lnTo>
                    <a:pt x="32490" y="333988"/>
                  </a:lnTo>
                  <a:lnTo>
                    <a:pt x="33453" y="335508"/>
                  </a:lnTo>
                  <a:lnTo>
                    <a:pt x="60147" y="369917"/>
                  </a:lnTo>
                  <a:lnTo>
                    <a:pt x="93045" y="398382"/>
                  </a:lnTo>
                  <a:lnTo>
                    <a:pt x="131173" y="419926"/>
                  </a:lnTo>
                  <a:lnTo>
                    <a:pt x="173557" y="433570"/>
                  </a:lnTo>
                  <a:lnTo>
                    <a:pt x="219222" y="438335"/>
                  </a:lnTo>
                  <a:lnTo>
                    <a:pt x="264891" y="433570"/>
                  </a:lnTo>
                  <a:lnTo>
                    <a:pt x="307283" y="419926"/>
                  </a:lnTo>
                  <a:lnTo>
                    <a:pt x="345422" y="398382"/>
                  </a:lnTo>
                  <a:lnTo>
                    <a:pt x="378329" y="369917"/>
                  </a:lnTo>
                  <a:lnTo>
                    <a:pt x="405027" y="335508"/>
                  </a:lnTo>
                  <a:lnTo>
                    <a:pt x="405979" y="333988"/>
                  </a:lnTo>
                  <a:lnTo>
                    <a:pt x="405494" y="331976"/>
                  </a:lnTo>
                  <a:lnTo>
                    <a:pt x="221206" y="225605"/>
                  </a:lnTo>
                  <a:lnTo>
                    <a:pt x="220209" y="225318"/>
                  </a:lnTo>
                  <a:close/>
                </a:path>
                <a:path w="438784" h="438785">
                  <a:moveTo>
                    <a:pt x="213170" y="0"/>
                  </a:moveTo>
                  <a:lnTo>
                    <a:pt x="211312" y="0"/>
                  </a:lnTo>
                  <a:lnTo>
                    <a:pt x="162639" y="7237"/>
                  </a:lnTo>
                  <a:lnTo>
                    <a:pt x="118075" y="24544"/>
                  </a:lnTo>
                  <a:lnTo>
                    <a:pt x="78852" y="50691"/>
                  </a:lnTo>
                  <a:lnTo>
                    <a:pt x="46202" y="84449"/>
                  </a:lnTo>
                  <a:lnTo>
                    <a:pt x="21355" y="124586"/>
                  </a:lnTo>
                  <a:lnTo>
                    <a:pt x="5544" y="169872"/>
                  </a:lnTo>
                  <a:lnTo>
                    <a:pt x="0" y="219077"/>
                  </a:lnTo>
                  <a:lnTo>
                    <a:pt x="1697" y="246477"/>
                  </a:lnTo>
                  <a:lnTo>
                    <a:pt x="14655" y="298037"/>
                  </a:lnTo>
                  <a:lnTo>
                    <a:pt x="28346" y="323922"/>
                  </a:lnTo>
                  <a:lnTo>
                    <a:pt x="213512" y="217039"/>
                  </a:lnTo>
                  <a:lnTo>
                    <a:pt x="214577" y="215134"/>
                  </a:lnTo>
                  <a:lnTo>
                    <a:pt x="214577" y="1393"/>
                  </a:lnTo>
                  <a:lnTo>
                    <a:pt x="213170" y="0"/>
                  </a:lnTo>
                  <a:close/>
                </a:path>
                <a:path w="438784" h="438785">
                  <a:moveTo>
                    <a:pt x="227168" y="0"/>
                  </a:moveTo>
                  <a:lnTo>
                    <a:pt x="225298" y="0"/>
                  </a:lnTo>
                  <a:lnTo>
                    <a:pt x="223866" y="1393"/>
                  </a:lnTo>
                  <a:lnTo>
                    <a:pt x="223866" y="215134"/>
                  </a:lnTo>
                  <a:lnTo>
                    <a:pt x="224967" y="217039"/>
                  </a:lnTo>
                  <a:lnTo>
                    <a:pt x="410138" y="323922"/>
                  </a:lnTo>
                  <a:lnTo>
                    <a:pt x="412085" y="323385"/>
                  </a:lnTo>
                  <a:lnTo>
                    <a:pt x="431830" y="272865"/>
                  </a:lnTo>
                  <a:lnTo>
                    <a:pt x="438480" y="219077"/>
                  </a:lnTo>
                  <a:lnTo>
                    <a:pt x="432936" y="169872"/>
                  </a:lnTo>
                  <a:lnTo>
                    <a:pt x="417124" y="124586"/>
                  </a:lnTo>
                  <a:lnTo>
                    <a:pt x="392278" y="84449"/>
                  </a:lnTo>
                  <a:lnTo>
                    <a:pt x="359627" y="50691"/>
                  </a:lnTo>
                  <a:lnTo>
                    <a:pt x="320404" y="24544"/>
                  </a:lnTo>
                  <a:lnTo>
                    <a:pt x="275841" y="7237"/>
                  </a:lnTo>
                  <a:lnTo>
                    <a:pt x="227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08277" y="1322193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1311" y="2"/>
                  </a:moveTo>
                  <a:lnTo>
                    <a:pt x="162639" y="7239"/>
                  </a:lnTo>
                  <a:lnTo>
                    <a:pt x="118075" y="24546"/>
                  </a:lnTo>
                  <a:lnTo>
                    <a:pt x="78852" y="50693"/>
                  </a:lnTo>
                  <a:lnTo>
                    <a:pt x="46202" y="84450"/>
                  </a:lnTo>
                  <a:lnTo>
                    <a:pt x="21355" y="124587"/>
                  </a:lnTo>
                  <a:lnTo>
                    <a:pt x="5544" y="169873"/>
                  </a:lnTo>
                  <a:lnTo>
                    <a:pt x="0" y="219079"/>
                  </a:lnTo>
                  <a:lnTo>
                    <a:pt x="1696" y="246474"/>
                  </a:lnTo>
                  <a:lnTo>
                    <a:pt x="14654" y="298038"/>
                  </a:lnTo>
                  <a:lnTo>
                    <a:pt x="28341" y="323923"/>
                  </a:lnTo>
                  <a:lnTo>
                    <a:pt x="29897" y="323029"/>
                  </a:lnTo>
                  <a:lnTo>
                    <a:pt x="211747" y="218063"/>
                  </a:lnTo>
                  <a:lnTo>
                    <a:pt x="213512" y="217041"/>
                  </a:lnTo>
                  <a:lnTo>
                    <a:pt x="214577" y="215135"/>
                  </a:lnTo>
                  <a:lnTo>
                    <a:pt x="214577" y="213092"/>
                  </a:lnTo>
                  <a:lnTo>
                    <a:pt x="214577" y="3195"/>
                  </a:lnTo>
                  <a:lnTo>
                    <a:pt x="214577" y="1395"/>
                  </a:lnTo>
                  <a:lnTo>
                    <a:pt x="213111" y="-55"/>
                  </a:lnTo>
                  <a:lnTo>
                    <a:pt x="211311" y="2"/>
                  </a:lnTo>
                  <a:close/>
                </a:path>
                <a:path w="438784" h="438785">
                  <a:moveTo>
                    <a:pt x="227167" y="2"/>
                  </a:moveTo>
                  <a:lnTo>
                    <a:pt x="225368" y="-67"/>
                  </a:lnTo>
                  <a:lnTo>
                    <a:pt x="223865" y="1395"/>
                  </a:lnTo>
                  <a:lnTo>
                    <a:pt x="223865" y="3195"/>
                  </a:lnTo>
                  <a:lnTo>
                    <a:pt x="223865" y="213092"/>
                  </a:lnTo>
                  <a:lnTo>
                    <a:pt x="223865" y="215135"/>
                  </a:lnTo>
                  <a:lnTo>
                    <a:pt x="224967" y="217041"/>
                  </a:lnTo>
                  <a:lnTo>
                    <a:pt x="226732" y="218063"/>
                  </a:lnTo>
                  <a:lnTo>
                    <a:pt x="408582" y="323029"/>
                  </a:lnTo>
                  <a:lnTo>
                    <a:pt x="410138" y="323923"/>
                  </a:lnTo>
                  <a:lnTo>
                    <a:pt x="412125" y="323375"/>
                  </a:lnTo>
                  <a:lnTo>
                    <a:pt x="431830" y="272867"/>
                  </a:lnTo>
                  <a:lnTo>
                    <a:pt x="438479" y="219079"/>
                  </a:lnTo>
                  <a:lnTo>
                    <a:pt x="432935" y="169873"/>
                  </a:lnTo>
                  <a:lnTo>
                    <a:pt x="417124" y="124587"/>
                  </a:lnTo>
                  <a:lnTo>
                    <a:pt x="392277" y="84450"/>
                  </a:lnTo>
                  <a:lnTo>
                    <a:pt x="359627" y="50693"/>
                  </a:lnTo>
                  <a:lnTo>
                    <a:pt x="320404" y="24546"/>
                  </a:lnTo>
                  <a:lnTo>
                    <a:pt x="275840" y="7239"/>
                  </a:lnTo>
                  <a:lnTo>
                    <a:pt x="227167" y="2"/>
                  </a:lnTo>
                  <a:close/>
                </a:path>
                <a:path w="438784" h="438785">
                  <a:moveTo>
                    <a:pt x="219221" y="225319"/>
                  </a:moveTo>
                  <a:lnTo>
                    <a:pt x="218234" y="225319"/>
                  </a:lnTo>
                  <a:lnTo>
                    <a:pt x="217274" y="225606"/>
                  </a:lnTo>
                  <a:lnTo>
                    <a:pt x="216391" y="226117"/>
                  </a:lnTo>
                  <a:lnTo>
                    <a:pt x="34541" y="331084"/>
                  </a:lnTo>
                  <a:lnTo>
                    <a:pt x="32985" y="331978"/>
                  </a:lnTo>
                  <a:lnTo>
                    <a:pt x="32489" y="333990"/>
                  </a:lnTo>
                  <a:lnTo>
                    <a:pt x="33452" y="335511"/>
                  </a:lnTo>
                  <a:lnTo>
                    <a:pt x="60147" y="369919"/>
                  </a:lnTo>
                  <a:lnTo>
                    <a:pt x="93045" y="398384"/>
                  </a:lnTo>
                  <a:lnTo>
                    <a:pt x="131173" y="419928"/>
                  </a:lnTo>
                  <a:lnTo>
                    <a:pt x="173556" y="433571"/>
                  </a:lnTo>
                  <a:lnTo>
                    <a:pt x="219221" y="438337"/>
                  </a:lnTo>
                  <a:lnTo>
                    <a:pt x="264890" y="433571"/>
                  </a:lnTo>
                  <a:lnTo>
                    <a:pt x="307282" y="419928"/>
                  </a:lnTo>
                  <a:lnTo>
                    <a:pt x="345421" y="398384"/>
                  </a:lnTo>
                  <a:lnTo>
                    <a:pt x="378328" y="369919"/>
                  </a:lnTo>
                  <a:lnTo>
                    <a:pt x="405026" y="335511"/>
                  </a:lnTo>
                  <a:lnTo>
                    <a:pt x="405978" y="333990"/>
                  </a:lnTo>
                  <a:lnTo>
                    <a:pt x="405494" y="331978"/>
                  </a:lnTo>
                  <a:lnTo>
                    <a:pt x="403938" y="331084"/>
                  </a:lnTo>
                  <a:lnTo>
                    <a:pt x="222088" y="226117"/>
                  </a:lnTo>
                  <a:lnTo>
                    <a:pt x="221205" y="225606"/>
                  </a:lnTo>
                  <a:lnTo>
                    <a:pt x="220208" y="225319"/>
                  </a:lnTo>
                  <a:lnTo>
                    <a:pt x="219221" y="2253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108901" y="1185886"/>
            <a:ext cx="540385" cy="539115"/>
            <a:chOff x="6108901" y="1185886"/>
            <a:chExt cx="540385" cy="53911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8901" y="1185886"/>
              <a:ext cx="540079" cy="53891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59701" y="1213686"/>
              <a:ext cx="438784" cy="437515"/>
            </a:xfrm>
            <a:custGeom>
              <a:avLst/>
              <a:gdLst/>
              <a:ahLst/>
              <a:cxnLst/>
              <a:rect l="l" t="t" r="r" b="b"/>
              <a:pathLst>
                <a:path w="438784" h="437514">
                  <a:moveTo>
                    <a:pt x="17917" y="0"/>
                  </a:moveTo>
                  <a:lnTo>
                    <a:pt x="1764" y="0"/>
                  </a:lnTo>
                  <a:lnTo>
                    <a:pt x="0" y="1765"/>
                  </a:lnTo>
                  <a:lnTo>
                    <a:pt x="0" y="435554"/>
                  </a:lnTo>
                  <a:lnTo>
                    <a:pt x="1764" y="437318"/>
                  </a:lnTo>
                  <a:lnTo>
                    <a:pt x="436714" y="437318"/>
                  </a:lnTo>
                  <a:lnTo>
                    <a:pt x="438480" y="435554"/>
                  </a:lnTo>
                  <a:lnTo>
                    <a:pt x="438480" y="419400"/>
                  </a:lnTo>
                  <a:lnTo>
                    <a:pt x="436714" y="417635"/>
                  </a:lnTo>
                  <a:lnTo>
                    <a:pt x="21446" y="417635"/>
                  </a:lnTo>
                  <a:lnTo>
                    <a:pt x="19682" y="415871"/>
                  </a:lnTo>
                  <a:lnTo>
                    <a:pt x="19682" y="1765"/>
                  </a:lnTo>
                  <a:lnTo>
                    <a:pt x="17917" y="0"/>
                  </a:lnTo>
                  <a:close/>
                </a:path>
                <a:path w="438784" h="437514">
                  <a:moveTo>
                    <a:pt x="133309" y="320659"/>
                  </a:moveTo>
                  <a:lnTo>
                    <a:pt x="120716" y="320659"/>
                  </a:lnTo>
                  <a:lnTo>
                    <a:pt x="114424" y="323065"/>
                  </a:lnTo>
                  <a:lnTo>
                    <a:pt x="109620" y="327869"/>
                  </a:lnTo>
                  <a:lnTo>
                    <a:pt x="104215" y="336006"/>
                  </a:lnTo>
                  <a:lnTo>
                    <a:pt x="102413" y="345262"/>
                  </a:lnTo>
                  <a:lnTo>
                    <a:pt x="104215" y="354517"/>
                  </a:lnTo>
                  <a:lnTo>
                    <a:pt x="109620" y="362654"/>
                  </a:lnTo>
                  <a:lnTo>
                    <a:pt x="117757" y="368059"/>
                  </a:lnTo>
                  <a:lnTo>
                    <a:pt x="127012" y="369861"/>
                  </a:lnTo>
                  <a:lnTo>
                    <a:pt x="136268" y="368059"/>
                  </a:lnTo>
                  <a:lnTo>
                    <a:pt x="144405" y="362654"/>
                  </a:lnTo>
                  <a:lnTo>
                    <a:pt x="149810" y="354517"/>
                  </a:lnTo>
                  <a:lnTo>
                    <a:pt x="151611" y="345262"/>
                  </a:lnTo>
                  <a:lnTo>
                    <a:pt x="149810" y="336006"/>
                  </a:lnTo>
                  <a:lnTo>
                    <a:pt x="144405" y="327869"/>
                  </a:lnTo>
                  <a:lnTo>
                    <a:pt x="139602" y="323065"/>
                  </a:lnTo>
                  <a:lnTo>
                    <a:pt x="133309" y="320659"/>
                  </a:lnTo>
                  <a:close/>
                </a:path>
                <a:path w="438784" h="437514">
                  <a:moveTo>
                    <a:pt x="341683" y="257067"/>
                  </a:moveTo>
                  <a:lnTo>
                    <a:pt x="329090" y="257067"/>
                  </a:lnTo>
                  <a:lnTo>
                    <a:pt x="322797" y="259473"/>
                  </a:lnTo>
                  <a:lnTo>
                    <a:pt x="317994" y="264276"/>
                  </a:lnTo>
                  <a:lnTo>
                    <a:pt x="312589" y="272414"/>
                  </a:lnTo>
                  <a:lnTo>
                    <a:pt x="310787" y="281670"/>
                  </a:lnTo>
                  <a:lnTo>
                    <a:pt x="312589" y="290926"/>
                  </a:lnTo>
                  <a:lnTo>
                    <a:pt x="317994" y="299063"/>
                  </a:lnTo>
                  <a:lnTo>
                    <a:pt x="326131" y="304467"/>
                  </a:lnTo>
                  <a:lnTo>
                    <a:pt x="335386" y="306269"/>
                  </a:lnTo>
                  <a:lnTo>
                    <a:pt x="344642" y="304467"/>
                  </a:lnTo>
                  <a:lnTo>
                    <a:pt x="352779" y="299063"/>
                  </a:lnTo>
                  <a:lnTo>
                    <a:pt x="358183" y="290926"/>
                  </a:lnTo>
                  <a:lnTo>
                    <a:pt x="359984" y="281670"/>
                  </a:lnTo>
                  <a:lnTo>
                    <a:pt x="358183" y="272414"/>
                  </a:lnTo>
                  <a:lnTo>
                    <a:pt x="352779" y="264276"/>
                  </a:lnTo>
                  <a:lnTo>
                    <a:pt x="347974" y="259473"/>
                  </a:lnTo>
                  <a:lnTo>
                    <a:pt x="341683" y="257067"/>
                  </a:lnTo>
                  <a:close/>
                </a:path>
                <a:path w="438784" h="437514">
                  <a:moveTo>
                    <a:pt x="192116" y="198874"/>
                  </a:moveTo>
                  <a:lnTo>
                    <a:pt x="179524" y="198874"/>
                  </a:lnTo>
                  <a:lnTo>
                    <a:pt x="173231" y="201281"/>
                  </a:lnTo>
                  <a:lnTo>
                    <a:pt x="168427" y="206084"/>
                  </a:lnTo>
                  <a:lnTo>
                    <a:pt x="163023" y="214222"/>
                  </a:lnTo>
                  <a:lnTo>
                    <a:pt x="161221" y="223477"/>
                  </a:lnTo>
                  <a:lnTo>
                    <a:pt x="163023" y="232732"/>
                  </a:lnTo>
                  <a:lnTo>
                    <a:pt x="168427" y="240870"/>
                  </a:lnTo>
                  <a:lnTo>
                    <a:pt x="176565" y="246274"/>
                  </a:lnTo>
                  <a:lnTo>
                    <a:pt x="185820" y="248076"/>
                  </a:lnTo>
                  <a:lnTo>
                    <a:pt x="195076" y="246274"/>
                  </a:lnTo>
                  <a:lnTo>
                    <a:pt x="203213" y="240870"/>
                  </a:lnTo>
                  <a:lnTo>
                    <a:pt x="208618" y="232732"/>
                  </a:lnTo>
                  <a:lnTo>
                    <a:pt x="210419" y="223477"/>
                  </a:lnTo>
                  <a:lnTo>
                    <a:pt x="208618" y="214222"/>
                  </a:lnTo>
                  <a:lnTo>
                    <a:pt x="203213" y="206084"/>
                  </a:lnTo>
                  <a:lnTo>
                    <a:pt x="198409" y="201281"/>
                  </a:lnTo>
                  <a:lnTo>
                    <a:pt x="192116" y="198874"/>
                  </a:lnTo>
                  <a:close/>
                </a:path>
                <a:path w="438784" h="437514">
                  <a:moveTo>
                    <a:pt x="94320" y="121888"/>
                  </a:moveTo>
                  <a:lnTo>
                    <a:pt x="81727" y="121888"/>
                  </a:lnTo>
                  <a:lnTo>
                    <a:pt x="75435" y="124293"/>
                  </a:lnTo>
                  <a:lnTo>
                    <a:pt x="70631" y="129098"/>
                  </a:lnTo>
                  <a:lnTo>
                    <a:pt x="65226" y="137235"/>
                  </a:lnTo>
                  <a:lnTo>
                    <a:pt x="63425" y="146490"/>
                  </a:lnTo>
                  <a:lnTo>
                    <a:pt x="65226" y="155746"/>
                  </a:lnTo>
                  <a:lnTo>
                    <a:pt x="70631" y="163883"/>
                  </a:lnTo>
                  <a:lnTo>
                    <a:pt x="78768" y="169288"/>
                  </a:lnTo>
                  <a:lnTo>
                    <a:pt x="88023" y="171089"/>
                  </a:lnTo>
                  <a:lnTo>
                    <a:pt x="97279" y="169288"/>
                  </a:lnTo>
                  <a:lnTo>
                    <a:pt x="105416" y="163883"/>
                  </a:lnTo>
                  <a:lnTo>
                    <a:pt x="110821" y="155746"/>
                  </a:lnTo>
                  <a:lnTo>
                    <a:pt x="112622" y="146490"/>
                  </a:lnTo>
                  <a:lnTo>
                    <a:pt x="110886" y="137568"/>
                  </a:lnTo>
                  <a:lnTo>
                    <a:pt x="110821" y="137235"/>
                  </a:lnTo>
                  <a:lnTo>
                    <a:pt x="105416" y="129098"/>
                  </a:lnTo>
                  <a:lnTo>
                    <a:pt x="100613" y="124293"/>
                  </a:lnTo>
                  <a:lnTo>
                    <a:pt x="94320" y="121888"/>
                  </a:lnTo>
                  <a:close/>
                </a:path>
                <a:path w="438784" h="437514">
                  <a:moveTo>
                    <a:pt x="307854" y="88366"/>
                  </a:moveTo>
                  <a:lnTo>
                    <a:pt x="295261" y="88366"/>
                  </a:lnTo>
                  <a:lnTo>
                    <a:pt x="288968" y="90771"/>
                  </a:lnTo>
                  <a:lnTo>
                    <a:pt x="284163" y="95576"/>
                  </a:lnTo>
                  <a:lnTo>
                    <a:pt x="278759" y="103713"/>
                  </a:lnTo>
                  <a:lnTo>
                    <a:pt x="276958" y="112969"/>
                  </a:lnTo>
                  <a:lnTo>
                    <a:pt x="278694" y="121888"/>
                  </a:lnTo>
                  <a:lnTo>
                    <a:pt x="278759" y="122224"/>
                  </a:lnTo>
                  <a:lnTo>
                    <a:pt x="284163" y="130361"/>
                  </a:lnTo>
                  <a:lnTo>
                    <a:pt x="292301" y="135766"/>
                  </a:lnTo>
                  <a:lnTo>
                    <a:pt x="301557" y="137568"/>
                  </a:lnTo>
                  <a:lnTo>
                    <a:pt x="310812" y="135766"/>
                  </a:lnTo>
                  <a:lnTo>
                    <a:pt x="318950" y="130361"/>
                  </a:lnTo>
                  <a:lnTo>
                    <a:pt x="324354" y="122224"/>
                  </a:lnTo>
                  <a:lnTo>
                    <a:pt x="326156" y="112969"/>
                  </a:lnTo>
                  <a:lnTo>
                    <a:pt x="324354" y="103713"/>
                  </a:lnTo>
                  <a:lnTo>
                    <a:pt x="318950" y="95576"/>
                  </a:lnTo>
                  <a:lnTo>
                    <a:pt x="314145" y="90771"/>
                  </a:lnTo>
                  <a:lnTo>
                    <a:pt x="307854" y="88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59701" y="1213686"/>
              <a:ext cx="438784" cy="437515"/>
            </a:xfrm>
            <a:custGeom>
              <a:avLst/>
              <a:gdLst/>
              <a:ahLst/>
              <a:cxnLst/>
              <a:rect l="l" t="t" r="r" b="b"/>
              <a:pathLst>
                <a:path w="438784" h="437514">
                  <a:moveTo>
                    <a:pt x="3929" y="0"/>
                  </a:moveTo>
                  <a:lnTo>
                    <a:pt x="1764" y="0"/>
                  </a:lnTo>
                  <a:lnTo>
                    <a:pt x="0" y="1764"/>
                  </a:lnTo>
                  <a:lnTo>
                    <a:pt x="0" y="3929"/>
                  </a:lnTo>
                  <a:lnTo>
                    <a:pt x="0" y="433388"/>
                  </a:lnTo>
                  <a:lnTo>
                    <a:pt x="0" y="435553"/>
                  </a:lnTo>
                  <a:lnTo>
                    <a:pt x="1764" y="437318"/>
                  </a:lnTo>
                  <a:lnTo>
                    <a:pt x="3929" y="437318"/>
                  </a:lnTo>
                  <a:lnTo>
                    <a:pt x="434550" y="437318"/>
                  </a:lnTo>
                  <a:lnTo>
                    <a:pt x="436715" y="437317"/>
                  </a:lnTo>
                  <a:lnTo>
                    <a:pt x="438479" y="435553"/>
                  </a:lnTo>
                  <a:lnTo>
                    <a:pt x="438479" y="433388"/>
                  </a:lnTo>
                  <a:lnTo>
                    <a:pt x="438479" y="421565"/>
                  </a:lnTo>
                  <a:lnTo>
                    <a:pt x="438479" y="419400"/>
                  </a:lnTo>
                  <a:lnTo>
                    <a:pt x="436715" y="417635"/>
                  </a:lnTo>
                  <a:lnTo>
                    <a:pt x="434550" y="417635"/>
                  </a:lnTo>
                  <a:lnTo>
                    <a:pt x="23612" y="417635"/>
                  </a:lnTo>
                  <a:lnTo>
                    <a:pt x="21446" y="417635"/>
                  </a:lnTo>
                  <a:lnTo>
                    <a:pt x="19682" y="415871"/>
                  </a:lnTo>
                  <a:lnTo>
                    <a:pt x="19682" y="413705"/>
                  </a:lnTo>
                  <a:lnTo>
                    <a:pt x="19682" y="3929"/>
                  </a:lnTo>
                  <a:lnTo>
                    <a:pt x="19682" y="1764"/>
                  </a:lnTo>
                  <a:lnTo>
                    <a:pt x="17917" y="0"/>
                  </a:lnTo>
                  <a:lnTo>
                    <a:pt x="15752" y="0"/>
                  </a:lnTo>
                  <a:lnTo>
                    <a:pt x="3929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3960" y="1289352"/>
              <a:ext cx="74597" cy="7460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0426" y="1322874"/>
              <a:ext cx="74597" cy="7460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08223" y="1399861"/>
              <a:ext cx="74597" cy="7460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7789" y="1458053"/>
              <a:ext cx="74597" cy="7460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9415" y="1521645"/>
              <a:ext cx="74598" cy="74601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7806055" y="1108787"/>
            <a:ext cx="694690" cy="693420"/>
            <a:chOff x="7806055" y="1108787"/>
            <a:chExt cx="694690" cy="693420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06055" y="1108787"/>
              <a:ext cx="694690" cy="69311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856855" y="1136586"/>
              <a:ext cx="593090" cy="591820"/>
            </a:xfrm>
            <a:custGeom>
              <a:avLst/>
              <a:gdLst/>
              <a:ahLst/>
              <a:cxnLst/>
              <a:rect l="l" t="t" r="r" b="b"/>
              <a:pathLst>
                <a:path w="593090" h="591819">
                  <a:moveTo>
                    <a:pt x="24236" y="0"/>
                  </a:moveTo>
                  <a:lnTo>
                    <a:pt x="2387" y="0"/>
                  </a:lnTo>
                  <a:lnTo>
                    <a:pt x="0" y="2387"/>
                  </a:lnTo>
                  <a:lnTo>
                    <a:pt x="0" y="589086"/>
                  </a:lnTo>
                  <a:lnTo>
                    <a:pt x="2387" y="591519"/>
                  </a:lnTo>
                  <a:lnTo>
                    <a:pt x="590703" y="591519"/>
                  </a:lnTo>
                  <a:lnTo>
                    <a:pt x="593091" y="589086"/>
                  </a:lnTo>
                  <a:lnTo>
                    <a:pt x="593091" y="567283"/>
                  </a:lnTo>
                  <a:lnTo>
                    <a:pt x="590703" y="564897"/>
                  </a:lnTo>
                  <a:lnTo>
                    <a:pt x="29009" y="564897"/>
                  </a:lnTo>
                  <a:lnTo>
                    <a:pt x="26623" y="562463"/>
                  </a:lnTo>
                  <a:lnTo>
                    <a:pt x="26623" y="2387"/>
                  </a:lnTo>
                  <a:lnTo>
                    <a:pt x="24236" y="0"/>
                  </a:lnTo>
                  <a:close/>
                </a:path>
                <a:path w="593090" h="591819">
                  <a:moveTo>
                    <a:pt x="275145" y="283188"/>
                  </a:moveTo>
                  <a:lnTo>
                    <a:pt x="80515" y="491592"/>
                  </a:lnTo>
                  <a:lnTo>
                    <a:pt x="104317" y="513824"/>
                  </a:lnTo>
                  <a:lnTo>
                    <a:pt x="275700" y="330286"/>
                  </a:lnTo>
                  <a:lnTo>
                    <a:pt x="321223" y="330286"/>
                  </a:lnTo>
                  <a:lnTo>
                    <a:pt x="275145" y="283188"/>
                  </a:lnTo>
                  <a:close/>
                </a:path>
                <a:path w="593090" h="591819">
                  <a:moveTo>
                    <a:pt x="321223" y="330286"/>
                  </a:moveTo>
                  <a:lnTo>
                    <a:pt x="275700" y="330286"/>
                  </a:lnTo>
                  <a:lnTo>
                    <a:pt x="365921" y="422540"/>
                  </a:lnTo>
                  <a:lnTo>
                    <a:pt x="377985" y="408489"/>
                  </a:lnTo>
                  <a:lnTo>
                    <a:pt x="409370" y="374887"/>
                  </a:lnTo>
                  <a:lnTo>
                    <a:pt x="364858" y="374887"/>
                  </a:lnTo>
                  <a:lnTo>
                    <a:pt x="321223" y="330286"/>
                  </a:lnTo>
                  <a:close/>
                </a:path>
                <a:path w="593090" h="591819">
                  <a:moveTo>
                    <a:pt x="548905" y="201656"/>
                  </a:moveTo>
                  <a:lnTo>
                    <a:pt x="471302" y="225320"/>
                  </a:lnTo>
                  <a:lnTo>
                    <a:pt x="489050" y="241867"/>
                  </a:lnTo>
                  <a:lnTo>
                    <a:pt x="364858" y="374887"/>
                  </a:lnTo>
                  <a:lnTo>
                    <a:pt x="409370" y="374887"/>
                  </a:lnTo>
                  <a:lnTo>
                    <a:pt x="512853" y="264099"/>
                  </a:lnTo>
                  <a:lnTo>
                    <a:pt x="534445" y="264099"/>
                  </a:lnTo>
                  <a:lnTo>
                    <a:pt x="548905" y="201656"/>
                  </a:lnTo>
                  <a:close/>
                </a:path>
                <a:path w="593090" h="591819">
                  <a:moveTo>
                    <a:pt x="534445" y="264099"/>
                  </a:moveTo>
                  <a:lnTo>
                    <a:pt x="512853" y="264099"/>
                  </a:lnTo>
                  <a:lnTo>
                    <a:pt x="530602" y="280692"/>
                  </a:lnTo>
                  <a:lnTo>
                    <a:pt x="534445" y="26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56855" y="1136586"/>
              <a:ext cx="593090" cy="591820"/>
            </a:xfrm>
            <a:custGeom>
              <a:avLst/>
              <a:gdLst/>
              <a:ahLst/>
              <a:cxnLst/>
              <a:rect l="l" t="t" r="r" b="b"/>
              <a:pathLst>
                <a:path w="593090" h="591819">
                  <a:moveTo>
                    <a:pt x="5315" y="0"/>
                  </a:moveTo>
                  <a:lnTo>
                    <a:pt x="2386" y="0"/>
                  </a:lnTo>
                  <a:lnTo>
                    <a:pt x="0" y="2386"/>
                  </a:lnTo>
                  <a:lnTo>
                    <a:pt x="0" y="5315"/>
                  </a:lnTo>
                  <a:lnTo>
                    <a:pt x="0" y="586157"/>
                  </a:lnTo>
                  <a:lnTo>
                    <a:pt x="0" y="589086"/>
                  </a:lnTo>
                  <a:lnTo>
                    <a:pt x="2386" y="591519"/>
                  </a:lnTo>
                  <a:lnTo>
                    <a:pt x="5315" y="591519"/>
                  </a:lnTo>
                  <a:lnTo>
                    <a:pt x="587775" y="591519"/>
                  </a:lnTo>
                  <a:lnTo>
                    <a:pt x="590703" y="591519"/>
                  </a:lnTo>
                  <a:lnTo>
                    <a:pt x="593090" y="589086"/>
                  </a:lnTo>
                  <a:lnTo>
                    <a:pt x="593090" y="586157"/>
                  </a:lnTo>
                  <a:lnTo>
                    <a:pt x="593090" y="570212"/>
                  </a:lnTo>
                  <a:lnTo>
                    <a:pt x="593090" y="567283"/>
                  </a:lnTo>
                  <a:lnTo>
                    <a:pt x="590703" y="564896"/>
                  </a:lnTo>
                  <a:lnTo>
                    <a:pt x="587775" y="564896"/>
                  </a:lnTo>
                  <a:lnTo>
                    <a:pt x="31937" y="564896"/>
                  </a:lnTo>
                  <a:lnTo>
                    <a:pt x="29009" y="564896"/>
                  </a:lnTo>
                  <a:lnTo>
                    <a:pt x="26622" y="562463"/>
                  </a:lnTo>
                  <a:lnTo>
                    <a:pt x="26622" y="559535"/>
                  </a:lnTo>
                  <a:lnTo>
                    <a:pt x="26622" y="5315"/>
                  </a:lnTo>
                  <a:lnTo>
                    <a:pt x="26622" y="2386"/>
                  </a:lnTo>
                  <a:lnTo>
                    <a:pt x="24235" y="0"/>
                  </a:lnTo>
                  <a:lnTo>
                    <a:pt x="21307" y="0"/>
                  </a:lnTo>
                  <a:lnTo>
                    <a:pt x="5315" y="0"/>
                  </a:lnTo>
                  <a:close/>
                </a:path>
                <a:path w="593090" h="591819">
                  <a:moveTo>
                    <a:pt x="548904" y="201656"/>
                  </a:moveTo>
                  <a:lnTo>
                    <a:pt x="471301" y="225320"/>
                  </a:lnTo>
                  <a:lnTo>
                    <a:pt x="489050" y="241867"/>
                  </a:lnTo>
                  <a:lnTo>
                    <a:pt x="364858" y="374887"/>
                  </a:lnTo>
                  <a:lnTo>
                    <a:pt x="275145" y="283187"/>
                  </a:lnTo>
                  <a:lnTo>
                    <a:pt x="80514" y="491592"/>
                  </a:lnTo>
                  <a:lnTo>
                    <a:pt x="104317" y="513824"/>
                  </a:lnTo>
                  <a:lnTo>
                    <a:pt x="275700" y="330285"/>
                  </a:lnTo>
                  <a:lnTo>
                    <a:pt x="365921" y="422540"/>
                  </a:lnTo>
                  <a:lnTo>
                    <a:pt x="377984" y="408489"/>
                  </a:lnTo>
                  <a:lnTo>
                    <a:pt x="512853" y="264099"/>
                  </a:lnTo>
                  <a:lnTo>
                    <a:pt x="530601" y="280692"/>
                  </a:lnTo>
                  <a:lnTo>
                    <a:pt x="548904" y="20165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6107517" y="1878224"/>
            <a:ext cx="542925" cy="540385"/>
            <a:chOff x="6107517" y="1878224"/>
            <a:chExt cx="542925" cy="540385"/>
          </a:xfrm>
        </p:grpSpPr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07517" y="1878224"/>
              <a:ext cx="542848" cy="539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45617" y="1893323"/>
              <a:ext cx="466648" cy="46373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6040469" y="1921488"/>
            <a:ext cx="2893060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100"/>
              </a:spcBef>
              <a:tabLst>
                <a:tab pos="1851660" algn="l"/>
              </a:tabLst>
            </a:pPr>
            <a:r>
              <a:rPr sz="1800" spc="-100" dirty="0">
                <a:latin typeface="Arial"/>
                <a:cs typeface="Arial"/>
              </a:rPr>
              <a:t>70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370" dirty="0">
                <a:latin typeface="Arial"/>
                <a:cs typeface="Arial"/>
              </a:rPr>
              <a:t>%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3150" b="1" spc="-135" baseline="1322" dirty="0">
                <a:solidFill>
                  <a:srgbClr val="9BBB59"/>
                </a:solidFill>
                <a:latin typeface="Arial"/>
                <a:cs typeface="Arial"/>
              </a:rPr>
              <a:t>5.7</a:t>
            </a:r>
            <a:r>
              <a:rPr sz="3150" b="1" spc="-232" baseline="1322" dirty="0">
                <a:solidFill>
                  <a:srgbClr val="9BBB59"/>
                </a:solidFill>
                <a:latin typeface="Arial"/>
                <a:cs typeface="Arial"/>
              </a:rPr>
              <a:t> </a:t>
            </a:r>
            <a:r>
              <a:rPr sz="2700" spc="-555" baseline="1543" dirty="0">
                <a:latin typeface="Arial"/>
                <a:cs typeface="Arial"/>
              </a:rPr>
              <a:t>%</a:t>
            </a:r>
            <a:endParaRPr sz="2700" baseline="154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400" b="1" spc="-220" dirty="0">
                <a:latin typeface="Arial"/>
                <a:cs typeface="Arial"/>
              </a:rPr>
              <a:t>Cuadro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b="1" spc="-165" dirty="0">
                <a:latin typeface="Arial"/>
                <a:cs typeface="Arial"/>
              </a:rPr>
              <a:t>de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85" dirty="0">
                <a:latin typeface="Arial"/>
                <a:cs typeface="Arial"/>
              </a:rPr>
              <a:t>mando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80" dirty="0">
                <a:latin typeface="Arial"/>
                <a:cs typeface="Arial"/>
              </a:rPr>
              <a:t>final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34645" y="4628749"/>
            <a:ext cx="17221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0" dirty="0">
                <a:latin typeface="Arial"/>
                <a:cs typeface="Arial"/>
              </a:rPr>
              <a:t>Usuario</a:t>
            </a:r>
            <a:r>
              <a:rPr sz="2600" spc="-130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final</a:t>
            </a:r>
            <a:endParaRPr sz="2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58489" y="4482510"/>
            <a:ext cx="24758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40" dirty="0">
                <a:latin typeface="Arial"/>
                <a:cs typeface="Arial"/>
              </a:rPr>
              <a:t>Requisitos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usuario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645091" y="4053210"/>
            <a:ext cx="546100" cy="584200"/>
            <a:chOff x="3645091" y="4053210"/>
            <a:chExt cx="546100" cy="58420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45091" y="4053210"/>
              <a:ext cx="545499" cy="58392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5578" y="4081010"/>
              <a:ext cx="445770" cy="482600"/>
            </a:xfrm>
            <a:custGeom>
              <a:avLst/>
              <a:gdLst/>
              <a:ahLst/>
              <a:cxnLst/>
              <a:rect l="l" t="t" r="r" b="b"/>
              <a:pathLst>
                <a:path w="445770" h="482600">
                  <a:moveTo>
                    <a:pt x="241889" y="0"/>
                  </a:moveTo>
                  <a:lnTo>
                    <a:pt x="1967" y="0"/>
                  </a:lnTo>
                  <a:lnTo>
                    <a:pt x="0" y="1917"/>
                  </a:lnTo>
                  <a:lnTo>
                    <a:pt x="313" y="1917"/>
                  </a:lnTo>
                  <a:lnTo>
                    <a:pt x="313" y="480708"/>
                  </a:lnTo>
                  <a:lnTo>
                    <a:pt x="1967" y="482321"/>
                  </a:lnTo>
                  <a:lnTo>
                    <a:pt x="371111" y="482321"/>
                  </a:lnTo>
                  <a:lnTo>
                    <a:pt x="372765" y="480708"/>
                  </a:lnTo>
                  <a:lnTo>
                    <a:pt x="372766" y="383561"/>
                  </a:lnTo>
                  <a:lnTo>
                    <a:pt x="170052" y="383561"/>
                  </a:lnTo>
                  <a:lnTo>
                    <a:pt x="166817" y="380311"/>
                  </a:lnTo>
                  <a:lnTo>
                    <a:pt x="168284" y="377203"/>
                  </a:lnTo>
                  <a:lnTo>
                    <a:pt x="205670" y="292635"/>
                  </a:lnTo>
                  <a:lnTo>
                    <a:pt x="208031" y="287660"/>
                  </a:lnTo>
                  <a:lnTo>
                    <a:pt x="211196" y="283108"/>
                  </a:lnTo>
                  <a:lnTo>
                    <a:pt x="364013" y="130333"/>
                  </a:lnTo>
                  <a:lnTo>
                    <a:pt x="244127" y="130333"/>
                  </a:lnTo>
                  <a:lnTo>
                    <a:pt x="242474" y="128721"/>
                  </a:lnTo>
                  <a:lnTo>
                    <a:pt x="242474" y="571"/>
                  </a:lnTo>
                  <a:lnTo>
                    <a:pt x="241889" y="0"/>
                  </a:lnTo>
                  <a:close/>
                </a:path>
                <a:path w="445770" h="482600">
                  <a:moveTo>
                    <a:pt x="372766" y="232532"/>
                  </a:moveTo>
                  <a:lnTo>
                    <a:pt x="265532" y="339767"/>
                  </a:lnTo>
                  <a:lnTo>
                    <a:pt x="261009" y="342929"/>
                  </a:lnTo>
                  <a:lnTo>
                    <a:pt x="256061" y="345277"/>
                  </a:lnTo>
                  <a:lnTo>
                    <a:pt x="173160" y="382080"/>
                  </a:lnTo>
                  <a:lnTo>
                    <a:pt x="170052" y="383561"/>
                  </a:lnTo>
                  <a:lnTo>
                    <a:pt x="372766" y="383561"/>
                  </a:lnTo>
                  <a:lnTo>
                    <a:pt x="372766" y="232532"/>
                  </a:lnTo>
                  <a:close/>
                </a:path>
                <a:path w="445770" h="482600">
                  <a:moveTo>
                    <a:pt x="221529" y="299705"/>
                  </a:moveTo>
                  <a:lnTo>
                    <a:pt x="220280" y="299705"/>
                  </a:lnTo>
                  <a:lnTo>
                    <a:pt x="219903" y="299939"/>
                  </a:lnTo>
                  <a:lnTo>
                    <a:pt x="193563" y="355678"/>
                  </a:lnTo>
                  <a:lnTo>
                    <a:pt x="194699" y="356800"/>
                  </a:lnTo>
                  <a:lnTo>
                    <a:pt x="250832" y="330260"/>
                  </a:lnTo>
                  <a:lnTo>
                    <a:pt x="250992" y="329162"/>
                  </a:lnTo>
                  <a:lnTo>
                    <a:pt x="221529" y="299705"/>
                  </a:lnTo>
                  <a:close/>
                </a:path>
                <a:path w="445770" h="482600">
                  <a:moveTo>
                    <a:pt x="378639" y="139666"/>
                  </a:moveTo>
                  <a:lnTo>
                    <a:pt x="377312" y="139666"/>
                  </a:lnTo>
                  <a:lnTo>
                    <a:pt x="231130" y="285848"/>
                  </a:lnTo>
                  <a:lnTo>
                    <a:pt x="231130" y="286668"/>
                  </a:lnTo>
                  <a:lnTo>
                    <a:pt x="263154" y="318692"/>
                  </a:lnTo>
                  <a:lnTo>
                    <a:pt x="263933" y="318692"/>
                  </a:lnTo>
                  <a:lnTo>
                    <a:pt x="410368" y="172256"/>
                  </a:lnTo>
                  <a:lnTo>
                    <a:pt x="410368" y="171422"/>
                  </a:lnTo>
                  <a:lnTo>
                    <a:pt x="378639" y="139666"/>
                  </a:lnTo>
                  <a:close/>
                </a:path>
                <a:path w="445770" h="482600">
                  <a:moveTo>
                    <a:pt x="419184" y="105435"/>
                  </a:moveTo>
                  <a:lnTo>
                    <a:pt x="413042" y="105715"/>
                  </a:lnTo>
                  <a:lnTo>
                    <a:pt x="409932" y="107045"/>
                  </a:lnTo>
                  <a:lnTo>
                    <a:pt x="389723" y="127255"/>
                  </a:lnTo>
                  <a:lnTo>
                    <a:pt x="389723" y="128076"/>
                  </a:lnTo>
                  <a:lnTo>
                    <a:pt x="421705" y="160099"/>
                  </a:lnTo>
                  <a:lnTo>
                    <a:pt x="422525" y="160099"/>
                  </a:lnTo>
                  <a:lnTo>
                    <a:pt x="445195" y="137413"/>
                  </a:lnTo>
                  <a:lnTo>
                    <a:pt x="445524" y="130333"/>
                  </a:lnTo>
                  <a:lnTo>
                    <a:pt x="445547" y="129841"/>
                  </a:lnTo>
                  <a:lnTo>
                    <a:pt x="422214" y="106467"/>
                  </a:lnTo>
                  <a:lnTo>
                    <a:pt x="419184" y="105435"/>
                  </a:lnTo>
                  <a:close/>
                </a:path>
                <a:path w="445770" h="482600">
                  <a:moveTo>
                    <a:pt x="260397" y="1917"/>
                  </a:moveTo>
                  <a:lnTo>
                    <a:pt x="259271" y="1917"/>
                  </a:lnTo>
                  <a:lnTo>
                    <a:pt x="258819" y="2104"/>
                  </a:lnTo>
                  <a:lnTo>
                    <a:pt x="258479" y="2545"/>
                  </a:lnTo>
                  <a:lnTo>
                    <a:pt x="258479" y="112716"/>
                  </a:lnTo>
                  <a:lnTo>
                    <a:pt x="260133" y="114328"/>
                  </a:lnTo>
                  <a:lnTo>
                    <a:pt x="370800" y="114328"/>
                  </a:lnTo>
                  <a:lnTo>
                    <a:pt x="371370" y="112932"/>
                  </a:lnTo>
                  <a:lnTo>
                    <a:pt x="260397" y="1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95891" y="4081010"/>
              <a:ext cx="372745" cy="482600"/>
            </a:xfrm>
            <a:custGeom>
              <a:avLst/>
              <a:gdLst/>
              <a:ahLst/>
              <a:cxnLst/>
              <a:rect l="l" t="t" r="r" b="b"/>
              <a:pathLst>
                <a:path w="372745" h="482600">
                  <a:moveTo>
                    <a:pt x="3667" y="0"/>
                  </a:moveTo>
                  <a:lnTo>
                    <a:pt x="1653" y="0"/>
                  </a:lnTo>
                  <a:lnTo>
                    <a:pt x="0" y="1612"/>
                  </a:lnTo>
                  <a:lnTo>
                    <a:pt x="0" y="3626"/>
                  </a:lnTo>
                  <a:lnTo>
                    <a:pt x="0" y="478694"/>
                  </a:lnTo>
                  <a:lnTo>
                    <a:pt x="0" y="480708"/>
                  </a:lnTo>
                  <a:lnTo>
                    <a:pt x="1653" y="482321"/>
                  </a:lnTo>
                  <a:lnTo>
                    <a:pt x="3667" y="482321"/>
                  </a:lnTo>
                  <a:lnTo>
                    <a:pt x="368784" y="482321"/>
                  </a:lnTo>
                  <a:lnTo>
                    <a:pt x="370798" y="482321"/>
                  </a:lnTo>
                  <a:lnTo>
                    <a:pt x="372452" y="480708"/>
                  </a:lnTo>
                  <a:lnTo>
                    <a:pt x="372452" y="478694"/>
                  </a:lnTo>
                  <a:lnTo>
                    <a:pt x="372452" y="232532"/>
                  </a:lnTo>
                  <a:lnTo>
                    <a:pt x="269086" y="335899"/>
                  </a:lnTo>
                  <a:lnTo>
                    <a:pt x="265218" y="339767"/>
                  </a:lnTo>
                  <a:lnTo>
                    <a:pt x="260696" y="342930"/>
                  </a:lnTo>
                  <a:lnTo>
                    <a:pt x="255748" y="345277"/>
                  </a:lnTo>
                  <a:lnTo>
                    <a:pt x="172847" y="382080"/>
                  </a:lnTo>
                  <a:lnTo>
                    <a:pt x="169739" y="383561"/>
                  </a:lnTo>
                  <a:lnTo>
                    <a:pt x="166503" y="380311"/>
                  </a:lnTo>
                  <a:lnTo>
                    <a:pt x="167970" y="377204"/>
                  </a:lnTo>
                  <a:lnTo>
                    <a:pt x="205357" y="292635"/>
                  </a:lnTo>
                  <a:lnTo>
                    <a:pt x="207718" y="287660"/>
                  </a:lnTo>
                  <a:lnTo>
                    <a:pt x="210882" y="283109"/>
                  </a:lnTo>
                  <a:lnTo>
                    <a:pt x="214777" y="279214"/>
                  </a:lnTo>
                  <a:lnTo>
                    <a:pt x="363699" y="130333"/>
                  </a:lnTo>
                  <a:lnTo>
                    <a:pt x="245828" y="130333"/>
                  </a:lnTo>
                  <a:lnTo>
                    <a:pt x="243814" y="130333"/>
                  </a:lnTo>
                  <a:lnTo>
                    <a:pt x="242160" y="128721"/>
                  </a:lnTo>
                  <a:lnTo>
                    <a:pt x="242160" y="126707"/>
                  </a:lnTo>
                  <a:lnTo>
                    <a:pt x="242160" y="1292"/>
                  </a:lnTo>
                  <a:lnTo>
                    <a:pt x="242160" y="571"/>
                  </a:lnTo>
                  <a:lnTo>
                    <a:pt x="241575" y="0"/>
                  </a:lnTo>
                  <a:lnTo>
                    <a:pt x="240868" y="0"/>
                  </a:lnTo>
                  <a:lnTo>
                    <a:pt x="3667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76442" y="4070040"/>
              <a:ext cx="277383" cy="380470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2062938" y="933406"/>
            <a:ext cx="3108960" cy="2210435"/>
            <a:chOff x="2062938" y="933406"/>
            <a:chExt cx="3108960" cy="2210435"/>
          </a:xfrm>
        </p:grpSpPr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62938" y="933406"/>
              <a:ext cx="3108373" cy="22098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126438" y="973905"/>
              <a:ext cx="2981960" cy="2083435"/>
            </a:xfrm>
            <a:custGeom>
              <a:avLst/>
              <a:gdLst/>
              <a:ahLst/>
              <a:cxnLst/>
              <a:rect l="l" t="t" r="r" b="b"/>
              <a:pathLst>
                <a:path w="2981960" h="2083435">
                  <a:moveTo>
                    <a:pt x="2981373" y="0"/>
                  </a:moveTo>
                  <a:lnTo>
                    <a:pt x="0" y="0"/>
                  </a:lnTo>
                  <a:lnTo>
                    <a:pt x="0" y="2082854"/>
                  </a:lnTo>
                  <a:lnTo>
                    <a:pt x="2981373" y="2082854"/>
                  </a:lnTo>
                  <a:lnTo>
                    <a:pt x="29813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26438" y="973905"/>
              <a:ext cx="2981960" cy="2083435"/>
            </a:xfrm>
            <a:custGeom>
              <a:avLst/>
              <a:gdLst/>
              <a:ahLst/>
              <a:cxnLst/>
              <a:rect l="l" t="t" r="r" b="b"/>
              <a:pathLst>
                <a:path w="2981960" h="2083435">
                  <a:moveTo>
                    <a:pt x="0" y="0"/>
                  </a:moveTo>
                  <a:lnTo>
                    <a:pt x="2981373" y="0"/>
                  </a:lnTo>
                  <a:lnTo>
                    <a:pt x="2981373" y="2082854"/>
                  </a:lnTo>
                  <a:lnTo>
                    <a:pt x="0" y="2082854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151838" y="952120"/>
            <a:ext cx="2931160" cy="200342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54940" marR="240665">
              <a:lnSpc>
                <a:spcPct val="84000"/>
              </a:lnSpc>
              <a:spcBef>
                <a:spcPts val="600"/>
              </a:spcBef>
            </a:pPr>
            <a:r>
              <a:rPr sz="2600" b="1" spc="-235" dirty="0">
                <a:latin typeface="Arial"/>
                <a:cs typeface="Arial"/>
              </a:rPr>
              <a:t>Cuadro</a:t>
            </a:r>
            <a:r>
              <a:rPr sz="2600" b="1" spc="-130" dirty="0">
                <a:latin typeface="Arial"/>
                <a:cs typeface="Arial"/>
              </a:rPr>
              <a:t> </a:t>
            </a:r>
            <a:r>
              <a:rPr sz="2600" b="1" spc="-185" dirty="0">
                <a:latin typeface="Arial"/>
                <a:cs typeface="Arial"/>
              </a:rPr>
              <a:t>de</a:t>
            </a:r>
            <a:r>
              <a:rPr sz="2600" b="1" spc="-125" dirty="0">
                <a:latin typeface="Arial"/>
                <a:cs typeface="Arial"/>
              </a:rPr>
              <a:t> </a:t>
            </a:r>
            <a:r>
              <a:rPr sz="2600" b="1" spc="-50" dirty="0">
                <a:latin typeface="Arial"/>
                <a:cs typeface="Arial"/>
              </a:rPr>
              <a:t>mando </a:t>
            </a:r>
            <a:r>
              <a:rPr sz="2600" b="1" spc="-120" dirty="0">
                <a:latin typeface="Arial"/>
                <a:cs typeface="Arial"/>
              </a:rPr>
              <a:t>personalizable </a:t>
            </a:r>
            <a:r>
              <a:rPr sz="2400" spc="-120" dirty="0">
                <a:latin typeface="Arial"/>
                <a:cs typeface="Arial"/>
              </a:rPr>
              <a:t>Tipo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visualizaciones</a:t>
            </a:r>
            <a:endParaRPr sz="2400">
              <a:latin typeface="Arial"/>
              <a:cs typeface="Arial"/>
            </a:endParaRPr>
          </a:p>
          <a:p>
            <a:pPr marL="248285" marR="798195">
              <a:lnSpc>
                <a:spcPct val="118000"/>
              </a:lnSpc>
              <a:spcBef>
                <a:spcPts val="50"/>
              </a:spcBef>
            </a:pPr>
            <a:r>
              <a:rPr sz="2600" spc="-170" dirty="0">
                <a:latin typeface="Arial"/>
                <a:cs typeface="Arial"/>
              </a:rPr>
              <a:t>Fuentes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datos </a:t>
            </a:r>
            <a:r>
              <a:rPr sz="2600" spc="-150" dirty="0">
                <a:latin typeface="Arial"/>
                <a:cs typeface="Arial"/>
              </a:rPr>
              <a:t>Diseño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visual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278508" y="3087925"/>
            <a:ext cx="335280" cy="584200"/>
            <a:chOff x="7278508" y="3087925"/>
            <a:chExt cx="335280" cy="584200"/>
          </a:xfrm>
        </p:grpSpPr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78508" y="3087925"/>
              <a:ext cx="335279" cy="58392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446148" y="3106025"/>
              <a:ext cx="0" cy="280670"/>
            </a:xfrm>
            <a:custGeom>
              <a:avLst/>
              <a:gdLst/>
              <a:ahLst/>
              <a:cxnLst/>
              <a:rect l="l" t="t" r="r" b="b"/>
              <a:pathLst>
                <a:path h="280670">
                  <a:moveTo>
                    <a:pt x="0" y="280390"/>
                  </a:moveTo>
                  <a:lnTo>
                    <a:pt x="0" y="24864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16608" y="3354666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9079" y="0"/>
                  </a:moveTo>
                  <a:lnTo>
                    <a:pt x="0" y="0"/>
                  </a:lnTo>
                  <a:lnTo>
                    <a:pt x="129539" y="259080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305690" y="1867693"/>
            <a:ext cx="2661920" cy="1753870"/>
            <a:chOff x="3305690" y="1867693"/>
            <a:chExt cx="2661920" cy="1753870"/>
          </a:xfrm>
        </p:grpSpPr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66214" y="1867693"/>
              <a:ext cx="901134" cy="335280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104314" y="2015333"/>
              <a:ext cx="598170" cy="0"/>
            </a:xfrm>
            <a:custGeom>
              <a:avLst/>
              <a:gdLst/>
              <a:ahLst/>
              <a:cxnLst/>
              <a:rect l="l" t="t" r="r" b="b"/>
              <a:pathLst>
                <a:path w="598170">
                  <a:moveTo>
                    <a:pt x="597604" y="0"/>
                  </a:moveTo>
                  <a:lnTo>
                    <a:pt x="565854" y="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70168" y="1885793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80">
                  <a:moveTo>
                    <a:pt x="0" y="0"/>
                  </a:moveTo>
                  <a:lnTo>
                    <a:pt x="0" y="259079"/>
                  </a:lnTo>
                  <a:lnTo>
                    <a:pt x="259079" y="129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05690" y="3138750"/>
              <a:ext cx="335279" cy="48227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473330" y="3384180"/>
              <a:ext cx="0" cy="179070"/>
            </a:xfrm>
            <a:custGeom>
              <a:avLst/>
              <a:gdLst/>
              <a:ahLst/>
              <a:cxnLst/>
              <a:rect l="l" t="t" r="r" b="b"/>
              <a:pathLst>
                <a:path h="179070">
                  <a:moveTo>
                    <a:pt x="0" y="178741"/>
                  </a:moveTo>
                  <a:lnTo>
                    <a:pt x="0" y="31750"/>
                  </a:lnTo>
                  <a:lnTo>
                    <a:pt x="0" y="0"/>
                  </a:lnTo>
                </a:path>
              </a:pathLst>
            </a:custGeom>
            <a:ln w="635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43790" y="315685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39" y="0"/>
                  </a:moveTo>
                  <a:lnTo>
                    <a:pt x="0" y="259080"/>
                  </a:lnTo>
                  <a:lnTo>
                    <a:pt x="259080" y="259080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xfrm>
            <a:off x="280504" y="50228"/>
            <a:ext cx="2658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Visualización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336926" y="525547"/>
            <a:ext cx="2504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Cuadro</a:t>
            </a:r>
            <a:r>
              <a:rPr sz="2800" b="1" spc="-20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dirty="0">
                <a:solidFill>
                  <a:srgbClr val="C0504D"/>
                </a:solidFill>
                <a:latin typeface="Arial Narrow"/>
                <a:cs typeface="Arial Narrow"/>
              </a:rPr>
              <a:t>de</a:t>
            </a:r>
            <a:r>
              <a:rPr sz="2800" b="1" spc="-15" dirty="0">
                <a:solidFill>
                  <a:srgbClr val="C0504D"/>
                </a:solidFill>
                <a:latin typeface="Arial Narrow"/>
                <a:cs typeface="Arial Narrow"/>
              </a:rPr>
              <a:t> </a:t>
            </a:r>
            <a:r>
              <a:rPr sz="2800" b="1" spc="-10" dirty="0">
                <a:solidFill>
                  <a:srgbClr val="C0504D"/>
                </a:solidFill>
                <a:latin typeface="Arial Narrow"/>
                <a:cs typeface="Arial Narrow"/>
              </a:rPr>
              <a:t>mando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254886" y="3943584"/>
            <a:ext cx="889635" cy="1200150"/>
          </a:xfrm>
          <a:custGeom>
            <a:avLst/>
            <a:gdLst/>
            <a:ahLst/>
            <a:cxnLst/>
            <a:rect l="l" t="t" r="r" b="b"/>
            <a:pathLst>
              <a:path w="889634" h="1200150">
                <a:moveTo>
                  <a:pt x="421571" y="860415"/>
                </a:moveTo>
                <a:lnTo>
                  <a:pt x="373441" y="863065"/>
                </a:lnTo>
                <a:lnTo>
                  <a:pt x="326853" y="870829"/>
                </a:lnTo>
                <a:lnTo>
                  <a:pt x="282089" y="883425"/>
                </a:lnTo>
                <a:lnTo>
                  <a:pt x="239431" y="900570"/>
                </a:lnTo>
                <a:lnTo>
                  <a:pt x="199160" y="921983"/>
                </a:lnTo>
                <a:lnTo>
                  <a:pt x="161560" y="947382"/>
                </a:lnTo>
                <a:lnTo>
                  <a:pt x="126912" y="976484"/>
                </a:lnTo>
                <a:lnTo>
                  <a:pt x="95497" y="1009008"/>
                </a:lnTo>
                <a:lnTo>
                  <a:pt x="67598" y="1044671"/>
                </a:lnTo>
                <a:lnTo>
                  <a:pt x="43497" y="1083193"/>
                </a:lnTo>
                <a:lnTo>
                  <a:pt x="23475" y="1124291"/>
                </a:lnTo>
                <a:lnTo>
                  <a:pt x="0" y="1199916"/>
                </a:lnTo>
                <a:lnTo>
                  <a:pt x="843142" y="1199916"/>
                </a:lnTo>
                <a:lnTo>
                  <a:pt x="819666" y="1124291"/>
                </a:lnTo>
                <a:lnTo>
                  <a:pt x="799645" y="1083193"/>
                </a:lnTo>
                <a:lnTo>
                  <a:pt x="775543" y="1044671"/>
                </a:lnTo>
                <a:lnTo>
                  <a:pt x="747644" y="1009008"/>
                </a:lnTo>
                <a:lnTo>
                  <a:pt x="716230" y="976484"/>
                </a:lnTo>
                <a:lnTo>
                  <a:pt x="681581" y="947382"/>
                </a:lnTo>
                <a:lnTo>
                  <a:pt x="643981" y="921983"/>
                </a:lnTo>
                <a:lnTo>
                  <a:pt x="603711" y="900570"/>
                </a:lnTo>
                <a:lnTo>
                  <a:pt x="561053" y="883425"/>
                </a:lnTo>
                <a:lnTo>
                  <a:pt x="516289" y="870829"/>
                </a:lnTo>
                <a:lnTo>
                  <a:pt x="469701" y="863065"/>
                </a:lnTo>
                <a:lnTo>
                  <a:pt x="421571" y="860415"/>
                </a:lnTo>
                <a:close/>
              </a:path>
              <a:path w="889634" h="1200150">
                <a:moveTo>
                  <a:pt x="889115" y="0"/>
                </a:moveTo>
                <a:lnTo>
                  <a:pt x="838554" y="5097"/>
                </a:lnTo>
                <a:lnTo>
                  <a:pt x="794032" y="16725"/>
                </a:lnTo>
                <a:lnTo>
                  <a:pt x="751513" y="32837"/>
                </a:lnTo>
                <a:lnTo>
                  <a:pt x="711268" y="53161"/>
                </a:lnTo>
                <a:lnTo>
                  <a:pt x="673569" y="77425"/>
                </a:lnTo>
                <a:lnTo>
                  <a:pt x="638686" y="105358"/>
                </a:lnTo>
                <a:lnTo>
                  <a:pt x="606892" y="136689"/>
                </a:lnTo>
                <a:lnTo>
                  <a:pt x="578457" y="171147"/>
                </a:lnTo>
                <a:lnTo>
                  <a:pt x="553652" y="208460"/>
                </a:lnTo>
                <a:lnTo>
                  <a:pt x="532749" y="248358"/>
                </a:lnTo>
                <a:lnTo>
                  <a:pt x="516019" y="290569"/>
                </a:lnTo>
                <a:lnTo>
                  <a:pt x="503733" y="334821"/>
                </a:lnTo>
                <a:lnTo>
                  <a:pt x="496162" y="380844"/>
                </a:lnTo>
                <a:lnTo>
                  <a:pt x="493579" y="428367"/>
                </a:lnTo>
                <a:lnTo>
                  <a:pt x="496162" y="475889"/>
                </a:lnTo>
                <a:lnTo>
                  <a:pt x="503733" y="521912"/>
                </a:lnTo>
                <a:lnTo>
                  <a:pt x="516019" y="566165"/>
                </a:lnTo>
                <a:lnTo>
                  <a:pt x="532749" y="608376"/>
                </a:lnTo>
                <a:lnTo>
                  <a:pt x="553652" y="648274"/>
                </a:lnTo>
                <a:lnTo>
                  <a:pt x="578457" y="685587"/>
                </a:lnTo>
                <a:lnTo>
                  <a:pt x="606892" y="720045"/>
                </a:lnTo>
                <a:lnTo>
                  <a:pt x="638686" y="751376"/>
                </a:lnTo>
                <a:lnTo>
                  <a:pt x="673569" y="779309"/>
                </a:lnTo>
                <a:lnTo>
                  <a:pt x="711268" y="803573"/>
                </a:lnTo>
                <a:lnTo>
                  <a:pt x="751513" y="823897"/>
                </a:lnTo>
                <a:lnTo>
                  <a:pt x="794032" y="840009"/>
                </a:lnTo>
                <a:lnTo>
                  <a:pt x="838554" y="851638"/>
                </a:lnTo>
                <a:lnTo>
                  <a:pt x="889115" y="856735"/>
                </a:lnTo>
                <a:lnTo>
                  <a:pt x="889115" y="0"/>
                </a:lnTo>
                <a:close/>
              </a:path>
            </a:pathLst>
          </a:custGeom>
          <a:solidFill>
            <a:srgbClr val="00B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4D7F-587E-DBE4-E125-774CE73E8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E42362-D9C2-147A-1943-D3962DD7BC7E}"/>
              </a:ext>
            </a:extLst>
          </p:cNvPr>
          <p:cNvSpPr txBox="1"/>
          <p:nvPr/>
        </p:nvSpPr>
        <p:spPr>
          <a:xfrm>
            <a:off x="4138364" y="3783283"/>
            <a:ext cx="26092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16DA99B-78B3-3A26-2010-01FC01FA3706}"/>
              </a:ext>
            </a:extLst>
          </p:cNvPr>
          <p:cNvSpPr txBox="1"/>
          <p:nvPr/>
        </p:nvSpPr>
        <p:spPr>
          <a:xfrm>
            <a:off x="4138364" y="2457778"/>
            <a:ext cx="462463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Tarea UT1_2 - Data Pipeline</a:t>
            </a:r>
            <a:endParaRPr lang="es-ES" sz="4000" dirty="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DC69B9E-9323-6118-63FC-0F69C71E255A}"/>
              </a:ext>
            </a:extLst>
          </p:cNvPr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02BBAF8-70C8-D994-0C39-B33CA652F4E4}"/>
                </a:ext>
              </a:extLst>
            </p:cNvPr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25AF8C5-1FB5-E64B-242C-FC688E9ED1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907A0786-D37B-5386-7EA7-75F48EDF88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774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082C7-A9C7-D1C6-318E-166B1B91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F59716-E571-42C3-C0FB-A3E1E1AA5B45}"/>
              </a:ext>
            </a:extLst>
          </p:cNvPr>
          <p:cNvSpPr txBox="1"/>
          <p:nvPr/>
        </p:nvSpPr>
        <p:spPr>
          <a:xfrm>
            <a:off x="4138364" y="3783283"/>
            <a:ext cx="26092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Sistemas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de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FFF"/>
                </a:solidFill>
                <a:latin typeface="Arial"/>
                <a:cs typeface="Arial"/>
              </a:rPr>
              <a:t>Big</a:t>
            </a:r>
            <a:r>
              <a:rPr sz="2000" b="1" spc="-35" dirty="0">
                <a:solidFill>
                  <a:srgbClr val="00B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BFFF"/>
                </a:solidFill>
                <a:latin typeface="Arial"/>
                <a:cs typeface="Arial"/>
              </a:rPr>
              <a:t>Data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150C16F-70C6-20C5-4EF1-59992B76941B}"/>
              </a:ext>
            </a:extLst>
          </p:cNvPr>
          <p:cNvSpPr txBox="1"/>
          <p:nvPr/>
        </p:nvSpPr>
        <p:spPr>
          <a:xfrm>
            <a:off x="4138364" y="2457778"/>
            <a:ext cx="462463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4000" b="1" dirty="0">
                <a:solidFill>
                  <a:srgbClr val="044247"/>
                </a:solidFill>
                <a:latin typeface="Arial Narrow"/>
                <a:cs typeface="Arial Narrow"/>
              </a:rPr>
              <a:t>Tarea UT1_2 - Data Pipeline</a:t>
            </a:r>
            <a:endParaRPr lang="es-ES" sz="4000" dirty="0">
              <a:latin typeface="Arial Narrow"/>
              <a:cs typeface="Arial Narrow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E09859E-C4C7-844F-A077-46437BE41002}"/>
              </a:ext>
            </a:extLst>
          </p:cNvPr>
          <p:cNvGrpSpPr/>
          <p:nvPr/>
        </p:nvGrpSpPr>
        <p:grpSpPr>
          <a:xfrm>
            <a:off x="6799057" y="3943584"/>
            <a:ext cx="2345055" cy="1200150"/>
            <a:chOff x="6799057" y="3943584"/>
            <a:chExt cx="2345055" cy="120015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CA04B02-767B-B12E-332D-09275099F95B}"/>
                </a:ext>
              </a:extLst>
            </p:cNvPr>
            <p:cNvSpPr/>
            <p:nvPr/>
          </p:nvSpPr>
          <p:spPr>
            <a:xfrm>
              <a:off x="8254886" y="3943584"/>
              <a:ext cx="889635" cy="1200150"/>
            </a:xfrm>
            <a:custGeom>
              <a:avLst/>
              <a:gdLst/>
              <a:ahLst/>
              <a:cxnLst/>
              <a:rect l="l" t="t" r="r" b="b"/>
              <a:pathLst>
                <a:path w="889634" h="1200150">
                  <a:moveTo>
                    <a:pt x="421571" y="860415"/>
                  </a:moveTo>
                  <a:lnTo>
                    <a:pt x="373441" y="863065"/>
                  </a:lnTo>
                  <a:lnTo>
                    <a:pt x="326853" y="870829"/>
                  </a:lnTo>
                  <a:lnTo>
                    <a:pt x="282089" y="883425"/>
                  </a:lnTo>
                  <a:lnTo>
                    <a:pt x="239431" y="900570"/>
                  </a:lnTo>
                  <a:lnTo>
                    <a:pt x="199160" y="921983"/>
                  </a:lnTo>
                  <a:lnTo>
                    <a:pt x="161560" y="947382"/>
                  </a:lnTo>
                  <a:lnTo>
                    <a:pt x="126912" y="976484"/>
                  </a:lnTo>
                  <a:lnTo>
                    <a:pt x="95497" y="1009008"/>
                  </a:lnTo>
                  <a:lnTo>
                    <a:pt x="67598" y="1044671"/>
                  </a:lnTo>
                  <a:lnTo>
                    <a:pt x="43497" y="1083193"/>
                  </a:lnTo>
                  <a:lnTo>
                    <a:pt x="23475" y="1124291"/>
                  </a:lnTo>
                  <a:lnTo>
                    <a:pt x="0" y="1199916"/>
                  </a:lnTo>
                  <a:lnTo>
                    <a:pt x="843142" y="1199916"/>
                  </a:lnTo>
                  <a:lnTo>
                    <a:pt x="819666" y="1124291"/>
                  </a:lnTo>
                  <a:lnTo>
                    <a:pt x="799645" y="1083193"/>
                  </a:lnTo>
                  <a:lnTo>
                    <a:pt x="775543" y="1044671"/>
                  </a:lnTo>
                  <a:lnTo>
                    <a:pt x="747644" y="1009008"/>
                  </a:lnTo>
                  <a:lnTo>
                    <a:pt x="716230" y="976484"/>
                  </a:lnTo>
                  <a:lnTo>
                    <a:pt x="681581" y="947382"/>
                  </a:lnTo>
                  <a:lnTo>
                    <a:pt x="643981" y="921983"/>
                  </a:lnTo>
                  <a:lnTo>
                    <a:pt x="603711" y="900570"/>
                  </a:lnTo>
                  <a:lnTo>
                    <a:pt x="561053" y="883425"/>
                  </a:lnTo>
                  <a:lnTo>
                    <a:pt x="516289" y="870829"/>
                  </a:lnTo>
                  <a:lnTo>
                    <a:pt x="469701" y="863065"/>
                  </a:lnTo>
                  <a:lnTo>
                    <a:pt x="421571" y="860415"/>
                  </a:lnTo>
                  <a:close/>
                </a:path>
                <a:path w="889634" h="1200150">
                  <a:moveTo>
                    <a:pt x="889115" y="0"/>
                  </a:moveTo>
                  <a:lnTo>
                    <a:pt x="838554" y="5097"/>
                  </a:lnTo>
                  <a:lnTo>
                    <a:pt x="794032" y="16725"/>
                  </a:lnTo>
                  <a:lnTo>
                    <a:pt x="751513" y="32837"/>
                  </a:lnTo>
                  <a:lnTo>
                    <a:pt x="711268" y="53161"/>
                  </a:lnTo>
                  <a:lnTo>
                    <a:pt x="673569" y="77425"/>
                  </a:lnTo>
                  <a:lnTo>
                    <a:pt x="638686" y="105358"/>
                  </a:lnTo>
                  <a:lnTo>
                    <a:pt x="606892" y="136689"/>
                  </a:lnTo>
                  <a:lnTo>
                    <a:pt x="578457" y="171147"/>
                  </a:lnTo>
                  <a:lnTo>
                    <a:pt x="553652" y="208460"/>
                  </a:lnTo>
                  <a:lnTo>
                    <a:pt x="532749" y="248358"/>
                  </a:lnTo>
                  <a:lnTo>
                    <a:pt x="516019" y="290569"/>
                  </a:lnTo>
                  <a:lnTo>
                    <a:pt x="503733" y="334821"/>
                  </a:lnTo>
                  <a:lnTo>
                    <a:pt x="496162" y="380844"/>
                  </a:lnTo>
                  <a:lnTo>
                    <a:pt x="493579" y="428367"/>
                  </a:lnTo>
                  <a:lnTo>
                    <a:pt x="496162" y="475889"/>
                  </a:lnTo>
                  <a:lnTo>
                    <a:pt x="503733" y="521912"/>
                  </a:lnTo>
                  <a:lnTo>
                    <a:pt x="516019" y="566165"/>
                  </a:lnTo>
                  <a:lnTo>
                    <a:pt x="532749" y="608376"/>
                  </a:lnTo>
                  <a:lnTo>
                    <a:pt x="553652" y="648274"/>
                  </a:lnTo>
                  <a:lnTo>
                    <a:pt x="578457" y="685587"/>
                  </a:lnTo>
                  <a:lnTo>
                    <a:pt x="606892" y="720045"/>
                  </a:lnTo>
                  <a:lnTo>
                    <a:pt x="638686" y="751376"/>
                  </a:lnTo>
                  <a:lnTo>
                    <a:pt x="673569" y="779309"/>
                  </a:lnTo>
                  <a:lnTo>
                    <a:pt x="711268" y="803573"/>
                  </a:lnTo>
                  <a:lnTo>
                    <a:pt x="751513" y="823897"/>
                  </a:lnTo>
                  <a:lnTo>
                    <a:pt x="794032" y="840009"/>
                  </a:lnTo>
                  <a:lnTo>
                    <a:pt x="838554" y="851638"/>
                  </a:lnTo>
                  <a:lnTo>
                    <a:pt x="889115" y="856735"/>
                  </a:lnTo>
                  <a:lnTo>
                    <a:pt x="889115" y="0"/>
                  </a:lnTo>
                  <a:close/>
                </a:path>
              </a:pathLst>
            </a:custGeom>
            <a:solidFill>
              <a:srgbClr val="00B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CA0EBD0-FCEA-8B1D-F5D2-603143A4E9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99057" y="4375703"/>
              <a:ext cx="1455828" cy="340724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ED08EDF5-CE47-E5C2-C2F8-F0C84CCD2C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58" y="4395827"/>
            <a:ext cx="1566195" cy="3132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CE66B4-BEF5-ED95-76E0-9C02A3B8F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3616"/>
            <a:ext cx="7772400" cy="43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2807</Words>
  <Application>Microsoft Macintosh PowerPoint</Application>
  <PresentationFormat>On-screen Show (16:9)</PresentationFormat>
  <Paragraphs>999</Paragraphs>
  <Slides>103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5" baseType="lpstr">
      <vt:lpstr>Apple Symbols</vt:lpstr>
      <vt:lpstr>Aptos</vt:lpstr>
      <vt:lpstr>Arial</vt:lpstr>
      <vt:lpstr>Arial Narrow</vt:lpstr>
      <vt:lpstr>Courier New</vt:lpstr>
      <vt:lpstr>Google Sans</vt:lpstr>
      <vt:lpstr>Helvetica</vt:lpstr>
      <vt:lpstr>Helvetica Neue</vt:lpstr>
      <vt:lpstr>Lucida Grande</vt:lpstr>
      <vt:lpstr>SignPainter-HouseScript Semibold</vt:lpstr>
      <vt:lpstr>Times New Roman</vt:lpstr>
      <vt:lpstr>Office Theme</vt:lpstr>
      <vt:lpstr>PowerPoint Presentation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Sistemas</vt:lpstr>
      <vt:lpstr>PowerPoint Presentation</vt:lpstr>
      <vt:lpstr>PowerPoint Presentation</vt:lpstr>
      <vt:lpstr>Sistemas</vt:lpstr>
      <vt:lpstr>Sistemas</vt:lpstr>
      <vt:lpstr>Sistemas</vt:lpstr>
      <vt:lpstr>Sistemas</vt:lpstr>
      <vt:lpstr>PowerPoint Presentation</vt:lpstr>
      <vt:lpstr>Complejidad computacional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Complejidad computacional y escalabilidad</vt:lpstr>
      <vt:lpstr>Complejidad</vt:lpstr>
      <vt:lpstr>Complejidad</vt:lpstr>
      <vt:lpstr>Complejidad</vt:lpstr>
      <vt:lpstr>Complejidad</vt:lpstr>
      <vt:lpstr>Posición 22 del mundo en 2008</vt:lpstr>
      <vt:lpstr>Complejidad</vt:lpstr>
      <vt:lpstr>Complejidad</vt:lpstr>
      <vt:lpstr>Complejidad</vt:lpstr>
      <vt:lpstr>Complejidad</vt:lpstr>
      <vt:lpstr>Complejidad</vt:lpstr>
      <vt:lpstr>Complejidad</vt:lpstr>
      <vt:lpstr>Complejidad</vt:lpstr>
      <vt:lpstr>PowerPoint Presentation</vt:lpstr>
      <vt:lpstr>PowerPoint Presentation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Proceso</vt:lpstr>
      <vt:lpstr>PowerPoint Presentation</vt:lpstr>
      <vt:lpstr>Proceso</vt:lpstr>
      <vt:lpstr>Aprendizaje</vt:lpstr>
      <vt:lpstr>Aprendizaje</vt:lpstr>
      <vt:lpstr>Tipo de aprendizaje</vt:lpstr>
      <vt:lpstr>Aprendizaje</vt:lpstr>
      <vt:lpstr>Aprendizaje</vt:lpstr>
      <vt:lpstr>Aprendizaje</vt:lpstr>
      <vt:lpstr>Aprendizaje</vt:lpstr>
      <vt:lpstr>Aprendizaje</vt:lpstr>
      <vt:lpstr>Aprendizaje</vt:lpstr>
      <vt:lpstr>PowerPoint Presentation</vt:lpstr>
      <vt:lpstr>PowerPoint Presentation</vt:lpstr>
      <vt:lpstr>Aprendizaje</vt:lpstr>
      <vt:lpstr>Aprendizaje</vt:lpstr>
      <vt:lpstr>Aprendizaje</vt:lpstr>
      <vt:lpstr>Aprendizaje</vt:lpstr>
      <vt:lpstr>PowerPoint Presentation</vt:lpstr>
      <vt:lpstr>Procesos</vt:lpstr>
      <vt:lpstr>Visualización ¿Qué es?</vt:lpstr>
      <vt:lpstr>Visualización Finalidad</vt:lpstr>
      <vt:lpstr>Visualización Finalidad</vt:lpstr>
      <vt:lpstr>Visualización Finalidad</vt:lpstr>
      <vt:lpstr>PowerPoint Presentation</vt:lpstr>
      <vt:lpstr>PowerPoint Presentation</vt:lpstr>
      <vt:lpstr>Visualización Volumen</vt:lpstr>
      <vt:lpstr>Visualización Volumen</vt:lpstr>
      <vt:lpstr>Visualización Volumen</vt:lpstr>
      <vt:lpstr>Visualización Volumen</vt:lpstr>
      <vt:lpstr>Visualización Volumen</vt:lpstr>
      <vt:lpstr>Visualización</vt:lpstr>
      <vt:lpstr>Visualización Cuadro de mando</vt:lpstr>
      <vt:lpstr>Visualización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M04_09_13_V02_¿Que es BD?</dc:title>
  <cp:lastModifiedBy>juan jose sanchez sanchez</cp:lastModifiedBy>
  <cp:revision>1</cp:revision>
  <dcterms:created xsi:type="dcterms:W3CDTF">2026-10-19T10:44:40Z</dcterms:created>
  <dcterms:modified xsi:type="dcterms:W3CDTF">2026-10-27T15:59:51Z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2021-09-28T00:00:00Z</vt:filetime>
  </property>
  <property fmtid="{D5CDD505-2E9C-101B-9397-08002B2CF9AE}" pid="3" name="Creator">
    <vt:lpwstr>Keynote</vt:lpwstr>
  </property>
  <property fmtid="{D5CDD505-2E9C-101B-9397-08002B2CF9AE}" pid="4" name="LastSaved">
    <vt:filetime>2026-10-19T00:00:00Z</vt:filetime>
  </property>
  <property fmtid="{D5CDD505-2E9C-101B-9397-08002B2CF9AE}" pid="5" name="Producer">
    <vt:lpwstr>macOS Versión 11.6 (Compilación 20G165) Quartz PDFContext</vt:lpwstr>
  </property>
</Properties>
</file>