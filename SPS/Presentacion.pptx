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>
      <p:cViewPr varScale="1">
        <p:scale>
          <a:sx n="161" d="100"/>
          <a:sy n="161" d="100"/>
        </p:scale>
        <p:origin x="784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jose sanchez sanchez" userId="bf9c9b758c35a626" providerId="LiveId" clId="{B702BE82-8202-7748-B284-408F5AF971B9}"/>
    <pc:docChg chg="addSld modSld">
      <pc:chgData name="juan jose sanchez sanchez" userId="bf9c9b758c35a626" providerId="LiveId" clId="{B702BE82-8202-7748-B284-408F5AF971B9}" dt="2026-10-01T11:19:23.342" v="0"/>
      <pc:docMkLst>
        <pc:docMk/>
      </pc:docMkLst>
      <pc:sldChg chg="add">
        <pc:chgData name="juan jose sanchez sanchez" userId="bf9c9b758c35a626" providerId="LiveId" clId="{B702BE82-8202-7748-B284-408F5AF971B9}" dt="2026-10-01T11:19:23.342" v="0"/>
        <pc:sldMkLst>
          <pc:docMk/>
          <pc:sldMk cId="4163106102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" y="0"/>
            <a:ext cx="5002530" cy="3938270"/>
          </a:xfrm>
          <a:custGeom>
            <a:avLst/>
            <a:gdLst/>
            <a:ahLst/>
            <a:cxnLst/>
            <a:rect l="l" t="t" r="r" b="b"/>
            <a:pathLst>
              <a:path w="5002530" h="3938270">
                <a:moveTo>
                  <a:pt x="0" y="1704928"/>
                </a:moveTo>
                <a:lnTo>
                  <a:pt x="0" y="3856309"/>
                </a:lnTo>
                <a:lnTo>
                  <a:pt x="579720" y="3937783"/>
                </a:lnTo>
                <a:lnTo>
                  <a:pt x="1255398" y="2957054"/>
                </a:lnTo>
                <a:lnTo>
                  <a:pt x="876220" y="1828073"/>
                </a:lnTo>
                <a:lnTo>
                  <a:pt x="0" y="1704928"/>
                </a:lnTo>
                <a:close/>
              </a:path>
              <a:path w="5002530" h="3938270">
                <a:moveTo>
                  <a:pt x="1716059" y="768286"/>
                </a:moveTo>
                <a:lnTo>
                  <a:pt x="1040381" y="1749017"/>
                </a:lnTo>
                <a:lnTo>
                  <a:pt x="1419558" y="2877996"/>
                </a:lnTo>
                <a:lnTo>
                  <a:pt x="2811967" y="3073687"/>
                </a:lnTo>
                <a:lnTo>
                  <a:pt x="3487644" y="2092957"/>
                </a:lnTo>
                <a:lnTo>
                  <a:pt x="3108468" y="963976"/>
                </a:lnTo>
                <a:lnTo>
                  <a:pt x="1716059" y="768286"/>
                </a:lnTo>
                <a:close/>
              </a:path>
              <a:path w="5002530" h="3938270">
                <a:moveTo>
                  <a:pt x="1331643" y="0"/>
                </a:moveTo>
                <a:lnTo>
                  <a:pt x="0" y="0"/>
                </a:lnTo>
                <a:lnTo>
                  <a:pt x="0" y="1510525"/>
                </a:lnTo>
                <a:lnTo>
                  <a:pt x="875213" y="1633527"/>
                </a:lnTo>
                <a:lnTo>
                  <a:pt x="1550890" y="652797"/>
                </a:lnTo>
                <a:lnTo>
                  <a:pt x="1331643" y="0"/>
                </a:lnTo>
                <a:close/>
              </a:path>
              <a:path w="5002530" h="3938270">
                <a:moveTo>
                  <a:pt x="3995936" y="267493"/>
                </a:moveTo>
                <a:lnTo>
                  <a:pt x="3948860" y="270028"/>
                </a:lnTo>
                <a:lnTo>
                  <a:pt x="3903252" y="277458"/>
                </a:lnTo>
                <a:lnTo>
                  <a:pt x="3859375" y="289519"/>
                </a:lnTo>
                <a:lnTo>
                  <a:pt x="3817495" y="305948"/>
                </a:lnTo>
                <a:lnTo>
                  <a:pt x="3777873" y="326480"/>
                </a:lnTo>
                <a:lnTo>
                  <a:pt x="3740774" y="350853"/>
                </a:lnTo>
                <a:lnTo>
                  <a:pt x="3706461" y="378803"/>
                </a:lnTo>
                <a:lnTo>
                  <a:pt x="3675198" y="410066"/>
                </a:lnTo>
                <a:lnTo>
                  <a:pt x="3647248" y="444379"/>
                </a:lnTo>
                <a:lnTo>
                  <a:pt x="3622875" y="481478"/>
                </a:lnTo>
                <a:lnTo>
                  <a:pt x="3602342" y="521100"/>
                </a:lnTo>
                <a:lnTo>
                  <a:pt x="3585914" y="562980"/>
                </a:lnTo>
                <a:lnTo>
                  <a:pt x="3573853" y="606856"/>
                </a:lnTo>
                <a:lnTo>
                  <a:pt x="3566423" y="652464"/>
                </a:lnTo>
                <a:lnTo>
                  <a:pt x="3563887" y="699541"/>
                </a:lnTo>
                <a:lnTo>
                  <a:pt x="3566423" y="746617"/>
                </a:lnTo>
                <a:lnTo>
                  <a:pt x="3573853" y="792225"/>
                </a:lnTo>
                <a:lnTo>
                  <a:pt x="3585914" y="836102"/>
                </a:lnTo>
                <a:lnTo>
                  <a:pt x="3602342" y="877982"/>
                </a:lnTo>
                <a:lnTo>
                  <a:pt x="3622875" y="917604"/>
                </a:lnTo>
                <a:lnTo>
                  <a:pt x="3647248" y="954703"/>
                </a:lnTo>
                <a:lnTo>
                  <a:pt x="3675198" y="989016"/>
                </a:lnTo>
                <a:lnTo>
                  <a:pt x="3706461" y="1020279"/>
                </a:lnTo>
                <a:lnTo>
                  <a:pt x="3740774" y="1048229"/>
                </a:lnTo>
                <a:lnTo>
                  <a:pt x="3777873" y="1072602"/>
                </a:lnTo>
                <a:lnTo>
                  <a:pt x="3817495" y="1093135"/>
                </a:lnTo>
                <a:lnTo>
                  <a:pt x="3859375" y="1109563"/>
                </a:lnTo>
                <a:lnTo>
                  <a:pt x="3903252" y="1121624"/>
                </a:lnTo>
                <a:lnTo>
                  <a:pt x="3948860" y="1129054"/>
                </a:lnTo>
                <a:lnTo>
                  <a:pt x="3995936" y="1131590"/>
                </a:lnTo>
                <a:lnTo>
                  <a:pt x="4043013" y="1129054"/>
                </a:lnTo>
                <a:lnTo>
                  <a:pt x="4088620" y="1121624"/>
                </a:lnTo>
                <a:lnTo>
                  <a:pt x="4132496" y="1109563"/>
                </a:lnTo>
                <a:lnTo>
                  <a:pt x="4174377" y="1093135"/>
                </a:lnTo>
                <a:lnTo>
                  <a:pt x="4213998" y="1072602"/>
                </a:lnTo>
                <a:lnTo>
                  <a:pt x="4251097" y="1048229"/>
                </a:lnTo>
                <a:lnTo>
                  <a:pt x="4285410" y="1020279"/>
                </a:lnTo>
                <a:lnTo>
                  <a:pt x="4316673" y="989016"/>
                </a:lnTo>
                <a:lnTo>
                  <a:pt x="4344623" y="954703"/>
                </a:lnTo>
                <a:lnTo>
                  <a:pt x="4368996" y="917604"/>
                </a:lnTo>
                <a:lnTo>
                  <a:pt x="4389528" y="877982"/>
                </a:lnTo>
                <a:lnTo>
                  <a:pt x="4405957" y="836102"/>
                </a:lnTo>
                <a:lnTo>
                  <a:pt x="4418018" y="792225"/>
                </a:lnTo>
                <a:lnTo>
                  <a:pt x="4425448" y="746617"/>
                </a:lnTo>
                <a:lnTo>
                  <a:pt x="4427983" y="699541"/>
                </a:lnTo>
                <a:lnTo>
                  <a:pt x="4425466" y="652797"/>
                </a:lnTo>
                <a:lnTo>
                  <a:pt x="4425448" y="652464"/>
                </a:lnTo>
                <a:lnTo>
                  <a:pt x="4418018" y="606856"/>
                </a:lnTo>
                <a:lnTo>
                  <a:pt x="4405957" y="562980"/>
                </a:lnTo>
                <a:lnTo>
                  <a:pt x="4389529" y="521100"/>
                </a:lnTo>
                <a:lnTo>
                  <a:pt x="4368996" y="481478"/>
                </a:lnTo>
                <a:lnTo>
                  <a:pt x="4344623" y="444379"/>
                </a:lnTo>
                <a:lnTo>
                  <a:pt x="4316674" y="410066"/>
                </a:lnTo>
                <a:lnTo>
                  <a:pt x="4285411" y="378803"/>
                </a:lnTo>
                <a:lnTo>
                  <a:pt x="4251098" y="350853"/>
                </a:lnTo>
                <a:lnTo>
                  <a:pt x="4213999" y="326480"/>
                </a:lnTo>
                <a:lnTo>
                  <a:pt x="4174377" y="305948"/>
                </a:lnTo>
                <a:lnTo>
                  <a:pt x="4132497" y="289519"/>
                </a:lnTo>
                <a:lnTo>
                  <a:pt x="4088621" y="277458"/>
                </a:lnTo>
                <a:lnTo>
                  <a:pt x="4043013" y="270028"/>
                </a:lnTo>
                <a:lnTo>
                  <a:pt x="3995936" y="267493"/>
                </a:lnTo>
                <a:close/>
              </a:path>
              <a:path w="5002530" h="3938270">
                <a:moveTo>
                  <a:pt x="3641270" y="0"/>
                </a:moveTo>
                <a:lnTo>
                  <a:pt x="1520549" y="0"/>
                </a:lnTo>
                <a:lnTo>
                  <a:pt x="1715051" y="579121"/>
                </a:lnTo>
                <a:lnTo>
                  <a:pt x="3107461" y="774811"/>
                </a:lnTo>
                <a:lnTo>
                  <a:pt x="3641270" y="0"/>
                </a:lnTo>
                <a:close/>
              </a:path>
              <a:path w="5002530" h="3938270">
                <a:moveTo>
                  <a:pt x="5001954" y="0"/>
                </a:moveTo>
                <a:lnTo>
                  <a:pt x="4158813" y="0"/>
                </a:lnTo>
                <a:lnTo>
                  <a:pt x="4182289" y="75627"/>
                </a:lnTo>
                <a:lnTo>
                  <a:pt x="4202310" y="116724"/>
                </a:lnTo>
                <a:lnTo>
                  <a:pt x="4226411" y="155245"/>
                </a:lnTo>
                <a:lnTo>
                  <a:pt x="4254310" y="190909"/>
                </a:lnTo>
                <a:lnTo>
                  <a:pt x="4285725" y="223432"/>
                </a:lnTo>
                <a:lnTo>
                  <a:pt x="4320373" y="252535"/>
                </a:lnTo>
                <a:lnTo>
                  <a:pt x="4357973" y="277933"/>
                </a:lnTo>
                <a:lnTo>
                  <a:pt x="4398243" y="299346"/>
                </a:lnTo>
                <a:lnTo>
                  <a:pt x="4440901" y="316491"/>
                </a:lnTo>
                <a:lnTo>
                  <a:pt x="4485665" y="329086"/>
                </a:lnTo>
                <a:lnTo>
                  <a:pt x="4532253" y="336850"/>
                </a:lnTo>
                <a:lnTo>
                  <a:pt x="4580383" y="339501"/>
                </a:lnTo>
                <a:lnTo>
                  <a:pt x="4628513" y="336850"/>
                </a:lnTo>
                <a:lnTo>
                  <a:pt x="4675101" y="329086"/>
                </a:lnTo>
                <a:lnTo>
                  <a:pt x="4719866" y="316491"/>
                </a:lnTo>
                <a:lnTo>
                  <a:pt x="4762524" y="299346"/>
                </a:lnTo>
                <a:lnTo>
                  <a:pt x="4802794" y="277933"/>
                </a:lnTo>
                <a:lnTo>
                  <a:pt x="4840394" y="252535"/>
                </a:lnTo>
                <a:lnTo>
                  <a:pt x="4875043" y="223432"/>
                </a:lnTo>
                <a:lnTo>
                  <a:pt x="4906457" y="190909"/>
                </a:lnTo>
                <a:lnTo>
                  <a:pt x="4934356" y="155245"/>
                </a:lnTo>
                <a:lnTo>
                  <a:pt x="4958457" y="116724"/>
                </a:lnTo>
                <a:lnTo>
                  <a:pt x="4978479" y="75627"/>
                </a:lnTo>
                <a:lnTo>
                  <a:pt x="5001954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29489" y="983612"/>
            <a:ext cx="3392804" cy="1574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66999" y="776191"/>
            <a:ext cx="5506084" cy="2029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jpg"/><Relationship Id="rId3" Type="http://schemas.openxmlformats.org/officeDocument/2006/relationships/image" Target="../media/image13.jp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jpg"/><Relationship Id="rId9" Type="http://schemas.openxmlformats.org/officeDocument/2006/relationships/image" Target="../media/image1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00963" y="3171562"/>
            <a:ext cx="3595237" cy="9618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Sistemas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de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Big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00BFFF"/>
                </a:solidFill>
                <a:latin typeface="Arial"/>
                <a:cs typeface="Arial"/>
              </a:rPr>
              <a:t>Data</a:t>
            </a:r>
            <a:endParaRPr sz="2000" dirty="0">
              <a:latin typeface="Arial"/>
              <a:cs typeface="Arial"/>
            </a:endParaRPr>
          </a:p>
          <a:p>
            <a:pPr marL="58419">
              <a:lnSpc>
                <a:spcPts val="1720"/>
              </a:lnSpc>
              <a:spcBef>
                <a:spcPts val="1850"/>
              </a:spcBef>
            </a:pPr>
            <a:r>
              <a:rPr lang="es-ES" sz="1600" dirty="0">
                <a:latin typeface="Arial"/>
                <a:cs typeface="Arial"/>
              </a:rPr>
              <a:t>Juan José Sánchez Sánchez</a:t>
            </a:r>
            <a:endParaRPr sz="1600" dirty="0">
              <a:latin typeface="Arial"/>
              <a:cs typeface="Arial"/>
            </a:endParaRPr>
          </a:p>
          <a:p>
            <a:pPr marL="58419">
              <a:lnSpc>
                <a:spcPts val="1360"/>
              </a:lnSpc>
            </a:pPr>
            <a:r>
              <a:rPr lang="es-ES" sz="1300" dirty="0" err="1">
                <a:latin typeface="Arial"/>
                <a:cs typeface="Arial"/>
              </a:rPr>
              <a:t>juanjose_sanchez@cifpzonzamas.es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38364" y="2457778"/>
            <a:ext cx="26422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Presentación</a:t>
            </a:r>
            <a:endParaRPr sz="4000">
              <a:latin typeface="Arial Narrow"/>
              <a:cs typeface="Arial Narro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799057" y="3943584"/>
            <a:ext cx="2345055" cy="1200150"/>
            <a:chOff x="6799057" y="3943584"/>
            <a:chExt cx="2345055" cy="1200150"/>
          </a:xfrm>
        </p:grpSpPr>
        <p:sp>
          <p:nvSpPr>
            <p:cNvPr id="5" name="object 5"/>
            <p:cNvSpPr/>
            <p:nvPr/>
          </p:nvSpPr>
          <p:spPr>
            <a:xfrm>
              <a:off x="8254886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99057" y="4375704"/>
              <a:ext cx="1455828" cy="340724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18858" y="4395827"/>
            <a:ext cx="1566195" cy="3132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6200"/>
              </a:lnSpc>
            </a:pPr>
            <a:r>
              <a:rPr spc="-265" dirty="0"/>
              <a:t>Presentación </a:t>
            </a:r>
            <a:r>
              <a:rPr spc="-150" dirty="0"/>
              <a:t>participantes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29489" y="2597280"/>
            <a:ext cx="3827779" cy="1104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3679" indent="-220979">
              <a:lnSpc>
                <a:spcPct val="100000"/>
              </a:lnSpc>
              <a:spcBef>
                <a:spcPts val="100"/>
              </a:spcBef>
              <a:buSzPct val="97142"/>
              <a:buChar char="•"/>
              <a:tabLst>
                <a:tab pos="233679" algn="l"/>
              </a:tabLst>
            </a:pPr>
            <a:r>
              <a:rPr sz="3500" spc="-10" dirty="0">
                <a:latin typeface="Arial"/>
                <a:cs typeface="Arial"/>
              </a:rPr>
              <a:t>Motivación</a:t>
            </a:r>
            <a:endParaRPr sz="3500">
              <a:latin typeface="Arial"/>
              <a:cs typeface="Arial"/>
            </a:endParaRPr>
          </a:p>
          <a:p>
            <a:pPr marL="233679" indent="-220979">
              <a:lnSpc>
                <a:spcPct val="100000"/>
              </a:lnSpc>
              <a:spcBef>
                <a:spcPts val="100"/>
              </a:spcBef>
              <a:buSzPct val="97142"/>
              <a:buChar char="•"/>
              <a:tabLst>
                <a:tab pos="233679" algn="l"/>
              </a:tabLst>
            </a:pPr>
            <a:r>
              <a:rPr sz="3500" spc="-145" dirty="0">
                <a:latin typeface="Arial"/>
                <a:cs typeface="Arial"/>
              </a:rPr>
              <a:t>¿Imparten</a:t>
            </a:r>
            <a:r>
              <a:rPr sz="3500" spc="-170" dirty="0">
                <a:latin typeface="Arial"/>
                <a:cs typeface="Arial"/>
              </a:rPr>
              <a:t> </a:t>
            </a:r>
            <a:r>
              <a:rPr sz="3500" spc="-105" dirty="0">
                <a:latin typeface="Arial"/>
                <a:cs typeface="Arial"/>
              </a:rPr>
              <a:t>el</a:t>
            </a:r>
            <a:r>
              <a:rPr sz="3500" spc="-170" dirty="0">
                <a:latin typeface="Arial"/>
                <a:cs typeface="Arial"/>
              </a:rPr>
              <a:t> </a:t>
            </a:r>
            <a:r>
              <a:rPr sz="3500" spc="-175" dirty="0">
                <a:latin typeface="Arial"/>
                <a:cs typeface="Arial"/>
              </a:rPr>
              <a:t>curso?</a:t>
            </a:r>
            <a:endParaRPr sz="35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401348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Sistemas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6283" y="671141"/>
            <a:ext cx="1715135" cy="1282065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23495">
              <a:lnSpc>
                <a:spcPct val="100000"/>
              </a:lnSpc>
              <a:spcBef>
                <a:spcPts val="715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Objetivos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2766998" y="776191"/>
            <a:ext cx="5996001" cy="2029460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60"/>
              </a:spcBef>
            </a:pPr>
            <a:r>
              <a:rPr spc="-120" dirty="0"/>
              <a:t>Aplicar</a:t>
            </a:r>
            <a:r>
              <a:rPr spc="-125" dirty="0"/>
              <a:t> </a:t>
            </a:r>
            <a:r>
              <a:rPr spc="-145" dirty="0"/>
              <a:t>técnicas</a:t>
            </a:r>
            <a:r>
              <a:rPr spc="-120" dirty="0"/>
              <a:t> </a:t>
            </a:r>
            <a:r>
              <a:rPr spc="-140" dirty="0"/>
              <a:t>y</a:t>
            </a:r>
            <a:r>
              <a:rPr spc="-125" dirty="0"/>
              <a:t> </a:t>
            </a:r>
            <a:r>
              <a:rPr spc="-110" dirty="0"/>
              <a:t>herramientas</a:t>
            </a:r>
            <a:r>
              <a:rPr spc="-120" dirty="0"/>
              <a:t> </a:t>
            </a:r>
            <a:r>
              <a:rPr spc="-140" dirty="0"/>
              <a:t>de</a:t>
            </a:r>
            <a:r>
              <a:rPr spc="-125" dirty="0"/>
              <a:t> </a:t>
            </a:r>
            <a:r>
              <a:rPr spc="-360" dirty="0"/>
              <a:t>BD</a:t>
            </a:r>
          </a:p>
          <a:p>
            <a:pPr marL="1296035" marR="353695" indent="-285750">
              <a:lnSpc>
                <a:spcPct val="76400"/>
              </a:lnSpc>
              <a:spcBef>
                <a:spcPts val="2155"/>
              </a:spcBef>
              <a:buFont typeface="Lucida Grande"/>
              <a:buChar char="▪"/>
              <a:tabLst>
                <a:tab pos="1296035" algn="l"/>
              </a:tabLst>
            </a:pPr>
            <a:r>
              <a:rPr sz="2800" b="1" spc="-305" dirty="0">
                <a:latin typeface="Arial"/>
                <a:cs typeface="Arial"/>
              </a:rPr>
              <a:t>Toma</a:t>
            </a:r>
            <a:r>
              <a:rPr sz="2800" b="1" spc="-140" dirty="0">
                <a:latin typeface="Arial"/>
                <a:cs typeface="Arial"/>
              </a:rPr>
              <a:t> </a:t>
            </a:r>
            <a:r>
              <a:rPr sz="2800" b="1" spc="-195" dirty="0">
                <a:latin typeface="Arial"/>
                <a:cs typeface="Arial"/>
              </a:rPr>
              <a:t>de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b="1" spc="-250" dirty="0">
                <a:latin typeface="Arial"/>
                <a:cs typeface="Arial"/>
              </a:rPr>
              <a:t>decisiones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spc="-140" dirty="0"/>
              <a:t>de</a:t>
            </a:r>
            <a:r>
              <a:rPr sz="2800" spc="-130" dirty="0"/>
              <a:t> </a:t>
            </a:r>
            <a:r>
              <a:rPr sz="2800" spc="-25" dirty="0"/>
              <a:t>las </a:t>
            </a:r>
            <a:r>
              <a:rPr sz="2800" spc="-185" dirty="0"/>
              <a:t>empresas</a:t>
            </a:r>
            <a:r>
              <a:rPr sz="2800" spc="-110" dirty="0"/>
              <a:t> </a:t>
            </a:r>
            <a:r>
              <a:rPr sz="2800" spc="-140" dirty="0"/>
              <a:t>y</a:t>
            </a:r>
            <a:r>
              <a:rPr sz="2800" spc="-110" dirty="0"/>
              <a:t> </a:t>
            </a:r>
            <a:r>
              <a:rPr sz="2800" spc="-155" dirty="0"/>
              <a:t>organizaciones</a:t>
            </a:r>
            <a:endParaRPr sz="2800" dirty="0">
              <a:latin typeface="Arial"/>
              <a:cs typeface="Arial"/>
            </a:endParaRPr>
          </a:p>
          <a:p>
            <a:pPr marL="1295400" indent="-285115">
              <a:lnSpc>
                <a:spcPct val="100000"/>
              </a:lnSpc>
              <a:spcBef>
                <a:spcPts val="409"/>
              </a:spcBef>
              <a:buFont typeface="Lucida Grande"/>
              <a:buChar char="▪"/>
              <a:tabLst>
                <a:tab pos="1295400" algn="l"/>
              </a:tabLst>
            </a:pPr>
            <a:r>
              <a:rPr sz="2800" b="1" spc="-200" dirty="0">
                <a:latin typeface="Arial"/>
                <a:cs typeface="Arial"/>
              </a:rPr>
              <a:t>Automatización</a:t>
            </a:r>
            <a:r>
              <a:rPr sz="2800" b="1" spc="-125" dirty="0">
                <a:latin typeface="Arial"/>
                <a:cs typeface="Arial"/>
              </a:rPr>
              <a:t> </a:t>
            </a:r>
            <a:r>
              <a:rPr sz="2800" spc="-150" dirty="0"/>
              <a:t>de</a:t>
            </a:r>
            <a:r>
              <a:rPr sz="2800" spc="-120" dirty="0"/>
              <a:t> </a:t>
            </a:r>
            <a:r>
              <a:rPr sz="2800" spc="-70" dirty="0"/>
              <a:t>procesos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Sistemas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6283" y="671141"/>
            <a:ext cx="1715135" cy="1282065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23495">
              <a:lnSpc>
                <a:spcPct val="100000"/>
              </a:lnSpc>
              <a:spcBef>
                <a:spcPts val="715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Alcance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031420" y="580235"/>
            <a:ext cx="5426779" cy="2691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215" indent="-285115">
              <a:lnSpc>
                <a:spcPts val="2965"/>
              </a:lnSpc>
              <a:spcBef>
                <a:spcPts val="100"/>
              </a:spcBef>
              <a:buFont typeface="Lucida Grande"/>
              <a:buChar char="▪"/>
              <a:tabLst>
                <a:tab pos="323215" algn="l"/>
                <a:tab pos="2141220" algn="l"/>
              </a:tabLst>
            </a:pPr>
            <a:r>
              <a:rPr sz="2800" spc="-10" dirty="0" err="1">
                <a:latin typeface="Arial"/>
                <a:cs typeface="Arial"/>
              </a:rPr>
              <a:t>Determinar</a:t>
            </a:r>
            <a:r>
              <a:rPr lang="es-ES" sz="2800" spc="-10" dirty="0">
                <a:latin typeface="Arial"/>
                <a:cs typeface="Arial"/>
              </a:rPr>
              <a:t> </a:t>
            </a:r>
            <a:r>
              <a:rPr sz="2800" b="1" spc="-105" dirty="0" err="1">
                <a:latin typeface="Arial"/>
                <a:cs typeface="Arial"/>
              </a:rPr>
              <a:t>herramientas</a:t>
            </a:r>
            <a:endParaRPr sz="2800" dirty="0">
              <a:latin typeface="Arial"/>
              <a:cs typeface="Arial"/>
            </a:endParaRPr>
          </a:p>
          <a:p>
            <a:pPr marL="323215">
              <a:lnSpc>
                <a:spcPts val="2965"/>
              </a:lnSpc>
            </a:pPr>
            <a:r>
              <a:rPr sz="2800" spc="-175" dirty="0">
                <a:latin typeface="Arial"/>
                <a:cs typeface="Arial"/>
              </a:rPr>
              <a:t>necesarias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los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70" dirty="0">
                <a:latin typeface="Arial"/>
                <a:cs typeface="Arial"/>
              </a:rPr>
              <a:t>sistemas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360" dirty="0">
                <a:latin typeface="Arial"/>
                <a:cs typeface="Arial"/>
              </a:rPr>
              <a:t>BD</a:t>
            </a:r>
            <a:endParaRPr sz="2800" dirty="0">
              <a:latin typeface="Arial"/>
              <a:cs typeface="Arial"/>
            </a:endParaRPr>
          </a:p>
          <a:p>
            <a:pPr marL="403860" indent="-365760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403860" algn="l"/>
              </a:tabLst>
            </a:pPr>
            <a:r>
              <a:rPr sz="2800" spc="-125" dirty="0">
                <a:latin typeface="Arial"/>
                <a:cs typeface="Arial"/>
              </a:rPr>
              <a:t>Configurar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b="1" spc="-270" dirty="0">
                <a:latin typeface="Arial"/>
                <a:cs typeface="Arial"/>
              </a:rPr>
              <a:t>cuadros</a:t>
            </a:r>
            <a:r>
              <a:rPr sz="2800" b="1" spc="-125" dirty="0">
                <a:latin typeface="Arial"/>
                <a:cs typeface="Arial"/>
              </a:rPr>
              <a:t> </a:t>
            </a:r>
            <a:r>
              <a:rPr sz="2800" b="1" spc="-200" dirty="0">
                <a:latin typeface="Arial"/>
                <a:cs typeface="Arial"/>
              </a:rPr>
              <a:t>de</a:t>
            </a:r>
            <a:r>
              <a:rPr sz="2800" b="1" spc="-125" dirty="0">
                <a:latin typeface="Arial"/>
                <a:cs typeface="Arial"/>
              </a:rPr>
              <a:t> </a:t>
            </a:r>
            <a:r>
              <a:rPr sz="2800" b="1" spc="-120" dirty="0">
                <a:latin typeface="Arial"/>
                <a:cs typeface="Arial"/>
              </a:rPr>
              <a:t>mando</a:t>
            </a:r>
            <a:endParaRPr sz="2800" dirty="0">
              <a:latin typeface="Arial"/>
              <a:cs typeface="Arial"/>
            </a:endParaRPr>
          </a:p>
          <a:p>
            <a:pPr marL="403860" indent="-365760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403860" algn="l"/>
              </a:tabLst>
            </a:pPr>
            <a:r>
              <a:rPr sz="2800" spc="-130" dirty="0">
                <a:latin typeface="Arial"/>
                <a:cs typeface="Arial"/>
              </a:rPr>
              <a:t>Gestionar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y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b="1" spc="-200" dirty="0">
                <a:latin typeface="Arial"/>
                <a:cs typeface="Arial"/>
              </a:rPr>
              <a:t>almacenar</a:t>
            </a:r>
            <a:r>
              <a:rPr sz="2800" b="1" spc="-13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datos</a:t>
            </a:r>
            <a:endParaRPr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235" dirty="0">
                <a:latin typeface="Arial"/>
                <a:cs typeface="Arial"/>
              </a:rPr>
              <a:t>Técnicas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b="1" spc="-225" dirty="0">
                <a:latin typeface="Arial"/>
                <a:cs typeface="Arial"/>
              </a:rPr>
              <a:t>análisis</a:t>
            </a:r>
            <a:r>
              <a:rPr sz="2800" b="1" spc="-130" dirty="0">
                <a:latin typeface="Arial"/>
                <a:cs typeface="Arial"/>
              </a:rPr>
              <a:t> </a:t>
            </a:r>
            <a:r>
              <a:rPr sz="2800" spc="-150" dirty="0">
                <a:latin typeface="Arial"/>
                <a:cs typeface="Arial"/>
              </a:rPr>
              <a:t>de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datos</a:t>
            </a:r>
            <a:endParaRPr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225" dirty="0">
                <a:latin typeface="Arial"/>
                <a:cs typeface="Arial"/>
              </a:rPr>
              <a:t>Visualización</a:t>
            </a:r>
            <a:r>
              <a:rPr sz="2800" b="1" spc="-114" dirty="0">
                <a:latin typeface="Arial"/>
                <a:cs typeface="Arial"/>
              </a:rPr>
              <a:t> </a:t>
            </a:r>
            <a:r>
              <a:rPr sz="2800" spc="-150" dirty="0">
                <a:latin typeface="Arial"/>
                <a:cs typeface="Arial"/>
              </a:rPr>
              <a:t>de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datos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Sistemas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6283" y="800427"/>
            <a:ext cx="1845310" cy="1051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760"/>
              </a:lnSpc>
              <a:spcBef>
                <a:spcPts val="10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228600">
              <a:lnSpc>
                <a:spcPts val="3320"/>
              </a:lnSpc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Contenidos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234472" y="3481602"/>
            <a:ext cx="5909945" cy="1662430"/>
            <a:chOff x="3234472" y="3481602"/>
            <a:chExt cx="5909945" cy="1662430"/>
          </a:xfrm>
        </p:grpSpPr>
        <p:sp>
          <p:nvSpPr>
            <p:cNvPr id="5" name="object 5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4472" y="3481602"/>
              <a:ext cx="5909527" cy="166189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764822" y="3548227"/>
              <a:ext cx="3729990" cy="880110"/>
            </a:xfrm>
            <a:custGeom>
              <a:avLst/>
              <a:gdLst/>
              <a:ahLst/>
              <a:cxnLst/>
              <a:rect l="l" t="t" r="r" b="b"/>
              <a:pathLst>
                <a:path w="3729990" h="880110">
                  <a:moveTo>
                    <a:pt x="2797406" y="0"/>
                  </a:moveTo>
                  <a:lnTo>
                    <a:pt x="932468" y="0"/>
                  </a:lnTo>
                  <a:lnTo>
                    <a:pt x="868624" y="1014"/>
                  </a:lnTo>
                  <a:lnTo>
                    <a:pt x="805934" y="4014"/>
                  </a:lnTo>
                  <a:lnTo>
                    <a:pt x="744539" y="8934"/>
                  </a:lnTo>
                  <a:lnTo>
                    <a:pt x="684576" y="15708"/>
                  </a:lnTo>
                  <a:lnTo>
                    <a:pt x="626184" y="24271"/>
                  </a:lnTo>
                  <a:lnTo>
                    <a:pt x="569503" y="34557"/>
                  </a:lnTo>
                  <a:lnTo>
                    <a:pt x="514671" y="46502"/>
                  </a:lnTo>
                  <a:lnTo>
                    <a:pt x="461827" y="60038"/>
                  </a:lnTo>
                  <a:lnTo>
                    <a:pt x="411109" y="75102"/>
                  </a:lnTo>
                  <a:lnTo>
                    <a:pt x="362658" y="91628"/>
                  </a:lnTo>
                  <a:lnTo>
                    <a:pt x="316611" y="109549"/>
                  </a:lnTo>
                  <a:lnTo>
                    <a:pt x="273108" y="128800"/>
                  </a:lnTo>
                  <a:lnTo>
                    <a:pt x="232286" y="149317"/>
                  </a:lnTo>
                  <a:lnTo>
                    <a:pt x="194286" y="171033"/>
                  </a:lnTo>
                  <a:lnTo>
                    <a:pt x="159247" y="193884"/>
                  </a:lnTo>
                  <a:lnTo>
                    <a:pt x="127305" y="217802"/>
                  </a:lnTo>
                  <a:lnTo>
                    <a:pt x="73275" y="268584"/>
                  </a:lnTo>
                  <a:lnTo>
                    <a:pt x="33307" y="322853"/>
                  </a:lnTo>
                  <a:lnTo>
                    <a:pt x="8512" y="380087"/>
                  </a:lnTo>
                  <a:lnTo>
                    <a:pt x="0" y="439762"/>
                  </a:lnTo>
                  <a:lnTo>
                    <a:pt x="2151" y="469871"/>
                  </a:lnTo>
                  <a:lnTo>
                    <a:pt x="18943" y="528391"/>
                  </a:lnTo>
                  <a:lnTo>
                    <a:pt x="51464" y="584209"/>
                  </a:lnTo>
                  <a:lnTo>
                    <a:pt x="98602" y="636799"/>
                  </a:lnTo>
                  <a:lnTo>
                    <a:pt x="159247" y="685640"/>
                  </a:lnTo>
                  <a:lnTo>
                    <a:pt x="194286" y="708490"/>
                  </a:lnTo>
                  <a:lnTo>
                    <a:pt x="232286" y="730207"/>
                  </a:lnTo>
                  <a:lnTo>
                    <a:pt x="273108" y="750723"/>
                  </a:lnTo>
                  <a:lnTo>
                    <a:pt x="316611" y="769975"/>
                  </a:lnTo>
                  <a:lnTo>
                    <a:pt x="362658" y="787896"/>
                  </a:lnTo>
                  <a:lnTo>
                    <a:pt x="411109" y="804421"/>
                  </a:lnTo>
                  <a:lnTo>
                    <a:pt x="461827" y="819485"/>
                  </a:lnTo>
                  <a:lnTo>
                    <a:pt x="514671" y="833022"/>
                  </a:lnTo>
                  <a:lnTo>
                    <a:pt x="569503" y="844966"/>
                  </a:lnTo>
                  <a:lnTo>
                    <a:pt x="626184" y="855253"/>
                  </a:lnTo>
                  <a:lnTo>
                    <a:pt x="684576" y="863816"/>
                  </a:lnTo>
                  <a:lnTo>
                    <a:pt x="744539" y="870590"/>
                  </a:lnTo>
                  <a:lnTo>
                    <a:pt x="805934" y="875510"/>
                  </a:lnTo>
                  <a:lnTo>
                    <a:pt x="868624" y="878510"/>
                  </a:lnTo>
                  <a:lnTo>
                    <a:pt x="932468" y="879524"/>
                  </a:lnTo>
                  <a:lnTo>
                    <a:pt x="2797406" y="879524"/>
                  </a:lnTo>
                  <a:lnTo>
                    <a:pt x="2861250" y="878510"/>
                  </a:lnTo>
                  <a:lnTo>
                    <a:pt x="2923939" y="875510"/>
                  </a:lnTo>
                  <a:lnTo>
                    <a:pt x="2985334" y="870590"/>
                  </a:lnTo>
                  <a:lnTo>
                    <a:pt x="3045297" y="863816"/>
                  </a:lnTo>
                  <a:lnTo>
                    <a:pt x="3103689" y="855253"/>
                  </a:lnTo>
                  <a:lnTo>
                    <a:pt x="3160370" y="844966"/>
                  </a:lnTo>
                  <a:lnTo>
                    <a:pt x="3215202" y="833022"/>
                  </a:lnTo>
                  <a:lnTo>
                    <a:pt x="3268046" y="819485"/>
                  </a:lnTo>
                  <a:lnTo>
                    <a:pt x="3318763" y="804421"/>
                  </a:lnTo>
                  <a:lnTo>
                    <a:pt x="3367215" y="787896"/>
                  </a:lnTo>
                  <a:lnTo>
                    <a:pt x="3413262" y="769975"/>
                  </a:lnTo>
                  <a:lnTo>
                    <a:pt x="3456765" y="750723"/>
                  </a:lnTo>
                  <a:lnTo>
                    <a:pt x="3497586" y="730207"/>
                  </a:lnTo>
                  <a:lnTo>
                    <a:pt x="3535586" y="708490"/>
                  </a:lnTo>
                  <a:lnTo>
                    <a:pt x="3570626" y="685640"/>
                  </a:lnTo>
                  <a:lnTo>
                    <a:pt x="3602568" y="661721"/>
                  </a:lnTo>
                  <a:lnTo>
                    <a:pt x="3656598" y="610940"/>
                  </a:lnTo>
                  <a:lnTo>
                    <a:pt x="3696566" y="556670"/>
                  </a:lnTo>
                  <a:lnTo>
                    <a:pt x="3721362" y="499436"/>
                  </a:lnTo>
                  <a:lnTo>
                    <a:pt x="3729874" y="439762"/>
                  </a:lnTo>
                  <a:lnTo>
                    <a:pt x="3727723" y="409652"/>
                  </a:lnTo>
                  <a:lnTo>
                    <a:pt x="3710930" y="351133"/>
                  </a:lnTo>
                  <a:lnTo>
                    <a:pt x="3678409" y="295315"/>
                  </a:lnTo>
                  <a:lnTo>
                    <a:pt x="3631271" y="242724"/>
                  </a:lnTo>
                  <a:lnTo>
                    <a:pt x="3570627" y="193884"/>
                  </a:lnTo>
                  <a:lnTo>
                    <a:pt x="3535587" y="171033"/>
                  </a:lnTo>
                  <a:lnTo>
                    <a:pt x="3497587" y="149317"/>
                  </a:lnTo>
                  <a:lnTo>
                    <a:pt x="3456765" y="128800"/>
                  </a:lnTo>
                  <a:lnTo>
                    <a:pt x="3413262" y="109549"/>
                  </a:lnTo>
                  <a:lnTo>
                    <a:pt x="3367215" y="91628"/>
                  </a:lnTo>
                  <a:lnTo>
                    <a:pt x="3318763" y="75102"/>
                  </a:lnTo>
                  <a:lnTo>
                    <a:pt x="3268046" y="60038"/>
                  </a:lnTo>
                  <a:lnTo>
                    <a:pt x="3215202" y="46502"/>
                  </a:lnTo>
                  <a:lnTo>
                    <a:pt x="3160370" y="34557"/>
                  </a:lnTo>
                  <a:lnTo>
                    <a:pt x="3103689" y="24271"/>
                  </a:lnTo>
                  <a:lnTo>
                    <a:pt x="3045297" y="15708"/>
                  </a:lnTo>
                  <a:lnTo>
                    <a:pt x="2985334" y="8934"/>
                  </a:lnTo>
                  <a:lnTo>
                    <a:pt x="2923939" y="4014"/>
                  </a:lnTo>
                  <a:lnTo>
                    <a:pt x="2861250" y="1014"/>
                  </a:lnTo>
                  <a:lnTo>
                    <a:pt x="2797406" y="0"/>
                  </a:lnTo>
                  <a:close/>
                </a:path>
              </a:pathLst>
            </a:custGeom>
            <a:solidFill>
              <a:srgbClr val="D7CD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764822" y="3548227"/>
              <a:ext cx="3729990" cy="880110"/>
            </a:xfrm>
            <a:custGeom>
              <a:avLst/>
              <a:gdLst/>
              <a:ahLst/>
              <a:cxnLst/>
              <a:rect l="l" t="t" r="r" b="b"/>
              <a:pathLst>
                <a:path w="3729990" h="880110">
                  <a:moveTo>
                    <a:pt x="932468" y="0"/>
                  </a:moveTo>
                  <a:lnTo>
                    <a:pt x="868624" y="1014"/>
                  </a:lnTo>
                  <a:lnTo>
                    <a:pt x="805935" y="4014"/>
                  </a:lnTo>
                  <a:lnTo>
                    <a:pt x="744539" y="8934"/>
                  </a:lnTo>
                  <a:lnTo>
                    <a:pt x="684576" y="15708"/>
                  </a:lnTo>
                  <a:lnTo>
                    <a:pt x="626185" y="24271"/>
                  </a:lnTo>
                  <a:lnTo>
                    <a:pt x="569503" y="34557"/>
                  </a:lnTo>
                  <a:lnTo>
                    <a:pt x="514671" y="46502"/>
                  </a:lnTo>
                  <a:lnTo>
                    <a:pt x="461827" y="60038"/>
                  </a:lnTo>
                  <a:lnTo>
                    <a:pt x="411110" y="75102"/>
                  </a:lnTo>
                  <a:lnTo>
                    <a:pt x="362658" y="91627"/>
                  </a:lnTo>
                  <a:lnTo>
                    <a:pt x="316611" y="109549"/>
                  </a:lnTo>
                  <a:lnTo>
                    <a:pt x="273108" y="128800"/>
                  </a:lnTo>
                  <a:lnTo>
                    <a:pt x="232287" y="149317"/>
                  </a:lnTo>
                  <a:lnTo>
                    <a:pt x="194287" y="171033"/>
                  </a:lnTo>
                  <a:lnTo>
                    <a:pt x="159247" y="193883"/>
                  </a:lnTo>
                  <a:lnTo>
                    <a:pt x="127306" y="217802"/>
                  </a:lnTo>
                  <a:lnTo>
                    <a:pt x="73276" y="268584"/>
                  </a:lnTo>
                  <a:lnTo>
                    <a:pt x="33307" y="322853"/>
                  </a:lnTo>
                  <a:lnTo>
                    <a:pt x="8512" y="380087"/>
                  </a:lnTo>
                  <a:lnTo>
                    <a:pt x="0" y="439762"/>
                  </a:lnTo>
                  <a:lnTo>
                    <a:pt x="2151" y="469871"/>
                  </a:lnTo>
                  <a:lnTo>
                    <a:pt x="18943" y="528391"/>
                  </a:lnTo>
                  <a:lnTo>
                    <a:pt x="51464" y="584208"/>
                  </a:lnTo>
                  <a:lnTo>
                    <a:pt x="98602" y="636799"/>
                  </a:lnTo>
                  <a:lnTo>
                    <a:pt x="159247" y="685640"/>
                  </a:lnTo>
                  <a:lnTo>
                    <a:pt x="194287" y="708490"/>
                  </a:lnTo>
                  <a:lnTo>
                    <a:pt x="232287" y="730206"/>
                  </a:lnTo>
                  <a:lnTo>
                    <a:pt x="273108" y="750723"/>
                  </a:lnTo>
                  <a:lnTo>
                    <a:pt x="316611" y="769975"/>
                  </a:lnTo>
                  <a:lnTo>
                    <a:pt x="362658" y="787896"/>
                  </a:lnTo>
                  <a:lnTo>
                    <a:pt x="411110" y="804421"/>
                  </a:lnTo>
                  <a:lnTo>
                    <a:pt x="461827" y="819485"/>
                  </a:lnTo>
                  <a:lnTo>
                    <a:pt x="514671" y="833022"/>
                  </a:lnTo>
                  <a:lnTo>
                    <a:pt x="569503" y="844966"/>
                  </a:lnTo>
                  <a:lnTo>
                    <a:pt x="626185" y="855252"/>
                  </a:lnTo>
                  <a:lnTo>
                    <a:pt x="684576" y="863816"/>
                  </a:lnTo>
                  <a:lnTo>
                    <a:pt x="744539" y="870590"/>
                  </a:lnTo>
                  <a:lnTo>
                    <a:pt x="805935" y="875509"/>
                  </a:lnTo>
                  <a:lnTo>
                    <a:pt x="868624" y="878509"/>
                  </a:lnTo>
                  <a:lnTo>
                    <a:pt x="932468" y="879524"/>
                  </a:lnTo>
                  <a:lnTo>
                    <a:pt x="2797406" y="879524"/>
                  </a:lnTo>
                  <a:lnTo>
                    <a:pt x="2861250" y="878509"/>
                  </a:lnTo>
                  <a:lnTo>
                    <a:pt x="2923939" y="875509"/>
                  </a:lnTo>
                  <a:lnTo>
                    <a:pt x="2985335" y="870590"/>
                  </a:lnTo>
                  <a:lnTo>
                    <a:pt x="3045298" y="863816"/>
                  </a:lnTo>
                  <a:lnTo>
                    <a:pt x="3103689" y="855252"/>
                  </a:lnTo>
                  <a:lnTo>
                    <a:pt x="3160371" y="844966"/>
                  </a:lnTo>
                  <a:lnTo>
                    <a:pt x="3215203" y="833022"/>
                  </a:lnTo>
                  <a:lnTo>
                    <a:pt x="3268047" y="819485"/>
                  </a:lnTo>
                  <a:lnTo>
                    <a:pt x="3318764" y="804421"/>
                  </a:lnTo>
                  <a:lnTo>
                    <a:pt x="3367215" y="787896"/>
                  </a:lnTo>
                  <a:lnTo>
                    <a:pt x="3413262" y="769975"/>
                  </a:lnTo>
                  <a:lnTo>
                    <a:pt x="3456766" y="750723"/>
                  </a:lnTo>
                  <a:lnTo>
                    <a:pt x="3497587" y="730206"/>
                  </a:lnTo>
                  <a:lnTo>
                    <a:pt x="3535587" y="708490"/>
                  </a:lnTo>
                  <a:lnTo>
                    <a:pt x="3570627" y="685640"/>
                  </a:lnTo>
                  <a:lnTo>
                    <a:pt x="3602568" y="661721"/>
                  </a:lnTo>
                  <a:lnTo>
                    <a:pt x="3656598" y="610940"/>
                  </a:lnTo>
                  <a:lnTo>
                    <a:pt x="3696566" y="556670"/>
                  </a:lnTo>
                  <a:lnTo>
                    <a:pt x="3721362" y="499436"/>
                  </a:lnTo>
                  <a:lnTo>
                    <a:pt x="3729874" y="439762"/>
                  </a:lnTo>
                  <a:lnTo>
                    <a:pt x="3727723" y="409652"/>
                  </a:lnTo>
                  <a:lnTo>
                    <a:pt x="3710930" y="351132"/>
                  </a:lnTo>
                  <a:lnTo>
                    <a:pt x="3678409" y="295315"/>
                  </a:lnTo>
                  <a:lnTo>
                    <a:pt x="3631271" y="242724"/>
                  </a:lnTo>
                  <a:lnTo>
                    <a:pt x="3570627" y="193883"/>
                  </a:lnTo>
                  <a:lnTo>
                    <a:pt x="3535587" y="171033"/>
                  </a:lnTo>
                  <a:lnTo>
                    <a:pt x="3497587" y="149317"/>
                  </a:lnTo>
                  <a:lnTo>
                    <a:pt x="3456766" y="128800"/>
                  </a:lnTo>
                  <a:lnTo>
                    <a:pt x="3413262" y="109549"/>
                  </a:lnTo>
                  <a:lnTo>
                    <a:pt x="3367215" y="91627"/>
                  </a:lnTo>
                  <a:lnTo>
                    <a:pt x="3318764" y="75102"/>
                  </a:lnTo>
                  <a:lnTo>
                    <a:pt x="3268047" y="60038"/>
                  </a:lnTo>
                  <a:lnTo>
                    <a:pt x="3215203" y="46502"/>
                  </a:lnTo>
                  <a:lnTo>
                    <a:pt x="3160371" y="34557"/>
                  </a:lnTo>
                  <a:lnTo>
                    <a:pt x="3103689" y="24271"/>
                  </a:lnTo>
                  <a:lnTo>
                    <a:pt x="3045298" y="15708"/>
                  </a:lnTo>
                  <a:lnTo>
                    <a:pt x="2985335" y="8934"/>
                  </a:lnTo>
                  <a:lnTo>
                    <a:pt x="2923939" y="4014"/>
                  </a:lnTo>
                  <a:lnTo>
                    <a:pt x="2861250" y="1014"/>
                  </a:lnTo>
                  <a:lnTo>
                    <a:pt x="2797406" y="0"/>
                  </a:lnTo>
                  <a:lnTo>
                    <a:pt x="932468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690034" y="3705038"/>
            <a:ext cx="18796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40" dirty="0">
                <a:latin typeface="Arial"/>
                <a:cs typeface="Arial"/>
              </a:rPr>
              <a:t>Visualización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381995" y="83188"/>
            <a:ext cx="5762625" cy="1905000"/>
            <a:chOff x="3381995" y="83188"/>
            <a:chExt cx="5762625" cy="190500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81995" y="83188"/>
              <a:ext cx="5762003" cy="19050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912345" y="356944"/>
              <a:ext cx="3545840" cy="672465"/>
            </a:xfrm>
            <a:custGeom>
              <a:avLst/>
              <a:gdLst/>
              <a:ahLst/>
              <a:cxnLst/>
              <a:rect l="l" t="t" r="r" b="b"/>
              <a:pathLst>
                <a:path w="3545840" h="672465">
                  <a:moveTo>
                    <a:pt x="2659255" y="0"/>
                  </a:moveTo>
                  <a:lnTo>
                    <a:pt x="886418" y="0"/>
                  </a:lnTo>
                  <a:lnTo>
                    <a:pt x="820262" y="922"/>
                  </a:lnTo>
                  <a:lnTo>
                    <a:pt x="755426" y="3645"/>
                  </a:lnTo>
                  <a:lnTo>
                    <a:pt x="692083" y="8104"/>
                  </a:lnTo>
                  <a:lnTo>
                    <a:pt x="630403" y="14233"/>
                  </a:lnTo>
                  <a:lnTo>
                    <a:pt x="570559" y="21969"/>
                  </a:lnTo>
                  <a:lnTo>
                    <a:pt x="512720" y="31246"/>
                  </a:lnTo>
                  <a:lnTo>
                    <a:pt x="457060" y="41998"/>
                  </a:lnTo>
                  <a:lnTo>
                    <a:pt x="403748" y="54162"/>
                  </a:lnTo>
                  <a:lnTo>
                    <a:pt x="352956" y="67671"/>
                  </a:lnTo>
                  <a:lnTo>
                    <a:pt x="304857" y="82461"/>
                  </a:lnTo>
                  <a:lnTo>
                    <a:pt x="259620" y="98467"/>
                  </a:lnTo>
                  <a:lnTo>
                    <a:pt x="217418" y="115624"/>
                  </a:lnTo>
                  <a:lnTo>
                    <a:pt x="178422" y="133867"/>
                  </a:lnTo>
                  <a:lnTo>
                    <a:pt x="142804" y="153131"/>
                  </a:lnTo>
                  <a:lnTo>
                    <a:pt x="82383" y="194462"/>
                  </a:lnTo>
                  <a:lnTo>
                    <a:pt x="37529" y="239096"/>
                  </a:lnTo>
                  <a:lnTo>
                    <a:pt x="9610" y="286515"/>
                  </a:lnTo>
                  <a:lnTo>
                    <a:pt x="0" y="336196"/>
                  </a:lnTo>
                  <a:lnTo>
                    <a:pt x="2431" y="361288"/>
                  </a:lnTo>
                  <a:lnTo>
                    <a:pt x="21367" y="409903"/>
                  </a:lnTo>
                  <a:lnTo>
                    <a:pt x="57925" y="455994"/>
                  </a:lnTo>
                  <a:lnTo>
                    <a:pt x="110733" y="499042"/>
                  </a:lnTo>
                  <a:lnTo>
                    <a:pt x="178422" y="538525"/>
                  </a:lnTo>
                  <a:lnTo>
                    <a:pt x="217418" y="556768"/>
                  </a:lnTo>
                  <a:lnTo>
                    <a:pt x="259620" y="573926"/>
                  </a:lnTo>
                  <a:lnTo>
                    <a:pt x="304857" y="589932"/>
                  </a:lnTo>
                  <a:lnTo>
                    <a:pt x="352956" y="604722"/>
                  </a:lnTo>
                  <a:lnTo>
                    <a:pt x="403748" y="618231"/>
                  </a:lnTo>
                  <a:lnTo>
                    <a:pt x="457060" y="630395"/>
                  </a:lnTo>
                  <a:lnTo>
                    <a:pt x="512720" y="641147"/>
                  </a:lnTo>
                  <a:lnTo>
                    <a:pt x="570559" y="650424"/>
                  </a:lnTo>
                  <a:lnTo>
                    <a:pt x="630403" y="658160"/>
                  </a:lnTo>
                  <a:lnTo>
                    <a:pt x="692083" y="664289"/>
                  </a:lnTo>
                  <a:lnTo>
                    <a:pt x="755426" y="668748"/>
                  </a:lnTo>
                  <a:lnTo>
                    <a:pt x="820262" y="671471"/>
                  </a:lnTo>
                  <a:lnTo>
                    <a:pt x="886418" y="672393"/>
                  </a:lnTo>
                  <a:lnTo>
                    <a:pt x="2659255" y="672393"/>
                  </a:lnTo>
                  <a:lnTo>
                    <a:pt x="2725411" y="671471"/>
                  </a:lnTo>
                  <a:lnTo>
                    <a:pt x="2790246" y="668748"/>
                  </a:lnTo>
                  <a:lnTo>
                    <a:pt x="2853590" y="664289"/>
                  </a:lnTo>
                  <a:lnTo>
                    <a:pt x="2915269" y="658160"/>
                  </a:lnTo>
                  <a:lnTo>
                    <a:pt x="2975114" y="650424"/>
                  </a:lnTo>
                  <a:lnTo>
                    <a:pt x="3032952" y="641147"/>
                  </a:lnTo>
                  <a:lnTo>
                    <a:pt x="3088613" y="630395"/>
                  </a:lnTo>
                  <a:lnTo>
                    <a:pt x="3141925" y="618231"/>
                  </a:lnTo>
                  <a:lnTo>
                    <a:pt x="3192716" y="604722"/>
                  </a:lnTo>
                  <a:lnTo>
                    <a:pt x="3240816" y="589932"/>
                  </a:lnTo>
                  <a:lnTo>
                    <a:pt x="3286052" y="573926"/>
                  </a:lnTo>
                  <a:lnTo>
                    <a:pt x="3328254" y="556768"/>
                  </a:lnTo>
                  <a:lnTo>
                    <a:pt x="3367250" y="538525"/>
                  </a:lnTo>
                  <a:lnTo>
                    <a:pt x="3402869" y="519261"/>
                  </a:lnTo>
                  <a:lnTo>
                    <a:pt x="3463289" y="477931"/>
                  </a:lnTo>
                  <a:lnTo>
                    <a:pt x="3508144" y="433296"/>
                  </a:lnTo>
                  <a:lnTo>
                    <a:pt x="3536062" y="385878"/>
                  </a:lnTo>
                  <a:lnTo>
                    <a:pt x="3545673" y="336196"/>
                  </a:lnTo>
                  <a:lnTo>
                    <a:pt x="3543242" y="311105"/>
                  </a:lnTo>
                  <a:lnTo>
                    <a:pt x="3524306" y="262490"/>
                  </a:lnTo>
                  <a:lnTo>
                    <a:pt x="3487748" y="216399"/>
                  </a:lnTo>
                  <a:lnTo>
                    <a:pt x="3434939" y="173351"/>
                  </a:lnTo>
                  <a:lnTo>
                    <a:pt x="3367250" y="133867"/>
                  </a:lnTo>
                  <a:lnTo>
                    <a:pt x="3328254" y="115624"/>
                  </a:lnTo>
                  <a:lnTo>
                    <a:pt x="3286052" y="98467"/>
                  </a:lnTo>
                  <a:lnTo>
                    <a:pt x="3240816" y="82461"/>
                  </a:lnTo>
                  <a:lnTo>
                    <a:pt x="3192716" y="67671"/>
                  </a:lnTo>
                  <a:lnTo>
                    <a:pt x="3141925" y="54162"/>
                  </a:lnTo>
                  <a:lnTo>
                    <a:pt x="3088613" y="41998"/>
                  </a:lnTo>
                  <a:lnTo>
                    <a:pt x="3032952" y="31246"/>
                  </a:lnTo>
                  <a:lnTo>
                    <a:pt x="2975114" y="21969"/>
                  </a:lnTo>
                  <a:lnTo>
                    <a:pt x="2915269" y="14233"/>
                  </a:lnTo>
                  <a:lnTo>
                    <a:pt x="2853590" y="8104"/>
                  </a:lnTo>
                  <a:lnTo>
                    <a:pt x="2790246" y="3645"/>
                  </a:lnTo>
                  <a:lnTo>
                    <a:pt x="2725411" y="922"/>
                  </a:lnTo>
                  <a:lnTo>
                    <a:pt x="2659255" y="0"/>
                  </a:lnTo>
                  <a:close/>
                </a:path>
              </a:pathLst>
            </a:custGeom>
            <a:solidFill>
              <a:srgbClr val="A4CD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12345" y="356944"/>
              <a:ext cx="3545840" cy="672465"/>
            </a:xfrm>
            <a:custGeom>
              <a:avLst/>
              <a:gdLst/>
              <a:ahLst/>
              <a:cxnLst/>
              <a:rect l="l" t="t" r="r" b="b"/>
              <a:pathLst>
                <a:path w="3545840" h="672465">
                  <a:moveTo>
                    <a:pt x="886418" y="0"/>
                  </a:moveTo>
                  <a:lnTo>
                    <a:pt x="820262" y="922"/>
                  </a:lnTo>
                  <a:lnTo>
                    <a:pt x="755427" y="3645"/>
                  </a:lnTo>
                  <a:lnTo>
                    <a:pt x="692083" y="8104"/>
                  </a:lnTo>
                  <a:lnTo>
                    <a:pt x="630404" y="14233"/>
                  </a:lnTo>
                  <a:lnTo>
                    <a:pt x="570559" y="21969"/>
                  </a:lnTo>
                  <a:lnTo>
                    <a:pt x="512721" y="31246"/>
                  </a:lnTo>
                  <a:lnTo>
                    <a:pt x="457060" y="41998"/>
                  </a:lnTo>
                  <a:lnTo>
                    <a:pt x="403748" y="54162"/>
                  </a:lnTo>
                  <a:lnTo>
                    <a:pt x="352957" y="67671"/>
                  </a:lnTo>
                  <a:lnTo>
                    <a:pt x="304857" y="82461"/>
                  </a:lnTo>
                  <a:lnTo>
                    <a:pt x="259620" y="98467"/>
                  </a:lnTo>
                  <a:lnTo>
                    <a:pt x="217418" y="115624"/>
                  </a:lnTo>
                  <a:lnTo>
                    <a:pt x="178422" y="133867"/>
                  </a:lnTo>
                  <a:lnTo>
                    <a:pt x="142804" y="153131"/>
                  </a:lnTo>
                  <a:lnTo>
                    <a:pt x="82383" y="194462"/>
                  </a:lnTo>
                  <a:lnTo>
                    <a:pt x="37529" y="239096"/>
                  </a:lnTo>
                  <a:lnTo>
                    <a:pt x="9610" y="286514"/>
                  </a:lnTo>
                  <a:lnTo>
                    <a:pt x="0" y="336196"/>
                  </a:lnTo>
                  <a:lnTo>
                    <a:pt x="2431" y="361288"/>
                  </a:lnTo>
                  <a:lnTo>
                    <a:pt x="21367" y="409903"/>
                  </a:lnTo>
                  <a:lnTo>
                    <a:pt x="57925" y="455994"/>
                  </a:lnTo>
                  <a:lnTo>
                    <a:pt x="110733" y="499041"/>
                  </a:lnTo>
                  <a:lnTo>
                    <a:pt x="178422" y="538525"/>
                  </a:lnTo>
                  <a:lnTo>
                    <a:pt x="217418" y="556768"/>
                  </a:lnTo>
                  <a:lnTo>
                    <a:pt x="259620" y="573925"/>
                  </a:lnTo>
                  <a:lnTo>
                    <a:pt x="304857" y="589931"/>
                  </a:lnTo>
                  <a:lnTo>
                    <a:pt x="352957" y="604722"/>
                  </a:lnTo>
                  <a:lnTo>
                    <a:pt x="403748" y="618231"/>
                  </a:lnTo>
                  <a:lnTo>
                    <a:pt x="457060" y="630394"/>
                  </a:lnTo>
                  <a:lnTo>
                    <a:pt x="512721" y="641147"/>
                  </a:lnTo>
                  <a:lnTo>
                    <a:pt x="570559" y="650423"/>
                  </a:lnTo>
                  <a:lnTo>
                    <a:pt x="630404" y="658159"/>
                  </a:lnTo>
                  <a:lnTo>
                    <a:pt x="692083" y="664289"/>
                  </a:lnTo>
                  <a:lnTo>
                    <a:pt x="755427" y="668748"/>
                  </a:lnTo>
                  <a:lnTo>
                    <a:pt x="820262" y="671471"/>
                  </a:lnTo>
                  <a:lnTo>
                    <a:pt x="886418" y="672393"/>
                  </a:lnTo>
                  <a:lnTo>
                    <a:pt x="2659255" y="672393"/>
                  </a:lnTo>
                  <a:lnTo>
                    <a:pt x="2725411" y="671471"/>
                  </a:lnTo>
                  <a:lnTo>
                    <a:pt x="2790246" y="668748"/>
                  </a:lnTo>
                  <a:lnTo>
                    <a:pt x="2853590" y="664289"/>
                  </a:lnTo>
                  <a:lnTo>
                    <a:pt x="2915269" y="658159"/>
                  </a:lnTo>
                  <a:lnTo>
                    <a:pt x="2975114" y="650423"/>
                  </a:lnTo>
                  <a:lnTo>
                    <a:pt x="3032952" y="641147"/>
                  </a:lnTo>
                  <a:lnTo>
                    <a:pt x="3088613" y="630394"/>
                  </a:lnTo>
                  <a:lnTo>
                    <a:pt x="3141925" y="618231"/>
                  </a:lnTo>
                  <a:lnTo>
                    <a:pt x="3192716" y="604722"/>
                  </a:lnTo>
                  <a:lnTo>
                    <a:pt x="3240816" y="589931"/>
                  </a:lnTo>
                  <a:lnTo>
                    <a:pt x="3286052" y="573925"/>
                  </a:lnTo>
                  <a:lnTo>
                    <a:pt x="3328254" y="556768"/>
                  </a:lnTo>
                  <a:lnTo>
                    <a:pt x="3367250" y="538525"/>
                  </a:lnTo>
                  <a:lnTo>
                    <a:pt x="3402869" y="519261"/>
                  </a:lnTo>
                  <a:lnTo>
                    <a:pt x="3463289" y="477931"/>
                  </a:lnTo>
                  <a:lnTo>
                    <a:pt x="3508144" y="433296"/>
                  </a:lnTo>
                  <a:lnTo>
                    <a:pt x="3536062" y="385878"/>
                  </a:lnTo>
                  <a:lnTo>
                    <a:pt x="3545673" y="336196"/>
                  </a:lnTo>
                  <a:lnTo>
                    <a:pt x="3543242" y="311105"/>
                  </a:lnTo>
                  <a:lnTo>
                    <a:pt x="3524306" y="262490"/>
                  </a:lnTo>
                  <a:lnTo>
                    <a:pt x="3487748" y="216399"/>
                  </a:lnTo>
                  <a:lnTo>
                    <a:pt x="3434939" y="173351"/>
                  </a:lnTo>
                  <a:lnTo>
                    <a:pt x="3367250" y="133867"/>
                  </a:lnTo>
                  <a:lnTo>
                    <a:pt x="3328254" y="115624"/>
                  </a:lnTo>
                  <a:lnTo>
                    <a:pt x="3286052" y="98467"/>
                  </a:lnTo>
                  <a:lnTo>
                    <a:pt x="3240816" y="82461"/>
                  </a:lnTo>
                  <a:lnTo>
                    <a:pt x="3192716" y="67671"/>
                  </a:lnTo>
                  <a:lnTo>
                    <a:pt x="3141925" y="54162"/>
                  </a:lnTo>
                  <a:lnTo>
                    <a:pt x="3088613" y="41998"/>
                  </a:lnTo>
                  <a:lnTo>
                    <a:pt x="3032952" y="31246"/>
                  </a:lnTo>
                  <a:lnTo>
                    <a:pt x="2975114" y="21969"/>
                  </a:lnTo>
                  <a:lnTo>
                    <a:pt x="2915269" y="14233"/>
                  </a:lnTo>
                  <a:lnTo>
                    <a:pt x="2853590" y="8104"/>
                  </a:lnTo>
                  <a:lnTo>
                    <a:pt x="2790246" y="3645"/>
                  </a:lnTo>
                  <a:lnTo>
                    <a:pt x="2725411" y="922"/>
                  </a:lnTo>
                  <a:lnTo>
                    <a:pt x="2659255" y="0"/>
                  </a:lnTo>
                  <a:lnTo>
                    <a:pt x="886418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164968" y="418162"/>
            <a:ext cx="29298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20265" algn="l"/>
              </a:tabLst>
            </a:pPr>
            <a:r>
              <a:rPr sz="2800" spc="-60" dirty="0">
                <a:latin typeface="Arial"/>
                <a:cs typeface="Arial"/>
              </a:rPr>
              <a:t>IdenGﬁcación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14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233536" y="946325"/>
            <a:ext cx="5910580" cy="1905000"/>
            <a:chOff x="3233536" y="946325"/>
            <a:chExt cx="5910580" cy="1905000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01362" y="957193"/>
              <a:ext cx="167640" cy="23142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33536" y="946325"/>
              <a:ext cx="5910463" cy="19050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763886" y="1169004"/>
              <a:ext cx="3843020" cy="723900"/>
            </a:xfrm>
            <a:custGeom>
              <a:avLst/>
              <a:gdLst/>
              <a:ahLst/>
              <a:cxnLst/>
              <a:rect l="l" t="t" r="r" b="b"/>
              <a:pathLst>
                <a:path w="3843020" h="723900">
                  <a:moveTo>
                    <a:pt x="2881944" y="0"/>
                  </a:moveTo>
                  <a:lnTo>
                    <a:pt x="960648" y="0"/>
                  </a:lnTo>
                  <a:lnTo>
                    <a:pt x="892040" y="908"/>
                  </a:lnTo>
                  <a:lnTo>
                    <a:pt x="824735" y="3592"/>
                  </a:lnTo>
                  <a:lnTo>
                    <a:pt x="758895" y="7990"/>
                  </a:lnTo>
                  <a:lnTo>
                    <a:pt x="694682" y="14041"/>
                  </a:lnTo>
                  <a:lnTo>
                    <a:pt x="632259" y="21685"/>
                  </a:lnTo>
                  <a:lnTo>
                    <a:pt x="571788" y="30859"/>
                  </a:lnTo>
                  <a:lnTo>
                    <a:pt x="513432" y="41504"/>
                  </a:lnTo>
                  <a:lnTo>
                    <a:pt x="457354" y="53556"/>
                  </a:lnTo>
                  <a:lnTo>
                    <a:pt x="403715" y="66956"/>
                  </a:lnTo>
                  <a:lnTo>
                    <a:pt x="352680" y="81641"/>
                  </a:lnTo>
                  <a:lnTo>
                    <a:pt x="304409" y="97552"/>
                  </a:lnTo>
                  <a:lnTo>
                    <a:pt x="259066" y="114626"/>
                  </a:lnTo>
                  <a:lnTo>
                    <a:pt x="216813" y="132803"/>
                  </a:lnTo>
                  <a:lnTo>
                    <a:pt x="177812" y="152020"/>
                  </a:lnTo>
                  <a:lnTo>
                    <a:pt x="142227" y="172218"/>
                  </a:lnTo>
                  <a:lnTo>
                    <a:pt x="110220" y="193334"/>
                  </a:lnTo>
                  <a:lnTo>
                    <a:pt x="57589" y="238079"/>
                  </a:lnTo>
                  <a:lnTo>
                    <a:pt x="21219" y="285764"/>
                  </a:lnTo>
                  <a:lnTo>
                    <a:pt x="2411" y="335901"/>
                  </a:lnTo>
                  <a:lnTo>
                    <a:pt x="0" y="361735"/>
                  </a:lnTo>
                  <a:lnTo>
                    <a:pt x="2411" y="387569"/>
                  </a:lnTo>
                  <a:lnTo>
                    <a:pt x="21219" y="437705"/>
                  </a:lnTo>
                  <a:lnTo>
                    <a:pt x="57589" y="485391"/>
                  </a:lnTo>
                  <a:lnTo>
                    <a:pt x="110220" y="530135"/>
                  </a:lnTo>
                  <a:lnTo>
                    <a:pt x="142227" y="551252"/>
                  </a:lnTo>
                  <a:lnTo>
                    <a:pt x="177812" y="571449"/>
                  </a:lnTo>
                  <a:lnTo>
                    <a:pt x="216813" y="590667"/>
                  </a:lnTo>
                  <a:lnTo>
                    <a:pt x="259066" y="608844"/>
                  </a:lnTo>
                  <a:lnTo>
                    <a:pt x="304409" y="625918"/>
                  </a:lnTo>
                  <a:lnTo>
                    <a:pt x="352680" y="641828"/>
                  </a:lnTo>
                  <a:lnTo>
                    <a:pt x="403715" y="656514"/>
                  </a:lnTo>
                  <a:lnTo>
                    <a:pt x="457354" y="669914"/>
                  </a:lnTo>
                  <a:lnTo>
                    <a:pt x="513432" y="681966"/>
                  </a:lnTo>
                  <a:lnTo>
                    <a:pt x="571788" y="692610"/>
                  </a:lnTo>
                  <a:lnTo>
                    <a:pt x="632259" y="701785"/>
                  </a:lnTo>
                  <a:lnTo>
                    <a:pt x="694682" y="709428"/>
                  </a:lnTo>
                  <a:lnTo>
                    <a:pt x="758895" y="715480"/>
                  </a:lnTo>
                  <a:lnTo>
                    <a:pt x="824735" y="719878"/>
                  </a:lnTo>
                  <a:lnTo>
                    <a:pt x="892040" y="722562"/>
                  </a:lnTo>
                  <a:lnTo>
                    <a:pt x="960648" y="723470"/>
                  </a:lnTo>
                  <a:lnTo>
                    <a:pt x="2881944" y="723470"/>
                  </a:lnTo>
                  <a:lnTo>
                    <a:pt x="2950552" y="722562"/>
                  </a:lnTo>
                  <a:lnTo>
                    <a:pt x="3017857" y="719878"/>
                  </a:lnTo>
                  <a:lnTo>
                    <a:pt x="3083697" y="715480"/>
                  </a:lnTo>
                  <a:lnTo>
                    <a:pt x="3147910" y="709428"/>
                  </a:lnTo>
                  <a:lnTo>
                    <a:pt x="3210334" y="701785"/>
                  </a:lnTo>
                  <a:lnTo>
                    <a:pt x="3270804" y="692610"/>
                  </a:lnTo>
                  <a:lnTo>
                    <a:pt x="3329160" y="681966"/>
                  </a:lnTo>
                  <a:lnTo>
                    <a:pt x="3385239" y="669914"/>
                  </a:lnTo>
                  <a:lnTo>
                    <a:pt x="3438877" y="656514"/>
                  </a:lnTo>
                  <a:lnTo>
                    <a:pt x="3489913" y="641828"/>
                  </a:lnTo>
                  <a:lnTo>
                    <a:pt x="3538183" y="625918"/>
                  </a:lnTo>
                  <a:lnTo>
                    <a:pt x="3583527" y="608844"/>
                  </a:lnTo>
                  <a:lnTo>
                    <a:pt x="3625780" y="590667"/>
                  </a:lnTo>
                  <a:lnTo>
                    <a:pt x="3664780" y="571449"/>
                  </a:lnTo>
                  <a:lnTo>
                    <a:pt x="3700365" y="551252"/>
                  </a:lnTo>
                  <a:lnTo>
                    <a:pt x="3732372" y="530135"/>
                  </a:lnTo>
                  <a:lnTo>
                    <a:pt x="3785003" y="485391"/>
                  </a:lnTo>
                  <a:lnTo>
                    <a:pt x="3821373" y="437705"/>
                  </a:lnTo>
                  <a:lnTo>
                    <a:pt x="3840181" y="387569"/>
                  </a:lnTo>
                  <a:lnTo>
                    <a:pt x="3842593" y="361735"/>
                  </a:lnTo>
                  <a:lnTo>
                    <a:pt x="3840181" y="335901"/>
                  </a:lnTo>
                  <a:lnTo>
                    <a:pt x="3821373" y="285764"/>
                  </a:lnTo>
                  <a:lnTo>
                    <a:pt x="3785003" y="238079"/>
                  </a:lnTo>
                  <a:lnTo>
                    <a:pt x="3732372" y="193334"/>
                  </a:lnTo>
                  <a:lnTo>
                    <a:pt x="3700365" y="172218"/>
                  </a:lnTo>
                  <a:lnTo>
                    <a:pt x="3664780" y="152020"/>
                  </a:lnTo>
                  <a:lnTo>
                    <a:pt x="3625780" y="132803"/>
                  </a:lnTo>
                  <a:lnTo>
                    <a:pt x="3583527" y="114626"/>
                  </a:lnTo>
                  <a:lnTo>
                    <a:pt x="3538183" y="97552"/>
                  </a:lnTo>
                  <a:lnTo>
                    <a:pt x="3489913" y="81641"/>
                  </a:lnTo>
                  <a:lnTo>
                    <a:pt x="3438877" y="66956"/>
                  </a:lnTo>
                  <a:lnTo>
                    <a:pt x="3385239" y="53556"/>
                  </a:lnTo>
                  <a:lnTo>
                    <a:pt x="3329160" y="41504"/>
                  </a:lnTo>
                  <a:lnTo>
                    <a:pt x="3270804" y="30859"/>
                  </a:lnTo>
                  <a:lnTo>
                    <a:pt x="3210334" y="21685"/>
                  </a:lnTo>
                  <a:lnTo>
                    <a:pt x="3147910" y="14041"/>
                  </a:lnTo>
                  <a:lnTo>
                    <a:pt x="3083697" y="7990"/>
                  </a:lnTo>
                  <a:lnTo>
                    <a:pt x="3017857" y="3592"/>
                  </a:lnTo>
                  <a:lnTo>
                    <a:pt x="2950552" y="908"/>
                  </a:lnTo>
                  <a:lnTo>
                    <a:pt x="2881944" y="0"/>
                  </a:lnTo>
                  <a:close/>
                </a:path>
              </a:pathLst>
            </a:custGeom>
            <a:solidFill>
              <a:srgbClr val="D5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763886" y="1169004"/>
              <a:ext cx="3843020" cy="723900"/>
            </a:xfrm>
            <a:custGeom>
              <a:avLst/>
              <a:gdLst/>
              <a:ahLst/>
              <a:cxnLst/>
              <a:rect l="l" t="t" r="r" b="b"/>
              <a:pathLst>
                <a:path w="3843020" h="723900">
                  <a:moveTo>
                    <a:pt x="960648" y="0"/>
                  </a:moveTo>
                  <a:lnTo>
                    <a:pt x="892041" y="908"/>
                  </a:lnTo>
                  <a:lnTo>
                    <a:pt x="824736" y="3592"/>
                  </a:lnTo>
                  <a:lnTo>
                    <a:pt x="758895" y="7990"/>
                  </a:lnTo>
                  <a:lnTo>
                    <a:pt x="694682" y="14041"/>
                  </a:lnTo>
                  <a:lnTo>
                    <a:pt x="632259" y="21685"/>
                  </a:lnTo>
                  <a:lnTo>
                    <a:pt x="571788" y="30859"/>
                  </a:lnTo>
                  <a:lnTo>
                    <a:pt x="513432" y="41504"/>
                  </a:lnTo>
                  <a:lnTo>
                    <a:pt x="457354" y="53556"/>
                  </a:lnTo>
                  <a:lnTo>
                    <a:pt x="403716" y="66956"/>
                  </a:lnTo>
                  <a:lnTo>
                    <a:pt x="352680" y="81641"/>
                  </a:lnTo>
                  <a:lnTo>
                    <a:pt x="304409" y="97552"/>
                  </a:lnTo>
                  <a:lnTo>
                    <a:pt x="259066" y="114626"/>
                  </a:lnTo>
                  <a:lnTo>
                    <a:pt x="216813" y="132803"/>
                  </a:lnTo>
                  <a:lnTo>
                    <a:pt x="177813" y="152020"/>
                  </a:lnTo>
                  <a:lnTo>
                    <a:pt x="142228" y="172218"/>
                  </a:lnTo>
                  <a:lnTo>
                    <a:pt x="110220" y="193335"/>
                  </a:lnTo>
                  <a:lnTo>
                    <a:pt x="57589" y="238079"/>
                  </a:lnTo>
                  <a:lnTo>
                    <a:pt x="21219" y="285764"/>
                  </a:lnTo>
                  <a:lnTo>
                    <a:pt x="2411" y="335901"/>
                  </a:lnTo>
                  <a:lnTo>
                    <a:pt x="0" y="361735"/>
                  </a:lnTo>
                  <a:lnTo>
                    <a:pt x="2411" y="387570"/>
                  </a:lnTo>
                  <a:lnTo>
                    <a:pt x="21219" y="437706"/>
                  </a:lnTo>
                  <a:lnTo>
                    <a:pt x="57589" y="485391"/>
                  </a:lnTo>
                  <a:lnTo>
                    <a:pt x="110220" y="530136"/>
                  </a:lnTo>
                  <a:lnTo>
                    <a:pt x="142228" y="551252"/>
                  </a:lnTo>
                  <a:lnTo>
                    <a:pt x="177813" y="571450"/>
                  </a:lnTo>
                  <a:lnTo>
                    <a:pt x="216813" y="590668"/>
                  </a:lnTo>
                  <a:lnTo>
                    <a:pt x="259066" y="608844"/>
                  </a:lnTo>
                  <a:lnTo>
                    <a:pt x="304409" y="625918"/>
                  </a:lnTo>
                  <a:lnTo>
                    <a:pt x="352680" y="641829"/>
                  </a:lnTo>
                  <a:lnTo>
                    <a:pt x="403716" y="656515"/>
                  </a:lnTo>
                  <a:lnTo>
                    <a:pt x="457354" y="669914"/>
                  </a:lnTo>
                  <a:lnTo>
                    <a:pt x="513432" y="681967"/>
                  </a:lnTo>
                  <a:lnTo>
                    <a:pt x="571788" y="692611"/>
                  </a:lnTo>
                  <a:lnTo>
                    <a:pt x="632259" y="701785"/>
                  </a:lnTo>
                  <a:lnTo>
                    <a:pt x="694682" y="709429"/>
                  </a:lnTo>
                  <a:lnTo>
                    <a:pt x="758895" y="715480"/>
                  </a:lnTo>
                  <a:lnTo>
                    <a:pt x="824736" y="719879"/>
                  </a:lnTo>
                  <a:lnTo>
                    <a:pt x="892041" y="722563"/>
                  </a:lnTo>
                  <a:lnTo>
                    <a:pt x="960648" y="723471"/>
                  </a:lnTo>
                  <a:lnTo>
                    <a:pt x="2881944" y="723471"/>
                  </a:lnTo>
                  <a:lnTo>
                    <a:pt x="2950552" y="722563"/>
                  </a:lnTo>
                  <a:lnTo>
                    <a:pt x="3017857" y="719879"/>
                  </a:lnTo>
                  <a:lnTo>
                    <a:pt x="3083697" y="715480"/>
                  </a:lnTo>
                  <a:lnTo>
                    <a:pt x="3147910" y="709429"/>
                  </a:lnTo>
                  <a:lnTo>
                    <a:pt x="3210334" y="701785"/>
                  </a:lnTo>
                  <a:lnTo>
                    <a:pt x="3270804" y="692611"/>
                  </a:lnTo>
                  <a:lnTo>
                    <a:pt x="3329160" y="681967"/>
                  </a:lnTo>
                  <a:lnTo>
                    <a:pt x="3385239" y="669914"/>
                  </a:lnTo>
                  <a:lnTo>
                    <a:pt x="3438877" y="656515"/>
                  </a:lnTo>
                  <a:lnTo>
                    <a:pt x="3489913" y="641829"/>
                  </a:lnTo>
                  <a:lnTo>
                    <a:pt x="3538183" y="625918"/>
                  </a:lnTo>
                  <a:lnTo>
                    <a:pt x="3583527" y="608844"/>
                  </a:lnTo>
                  <a:lnTo>
                    <a:pt x="3625780" y="590668"/>
                  </a:lnTo>
                  <a:lnTo>
                    <a:pt x="3664780" y="571450"/>
                  </a:lnTo>
                  <a:lnTo>
                    <a:pt x="3700365" y="551252"/>
                  </a:lnTo>
                  <a:lnTo>
                    <a:pt x="3732372" y="530136"/>
                  </a:lnTo>
                  <a:lnTo>
                    <a:pt x="3785003" y="485391"/>
                  </a:lnTo>
                  <a:lnTo>
                    <a:pt x="3821373" y="437706"/>
                  </a:lnTo>
                  <a:lnTo>
                    <a:pt x="3840181" y="387570"/>
                  </a:lnTo>
                  <a:lnTo>
                    <a:pt x="3842593" y="361735"/>
                  </a:lnTo>
                  <a:lnTo>
                    <a:pt x="3840181" y="335901"/>
                  </a:lnTo>
                  <a:lnTo>
                    <a:pt x="3821373" y="285764"/>
                  </a:lnTo>
                  <a:lnTo>
                    <a:pt x="3785003" y="238079"/>
                  </a:lnTo>
                  <a:lnTo>
                    <a:pt x="3732372" y="193335"/>
                  </a:lnTo>
                  <a:lnTo>
                    <a:pt x="3700365" y="172218"/>
                  </a:lnTo>
                  <a:lnTo>
                    <a:pt x="3664780" y="152020"/>
                  </a:lnTo>
                  <a:lnTo>
                    <a:pt x="3625780" y="132803"/>
                  </a:lnTo>
                  <a:lnTo>
                    <a:pt x="3583527" y="114626"/>
                  </a:lnTo>
                  <a:lnTo>
                    <a:pt x="3538183" y="97552"/>
                  </a:lnTo>
                  <a:lnTo>
                    <a:pt x="3489913" y="81641"/>
                  </a:lnTo>
                  <a:lnTo>
                    <a:pt x="3438877" y="66956"/>
                  </a:lnTo>
                  <a:lnTo>
                    <a:pt x="3385239" y="53556"/>
                  </a:lnTo>
                  <a:lnTo>
                    <a:pt x="3329160" y="41504"/>
                  </a:lnTo>
                  <a:lnTo>
                    <a:pt x="3270804" y="30859"/>
                  </a:lnTo>
                  <a:lnTo>
                    <a:pt x="3210334" y="21685"/>
                  </a:lnTo>
                  <a:lnTo>
                    <a:pt x="3147910" y="14041"/>
                  </a:lnTo>
                  <a:lnTo>
                    <a:pt x="3083697" y="7990"/>
                  </a:lnTo>
                  <a:lnTo>
                    <a:pt x="3017857" y="3592"/>
                  </a:lnTo>
                  <a:lnTo>
                    <a:pt x="2950552" y="908"/>
                  </a:lnTo>
                  <a:lnTo>
                    <a:pt x="2881944" y="0"/>
                  </a:lnTo>
                  <a:lnTo>
                    <a:pt x="960648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423265" y="1237824"/>
            <a:ext cx="24815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14" dirty="0">
                <a:latin typeface="Arial"/>
                <a:cs typeface="Arial"/>
              </a:rPr>
              <a:t>Almacenamiento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234472" y="1880777"/>
            <a:ext cx="5909945" cy="2250440"/>
            <a:chOff x="3234472" y="1880777"/>
            <a:chExt cx="5909945" cy="2250440"/>
          </a:xfrm>
        </p:grpSpPr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01362" y="1880777"/>
              <a:ext cx="167640" cy="29742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34472" y="2226126"/>
              <a:ext cx="5909527" cy="190500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764822" y="2217463"/>
              <a:ext cx="3729990" cy="955040"/>
            </a:xfrm>
            <a:custGeom>
              <a:avLst/>
              <a:gdLst/>
              <a:ahLst/>
              <a:cxnLst/>
              <a:rect l="l" t="t" r="r" b="b"/>
              <a:pathLst>
                <a:path w="3729990" h="955039">
                  <a:moveTo>
                    <a:pt x="2797406" y="0"/>
                  </a:moveTo>
                  <a:lnTo>
                    <a:pt x="932468" y="0"/>
                  </a:lnTo>
                  <a:lnTo>
                    <a:pt x="871156" y="1015"/>
                  </a:lnTo>
                  <a:lnTo>
                    <a:pt x="810904" y="4019"/>
                  </a:lnTo>
                  <a:lnTo>
                    <a:pt x="751833" y="8950"/>
                  </a:lnTo>
                  <a:lnTo>
                    <a:pt x="694068" y="15743"/>
                  </a:lnTo>
                  <a:lnTo>
                    <a:pt x="637730" y="24337"/>
                  </a:lnTo>
                  <a:lnTo>
                    <a:pt x="582943" y="34669"/>
                  </a:lnTo>
                  <a:lnTo>
                    <a:pt x="529829" y="46674"/>
                  </a:lnTo>
                  <a:lnTo>
                    <a:pt x="478512" y="60291"/>
                  </a:lnTo>
                  <a:lnTo>
                    <a:pt x="429114" y="75457"/>
                  </a:lnTo>
                  <a:lnTo>
                    <a:pt x="381758" y="92109"/>
                  </a:lnTo>
                  <a:lnTo>
                    <a:pt x="336567" y="110184"/>
                  </a:lnTo>
                  <a:lnTo>
                    <a:pt x="293663" y="129618"/>
                  </a:lnTo>
                  <a:lnTo>
                    <a:pt x="253170" y="150350"/>
                  </a:lnTo>
                  <a:lnTo>
                    <a:pt x="215211" y="172316"/>
                  </a:lnTo>
                  <a:lnTo>
                    <a:pt x="179908" y="195453"/>
                  </a:lnTo>
                  <a:lnTo>
                    <a:pt x="147384" y="219698"/>
                  </a:lnTo>
                  <a:lnTo>
                    <a:pt x="117761" y="244989"/>
                  </a:lnTo>
                  <a:lnTo>
                    <a:pt x="67715" y="298456"/>
                  </a:lnTo>
                  <a:lnTo>
                    <a:pt x="30750" y="355350"/>
                  </a:lnTo>
                  <a:lnTo>
                    <a:pt x="7851" y="415168"/>
                  </a:lnTo>
                  <a:lnTo>
                    <a:pt x="0" y="477406"/>
                  </a:lnTo>
                  <a:lnTo>
                    <a:pt x="1983" y="508797"/>
                  </a:lnTo>
                  <a:lnTo>
                    <a:pt x="17481" y="569888"/>
                  </a:lnTo>
                  <a:lnTo>
                    <a:pt x="47536" y="628306"/>
                  </a:lnTo>
                  <a:lnTo>
                    <a:pt x="91164" y="683549"/>
                  </a:lnTo>
                  <a:lnTo>
                    <a:pt x="147384" y="735114"/>
                  </a:lnTo>
                  <a:lnTo>
                    <a:pt x="179908" y="759359"/>
                  </a:lnTo>
                  <a:lnTo>
                    <a:pt x="215211" y="782496"/>
                  </a:lnTo>
                  <a:lnTo>
                    <a:pt x="253170" y="804462"/>
                  </a:lnTo>
                  <a:lnTo>
                    <a:pt x="293663" y="825194"/>
                  </a:lnTo>
                  <a:lnTo>
                    <a:pt x="336567" y="844628"/>
                  </a:lnTo>
                  <a:lnTo>
                    <a:pt x="381758" y="862703"/>
                  </a:lnTo>
                  <a:lnTo>
                    <a:pt x="429114" y="879354"/>
                  </a:lnTo>
                  <a:lnTo>
                    <a:pt x="478512" y="894520"/>
                  </a:lnTo>
                  <a:lnTo>
                    <a:pt x="529829" y="908137"/>
                  </a:lnTo>
                  <a:lnTo>
                    <a:pt x="582943" y="920143"/>
                  </a:lnTo>
                  <a:lnTo>
                    <a:pt x="637730" y="930474"/>
                  </a:lnTo>
                  <a:lnTo>
                    <a:pt x="694068" y="939068"/>
                  </a:lnTo>
                  <a:lnTo>
                    <a:pt x="751833" y="945862"/>
                  </a:lnTo>
                  <a:lnTo>
                    <a:pt x="810904" y="950792"/>
                  </a:lnTo>
                  <a:lnTo>
                    <a:pt x="871156" y="953797"/>
                  </a:lnTo>
                  <a:lnTo>
                    <a:pt x="932468" y="954812"/>
                  </a:lnTo>
                  <a:lnTo>
                    <a:pt x="2797406" y="954812"/>
                  </a:lnTo>
                  <a:lnTo>
                    <a:pt x="2858717" y="953797"/>
                  </a:lnTo>
                  <a:lnTo>
                    <a:pt x="2918970" y="950792"/>
                  </a:lnTo>
                  <a:lnTo>
                    <a:pt x="2978040" y="945862"/>
                  </a:lnTo>
                  <a:lnTo>
                    <a:pt x="3035805" y="939068"/>
                  </a:lnTo>
                  <a:lnTo>
                    <a:pt x="3092143" y="930474"/>
                  </a:lnTo>
                  <a:lnTo>
                    <a:pt x="3146930" y="920143"/>
                  </a:lnTo>
                  <a:lnTo>
                    <a:pt x="3200044" y="908137"/>
                  </a:lnTo>
                  <a:lnTo>
                    <a:pt x="3251361" y="894520"/>
                  </a:lnTo>
                  <a:lnTo>
                    <a:pt x="3300759" y="879354"/>
                  </a:lnTo>
                  <a:lnTo>
                    <a:pt x="3348115" y="862703"/>
                  </a:lnTo>
                  <a:lnTo>
                    <a:pt x="3393306" y="844628"/>
                  </a:lnTo>
                  <a:lnTo>
                    <a:pt x="3436210" y="825194"/>
                  </a:lnTo>
                  <a:lnTo>
                    <a:pt x="3476703" y="804462"/>
                  </a:lnTo>
                  <a:lnTo>
                    <a:pt x="3514662" y="782496"/>
                  </a:lnTo>
                  <a:lnTo>
                    <a:pt x="3549966" y="759359"/>
                  </a:lnTo>
                  <a:lnTo>
                    <a:pt x="3582490" y="735114"/>
                  </a:lnTo>
                  <a:lnTo>
                    <a:pt x="3612112" y="709823"/>
                  </a:lnTo>
                  <a:lnTo>
                    <a:pt x="3662158" y="656356"/>
                  </a:lnTo>
                  <a:lnTo>
                    <a:pt x="3699123" y="599463"/>
                  </a:lnTo>
                  <a:lnTo>
                    <a:pt x="3722022" y="539645"/>
                  </a:lnTo>
                  <a:lnTo>
                    <a:pt x="3729874" y="477406"/>
                  </a:lnTo>
                  <a:lnTo>
                    <a:pt x="3727891" y="446016"/>
                  </a:lnTo>
                  <a:lnTo>
                    <a:pt x="3712392" y="384925"/>
                  </a:lnTo>
                  <a:lnTo>
                    <a:pt x="3682337" y="326506"/>
                  </a:lnTo>
                  <a:lnTo>
                    <a:pt x="3638709" y="271263"/>
                  </a:lnTo>
                  <a:lnTo>
                    <a:pt x="3582490" y="219698"/>
                  </a:lnTo>
                  <a:lnTo>
                    <a:pt x="3549966" y="195453"/>
                  </a:lnTo>
                  <a:lnTo>
                    <a:pt x="3514662" y="172316"/>
                  </a:lnTo>
                  <a:lnTo>
                    <a:pt x="3476703" y="150350"/>
                  </a:lnTo>
                  <a:lnTo>
                    <a:pt x="3436210" y="129618"/>
                  </a:lnTo>
                  <a:lnTo>
                    <a:pt x="3393306" y="110184"/>
                  </a:lnTo>
                  <a:lnTo>
                    <a:pt x="3348115" y="92109"/>
                  </a:lnTo>
                  <a:lnTo>
                    <a:pt x="3300759" y="75457"/>
                  </a:lnTo>
                  <a:lnTo>
                    <a:pt x="3251361" y="60291"/>
                  </a:lnTo>
                  <a:lnTo>
                    <a:pt x="3200044" y="46674"/>
                  </a:lnTo>
                  <a:lnTo>
                    <a:pt x="3146930" y="34669"/>
                  </a:lnTo>
                  <a:lnTo>
                    <a:pt x="3092143" y="24337"/>
                  </a:lnTo>
                  <a:lnTo>
                    <a:pt x="3035805" y="15743"/>
                  </a:lnTo>
                  <a:lnTo>
                    <a:pt x="2978040" y="8950"/>
                  </a:lnTo>
                  <a:lnTo>
                    <a:pt x="2918970" y="4019"/>
                  </a:lnTo>
                  <a:lnTo>
                    <a:pt x="2858717" y="1015"/>
                  </a:lnTo>
                  <a:lnTo>
                    <a:pt x="2797406" y="0"/>
                  </a:lnTo>
                  <a:close/>
                </a:path>
              </a:pathLst>
            </a:custGeom>
            <a:solidFill>
              <a:srgbClr val="E46B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764822" y="2217463"/>
              <a:ext cx="3729990" cy="955040"/>
            </a:xfrm>
            <a:custGeom>
              <a:avLst/>
              <a:gdLst/>
              <a:ahLst/>
              <a:cxnLst/>
              <a:rect l="l" t="t" r="r" b="b"/>
              <a:pathLst>
                <a:path w="3729990" h="955039">
                  <a:moveTo>
                    <a:pt x="932468" y="0"/>
                  </a:moveTo>
                  <a:lnTo>
                    <a:pt x="871157" y="1015"/>
                  </a:lnTo>
                  <a:lnTo>
                    <a:pt x="810904" y="4019"/>
                  </a:lnTo>
                  <a:lnTo>
                    <a:pt x="751834" y="8950"/>
                  </a:lnTo>
                  <a:lnTo>
                    <a:pt x="694068" y="15743"/>
                  </a:lnTo>
                  <a:lnTo>
                    <a:pt x="637731" y="24337"/>
                  </a:lnTo>
                  <a:lnTo>
                    <a:pt x="582943" y="34669"/>
                  </a:lnTo>
                  <a:lnTo>
                    <a:pt x="529830" y="46674"/>
                  </a:lnTo>
                  <a:lnTo>
                    <a:pt x="478512" y="60292"/>
                  </a:lnTo>
                  <a:lnTo>
                    <a:pt x="429114" y="75457"/>
                  </a:lnTo>
                  <a:lnTo>
                    <a:pt x="381758" y="92109"/>
                  </a:lnTo>
                  <a:lnTo>
                    <a:pt x="336567" y="110184"/>
                  </a:lnTo>
                  <a:lnTo>
                    <a:pt x="293663" y="129618"/>
                  </a:lnTo>
                  <a:lnTo>
                    <a:pt x="253170" y="150350"/>
                  </a:lnTo>
                  <a:lnTo>
                    <a:pt x="215211" y="172316"/>
                  </a:lnTo>
                  <a:lnTo>
                    <a:pt x="179908" y="195453"/>
                  </a:lnTo>
                  <a:lnTo>
                    <a:pt x="147384" y="219698"/>
                  </a:lnTo>
                  <a:lnTo>
                    <a:pt x="117762" y="244989"/>
                  </a:lnTo>
                  <a:lnTo>
                    <a:pt x="67715" y="298456"/>
                  </a:lnTo>
                  <a:lnTo>
                    <a:pt x="30750" y="355350"/>
                  </a:lnTo>
                  <a:lnTo>
                    <a:pt x="7851" y="415168"/>
                  </a:lnTo>
                  <a:lnTo>
                    <a:pt x="0" y="477406"/>
                  </a:lnTo>
                  <a:lnTo>
                    <a:pt x="1983" y="508797"/>
                  </a:lnTo>
                  <a:lnTo>
                    <a:pt x="17481" y="569888"/>
                  </a:lnTo>
                  <a:lnTo>
                    <a:pt x="47536" y="628307"/>
                  </a:lnTo>
                  <a:lnTo>
                    <a:pt x="91164" y="683550"/>
                  </a:lnTo>
                  <a:lnTo>
                    <a:pt x="147384" y="735114"/>
                  </a:lnTo>
                  <a:lnTo>
                    <a:pt x="179908" y="759360"/>
                  </a:lnTo>
                  <a:lnTo>
                    <a:pt x="215211" y="782497"/>
                  </a:lnTo>
                  <a:lnTo>
                    <a:pt x="253170" y="804462"/>
                  </a:lnTo>
                  <a:lnTo>
                    <a:pt x="293663" y="825194"/>
                  </a:lnTo>
                  <a:lnTo>
                    <a:pt x="336567" y="844629"/>
                  </a:lnTo>
                  <a:lnTo>
                    <a:pt x="381758" y="862703"/>
                  </a:lnTo>
                  <a:lnTo>
                    <a:pt x="429114" y="879355"/>
                  </a:lnTo>
                  <a:lnTo>
                    <a:pt x="478512" y="894521"/>
                  </a:lnTo>
                  <a:lnTo>
                    <a:pt x="529830" y="908138"/>
                  </a:lnTo>
                  <a:lnTo>
                    <a:pt x="582943" y="920144"/>
                  </a:lnTo>
                  <a:lnTo>
                    <a:pt x="637731" y="930475"/>
                  </a:lnTo>
                  <a:lnTo>
                    <a:pt x="694068" y="939069"/>
                  </a:lnTo>
                  <a:lnTo>
                    <a:pt x="751834" y="945863"/>
                  </a:lnTo>
                  <a:lnTo>
                    <a:pt x="810904" y="950793"/>
                  </a:lnTo>
                  <a:lnTo>
                    <a:pt x="871157" y="953797"/>
                  </a:lnTo>
                  <a:lnTo>
                    <a:pt x="932468" y="954813"/>
                  </a:lnTo>
                  <a:lnTo>
                    <a:pt x="2797406" y="954813"/>
                  </a:lnTo>
                  <a:lnTo>
                    <a:pt x="2858717" y="953797"/>
                  </a:lnTo>
                  <a:lnTo>
                    <a:pt x="2918970" y="950793"/>
                  </a:lnTo>
                  <a:lnTo>
                    <a:pt x="2978040" y="945863"/>
                  </a:lnTo>
                  <a:lnTo>
                    <a:pt x="3035806" y="939069"/>
                  </a:lnTo>
                  <a:lnTo>
                    <a:pt x="3092143" y="930475"/>
                  </a:lnTo>
                  <a:lnTo>
                    <a:pt x="3146931" y="920144"/>
                  </a:lnTo>
                  <a:lnTo>
                    <a:pt x="3200044" y="908138"/>
                  </a:lnTo>
                  <a:lnTo>
                    <a:pt x="3251361" y="894521"/>
                  </a:lnTo>
                  <a:lnTo>
                    <a:pt x="3300760" y="879355"/>
                  </a:lnTo>
                  <a:lnTo>
                    <a:pt x="3348116" y="862703"/>
                  </a:lnTo>
                  <a:lnTo>
                    <a:pt x="3393307" y="844629"/>
                  </a:lnTo>
                  <a:lnTo>
                    <a:pt x="3436210" y="825194"/>
                  </a:lnTo>
                  <a:lnTo>
                    <a:pt x="3476703" y="804462"/>
                  </a:lnTo>
                  <a:lnTo>
                    <a:pt x="3514663" y="782497"/>
                  </a:lnTo>
                  <a:lnTo>
                    <a:pt x="3549966" y="759360"/>
                  </a:lnTo>
                  <a:lnTo>
                    <a:pt x="3582490" y="735114"/>
                  </a:lnTo>
                  <a:lnTo>
                    <a:pt x="3612112" y="709823"/>
                  </a:lnTo>
                  <a:lnTo>
                    <a:pt x="3662159" y="656356"/>
                  </a:lnTo>
                  <a:lnTo>
                    <a:pt x="3699123" y="599463"/>
                  </a:lnTo>
                  <a:lnTo>
                    <a:pt x="3722022" y="539645"/>
                  </a:lnTo>
                  <a:lnTo>
                    <a:pt x="3729874" y="477406"/>
                  </a:lnTo>
                  <a:lnTo>
                    <a:pt x="3727891" y="446016"/>
                  </a:lnTo>
                  <a:lnTo>
                    <a:pt x="3712392" y="384925"/>
                  </a:lnTo>
                  <a:lnTo>
                    <a:pt x="3682337" y="326506"/>
                  </a:lnTo>
                  <a:lnTo>
                    <a:pt x="3638709" y="271263"/>
                  </a:lnTo>
                  <a:lnTo>
                    <a:pt x="3582490" y="219698"/>
                  </a:lnTo>
                  <a:lnTo>
                    <a:pt x="3549966" y="195453"/>
                  </a:lnTo>
                  <a:lnTo>
                    <a:pt x="3514663" y="172316"/>
                  </a:lnTo>
                  <a:lnTo>
                    <a:pt x="3476703" y="150350"/>
                  </a:lnTo>
                  <a:lnTo>
                    <a:pt x="3436210" y="129618"/>
                  </a:lnTo>
                  <a:lnTo>
                    <a:pt x="3393307" y="110184"/>
                  </a:lnTo>
                  <a:lnTo>
                    <a:pt x="3348116" y="92109"/>
                  </a:lnTo>
                  <a:lnTo>
                    <a:pt x="3300760" y="75457"/>
                  </a:lnTo>
                  <a:lnTo>
                    <a:pt x="3251361" y="60292"/>
                  </a:lnTo>
                  <a:lnTo>
                    <a:pt x="3200044" y="46674"/>
                  </a:lnTo>
                  <a:lnTo>
                    <a:pt x="3146931" y="34669"/>
                  </a:lnTo>
                  <a:lnTo>
                    <a:pt x="3092143" y="24337"/>
                  </a:lnTo>
                  <a:lnTo>
                    <a:pt x="3035806" y="15743"/>
                  </a:lnTo>
                  <a:lnTo>
                    <a:pt x="2978040" y="8950"/>
                  </a:lnTo>
                  <a:lnTo>
                    <a:pt x="2918970" y="4019"/>
                  </a:lnTo>
                  <a:lnTo>
                    <a:pt x="2858717" y="1015"/>
                  </a:lnTo>
                  <a:lnTo>
                    <a:pt x="2797406" y="0"/>
                  </a:lnTo>
                  <a:lnTo>
                    <a:pt x="932468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382130" y="2178753"/>
            <a:ext cx="2606675" cy="8839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i="1" spc="-75" dirty="0">
                <a:latin typeface="Arial"/>
                <a:cs typeface="Arial"/>
              </a:rPr>
              <a:t>Analy&amp;cs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2800" spc="-120" dirty="0">
                <a:latin typeface="Arial"/>
                <a:cs typeface="Arial"/>
              </a:rPr>
              <a:t>Machine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Learning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27" name="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601362" y="3128664"/>
            <a:ext cx="167640" cy="425329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3150264" y="527903"/>
            <a:ext cx="8534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60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690484" y="3803663"/>
            <a:ext cx="17729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85" dirty="0">
                <a:latin typeface="Arial"/>
                <a:cs typeface="Arial"/>
              </a:rPr>
              <a:t>Información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390676" y="957193"/>
            <a:ext cx="167640" cy="2929890"/>
            <a:chOff x="3390676" y="957193"/>
            <a:chExt cx="167640" cy="2929890"/>
          </a:xfrm>
        </p:grpSpPr>
        <p:sp>
          <p:nvSpPr>
            <p:cNvPr id="31" name="object 31"/>
            <p:cNvSpPr/>
            <p:nvPr/>
          </p:nvSpPr>
          <p:spPr>
            <a:xfrm>
              <a:off x="3474496" y="1012704"/>
              <a:ext cx="0" cy="2725420"/>
            </a:xfrm>
            <a:custGeom>
              <a:avLst/>
              <a:gdLst/>
              <a:ahLst/>
              <a:cxnLst/>
              <a:rect l="l" t="t" r="r" b="b"/>
              <a:pathLst>
                <a:path h="2725420">
                  <a:moveTo>
                    <a:pt x="0" y="0"/>
                  </a:moveTo>
                  <a:lnTo>
                    <a:pt x="0" y="19049"/>
                  </a:lnTo>
                  <a:lnTo>
                    <a:pt x="0" y="2706321"/>
                  </a:lnTo>
                  <a:lnTo>
                    <a:pt x="0" y="272537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390671" y="957198"/>
              <a:ext cx="167640" cy="2929890"/>
            </a:xfrm>
            <a:custGeom>
              <a:avLst/>
              <a:gdLst/>
              <a:ahLst/>
              <a:cxnLst/>
              <a:rect l="l" t="t" r="r" b="b"/>
              <a:pathLst>
                <a:path w="167639" h="2929890">
                  <a:moveTo>
                    <a:pt x="167640" y="2761831"/>
                  </a:moveTo>
                  <a:lnTo>
                    <a:pt x="0" y="2761831"/>
                  </a:lnTo>
                  <a:lnTo>
                    <a:pt x="83820" y="2929471"/>
                  </a:lnTo>
                  <a:lnTo>
                    <a:pt x="167640" y="2761831"/>
                  </a:lnTo>
                  <a:close/>
                </a:path>
                <a:path w="167639" h="2929890">
                  <a:moveTo>
                    <a:pt x="167640" y="0"/>
                  </a:moveTo>
                  <a:lnTo>
                    <a:pt x="0" y="0"/>
                  </a:lnTo>
                  <a:lnTo>
                    <a:pt x="83820" y="83820"/>
                  </a:lnTo>
                  <a:lnTo>
                    <a:pt x="167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2819400" y="3600122"/>
            <a:ext cx="6324600" cy="1543685"/>
            <a:chOff x="4114800" y="3600122"/>
            <a:chExt cx="5029200" cy="1543685"/>
          </a:xfrm>
        </p:grpSpPr>
        <p:sp>
          <p:nvSpPr>
            <p:cNvPr id="5" name="object 5"/>
            <p:cNvSpPr/>
            <p:nvPr/>
          </p:nvSpPr>
          <p:spPr>
            <a:xfrm>
              <a:off x="4114800" y="3600132"/>
              <a:ext cx="5029200" cy="573405"/>
            </a:xfrm>
            <a:custGeom>
              <a:avLst/>
              <a:gdLst/>
              <a:ahLst/>
              <a:cxnLst/>
              <a:rect l="l" t="t" r="r" b="b"/>
              <a:pathLst>
                <a:path w="5029200" h="573404">
                  <a:moveTo>
                    <a:pt x="5029200" y="0"/>
                  </a:moveTo>
                  <a:lnTo>
                    <a:pt x="3404197" y="0"/>
                  </a:lnTo>
                  <a:lnTo>
                    <a:pt x="0" y="0"/>
                  </a:lnTo>
                  <a:lnTo>
                    <a:pt x="0" y="572820"/>
                  </a:lnTo>
                  <a:lnTo>
                    <a:pt x="3404197" y="572820"/>
                  </a:lnTo>
                  <a:lnTo>
                    <a:pt x="5029200" y="572820"/>
                  </a:lnTo>
                  <a:lnTo>
                    <a:pt x="5029200" y="0"/>
                  </a:lnTo>
                  <a:close/>
                </a:path>
              </a:pathLst>
            </a:custGeom>
            <a:solidFill>
              <a:srgbClr val="E3E5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110153" y="2776470"/>
            <a:ext cx="4072659" cy="77851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98450" marR="5080" indent="-285750">
              <a:lnSpc>
                <a:spcPct val="76400"/>
              </a:lnSpc>
              <a:spcBef>
                <a:spcPts val="890"/>
              </a:spcBef>
              <a:buFont typeface="Lucida Grande"/>
              <a:buChar char="▪"/>
              <a:tabLst>
                <a:tab pos="298450" algn="l"/>
              </a:tabLst>
            </a:pPr>
            <a:r>
              <a:rPr sz="2800" spc="-80" dirty="0">
                <a:latin typeface="Arial"/>
                <a:cs typeface="Arial"/>
              </a:rPr>
              <a:t>Minería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35" dirty="0">
                <a:latin typeface="Arial"/>
                <a:cs typeface="Arial"/>
              </a:rPr>
              <a:t>datos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75" dirty="0">
                <a:latin typeface="Arial"/>
                <a:cs typeface="Arial"/>
              </a:rPr>
              <a:t>y </a:t>
            </a:r>
            <a:r>
              <a:rPr sz="2800" spc="-130" dirty="0">
                <a:latin typeface="Arial"/>
                <a:cs typeface="Arial"/>
              </a:rPr>
              <a:t>cuadro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mandos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74753" y="2973221"/>
            <a:ext cx="17728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Helvetica Neue"/>
                <a:cs typeface="Helvetica Neue"/>
              </a:rPr>
              <a:t>3,</a:t>
            </a:r>
            <a:r>
              <a:rPr sz="2800" b="1" spc="-25" dirty="0">
                <a:latin typeface="Helvetica Neue"/>
                <a:cs typeface="Helvetica Neue"/>
              </a:rPr>
              <a:t> </a:t>
            </a:r>
            <a:r>
              <a:rPr sz="2800" b="1" dirty="0">
                <a:latin typeface="Helvetica Neue"/>
                <a:cs typeface="Helvetica Neue"/>
              </a:rPr>
              <a:t>4,</a:t>
            </a:r>
            <a:r>
              <a:rPr sz="2800" b="1" spc="-25" dirty="0">
                <a:latin typeface="Helvetica Neue"/>
                <a:cs typeface="Helvetica Neue"/>
              </a:rPr>
              <a:t> </a:t>
            </a:r>
            <a:r>
              <a:rPr sz="2800" b="1" dirty="0">
                <a:latin typeface="Helvetica Neue"/>
                <a:cs typeface="Helvetica Neue"/>
              </a:rPr>
              <a:t>5,</a:t>
            </a:r>
            <a:r>
              <a:rPr sz="2800" b="1" spc="-25" dirty="0">
                <a:latin typeface="Helvetica Neue"/>
                <a:cs typeface="Helvetica Neue"/>
              </a:rPr>
              <a:t> </a:t>
            </a:r>
            <a:r>
              <a:rPr sz="2800" b="1" spc="-50" dirty="0">
                <a:latin typeface="Helvetica Neue"/>
                <a:cs typeface="Helvetica Neue"/>
              </a:rPr>
              <a:t>6</a:t>
            </a:r>
            <a:endParaRPr sz="2800" dirty="0">
              <a:latin typeface="Helvetica Neue"/>
              <a:cs typeface="Helvetica Neue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71486" y="2211438"/>
            <a:ext cx="6372514" cy="570230"/>
          </a:xfrm>
          <a:custGeom>
            <a:avLst/>
            <a:gdLst/>
            <a:ahLst/>
            <a:cxnLst/>
            <a:rect l="l" t="t" r="r" b="b"/>
            <a:pathLst>
              <a:path w="5067300" h="570230">
                <a:moveTo>
                  <a:pt x="5067300" y="0"/>
                </a:moveTo>
                <a:lnTo>
                  <a:pt x="3662502" y="0"/>
                </a:lnTo>
                <a:lnTo>
                  <a:pt x="0" y="0"/>
                </a:lnTo>
                <a:lnTo>
                  <a:pt x="0" y="570014"/>
                </a:lnTo>
                <a:lnTo>
                  <a:pt x="3662502" y="570014"/>
                </a:lnTo>
                <a:lnTo>
                  <a:pt x="5067300" y="570014"/>
                </a:lnTo>
                <a:lnTo>
                  <a:pt x="5067300" y="0"/>
                </a:lnTo>
                <a:close/>
              </a:path>
            </a:pathLst>
          </a:custGeom>
          <a:solidFill>
            <a:srgbClr val="E3E5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110153" y="1373009"/>
            <a:ext cx="4887191" cy="769057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98450" marR="5080" indent="-285750">
              <a:lnSpc>
                <a:spcPct val="76400"/>
              </a:lnSpc>
              <a:spcBef>
                <a:spcPts val="890"/>
              </a:spcBef>
              <a:buFont typeface="Lucida Grande"/>
              <a:buChar char="▪"/>
              <a:tabLst>
                <a:tab pos="298450" algn="l"/>
              </a:tabLst>
            </a:pPr>
            <a:r>
              <a:rPr sz="2800" spc="-130" dirty="0">
                <a:latin typeface="Arial"/>
                <a:cs typeface="Arial"/>
              </a:rPr>
              <a:t>Complejidad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y </a:t>
            </a:r>
            <a:r>
              <a:rPr sz="2800" spc="-145" dirty="0">
                <a:latin typeface="Arial"/>
                <a:cs typeface="Arial"/>
              </a:rPr>
              <a:t>técnicas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14" dirty="0">
                <a:latin typeface="Arial"/>
                <a:cs typeface="Arial"/>
              </a:rPr>
              <a:t>extracción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de </a:t>
            </a:r>
            <a:r>
              <a:rPr sz="2800" spc="-10" dirty="0">
                <a:latin typeface="Arial"/>
                <a:cs typeface="Arial"/>
              </a:rPr>
              <a:t>información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93725" y="1423821"/>
            <a:ext cx="281093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0" dirty="0">
                <a:latin typeface="Helvetica Neue"/>
                <a:cs typeface="Helvetica Neue"/>
              </a:rPr>
              <a:t>1</a:t>
            </a:r>
            <a:endParaRPr sz="2800">
              <a:latin typeface="Helvetica Neue"/>
              <a:cs typeface="Helvetica Neu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10153" y="2221844"/>
            <a:ext cx="4967047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85115">
              <a:lnSpc>
                <a:spcPct val="100000"/>
              </a:lnSpc>
              <a:spcBef>
                <a:spcPts val="100"/>
              </a:spcBef>
              <a:buFont typeface="Lucida Grande"/>
              <a:buChar char="▪"/>
              <a:tabLst>
                <a:tab pos="285115" algn="l"/>
              </a:tabLst>
            </a:pPr>
            <a:r>
              <a:rPr sz="2800" spc="-85" dirty="0">
                <a:latin typeface="Arial"/>
                <a:cs typeface="Arial"/>
              </a:rPr>
              <a:t>Introducción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240" dirty="0">
                <a:latin typeface="Arial"/>
                <a:cs typeface="Arial"/>
              </a:rPr>
              <a:t>a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440" dirty="0">
                <a:latin typeface="Arial"/>
                <a:cs typeface="Arial"/>
              </a:rPr>
              <a:t>SBD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09696" y="2263649"/>
            <a:ext cx="265122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800" b="1" spc="-50" dirty="0">
                <a:latin typeface="Helvetica Neue"/>
                <a:cs typeface="Helvetica Neue"/>
              </a:rPr>
              <a:t>2</a:t>
            </a:r>
            <a:endParaRPr sz="2800">
              <a:latin typeface="Helvetica Neue"/>
              <a:cs typeface="Helvetica Neu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55959" y="585392"/>
            <a:ext cx="13061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Semanas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Sistemas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6283" y="736375"/>
            <a:ext cx="1715135" cy="117094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74930">
              <a:lnSpc>
                <a:spcPct val="100000"/>
              </a:lnSpc>
              <a:spcBef>
                <a:spcPts val="35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Contenidos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64524" y="1601520"/>
            <a:ext cx="5798172" cy="573405"/>
          </a:xfrm>
          <a:custGeom>
            <a:avLst/>
            <a:gdLst/>
            <a:ahLst/>
            <a:cxnLst/>
            <a:rect l="l" t="t" r="r" b="b"/>
            <a:pathLst>
              <a:path w="4595495" h="573405">
                <a:moveTo>
                  <a:pt x="4595368" y="0"/>
                </a:moveTo>
                <a:lnTo>
                  <a:pt x="3286226" y="0"/>
                </a:lnTo>
                <a:lnTo>
                  <a:pt x="0" y="0"/>
                </a:lnTo>
                <a:lnTo>
                  <a:pt x="0" y="572820"/>
                </a:lnTo>
                <a:lnTo>
                  <a:pt x="3286226" y="572820"/>
                </a:lnTo>
                <a:lnTo>
                  <a:pt x="4595368" y="572820"/>
                </a:lnTo>
                <a:lnTo>
                  <a:pt x="4595368" y="0"/>
                </a:lnTo>
                <a:close/>
              </a:path>
            </a:pathLst>
          </a:custGeom>
          <a:solidFill>
            <a:srgbClr val="E3E5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64524" y="2747162"/>
            <a:ext cx="5798172" cy="573405"/>
          </a:xfrm>
          <a:custGeom>
            <a:avLst/>
            <a:gdLst/>
            <a:ahLst/>
            <a:cxnLst/>
            <a:rect l="l" t="t" r="r" b="b"/>
            <a:pathLst>
              <a:path w="4595495" h="573404">
                <a:moveTo>
                  <a:pt x="4595368" y="0"/>
                </a:moveTo>
                <a:lnTo>
                  <a:pt x="3286226" y="0"/>
                </a:lnTo>
                <a:lnTo>
                  <a:pt x="0" y="0"/>
                </a:lnTo>
                <a:lnTo>
                  <a:pt x="0" y="572820"/>
                </a:lnTo>
                <a:lnTo>
                  <a:pt x="3286226" y="572820"/>
                </a:lnTo>
                <a:lnTo>
                  <a:pt x="4595368" y="572820"/>
                </a:lnTo>
                <a:lnTo>
                  <a:pt x="4595368" y="0"/>
                </a:lnTo>
                <a:close/>
              </a:path>
            </a:pathLst>
          </a:custGeom>
          <a:solidFill>
            <a:srgbClr val="E3E5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29218" y="1039117"/>
            <a:ext cx="3741532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Lucida Grande"/>
              <a:buChar char="▪"/>
              <a:tabLst>
                <a:tab pos="297815" algn="l"/>
              </a:tabLst>
            </a:pPr>
            <a:r>
              <a:rPr sz="2800" spc="-125" dirty="0">
                <a:latin typeface="Arial"/>
                <a:cs typeface="Arial"/>
              </a:rPr>
              <a:t>Almacenamiento-</a:t>
            </a:r>
            <a:r>
              <a:rPr sz="2800" spc="-50" dirty="0">
                <a:latin typeface="Arial"/>
                <a:cs typeface="Arial"/>
              </a:rPr>
              <a:t>I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14118" y="516583"/>
            <a:ext cx="1648037" cy="101663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Semanas</a:t>
            </a:r>
            <a:endParaRPr sz="2800" dirty="0">
              <a:latin typeface="Arial Narrow"/>
              <a:cs typeface="Arial Narrow"/>
            </a:endParaRPr>
          </a:p>
          <a:p>
            <a:pPr marL="753110">
              <a:lnSpc>
                <a:spcPct val="100000"/>
              </a:lnSpc>
              <a:spcBef>
                <a:spcPts val="540"/>
              </a:spcBef>
            </a:pPr>
            <a:r>
              <a:rPr lang="es-ES" sz="2800" b="1" spc="-50" dirty="0">
                <a:latin typeface="Helvetica Neue"/>
                <a:cs typeface="Helvetica Neue"/>
              </a:rPr>
              <a:t>   </a:t>
            </a:r>
            <a:r>
              <a:rPr sz="2800" b="1" spc="-50" dirty="0">
                <a:latin typeface="Helvetica Neue"/>
                <a:cs typeface="Helvetica Neue"/>
              </a:rPr>
              <a:t>7</a:t>
            </a:r>
            <a:endParaRPr sz="2800" dirty="0">
              <a:latin typeface="Helvetica Neue"/>
              <a:cs typeface="Helvetica Neu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29218" y="1662162"/>
            <a:ext cx="38384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85115">
              <a:lnSpc>
                <a:spcPct val="100000"/>
              </a:lnSpc>
              <a:spcBef>
                <a:spcPts val="100"/>
              </a:spcBef>
              <a:buFont typeface="Lucida Grande"/>
              <a:buChar char="▪"/>
              <a:tabLst>
                <a:tab pos="285115" algn="l"/>
              </a:tabLst>
            </a:pPr>
            <a:r>
              <a:rPr sz="2800" spc="-125" dirty="0">
                <a:latin typeface="Arial"/>
                <a:cs typeface="Arial"/>
              </a:rPr>
              <a:t>Almacenamiento-</a:t>
            </a:r>
            <a:r>
              <a:rPr sz="2800" spc="-25" dirty="0">
                <a:latin typeface="Arial"/>
                <a:cs typeface="Arial"/>
              </a:rPr>
              <a:t>II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53972" y="1653741"/>
            <a:ext cx="265993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800" b="1" spc="-50" dirty="0">
                <a:latin typeface="Helvetica Neue"/>
                <a:cs typeface="Helvetica Neue"/>
              </a:rPr>
              <a:t>8</a:t>
            </a:r>
            <a:endParaRPr sz="2800">
              <a:latin typeface="Helvetica Neue"/>
              <a:cs typeface="Helvetica Neu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29218" y="2243404"/>
            <a:ext cx="34899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Lucida Grande"/>
              <a:buChar char="▪"/>
              <a:tabLst>
                <a:tab pos="297815" algn="l"/>
              </a:tabLst>
            </a:pPr>
            <a:r>
              <a:rPr sz="2800" spc="-150" dirty="0">
                <a:latin typeface="Arial"/>
                <a:cs typeface="Arial"/>
              </a:rPr>
              <a:t>Análisis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35" dirty="0">
                <a:latin typeface="Arial"/>
                <a:cs typeface="Arial"/>
              </a:rPr>
              <a:t>datos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360" dirty="0">
                <a:latin typeface="Arial"/>
                <a:cs typeface="Arial"/>
              </a:rPr>
              <a:t>BD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37948" y="2226562"/>
            <a:ext cx="282017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0" dirty="0">
                <a:latin typeface="Helvetica Neue"/>
                <a:cs typeface="Helvetica Neue"/>
              </a:rPr>
              <a:t>9</a:t>
            </a:r>
            <a:endParaRPr sz="2800">
              <a:latin typeface="Helvetica Neue"/>
              <a:cs typeface="Helvetica Neu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29218" y="2807804"/>
            <a:ext cx="328245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85115">
              <a:lnSpc>
                <a:spcPct val="100000"/>
              </a:lnSpc>
              <a:spcBef>
                <a:spcPts val="100"/>
              </a:spcBef>
              <a:buFont typeface="Lucida Grande"/>
              <a:buChar char="▪"/>
              <a:tabLst>
                <a:tab pos="285115" algn="l"/>
              </a:tabLst>
            </a:pPr>
            <a:r>
              <a:rPr sz="2800" spc="-165" dirty="0">
                <a:latin typeface="Arial"/>
                <a:cs typeface="Arial"/>
              </a:rPr>
              <a:t>IA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55" dirty="0">
                <a:latin typeface="Arial"/>
                <a:cs typeface="Arial"/>
              </a:rPr>
              <a:t>análisis</a:t>
            </a:r>
            <a:r>
              <a:rPr sz="2800" spc="-100" dirty="0">
                <a:latin typeface="Arial"/>
                <a:cs typeface="Arial"/>
              </a:rPr>
              <a:t> datos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03432" y="2799384"/>
            <a:ext cx="515162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800" b="1" spc="-25" dirty="0">
                <a:latin typeface="Helvetica Neue"/>
                <a:cs typeface="Helvetica Neue"/>
              </a:rPr>
              <a:t>10</a:t>
            </a:r>
            <a:endParaRPr sz="2800">
              <a:latin typeface="Helvetica Neue"/>
              <a:cs typeface="Helvetica Neu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29218" y="3389047"/>
            <a:ext cx="273203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Lucida Grande"/>
              <a:buChar char="▪"/>
              <a:tabLst>
                <a:tab pos="297815" algn="l"/>
              </a:tabLst>
            </a:pPr>
            <a:r>
              <a:rPr sz="2800" spc="-140" dirty="0">
                <a:latin typeface="Arial"/>
                <a:cs typeface="Arial"/>
              </a:rPr>
              <a:t>Visualización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35621" y="3372205"/>
            <a:ext cx="1279491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Helvetica Neue"/>
                <a:cs typeface="Helvetica Neue"/>
              </a:rPr>
              <a:t>11,</a:t>
            </a:r>
            <a:r>
              <a:rPr sz="2800" b="1" spc="-40" dirty="0">
                <a:latin typeface="Helvetica Neue"/>
                <a:cs typeface="Helvetica Neue"/>
              </a:rPr>
              <a:t> </a:t>
            </a:r>
            <a:r>
              <a:rPr sz="2800" b="1" spc="-25" dirty="0">
                <a:latin typeface="Helvetica Neue"/>
                <a:cs typeface="Helvetica Neue"/>
              </a:rPr>
              <a:t>12</a:t>
            </a:r>
            <a:endParaRPr sz="2800">
              <a:latin typeface="Helvetica Neue"/>
              <a:cs typeface="Helvetica Neue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Sistemas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6283" y="736375"/>
            <a:ext cx="1715135" cy="117094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74930">
              <a:lnSpc>
                <a:spcPct val="100000"/>
              </a:lnSpc>
              <a:spcBef>
                <a:spcPts val="35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Contenidos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Sistemas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6283" y="736375"/>
            <a:ext cx="1951989" cy="117094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74930">
              <a:lnSpc>
                <a:spcPct val="100000"/>
              </a:lnSpc>
              <a:spcBef>
                <a:spcPts val="35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Herramientas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76315" y="129063"/>
            <a:ext cx="3382010" cy="3556635"/>
            <a:chOff x="2576315" y="129063"/>
            <a:chExt cx="3382010" cy="35566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76315" y="129063"/>
              <a:ext cx="3381886" cy="355636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627115" y="156864"/>
              <a:ext cx="3280410" cy="3455035"/>
            </a:xfrm>
            <a:custGeom>
              <a:avLst/>
              <a:gdLst/>
              <a:ahLst/>
              <a:cxnLst/>
              <a:rect l="l" t="t" r="r" b="b"/>
              <a:pathLst>
                <a:path w="3280410" h="3455035">
                  <a:moveTo>
                    <a:pt x="3280286" y="0"/>
                  </a:moveTo>
                  <a:lnTo>
                    <a:pt x="0" y="0"/>
                  </a:lnTo>
                  <a:lnTo>
                    <a:pt x="0" y="3454763"/>
                  </a:lnTo>
                  <a:lnTo>
                    <a:pt x="3280286" y="3454763"/>
                  </a:lnTo>
                  <a:lnTo>
                    <a:pt x="32802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27115" y="156864"/>
              <a:ext cx="3280410" cy="3455035"/>
            </a:xfrm>
            <a:custGeom>
              <a:avLst/>
              <a:gdLst/>
              <a:ahLst/>
              <a:cxnLst/>
              <a:rect l="l" t="t" r="r" b="b"/>
              <a:pathLst>
                <a:path w="3280410" h="3455035">
                  <a:moveTo>
                    <a:pt x="0" y="0"/>
                  </a:moveTo>
                  <a:lnTo>
                    <a:pt x="3280286" y="0"/>
                  </a:lnTo>
                  <a:lnTo>
                    <a:pt x="3280286" y="3454763"/>
                  </a:lnTo>
                  <a:lnTo>
                    <a:pt x="0" y="345476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80981" y="1415967"/>
              <a:ext cx="2995441" cy="184334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49679" y="2697389"/>
              <a:ext cx="1576481" cy="83587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59458" y="235225"/>
              <a:ext cx="2356831" cy="156836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82650" y="133897"/>
              <a:ext cx="3369216" cy="57175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633450" y="161697"/>
              <a:ext cx="3267710" cy="470534"/>
            </a:xfrm>
            <a:custGeom>
              <a:avLst/>
              <a:gdLst/>
              <a:ahLst/>
              <a:cxnLst/>
              <a:rect l="l" t="t" r="r" b="b"/>
              <a:pathLst>
                <a:path w="3267710" h="470534">
                  <a:moveTo>
                    <a:pt x="0" y="0"/>
                  </a:moveTo>
                  <a:lnTo>
                    <a:pt x="3267616" y="0"/>
                  </a:lnTo>
                  <a:lnTo>
                    <a:pt x="3267616" y="470157"/>
                  </a:lnTo>
                  <a:lnTo>
                    <a:pt x="0" y="470157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8C3A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633450" y="161697"/>
            <a:ext cx="3267710" cy="470534"/>
          </a:xfrm>
          <a:prstGeom prst="rect">
            <a:avLst/>
          </a:prstGeom>
          <a:solidFill>
            <a:srgbClr val="C0504D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3100"/>
              </a:lnSpc>
            </a:pPr>
            <a:r>
              <a:rPr sz="2800" spc="-30" dirty="0">
                <a:solidFill>
                  <a:srgbClr val="FFFFFF"/>
                </a:solidFill>
              </a:rPr>
              <a:t>Análisis</a:t>
            </a:r>
            <a:endParaRPr sz="2800"/>
          </a:p>
        </p:txBody>
      </p:sp>
      <p:sp>
        <p:nvSpPr>
          <p:cNvPr id="14" name="object 14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2385486" y="3742320"/>
            <a:ext cx="4953635" cy="1370965"/>
            <a:chOff x="2385486" y="3742320"/>
            <a:chExt cx="4953635" cy="1370965"/>
          </a:xfrm>
        </p:grpSpPr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85486" y="3742320"/>
              <a:ext cx="4953314" cy="137089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436286" y="3770119"/>
              <a:ext cx="4852035" cy="1269365"/>
            </a:xfrm>
            <a:custGeom>
              <a:avLst/>
              <a:gdLst/>
              <a:ahLst/>
              <a:cxnLst/>
              <a:rect l="l" t="t" r="r" b="b"/>
              <a:pathLst>
                <a:path w="4852034" h="1269364">
                  <a:moveTo>
                    <a:pt x="4851714" y="0"/>
                  </a:moveTo>
                  <a:lnTo>
                    <a:pt x="0" y="0"/>
                  </a:lnTo>
                  <a:lnTo>
                    <a:pt x="0" y="1269294"/>
                  </a:lnTo>
                  <a:lnTo>
                    <a:pt x="4851714" y="1269294"/>
                  </a:lnTo>
                  <a:lnTo>
                    <a:pt x="48517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436286" y="3770119"/>
              <a:ext cx="4852035" cy="1269365"/>
            </a:xfrm>
            <a:custGeom>
              <a:avLst/>
              <a:gdLst/>
              <a:ahLst/>
              <a:cxnLst/>
              <a:rect l="l" t="t" r="r" b="b"/>
              <a:pathLst>
                <a:path w="4852034" h="1269364">
                  <a:moveTo>
                    <a:pt x="0" y="0"/>
                  </a:moveTo>
                  <a:lnTo>
                    <a:pt x="4851714" y="0"/>
                  </a:lnTo>
                  <a:lnTo>
                    <a:pt x="4851714" y="1269293"/>
                  </a:lnTo>
                  <a:lnTo>
                    <a:pt x="0" y="1269293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87951" y="3751442"/>
              <a:ext cx="2085191" cy="57175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438751" y="3779241"/>
              <a:ext cx="1983739" cy="470534"/>
            </a:xfrm>
            <a:custGeom>
              <a:avLst/>
              <a:gdLst/>
              <a:ahLst/>
              <a:cxnLst/>
              <a:rect l="l" t="t" r="r" b="b"/>
              <a:pathLst>
                <a:path w="1983739" h="470535">
                  <a:moveTo>
                    <a:pt x="0" y="0"/>
                  </a:moveTo>
                  <a:lnTo>
                    <a:pt x="1983591" y="0"/>
                  </a:lnTo>
                  <a:lnTo>
                    <a:pt x="1983591" y="470157"/>
                  </a:lnTo>
                  <a:lnTo>
                    <a:pt x="0" y="470157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8C3A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438751" y="3779242"/>
            <a:ext cx="1983739" cy="470534"/>
          </a:xfrm>
          <a:prstGeom prst="rect">
            <a:avLst/>
          </a:prstGeom>
          <a:solidFill>
            <a:srgbClr val="C0504D"/>
          </a:solidFill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3100"/>
              </a:lnSpc>
            </a:pPr>
            <a:r>
              <a:rPr sz="2800" spc="-105" dirty="0">
                <a:solidFill>
                  <a:srgbClr val="FFFFFF"/>
                </a:solidFill>
                <a:latin typeface="Arial"/>
                <a:cs typeface="Arial"/>
              </a:rPr>
              <a:t>Visualización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512641" y="3948031"/>
            <a:ext cx="2684633" cy="913472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6169050" y="346598"/>
            <a:ext cx="2791460" cy="2940050"/>
            <a:chOff x="6169050" y="346598"/>
            <a:chExt cx="2791460" cy="2940050"/>
          </a:xfrm>
        </p:grpSpPr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71588" y="357261"/>
              <a:ext cx="2786353" cy="2929361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222388" y="385060"/>
              <a:ext cx="2684780" cy="2828290"/>
            </a:xfrm>
            <a:custGeom>
              <a:avLst/>
              <a:gdLst/>
              <a:ahLst/>
              <a:cxnLst/>
              <a:rect l="l" t="t" r="r" b="b"/>
              <a:pathLst>
                <a:path w="2684779" h="2828290">
                  <a:moveTo>
                    <a:pt x="2684753" y="0"/>
                  </a:moveTo>
                  <a:lnTo>
                    <a:pt x="0" y="0"/>
                  </a:lnTo>
                  <a:lnTo>
                    <a:pt x="0" y="2827761"/>
                  </a:lnTo>
                  <a:lnTo>
                    <a:pt x="2684753" y="2827761"/>
                  </a:lnTo>
                  <a:lnTo>
                    <a:pt x="26847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222388" y="385061"/>
              <a:ext cx="2684780" cy="2828290"/>
            </a:xfrm>
            <a:custGeom>
              <a:avLst/>
              <a:gdLst/>
              <a:ahLst/>
              <a:cxnLst/>
              <a:rect l="l" t="t" r="r" b="b"/>
              <a:pathLst>
                <a:path w="2684779" h="2828290">
                  <a:moveTo>
                    <a:pt x="0" y="0"/>
                  </a:moveTo>
                  <a:lnTo>
                    <a:pt x="2684753" y="0"/>
                  </a:lnTo>
                  <a:lnTo>
                    <a:pt x="2684753" y="2827761"/>
                  </a:lnTo>
                  <a:lnTo>
                    <a:pt x="0" y="282776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882663" y="881010"/>
              <a:ext cx="1472073" cy="147207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169050" y="346598"/>
              <a:ext cx="2791426" cy="574673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6221119" y="374398"/>
            <a:ext cx="2687320" cy="473075"/>
          </a:xfrm>
          <a:prstGeom prst="rect">
            <a:avLst/>
          </a:prstGeom>
          <a:solidFill>
            <a:srgbClr val="C0504D"/>
          </a:solidFill>
          <a:ln w="27936">
            <a:solidFill>
              <a:srgbClr val="8C3A3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7150">
              <a:lnSpc>
                <a:spcPts val="3100"/>
              </a:lnSpc>
            </a:pPr>
            <a:r>
              <a:rPr sz="2800" spc="-55" dirty="0">
                <a:solidFill>
                  <a:srgbClr val="FFFFFF"/>
                </a:solidFill>
                <a:latin typeface="Arial"/>
                <a:cs typeface="Arial"/>
              </a:rPr>
              <a:t>Almacenamiento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30" name="object 3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558845" y="2309798"/>
            <a:ext cx="2119663" cy="7502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15002" y="1885632"/>
            <a:ext cx="4676473" cy="573405"/>
          </a:xfrm>
          <a:custGeom>
            <a:avLst/>
            <a:gdLst/>
            <a:ahLst/>
            <a:cxnLst/>
            <a:rect l="l" t="t" r="r" b="b"/>
            <a:pathLst>
              <a:path w="3914775" h="573405">
                <a:moveTo>
                  <a:pt x="3914648" y="0"/>
                </a:moveTo>
                <a:lnTo>
                  <a:pt x="3286226" y="0"/>
                </a:lnTo>
                <a:lnTo>
                  <a:pt x="0" y="0"/>
                </a:lnTo>
                <a:lnTo>
                  <a:pt x="0" y="572820"/>
                </a:lnTo>
                <a:lnTo>
                  <a:pt x="3286226" y="572820"/>
                </a:lnTo>
                <a:lnTo>
                  <a:pt x="3914648" y="572820"/>
                </a:lnTo>
                <a:lnTo>
                  <a:pt x="3914648" y="0"/>
                </a:lnTo>
                <a:close/>
              </a:path>
            </a:pathLst>
          </a:custGeom>
          <a:solidFill>
            <a:srgbClr val="E3E5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313643" y="1068890"/>
            <a:ext cx="4676473" cy="769057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98450" marR="5080" indent="-285750">
              <a:lnSpc>
                <a:spcPct val="76400"/>
              </a:lnSpc>
              <a:spcBef>
                <a:spcPts val="890"/>
              </a:spcBef>
              <a:buFont typeface="Lucida Grande"/>
              <a:buChar char="▪"/>
              <a:tabLst>
                <a:tab pos="298450" algn="l"/>
              </a:tabLst>
            </a:pPr>
            <a:r>
              <a:rPr sz="2800" spc="-145" dirty="0">
                <a:latin typeface="Arial"/>
                <a:cs typeface="Arial"/>
              </a:rPr>
              <a:t>Contenidos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teóricos </a:t>
            </a:r>
            <a:r>
              <a:rPr sz="2800" spc="-140" dirty="0">
                <a:latin typeface="Arial"/>
                <a:cs typeface="Arial"/>
              </a:rPr>
              <a:t>y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prácticos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22097" y="1258721"/>
            <a:ext cx="2670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0" dirty="0">
                <a:latin typeface="Helvetica Neue"/>
                <a:cs typeface="Helvetica Neue"/>
              </a:rPr>
              <a:t>8</a:t>
            </a:r>
            <a:endParaRPr sz="2800">
              <a:latin typeface="Helvetica Neue"/>
              <a:cs typeface="Helvetica Neu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62379" y="1937844"/>
            <a:ext cx="362587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85115">
              <a:lnSpc>
                <a:spcPct val="100000"/>
              </a:lnSpc>
              <a:spcBef>
                <a:spcPts val="100"/>
              </a:spcBef>
              <a:buFont typeface="Lucida Grande"/>
              <a:buChar char="▪"/>
              <a:tabLst>
                <a:tab pos="285115" algn="l"/>
              </a:tabLst>
            </a:pPr>
            <a:r>
              <a:rPr sz="2800" spc="-65" dirty="0">
                <a:latin typeface="Arial"/>
                <a:cs typeface="Arial"/>
              </a:rPr>
              <a:t>Material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70" dirty="0">
                <a:latin typeface="Arial"/>
                <a:cs typeface="Arial"/>
              </a:rPr>
              <a:t>escrito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99987" y="1937844"/>
            <a:ext cx="48774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800" b="1" spc="-25" dirty="0">
                <a:latin typeface="Helvetica Neue"/>
                <a:cs typeface="Helvetica Neue"/>
              </a:rPr>
              <a:t>15</a:t>
            </a:r>
            <a:endParaRPr sz="2800">
              <a:latin typeface="Helvetica Neue"/>
              <a:cs typeface="Helvetica Neue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13643" y="3150920"/>
            <a:ext cx="4684817" cy="573405"/>
          </a:xfrm>
          <a:custGeom>
            <a:avLst/>
            <a:gdLst/>
            <a:ahLst/>
            <a:cxnLst/>
            <a:rect l="l" t="t" r="r" b="b"/>
            <a:pathLst>
              <a:path w="3921759" h="573404">
                <a:moveTo>
                  <a:pt x="3921175" y="0"/>
                </a:moveTo>
                <a:lnTo>
                  <a:pt x="3286226" y="0"/>
                </a:lnTo>
                <a:lnTo>
                  <a:pt x="0" y="0"/>
                </a:lnTo>
                <a:lnTo>
                  <a:pt x="0" y="572820"/>
                </a:lnTo>
                <a:lnTo>
                  <a:pt x="3286226" y="572820"/>
                </a:lnTo>
                <a:lnTo>
                  <a:pt x="3921175" y="572820"/>
                </a:lnTo>
                <a:lnTo>
                  <a:pt x="3921175" y="0"/>
                </a:lnTo>
                <a:close/>
              </a:path>
            </a:pathLst>
          </a:custGeom>
          <a:solidFill>
            <a:srgbClr val="E3E5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353102" y="2620315"/>
            <a:ext cx="1911551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Lucida Grande"/>
              <a:buChar char="▪"/>
              <a:tabLst>
                <a:tab pos="297815" algn="l"/>
              </a:tabLst>
            </a:pPr>
            <a:r>
              <a:rPr sz="2800" spc="-315" dirty="0">
                <a:latin typeface="Arial"/>
                <a:cs typeface="Arial"/>
              </a:rPr>
              <a:t>H5P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25360" y="2630321"/>
            <a:ext cx="2670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0" dirty="0">
                <a:latin typeface="Helvetica Neue"/>
                <a:cs typeface="Helvetica Neue"/>
              </a:rPr>
              <a:t>4</a:t>
            </a:r>
            <a:endParaRPr sz="2800">
              <a:latin typeface="Helvetica Neue"/>
              <a:cs typeface="Helvetica Neu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70330" y="3233713"/>
            <a:ext cx="33528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85115">
              <a:lnSpc>
                <a:spcPct val="100000"/>
              </a:lnSpc>
              <a:spcBef>
                <a:spcPts val="100"/>
              </a:spcBef>
              <a:buFont typeface="Lucida Grande"/>
              <a:buChar char="▪"/>
              <a:tabLst>
                <a:tab pos="285115" algn="l"/>
              </a:tabLst>
            </a:pPr>
            <a:r>
              <a:rPr sz="2800" spc="-125" dirty="0">
                <a:latin typeface="Arial"/>
                <a:cs typeface="Arial"/>
              </a:rPr>
              <a:t>Tutoría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40531" y="3203141"/>
            <a:ext cx="25183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800" b="1" spc="-50" dirty="0">
                <a:latin typeface="Helvetica Neue"/>
                <a:cs typeface="Helvetica Neue"/>
              </a:rPr>
              <a:t>1</a:t>
            </a:r>
            <a:endParaRPr sz="2800">
              <a:latin typeface="Helvetica Neue"/>
              <a:cs typeface="Helvetica Neue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140612" y="1143064"/>
            <a:ext cx="740410" cy="561975"/>
            <a:chOff x="8140612" y="1143064"/>
            <a:chExt cx="740410" cy="56197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89051" y="1191502"/>
              <a:ext cx="643294" cy="46460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153312" y="1155764"/>
              <a:ext cx="715010" cy="536575"/>
            </a:xfrm>
            <a:custGeom>
              <a:avLst/>
              <a:gdLst/>
              <a:ahLst/>
              <a:cxnLst/>
              <a:rect l="l" t="t" r="r" b="b"/>
              <a:pathLst>
                <a:path w="715009" h="536575">
                  <a:moveTo>
                    <a:pt x="0" y="0"/>
                  </a:moveTo>
                  <a:lnTo>
                    <a:pt x="714771" y="0"/>
                  </a:lnTo>
                  <a:lnTo>
                    <a:pt x="714771" y="536078"/>
                  </a:lnTo>
                  <a:lnTo>
                    <a:pt x="0" y="536078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8242495" y="1914405"/>
            <a:ext cx="536575" cy="574040"/>
            <a:chOff x="8242495" y="1914405"/>
            <a:chExt cx="536575" cy="574040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42495" y="1914405"/>
              <a:ext cx="536405" cy="57404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292989" y="1942204"/>
              <a:ext cx="436880" cy="472440"/>
            </a:xfrm>
            <a:custGeom>
              <a:avLst/>
              <a:gdLst/>
              <a:ahLst/>
              <a:cxnLst/>
              <a:rect l="l" t="t" r="r" b="b"/>
              <a:pathLst>
                <a:path w="436879" h="472439">
                  <a:moveTo>
                    <a:pt x="236932" y="0"/>
                  </a:moveTo>
                  <a:lnTo>
                    <a:pt x="1925" y="0"/>
                  </a:lnTo>
                  <a:lnTo>
                    <a:pt x="0" y="1878"/>
                  </a:lnTo>
                  <a:lnTo>
                    <a:pt x="305" y="1878"/>
                  </a:lnTo>
                  <a:lnTo>
                    <a:pt x="305" y="470861"/>
                  </a:lnTo>
                  <a:lnTo>
                    <a:pt x="1925" y="472441"/>
                  </a:lnTo>
                  <a:lnTo>
                    <a:pt x="363506" y="472441"/>
                  </a:lnTo>
                  <a:lnTo>
                    <a:pt x="365128" y="470861"/>
                  </a:lnTo>
                  <a:lnTo>
                    <a:pt x="365128" y="375704"/>
                  </a:lnTo>
                  <a:lnTo>
                    <a:pt x="166567" y="375704"/>
                  </a:lnTo>
                  <a:lnTo>
                    <a:pt x="163398" y="372521"/>
                  </a:lnTo>
                  <a:lnTo>
                    <a:pt x="164834" y="369477"/>
                  </a:lnTo>
                  <a:lnTo>
                    <a:pt x="201456" y="286640"/>
                  </a:lnTo>
                  <a:lnTo>
                    <a:pt x="203768" y="281767"/>
                  </a:lnTo>
                  <a:lnTo>
                    <a:pt x="206867" y="277309"/>
                  </a:lnTo>
                  <a:lnTo>
                    <a:pt x="356554" y="127664"/>
                  </a:lnTo>
                  <a:lnTo>
                    <a:pt x="239125" y="127664"/>
                  </a:lnTo>
                  <a:lnTo>
                    <a:pt x="237505" y="126084"/>
                  </a:lnTo>
                  <a:lnTo>
                    <a:pt x="237505" y="560"/>
                  </a:lnTo>
                  <a:lnTo>
                    <a:pt x="236932" y="0"/>
                  </a:lnTo>
                  <a:close/>
                </a:path>
                <a:path w="436879" h="472439">
                  <a:moveTo>
                    <a:pt x="365128" y="227769"/>
                  </a:moveTo>
                  <a:lnTo>
                    <a:pt x="260090" y="332807"/>
                  </a:lnTo>
                  <a:lnTo>
                    <a:pt x="255660" y="335904"/>
                  </a:lnTo>
                  <a:lnTo>
                    <a:pt x="250814" y="338203"/>
                  </a:lnTo>
                  <a:lnTo>
                    <a:pt x="169612" y="374253"/>
                  </a:lnTo>
                  <a:lnTo>
                    <a:pt x="166567" y="375704"/>
                  </a:lnTo>
                  <a:lnTo>
                    <a:pt x="365128" y="375704"/>
                  </a:lnTo>
                  <a:lnTo>
                    <a:pt x="365128" y="227769"/>
                  </a:lnTo>
                  <a:close/>
                </a:path>
                <a:path w="436879" h="472439">
                  <a:moveTo>
                    <a:pt x="216989" y="293566"/>
                  </a:moveTo>
                  <a:lnTo>
                    <a:pt x="215766" y="293566"/>
                  </a:lnTo>
                  <a:lnTo>
                    <a:pt x="215396" y="293795"/>
                  </a:lnTo>
                  <a:lnTo>
                    <a:pt x="189596" y="348392"/>
                  </a:lnTo>
                  <a:lnTo>
                    <a:pt x="190709" y="349491"/>
                  </a:lnTo>
                  <a:lnTo>
                    <a:pt x="245691" y="323495"/>
                  </a:lnTo>
                  <a:lnTo>
                    <a:pt x="245848" y="322418"/>
                  </a:lnTo>
                  <a:lnTo>
                    <a:pt x="216989" y="293566"/>
                  </a:lnTo>
                  <a:close/>
                </a:path>
                <a:path w="436879" h="472439">
                  <a:moveTo>
                    <a:pt x="370881" y="136805"/>
                  </a:moveTo>
                  <a:lnTo>
                    <a:pt x="369581" y="136805"/>
                  </a:lnTo>
                  <a:lnTo>
                    <a:pt x="226393" y="279993"/>
                  </a:lnTo>
                  <a:lnTo>
                    <a:pt x="226393" y="280795"/>
                  </a:lnTo>
                  <a:lnTo>
                    <a:pt x="257761" y="312163"/>
                  </a:lnTo>
                  <a:lnTo>
                    <a:pt x="258524" y="312163"/>
                  </a:lnTo>
                  <a:lnTo>
                    <a:pt x="401959" y="168728"/>
                  </a:lnTo>
                  <a:lnTo>
                    <a:pt x="401959" y="167911"/>
                  </a:lnTo>
                  <a:lnTo>
                    <a:pt x="370881" y="136805"/>
                  </a:lnTo>
                  <a:close/>
                </a:path>
                <a:path w="436879" h="472439">
                  <a:moveTo>
                    <a:pt x="410594" y="103276"/>
                  </a:moveTo>
                  <a:lnTo>
                    <a:pt x="404578" y="103550"/>
                  </a:lnTo>
                  <a:lnTo>
                    <a:pt x="401533" y="104853"/>
                  </a:lnTo>
                  <a:lnTo>
                    <a:pt x="381737" y="124649"/>
                  </a:lnTo>
                  <a:lnTo>
                    <a:pt x="381737" y="125453"/>
                  </a:lnTo>
                  <a:lnTo>
                    <a:pt x="413064" y="156819"/>
                  </a:lnTo>
                  <a:lnTo>
                    <a:pt x="413867" y="156819"/>
                  </a:lnTo>
                  <a:lnTo>
                    <a:pt x="436074" y="134599"/>
                  </a:lnTo>
                  <a:lnTo>
                    <a:pt x="436396" y="127664"/>
                  </a:lnTo>
                  <a:lnTo>
                    <a:pt x="436418" y="127181"/>
                  </a:lnTo>
                  <a:lnTo>
                    <a:pt x="413563" y="104287"/>
                  </a:lnTo>
                  <a:lnTo>
                    <a:pt x="410594" y="103276"/>
                  </a:lnTo>
                  <a:close/>
                </a:path>
                <a:path w="436879" h="472439">
                  <a:moveTo>
                    <a:pt x="255061" y="1878"/>
                  </a:moveTo>
                  <a:lnTo>
                    <a:pt x="253957" y="1878"/>
                  </a:lnTo>
                  <a:lnTo>
                    <a:pt x="253515" y="2061"/>
                  </a:lnTo>
                  <a:lnTo>
                    <a:pt x="253183" y="2494"/>
                  </a:lnTo>
                  <a:lnTo>
                    <a:pt x="253183" y="110407"/>
                  </a:lnTo>
                  <a:lnTo>
                    <a:pt x="254802" y="111986"/>
                  </a:lnTo>
                  <a:lnTo>
                    <a:pt x="363202" y="111986"/>
                  </a:lnTo>
                  <a:lnTo>
                    <a:pt x="363760" y="110619"/>
                  </a:lnTo>
                  <a:lnTo>
                    <a:pt x="255061" y="18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293295" y="1942204"/>
              <a:ext cx="365125" cy="472440"/>
            </a:xfrm>
            <a:custGeom>
              <a:avLst/>
              <a:gdLst/>
              <a:ahLst/>
              <a:cxnLst/>
              <a:rect l="l" t="t" r="r" b="b"/>
              <a:pathLst>
                <a:path w="365125" h="472439">
                  <a:moveTo>
                    <a:pt x="3592" y="0"/>
                  </a:moveTo>
                  <a:lnTo>
                    <a:pt x="1619" y="0"/>
                  </a:lnTo>
                  <a:lnTo>
                    <a:pt x="0" y="1579"/>
                  </a:lnTo>
                  <a:lnTo>
                    <a:pt x="0" y="3551"/>
                  </a:lnTo>
                  <a:lnTo>
                    <a:pt x="0" y="468888"/>
                  </a:lnTo>
                  <a:lnTo>
                    <a:pt x="0" y="470860"/>
                  </a:lnTo>
                  <a:lnTo>
                    <a:pt x="1619" y="472440"/>
                  </a:lnTo>
                  <a:lnTo>
                    <a:pt x="3592" y="472440"/>
                  </a:lnTo>
                  <a:lnTo>
                    <a:pt x="361229" y="472440"/>
                  </a:lnTo>
                  <a:lnTo>
                    <a:pt x="363202" y="472440"/>
                  </a:lnTo>
                  <a:lnTo>
                    <a:pt x="364822" y="470860"/>
                  </a:lnTo>
                  <a:lnTo>
                    <a:pt x="364822" y="468888"/>
                  </a:lnTo>
                  <a:lnTo>
                    <a:pt x="364822" y="227769"/>
                  </a:lnTo>
                  <a:lnTo>
                    <a:pt x="263573" y="329017"/>
                  </a:lnTo>
                  <a:lnTo>
                    <a:pt x="259784" y="332806"/>
                  </a:lnTo>
                  <a:lnTo>
                    <a:pt x="255355" y="335904"/>
                  </a:lnTo>
                  <a:lnTo>
                    <a:pt x="250509" y="338203"/>
                  </a:lnTo>
                  <a:lnTo>
                    <a:pt x="169305" y="374253"/>
                  </a:lnTo>
                  <a:lnTo>
                    <a:pt x="166262" y="375703"/>
                  </a:lnTo>
                  <a:lnTo>
                    <a:pt x="163092" y="372520"/>
                  </a:lnTo>
                  <a:lnTo>
                    <a:pt x="164529" y="369476"/>
                  </a:lnTo>
                  <a:lnTo>
                    <a:pt x="201150" y="286640"/>
                  </a:lnTo>
                  <a:lnTo>
                    <a:pt x="203462" y="281767"/>
                  </a:lnTo>
                  <a:lnTo>
                    <a:pt x="206562" y="277309"/>
                  </a:lnTo>
                  <a:lnTo>
                    <a:pt x="210377" y="273494"/>
                  </a:lnTo>
                  <a:lnTo>
                    <a:pt x="356248" y="127663"/>
                  </a:lnTo>
                  <a:lnTo>
                    <a:pt x="240792" y="127663"/>
                  </a:lnTo>
                  <a:lnTo>
                    <a:pt x="238819" y="127663"/>
                  </a:lnTo>
                  <a:lnTo>
                    <a:pt x="237199" y="126084"/>
                  </a:lnTo>
                  <a:lnTo>
                    <a:pt x="237199" y="124111"/>
                  </a:lnTo>
                  <a:lnTo>
                    <a:pt x="237199" y="1265"/>
                  </a:lnTo>
                  <a:lnTo>
                    <a:pt x="237199" y="560"/>
                  </a:lnTo>
                  <a:lnTo>
                    <a:pt x="236626" y="0"/>
                  </a:lnTo>
                  <a:lnTo>
                    <a:pt x="235934" y="0"/>
                  </a:lnTo>
                  <a:lnTo>
                    <a:pt x="3592" y="0"/>
                  </a:lnTo>
                  <a:close/>
                </a:path>
              </a:pathLst>
            </a:custGeom>
            <a:ln w="25400">
              <a:solidFill>
                <a:srgbClr val="9A40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69886" y="1931199"/>
              <a:ext cx="272221" cy="373196"/>
            </a:xfrm>
            <a:prstGeom prst="rect">
              <a:avLst/>
            </a:prstGeom>
          </p:spPr>
        </p:pic>
      </p:grpSp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21376" y="3179929"/>
            <a:ext cx="578631" cy="578631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140445" y="2653209"/>
            <a:ext cx="740335" cy="341746"/>
          </a:xfrm>
          <a:prstGeom prst="rect">
            <a:avLst/>
          </a:prstGeom>
        </p:spPr>
      </p:pic>
      <p:sp>
        <p:nvSpPr>
          <p:cNvPr id="22" name="object 2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Sistemas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46283" y="736375"/>
            <a:ext cx="1805305" cy="117094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74930">
              <a:lnSpc>
                <a:spcPct val="100000"/>
              </a:lnSpc>
              <a:spcBef>
                <a:spcPts val="35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Metodología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408516" y="2998500"/>
            <a:ext cx="3394075" cy="1228090"/>
            <a:chOff x="4408516" y="2998500"/>
            <a:chExt cx="3394075" cy="1228090"/>
          </a:xfrm>
        </p:grpSpPr>
        <p:sp>
          <p:nvSpPr>
            <p:cNvPr id="3" name="object 3"/>
            <p:cNvSpPr/>
            <p:nvPr/>
          </p:nvSpPr>
          <p:spPr>
            <a:xfrm>
              <a:off x="4414367" y="2998508"/>
              <a:ext cx="3388360" cy="573405"/>
            </a:xfrm>
            <a:custGeom>
              <a:avLst/>
              <a:gdLst/>
              <a:ahLst/>
              <a:cxnLst/>
              <a:rect l="l" t="t" r="r" b="b"/>
              <a:pathLst>
                <a:path w="3388359" h="573404">
                  <a:moveTo>
                    <a:pt x="3387826" y="0"/>
                  </a:moveTo>
                  <a:lnTo>
                    <a:pt x="3286226" y="0"/>
                  </a:lnTo>
                  <a:lnTo>
                    <a:pt x="0" y="0"/>
                  </a:lnTo>
                  <a:lnTo>
                    <a:pt x="0" y="446849"/>
                  </a:lnTo>
                  <a:lnTo>
                    <a:pt x="3286226" y="446849"/>
                  </a:lnTo>
                  <a:lnTo>
                    <a:pt x="3286226" y="572820"/>
                  </a:lnTo>
                  <a:lnTo>
                    <a:pt x="3387826" y="572820"/>
                  </a:lnTo>
                  <a:lnTo>
                    <a:pt x="3387826" y="0"/>
                  </a:lnTo>
                  <a:close/>
                </a:path>
              </a:pathLst>
            </a:custGeom>
            <a:solidFill>
              <a:srgbClr val="E3E5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408516" y="3445351"/>
              <a:ext cx="3286760" cy="781050"/>
            </a:xfrm>
            <a:custGeom>
              <a:avLst/>
              <a:gdLst/>
              <a:ahLst/>
              <a:cxnLst/>
              <a:rect l="l" t="t" r="r" b="b"/>
              <a:pathLst>
                <a:path w="3286759" h="781050">
                  <a:moveTo>
                    <a:pt x="3286227" y="0"/>
                  </a:moveTo>
                  <a:lnTo>
                    <a:pt x="0" y="0"/>
                  </a:lnTo>
                  <a:lnTo>
                    <a:pt x="0" y="780722"/>
                  </a:lnTo>
                  <a:lnTo>
                    <a:pt x="3286227" y="780722"/>
                  </a:lnTo>
                  <a:lnTo>
                    <a:pt x="32862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414372" y="2164695"/>
            <a:ext cx="3280903" cy="2005964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36550" marR="226060" indent="-285750">
              <a:lnSpc>
                <a:spcPct val="76400"/>
              </a:lnSpc>
              <a:spcBef>
                <a:spcPts val="890"/>
              </a:spcBef>
              <a:buFont typeface="Lucida Grande"/>
              <a:buChar char="▪"/>
              <a:tabLst>
                <a:tab pos="336550" algn="l"/>
              </a:tabLst>
            </a:pPr>
            <a:r>
              <a:rPr sz="2800" spc="-190" dirty="0">
                <a:latin typeface="Arial"/>
                <a:cs typeface="Arial"/>
              </a:rPr>
              <a:t>Cuadro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mando/ </a:t>
            </a:r>
            <a:r>
              <a:rPr sz="2800" spc="-25" dirty="0">
                <a:latin typeface="Arial"/>
                <a:cs typeface="Arial"/>
              </a:rPr>
              <a:t>análisis</a:t>
            </a:r>
            <a:endParaRPr sz="2800" dirty="0">
              <a:latin typeface="Arial"/>
              <a:cs typeface="Arial"/>
            </a:endParaRPr>
          </a:p>
          <a:p>
            <a:pPr marL="335915" indent="-285115">
              <a:lnSpc>
                <a:spcPts val="3190"/>
              </a:lnSpc>
              <a:spcBef>
                <a:spcPts val="725"/>
              </a:spcBef>
              <a:buFont typeface="Lucida Grande"/>
              <a:buChar char="▪"/>
              <a:tabLst>
                <a:tab pos="335915" algn="l"/>
              </a:tabLst>
            </a:pPr>
            <a:r>
              <a:rPr sz="2800" spc="-95" dirty="0">
                <a:latin typeface="Arial"/>
                <a:cs typeface="Arial"/>
              </a:rPr>
              <a:t>Almacenamiento</a:t>
            </a:r>
            <a:endParaRPr sz="2800" dirty="0">
              <a:latin typeface="Arial"/>
              <a:cs typeface="Arial"/>
            </a:endParaRPr>
          </a:p>
          <a:p>
            <a:pPr marL="330200" marR="691515" indent="-285750">
              <a:lnSpc>
                <a:spcPct val="76400"/>
              </a:lnSpc>
              <a:spcBef>
                <a:spcPts val="620"/>
              </a:spcBef>
              <a:buFont typeface="Lucida Grande"/>
              <a:buChar char="▪"/>
              <a:tabLst>
                <a:tab pos="330200" algn="l"/>
              </a:tabLst>
            </a:pPr>
            <a:r>
              <a:rPr sz="2800" spc="-10" dirty="0">
                <a:latin typeface="Arial"/>
                <a:cs typeface="Arial"/>
              </a:rPr>
              <a:t>Analisis/ </a:t>
            </a:r>
            <a:r>
              <a:rPr sz="2800" spc="-135" dirty="0">
                <a:latin typeface="Arial"/>
                <a:cs typeface="Arial"/>
              </a:rPr>
              <a:t>visualización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462574" y="2248755"/>
            <a:ext cx="427355" cy="427355"/>
            <a:chOff x="7462574" y="2248755"/>
            <a:chExt cx="427355" cy="42735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62574" y="2248755"/>
              <a:ext cx="427274" cy="42727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505437" y="2271618"/>
              <a:ext cx="341630" cy="341630"/>
            </a:xfrm>
            <a:custGeom>
              <a:avLst/>
              <a:gdLst/>
              <a:ahLst/>
              <a:cxnLst/>
              <a:rect l="l" t="t" r="r" b="b"/>
              <a:pathLst>
                <a:path w="341629" h="341630">
                  <a:moveTo>
                    <a:pt x="170761" y="0"/>
                  </a:moveTo>
                  <a:lnTo>
                    <a:pt x="125361" y="6101"/>
                  </a:lnTo>
                  <a:lnTo>
                    <a:pt x="84568" y="23319"/>
                  </a:lnTo>
                  <a:lnTo>
                    <a:pt x="50009" y="50026"/>
                  </a:lnTo>
                  <a:lnTo>
                    <a:pt x="23310" y="84592"/>
                  </a:lnTo>
                  <a:lnTo>
                    <a:pt x="6098" y="125389"/>
                  </a:lnTo>
                  <a:lnTo>
                    <a:pt x="0" y="170788"/>
                  </a:lnTo>
                  <a:lnTo>
                    <a:pt x="6007" y="215503"/>
                  </a:lnTo>
                  <a:lnTo>
                    <a:pt x="23312" y="256976"/>
                  </a:lnTo>
                  <a:lnTo>
                    <a:pt x="50013" y="291535"/>
                  </a:lnTo>
                  <a:lnTo>
                    <a:pt x="84572" y="318235"/>
                  </a:lnTo>
                  <a:lnTo>
                    <a:pt x="125364" y="335449"/>
                  </a:lnTo>
                  <a:lnTo>
                    <a:pt x="170761" y="341548"/>
                  </a:lnTo>
                  <a:lnTo>
                    <a:pt x="216163" y="335449"/>
                  </a:lnTo>
                  <a:lnTo>
                    <a:pt x="256960" y="318235"/>
                  </a:lnTo>
                  <a:lnTo>
                    <a:pt x="291526" y="291535"/>
                  </a:lnTo>
                  <a:lnTo>
                    <a:pt x="307347" y="271061"/>
                  </a:lnTo>
                  <a:lnTo>
                    <a:pt x="130096" y="271061"/>
                  </a:lnTo>
                  <a:lnTo>
                    <a:pt x="47746" y="188711"/>
                  </a:lnTo>
                  <a:lnTo>
                    <a:pt x="47746" y="187631"/>
                  </a:lnTo>
                  <a:lnTo>
                    <a:pt x="74432" y="160945"/>
                  </a:lnTo>
                  <a:lnTo>
                    <a:pt x="185761" y="160945"/>
                  </a:lnTo>
                  <a:lnTo>
                    <a:pt x="259232" y="87475"/>
                  </a:lnTo>
                  <a:lnTo>
                    <a:pt x="259652" y="87304"/>
                  </a:lnTo>
                  <a:lnTo>
                    <a:pt x="319374" y="87304"/>
                  </a:lnTo>
                  <a:lnTo>
                    <a:pt x="318230" y="84592"/>
                  </a:lnTo>
                  <a:lnTo>
                    <a:pt x="291523" y="50026"/>
                  </a:lnTo>
                  <a:lnTo>
                    <a:pt x="256957" y="23319"/>
                  </a:lnTo>
                  <a:lnTo>
                    <a:pt x="216160" y="6101"/>
                  </a:lnTo>
                  <a:lnTo>
                    <a:pt x="170761" y="0"/>
                  </a:lnTo>
                  <a:close/>
                </a:path>
                <a:path w="341629" h="341630">
                  <a:moveTo>
                    <a:pt x="319374" y="87304"/>
                  </a:moveTo>
                  <a:lnTo>
                    <a:pt x="260541" y="87304"/>
                  </a:lnTo>
                  <a:lnTo>
                    <a:pt x="260988" y="87475"/>
                  </a:lnTo>
                  <a:lnTo>
                    <a:pt x="287334" y="113821"/>
                  </a:lnTo>
                  <a:lnTo>
                    <a:pt x="287334" y="114928"/>
                  </a:lnTo>
                  <a:lnTo>
                    <a:pt x="131203" y="271061"/>
                  </a:lnTo>
                  <a:lnTo>
                    <a:pt x="307347" y="271061"/>
                  </a:lnTo>
                  <a:lnTo>
                    <a:pt x="318231" y="256976"/>
                  </a:lnTo>
                  <a:lnTo>
                    <a:pt x="335449" y="216184"/>
                  </a:lnTo>
                  <a:lnTo>
                    <a:pt x="341549" y="170788"/>
                  </a:lnTo>
                  <a:lnTo>
                    <a:pt x="335448" y="125389"/>
                  </a:lnTo>
                  <a:lnTo>
                    <a:pt x="319446" y="87475"/>
                  </a:lnTo>
                  <a:lnTo>
                    <a:pt x="319374" y="87304"/>
                  </a:lnTo>
                  <a:close/>
                </a:path>
                <a:path w="341629" h="341630">
                  <a:moveTo>
                    <a:pt x="185761" y="160945"/>
                  </a:moveTo>
                  <a:lnTo>
                    <a:pt x="75539" y="160945"/>
                  </a:lnTo>
                  <a:lnTo>
                    <a:pt x="130096" y="215503"/>
                  </a:lnTo>
                  <a:lnTo>
                    <a:pt x="131203" y="215503"/>
                  </a:lnTo>
                  <a:lnTo>
                    <a:pt x="185761" y="160945"/>
                  </a:lnTo>
                  <a:close/>
                </a:path>
              </a:pathLst>
            </a:custGeom>
            <a:solidFill>
              <a:srgbClr val="3C8A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505437" y="2271618"/>
              <a:ext cx="341630" cy="341630"/>
            </a:xfrm>
            <a:custGeom>
              <a:avLst/>
              <a:gdLst/>
              <a:ahLst/>
              <a:cxnLst/>
              <a:rect l="l" t="t" r="r" b="b"/>
              <a:pathLst>
                <a:path w="341629" h="341630">
                  <a:moveTo>
                    <a:pt x="170761" y="0"/>
                  </a:moveTo>
                  <a:lnTo>
                    <a:pt x="125361" y="6101"/>
                  </a:lnTo>
                  <a:lnTo>
                    <a:pt x="84568" y="23319"/>
                  </a:lnTo>
                  <a:lnTo>
                    <a:pt x="50009" y="50026"/>
                  </a:lnTo>
                  <a:lnTo>
                    <a:pt x="23310" y="84592"/>
                  </a:lnTo>
                  <a:lnTo>
                    <a:pt x="6098" y="125389"/>
                  </a:lnTo>
                  <a:lnTo>
                    <a:pt x="0" y="170788"/>
                  </a:lnTo>
                  <a:lnTo>
                    <a:pt x="6099" y="216184"/>
                  </a:lnTo>
                  <a:lnTo>
                    <a:pt x="23312" y="256976"/>
                  </a:lnTo>
                  <a:lnTo>
                    <a:pt x="50013" y="291536"/>
                  </a:lnTo>
                  <a:lnTo>
                    <a:pt x="84572" y="318236"/>
                  </a:lnTo>
                  <a:lnTo>
                    <a:pt x="125364" y="335449"/>
                  </a:lnTo>
                  <a:lnTo>
                    <a:pt x="170761" y="341549"/>
                  </a:lnTo>
                  <a:lnTo>
                    <a:pt x="216163" y="335449"/>
                  </a:lnTo>
                  <a:lnTo>
                    <a:pt x="256960" y="318236"/>
                  </a:lnTo>
                  <a:lnTo>
                    <a:pt x="291526" y="291536"/>
                  </a:lnTo>
                  <a:lnTo>
                    <a:pt x="318231" y="256976"/>
                  </a:lnTo>
                  <a:lnTo>
                    <a:pt x="335448" y="216184"/>
                  </a:lnTo>
                  <a:lnTo>
                    <a:pt x="341549" y="170788"/>
                  </a:lnTo>
                  <a:lnTo>
                    <a:pt x="335447" y="125389"/>
                  </a:lnTo>
                  <a:lnTo>
                    <a:pt x="318229" y="84592"/>
                  </a:lnTo>
                  <a:lnTo>
                    <a:pt x="291522" y="50026"/>
                  </a:lnTo>
                  <a:lnTo>
                    <a:pt x="256956" y="23319"/>
                  </a:lnTo>
                  <a:lnTo>
                    <a:pt x="216160" y="6101"/>
                  </a:lnTo>
                  <a:lnTo>
                    <a:pt x="170761" y="0"/>
                  </a:lnTo>
                  <a:close/>
                </a:path>
              </a:pathLst>
            </a:custGeom>
            <a:ln w="9525">
              <a:solidFill>
                <a:srgbClr val="7D6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48421" y="2354160"/>
              <a:ext cx="249113" cy="193281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7434078" y="2838003"/>
            <a:ext cx="1710055" cy="2305685"/>
            <a:chOff x="7434078" y="2838003"/>
            <a:chExt cx="1710055" cy="230568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62574" y="2838003"/>
              <a:ext cx="427274" cy="42727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505436" y="2860865"/>
              <a:ext cx="341630" cy="341630"/>
            </a:xfrm>
            <a:custGeom>
              <a:avLst/>
              <a:gdLst/>
              <a:ahLst/>
              <a:cxnLst/>
              <a:rect l="l" t="t" r="r" b="b"/>
              <a:pathLst>
                <a:path w="341629" h="341630">
                  <a:moveTo>
                    <a:pt x="170761" y="0"/>
                  </a:moveTo>
                  <a:lnTo>
                    <a:pt x="125361" y="6101"/>
                  </a:lnTo>
                  <a:lnTo>
                    <a:pt x="84568" y="23319"/>
                  </a:lnTo>
                  <a:lnTo>
                    <a:pt x="50009" y="50026"/>
                  </a:lnTo>
                  <a:lnTo>
                    <a:pt x="23310" y="84592"/>
                  </a:lnTo>
                  <a:lnTo>
                    <a:pt x="6098" y="125389"/>
                  </a:lnTo>
                  <a:lnTo>
                    <a:pt x="0" y="170788"/>
                  </a:lnTo>
                  <a:lnTo>
                    <a:pt x="6007" y="215503"/>
                  </a:lnTo>
                  <a:lnTo>
                    <a:pt x="23312" y="256977"/>
                  </a:lnTo>
                  <a:lnTo>
                    <a:pt x="50013" y="291536"/>
                  </a:lnTo>
                  <a:lnTo>
                    <a:pt x="84572" y="318237"/>
                  </a:lnTo>
                  <a:lnTo>
                    <a:pt x="125364" y="335450"/>
                  </a:lnTo>
                  <a:lnTo>
                    <a:pt x="170761" y="341549"/>
                  </a:lnTo>
                  <a:lnTo>
                    <a:pt x="216163" y="335450"/>
                  </a:lnTo>
                  <a:lnTo>
                    <a:pt x="256960" y="318237"/>
                  </a:lnTo>
                  <a:lnTo>
                    <a:pt x="291526" y="291536"/>
                  </a:lnTo>
                  <a:lnTo>
                    <a:pt x="307348" y="271061"/>
                  </a:lnTo>
                  <a:lnTo>
                    <a:pt x="130096" y="271061"/>
                  </a:lnTo>
                  <a:lnTo>
                    <a:pt x="47746" y="188711"/>
                  </a:lnTo>
                  <a:lnTo>
                    <a:pt x="47746" y="187632"/>
                  </a:lnTo>
                  <a:lnTo>
                    <a:pt x="74432" y="160947"/>
                  </a:lnTo>
                  <a:lnTo>
                    <a:pt x="185760" y="160947"/>
                  </a:lnTo>
                  <a:lnTo>
                    <a:pt x="259232" y="87475"/>
                  </a:lnTo>
                  <a:lnTo>
                    <a:pt x="259652" y="87304"/>
                  </a:lnTo>
                  <a:lnTo>
                    <a:pt x="319374" y="87304"/>
                  </a:lnTo>
                  <a:lnTo>
                    <a:pt x="318230" y="84592"/>
                  </a:lnTo>
                  <a:lnTo>
                    <a:pt x="291523" y="50026"/>
                  </a:lnTo>
                  <a:lnTo>
                    <a:pt x="256957" y="23319"/>
                  </a:lnTo>
                  <a:lnTo>
                    <a:pt x="216160" y="6101"/>
                  </a:lnTo>
                  <a:lnTo>
                    <a:pt x="170761" y="0"/>
                  </a:lnTo>
                  <a:close/>
                </a:path>
                <a:path w="341629" h="341630">
                  <a:moveTo>
                    <a:pt x="319374" y="87304"/>
                  </a:moveTo>
                  <a:lnTo>
                    <a:pt x="260541" y="87304"/>
                  </a:lnTo>
                  <a:lnTo>
                    <a:pt x="260988" y="87475"/>
                  </a:lnTo>
                  <a:lnTo>
                    <a:pt x="287334" y="113822"/>
                  </a:lnTo>
                  <a:lnTo>
                    <a:pt x="287334" y="114929"/>
                  </a:lnTo>
                  <a:lnTo>
                    <a:pt x="131203" y="271061"/>
                  </a:lnTo>
                  <a:lnTo>
                    <a:pt x="307348" y="271061"/>
                  </a:lnTo>
                  <a:lnTo>
                    <a:pt x="318231" y="256977"/>
                  </a:lnTo>
                  <a:lnTo>
                    <a:pt x="335449" y="216185"/>
                  </a:lnTo>
                  <a:lnTo>
                    <a:pt x="341549" y="170788"/>
                  </a:lnTo>
                  <a:lnTo>
                    <a:pt x="335448" y="125389"/>
                  </a:lnTo>
                  <a:lnTo>
                    <a:pt x="319446" y="87475"/>
                  </a:lnTo>
                  <a:lnTo>
                    <a:pt x="319374" y="87304"/>
                  </a:lnTo>
                  <a:close/>
                </a:path>
                <a:path w="341629" h="341630">
                  <a:moveTo>
                    <a:pt x="185760" y="160947"/>
                  </a:moveTo>
                  <a:lnTo>
                    <a:pt x="75539" y="160947"/>
                  </a:lnTo>
                  <a:lnTo>
                    <a:pt x="130096" y="215503"/>
                  </a:lnTo>
                  <a:lnTo>
                    <a:pt x="131203" y="215503"/>
                  </a:lnTo>
                  <a:lnTo>
                    <a:pt x="185760" y="160947"/>
                  </a:lnTo>
                  <a:close/>
                </a:path>
              </a:pathLst>
            </a:custGeom>
            <a:solidFill>
              <a:srgbClr val="3C8A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505436" y="2860865"/>
              <a:ext cx="341630" cy="341630"/>
            </a:xfrm>
            <a:custGeom>
              <a:avLst/>
              <a:gdLst/>
              <a:ahLst/>
              <a:cxnLst/>
              <a:rect l="l" t="t" r="r" b="b"/>
              <a:pathLst>
                <a:path w="341629" h="341630">
                  <a:moveTo>
                    <a:pt x="170761" y="0"/>
                  </a:moveTo>
                  <a:lnTo>
                    <a:pt x="125361" y="6101"/>
                  </a:lnTo>
                  <a:lnTo>
                    <a:pt x="84568" y="23319"/>
                  </a:lnTo>
                  <a:lnTo>
                    <a:pt x="50009" y="50026"/>
                  </a:lnTo>
                  <a:lnTo>
                    <a:pt x="23310" y="84592"/>
                  </a:lnTo>
                  <a:lnTo>
                    <a:pt x="6098" y="125389"/>
                  </a:lnTo>
                  <a:lnTo>
                    <a:pt x="0" y="170788"/>
                  </a:lnTo>
                  <a:lnTo>
                    <a:pt x="6099" y="216184"/>
                  </a:lnTo>
                  <a:lnTo>
                    <a:pt x="23312" y="256976"/>
                  </a:lnTo>
                  <a:lnTo>
                    <a:pt x="50013" y="291536"/>
                  </a:lnTo>
                  <a:lnTo>
                    <a:pt x="84572" y="318236"/>
                  </a:lnTo>
                  <a:lnTo>
                    <a:pt x="125364" y="335449"/>
                  </a:lnTo>
                  <a:lnTo>
                    <a:pt x="170761" y="341549"/>
                  </a:lnTo>
                  <a:lnTo>
                    <a:pt x="216163" y="335449"/>
                  </a:lnTo>
                  <a:lnTo>
                    <a:pt x="256960" y="318236"/>
                  </a:lnTo>
                  <a:lnTo>
                    <a:pt x="291526" y="291536"/>
                  </a:lnTo>
                  <a:lnTo>
                    <a:pt x="318231" y="256976"/>
                  </a:lnTo>
                  <a:lnTo>
                    <a:pt x="335448" y="216184"/>
                  </a:lnTo>
                  <a:lnTo>
                    <a:pt x="341549" y="170788"/>
                  </a:lnTo>
                  <a:lnTo>
                    <a:pt x="335447" y="125389"/>
                  </a:lnTo>
                  <a:lnTo>
                    <a:pt x="318229" y="84592"/>
                  </a:lnTo>
                  <a:lnTo>
                    <a:pt x="291522" y="50026"/>
                  </a:lnTo>
                  <a:lnTo>
                    <a:pt x="256956" y="23319"/>
                  </a:lnTo>
                  <a:lnTo>
                    <a:pt x="216160" y="6101"/>
                  </a:lnTo>
                  <a:lnTo>
                    <a:pt x="170761" y="0"/>
                  </a:lnTo>
                  <a:close/>
                </a:path>
              </a:pathLst>
            </a:custGeom>
            <a:ln w="9525">
              <a:solidFill>
                <a:srgbClr val="7D6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48421" y="2943407"/>
              <a:ext cx="249113" cy="19328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62574" y="3538124"/>
              <a:ext cx="427274" cy="42727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505436" y="3560987"/>
              <a:ext cx="341630" cy="341630"/>
            </a:xfrm>
            <a:custGeom>
              <a:avLst/>
              <a:gdLst/>
              <a:ahLst/>
              <a:cxnLst/>
              <a:rect l="l" t="t" r="r" b="b"/>
              <a:pathLst>
                <a:path w="341629" h="341629">
                  <a:moveTo>
                    <a:pt x="170761" y="0"/>
                  </a:moveTo>
                  <a:lnTo>
                    <a:pt x="125361" y="6101"/>
                  </a:lnTo>
                  <a:lnTo>
                    <a:pt x="84568" y="23319"/>
                  </a:lnTo>
                  <a:lnTo>
                    <a:pt x="50009" y="50026"/>
                  </a:lnTo>
                  <a:lnTo>
                    <a:pt x="23310" y="84592"/>
                  </a:lnTo>
                  <a:lnTo>
                    <a:pt x="6098" y="125388"/>
                  </a:lnTo>
                  <a:lnTo>
                    <a:pt x="0" y="170787"/>
                  </a:lnTo>
                  <a:lnTo>
                    <a:pt x="6007" y="215502"/>
                  </a:lnTo>
                  <a:lnTo>
                    <a:pt x="23312" y="256976"/>
                  </a:lnTo>
                  <a:lnTo>
                    <a:pt x="50013" y="291535"/>
                  </a:lnTo>
                  <a:lnTo>
                    <a:pt x="84572" y="318236"/>
                  </a:lnTo>
                  <a:lnTo>
                    <a:pt x="125364" y="335449"/>
                  </a:lnTo>
                  <a:lnTo>
                    <a:pt x="170761" y="341549"/>
                  </a:lnTo>
                  <a:lnTo>
                    <a:pt x="216163" y="335449"/>
                  </a:lnTo>
                  <a:lnTo>
                    <a:pt x="256960" y="318236"/>
                  </a:lnTo>
                  <a:lnTo>
                    <a:pt x="291526" y="291535"/>
                  </a:lnTo>
                  <a:lnTo>
                    <a:pt x="307347" y="271061"/>
                  </a:lnTo>
                  <a:lnTo>
                    <a:pt x="130096" y="271061"/>
                  </a:lnTo>
                  <a:lnTo>
                    <a:pt x="47746" y="188711"/>
                  </a:lnTo>
                  <a:lnTo>
                    <a:pt x="47746" y="187631"/>
                  </a:lnTo>
                  <a:lnTo>
                    <a:pt x="74432" y="160945"/>
                  </a:lnTo>
                  <a:lnTo>
                    <a:pt x="185760" y="160945"/>
                  </a:lnTo>
                  <a:lnTo>
                    <a:pt x="259232" y="87473"/>
                  </a:lnTo>
                  <a:lnTo>
                    <a:pt x="259652" y="87304"/>
                  </a:lnTo>
                  <a:lnTo>
                    <a:pt x="319375" y="87304"/>
                  </a:lnTo>
                  <a:lnTo>
                    <a:pt x="318230" y="84592"/>
                  </a:lnTo>
                  <a:lnTo>
                    <a:pt x="291523" y="50026"/>
                  </a:lnTo>
                  <a:lnTo>
                    <a:pt x="256957" y="23319"/>
                  </a:lnTo>
                  <a:lnTo>
                    <a:pt x="216160" y="6101"/>
                  </a:lnTo>
                  <a:lnTo>
                    <a:pt x="170761" y="0"/>
                  </a:lnTo>
                  <a:close/>
                </a:path>
                <a:path w="341629" h="341629">
                  <a:moveTo>
                    <a:pt x="319375" y="87304"/>
                  </a:moveTo>
                  <a:lnTo>
                    <a:pt x="260541" y="87304"/>
                  </a:lnTo>
                  <a:lnTo>
                    <a:pt x="260988" y="87473"/>
                  </a:lnTo>
                  <a:lnTo>
                    <a:pt x="287334" y="113821"/>
                  </a:lnTo>
                  <a:lnTo>
                    <a:pt x="287334" y="114928"/>
                  </a:lnTo>
                  <a:lnTo>
                    <a:pt x="131203" y="271061"/>
                  </a:lnTo>
                  <a:lnTo>
                    <a:pt x="307347" y="271061"/>
                  </a:lnTo>
                  <a:lnTo>
                    <a:pt x="318231" y="256976"/>
                  </a:lnTo>
                  <a:lnTo>
                    <a:pt x="335449" y="216184"/>
                  </a:lnTo>
                  <a:lnTo>
                    <a:pt x="341549" y="170787"/>
                  </a:lnTo>
                  <a:lnTo>
                    <a:pt x="335448" y="125388"/>
                  </a:lnTo>
                  <a:lnTo>
                    <a:pt x="319446" y="87473"/>
                  </a:lnTo>
                  <a:lnTo>
                    <a:pt x="319375" y="87304"/>
                  </a:lnTo>
                  <a:close/>
                </a:path>
                <a:path w="341629" h="341629">
                  <a:moveTo>
                    <a:pt x="185760" y="160945"/>
                  </a:moveTo>
                  <a:lnTo>
                    <a:pt x="75539" y="160945"/>
                  </a:lnTo>
                  <a:lnTo>
                    <a:pt x="130096" y="215502"/>
                  </a:lnTo>
                  <a:lnTo>
                    <a:pt x="131203" y="215502"/>
                  </a:lnTo>
                  <a:lnTo>
                    <a:pt x="185760" y="160945"/>
                  </a:lnTo>
                  <a:close/>
                </a:path>
              </a:pathLst>
            </a:custGeom>
            <a:solidFill>
              <a:srgbClr val="3C8A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505436" y="3560987"/>
              <a:ext cx="341630" cy="341630"/>
            </a:xfrm>
            <a:custGeom>
              <a:avLst/>
              <a:gdLst/>
              <a:ahLst/>
              <a:cxnLst/>
              <a:rect l="l" t="t" r="r" b="b"/>
              <a:pathLst>
                <a:path w="341629" h="341629">
                  <a:moveTo>
                    <a:pt x="170761" y="0"/>
                  </a:moveTo>
                  <a:lnTo>
                    <a:pt x="125361" y="6101"/>
                  </a:lnTo>
                  <a:lnTo>
                    <a:pt x="84568" y="23319"/>
                  </a:lnTo>
                  <a:lnTo>
                    <a:pt x="50009" y="50026"/>
                  </a:lnTo>
                  <a:lnTo>
                    <a:pt x="23310" y="84592"/>
                  </a:lnTo>
                  <a:lnTo>
                    <a:pt x="6098" y="125389"/>
                  </a:lnTo>
                  <a:lnTo>
                    <a:pt x="0" y="170788"/>
                  </a:lnTo>
                  <a:lnTo>
                    <a:pt x="6099" y="216184"/>
                  </a:lnTo>
                  <a:lnTo>
                    <a:pt x="23312" y="256976"/>
                  </a:lnTo>
                  <a:lnTo>
                    <a:pt x="50013" y="291536"/>
                  </a:lnTo>
                  <a:lnTo>
                    <a:pt x="84572" y="318236"/>
                  </a:lnTo>
                  <a:lnTo>
                    <a:pt x="125364" y="335449"/>
                  </a:lnTo>
                  <a:lnTo>
                    <a:pt x="170761" y="341549"/>
                  </a:lnTo>
                  <a:lnTo>
                    <a:pt x="216163" y="335449"/>
                  </a:lnTo>
                  <a:lnTo>
                    <a:pt x="256960" y="318236"/>
                  </a:lnTo>
                  <a:lnTo>
                    <a:pt x="291526" y="291536"/>
                  </a:lnTo>
                  <a:lnTo>
                    <a:pt x="318231" y="256976"/>
                  </a:lnTo>
                  <a:lnTo>
                    <a:pt x="335448" y="216184"/>
                  </a:lnTo>
                  <a:lnTo>
                    <a:pt x="341549" y="170788"/>
                  </a:lnTo>
                  <a:lnTo>
                    <a:pt x="335447" y="125389"/>
                  </a:lnTo>
                  <a:lnTo>
                    <a:pt x="318229" y="84592"/>
                  </a:lnTo>
                  <a:lnTo>
                    <a:pt x="291522" y="50026"/>
                  </a:lnTo>
                  <a:lnTo>
                    <a:pt x="256956" y="23319"/>
                  </a:lnTo>
                  <a:lnTo>
                    <a:pt x="216160" y="6101"/>
                  </a:lnTo>
                  <a:lnTo>
                    <a:pt x="170761" y="0"/>
                  </a:lnTo>
                  <a:close/>
                </a:path>
              </a:pathLst>
            </a:custGeom>
            <a:ln w="9525">
              <a:solidFill>
                <a:srgbClr val="7D6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48421" y="3643529"/>
              <a:ext cx="249113" cy="19328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34078" y="3943584"/>
              <a:ext cx="1709922" cy="1199916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3573796" y="2884834"/>
            <a:ext cx="536575" cy="574040"/>
            <a:chOff x="3573796" y="2884834"/>
            <a:chExt cx="536575" cy="574040"/>
          </a:xfrm>
        </p:grpSpPr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73796" y="2884834"/>
              <a:ext cx="536405" cy="57403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624290" y="2912634"/>
              <a:ext cx="436880" cy="472440"/>
            </a:xfrm>
            <a:custGeom>
              <a:avLst/>
              <a:gdLst/>
              <a:ahLst/>
              <a:cxnLst/>
              <a:rect l="l" t="t" r="r" b="b"/>
              <a:pathLst>
                <a:path w="436879" h="472439">
                  <a:moveTo>
                    <a:pt x="236932" y="0"/>
                  </a:moveTo>
                  <a:lnTo>
                    <a:pt x="1926" y="0"/>
                  </a:lnTo>
                  <a:lnTo>
                    <a:pt x="0" y="1878"/>
                  </a:lnTo>
                  <a:lnTo>
                    <a:pt x="306" y="1878"/>
                  </a:lnTo>
                  <a:lnTo>
                    <a:pt x="306" y="470861"/>
                  </a:lnTo>
                  <a:lnTo>
                    <a:pt x="1926" y="472441"/>
                  </a:lnTo>
                  <a:lnTo>
                    <a:pt x="363507" y="472441"/>
                  </a:lnTo>
                  <a:lnTo>
                    <a:pt x="365128" y="470861"/>
                  </a:lnTo>
                  <a:lnTo>
                    <a:pt x="365128" y="375702"/>
                  </a:lnTo>
                  <a:lnTo>
                    <a:pt x="166568" y="375702"/>
                  </a:lnTo>
                  <a:lnTo>
                    <a:pt x="163398" y="372520"/>
                  </a:lnTo>
                  <a:lnTo>
                    <a:pt x="164835" y="369476"/>
                  </a:lnTo>
                  <a:lnTo>
                    <a:pt x="201456" y="286640"/>
                  </a:lnTo>
                  <a:lnTo>
                    <a:pt x="203769" y="281767"/>
                  </a:lnTo>
                  <a:lnTo>
                    <a:pt x="206869" y="277309"/>
                  </a:lnTo>
                  <a:lnTo>
                    <a:pt x="356555" y="127662"/>
                  </a:lnTo>
                  <a:lnTo>
                    <a:pt x="239125" y="127662"/>
                  </a:lnTo>
                  <a:lnTo>
                    <a:pt x="237505" y="126084"/>
                  </a:lnTo>
                  <a:lnTo>
                    <a:pt x="237506" y="560"/>
                  </a:lnTo>
                  <a:lnTo>
                    <a:pt x="236932" y="0"/>
                  </a:lnTo>
                  <a:close/>
                </a:path>
                <a:path w="436879" h="472439">
                  <a:moveTo>
                    <a:pt x="365128" y="227769"/>
                  </a:moveTo>
                  <a:lnTo>
                    <a:pt x="260090" y="332806"/>
                  </a:lnTo>
                  <a:lnTo>
                    <a:pt x="255662" y="335904"/>
                  </a:lnTo>
                  <a:lnTo>
                    <a:pt x="250814" y="338203"/>
                  </a:lnTo>
                  <a:lnTo>
                    <a:pt x="169612" y="374253"/>
                  </a:lnTo>
                  <a:lnTo>
                    <a:pt x="166568" y="375702"/>
                  </a:lnTo>
                  <a:lnTo>
                    <a:pt x="365128" y="375702"/>
                  </a:lnTo>
                  <a:lnTo>
                    <a:pt x="365128" y="227769"/>
                  </a:lnTo>
                  <a:close/>
                </a:path>
                <a:path w="436879" h="472439">
                  <a:moveTo>
                    <a:pt x="216989" y="293565"/>
                  </a:moveTo>
                  <a:lnTo>
                    <a:pt x="215766" y="293565"/>
                  </a:lnTo>
                  <a:lnTo>
                    <a:pt x="215398" y="293794"/>
                  </a:lnTo>
                  <a:lnTo>
                    <a:pt x="189597" y="348392"/>
                  </a:lnTo>
                  <a:lnTo>
                    <a:pt x="190709" y="349491"/>
                  </a:lnTo>
                  <a:lnTo>
                    <a:pt x="245692" y="323494"/>
                  </a:lnTo>
                  <a:lnTo>
                    <a:pt x="245849" y="322418"/>
                  </a:lnTo>
                  <a:lnTo>
                    <a:pt x="216989" y="293565"/>
                  </a:lnTo>
                  <a:close/>
                </a:path>
                <a:path w="436879" h="472439">
                  <a:moveTo>
                    <a:pt x="370881" y="136805"/>
                  </a:moveTo>
                  <a:lnTo>
                    <a:pt x="369580" y="136805"/>
                  </a:lnTo>
                  <a:lnTo>
                    <a:pt x="226395" y="279991"/>
                  </a:lnTo>
                  <a:lnTo>
                    <a:pt x="226394" y="280795"/>
                  </a:lnTo>
                  <a:lnTo>
                    <a:pt x="257761" y="312163"/>
                  </a:lnTo>
                  <a:lnTo>
                    <a:pt x="258525" y="312163"/>
                  </a:lnTo>
                  <a:lnTo>
                    <a:pt x="401960" y="168728"/>
                  </a:lnTo>
                  <a:lnTo>
                    <a:pt x="401960" y="167911"/>
                  </a:lnTo>
                  <a:lnTo>
                    <a:pt x="370881" y="136805"/>
                  </a:lnTo>
                  <a:close/>
                </a:path>
                <a:path w="436879" h="472439">
                  <a:moveTo>
                    <a:pt x="410596" y="103275"/>
                  </a:moveTo>
                  <a:lnTo>
                    <a:pt x="404580" y="103549"/>
                  </a:lnTo>
                  <a:lnTo>
                    <a:pt x="401534" y="104852"/>
                  </a:lnTo>
                  <a:lnTo>
                    <a:pt x="381737" y="124649"/>
                  </a:lnTo>
                  <a:lnTo>
                    <a:pt x="381737" y="125451"/>
                  </a:lnTo>
                  <a:lnTo>
                    <a:pt x="413065" y="156819"/>
                  </a:lnTo>
                  <a:lnTo>
                    <a:pt x="413868" y="156819"/>
                  </a:lnTo>
                  <a:lnTo>
                    <a:pt x="436074" y="134598"/>
                  </a:lnTo>
                  <a:lnTo>
                    <a:pt x="436396" y="127662"/>
                  </a:lnTo>
                  <a:lnTo>
                    <a:pt x="436419" y="127181"/>
                  </a:lnTo>
                  <a:lnTo>
                    <a:pt x="413564" y="104286"/>
                  </a:lnTo>
                  <a:lnTo>
                    <a:pt x="410596" y="103275"/>
                  </a:lnTo>
                  <a:close/>
                </a:path>
                <a:path w="436879" h="472439">
                  <a:moveTo>
                    <a:pt x="255061" y="1878"/>
                  </a:moveTo>
                  <a:lnTo>
                    <a:pt x="253959" y="1878"/>
                  </a:lnTo>
                  <a:lnTo>
                    <a:pt x="253516" y="2061"/>
                  </a:lnTo>
                  <a:lnTo>
                    <a:pt x="253183" y="2494"/>
                  </a:lnTo>
                  <a:lnTo>
                    <a:pt x="253183" y="110407"/>
                  </a:lnTo>
                  <a:lnTo>
                    <a:pt x="254802" y="111986"/>
                  </a:lnTo>
                  <a:lnTo>
                    <a:pt x="363203" y="111986"/>
                  </a:lnTo>
                  <a:lnTo>
                    <a:pt x="363761" y="110619"/>
                  </a:lnTo>
                  <a:lnTo>
                    <a:pt x="255061" y="18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624596" y="2912634"/>
              <a:ext cx="365125" cy="472440"/>
            </a:xfrm>
            <a:custGeom>
              <a:avLst/>
              <a:gdLst/>
              <a:ahLst/>
              <a:cxnLst/>
              <a:rect l="l" t="t" r="r" b="b"/>
              <a:pathLst>
                <a:path w="365125" h="472439">
                  <a:moveTo>
                    <a:pt x="3592" y="0"/>
                  </a:moveTo>
                  <a:lnTo>
                    <a:pt x="1619" y="0"/>
                  </a:lnTo>
                  <a:lnTo>
                    <a:pt x="0" y="1579"/>
                  </a:lnTo>
                  <a:lnTo>
                    <a:pt x="0" y="3551"/>
                  </a:lnTo>
                  <a:lnTo>
                    <a:pt x="0" y="468888"/>
                  </a:lnTo>
                  <a:lnTo>
                    <a:pt x="0" y="470860"/>
                  </a:lnTo>
                  <a:lnTo>
                    <a:pt x="1619" y="472440"/>
                  </a:lnTo>
                  <a:lnTo>
                    <a:pt x="3592" y="472440"/>
                  </a:lnTo>
                  <a:lnTo>
                    <a:pt x="361229" y="472440"/>
                  </a:lnTo>
                  <a:lnTo>
                    <a:pt x="363202" y="472440"/>
                  </a:lnTo>
                  <a:lnTo>
                    <a:pt x="364822" y="470860"/>
                  </a:lnTo>
                  <a:lnTo>
                    <a:pt x="364822" y="468888"/>
                  </a:lnTo>
                  <a:lnTo>
                    <a:pt x="364822" y="227769"/>
                  </a:lnTo>
                  <a:lnTo>
                    <a:pt x="263573" y="329017"/>
                  </a:lnTo>
                  <a:lnTo>
                    <a:pt x="259784" y="332806"/>
                  </a:lnTo>
                  <a:lnTo>
                    <a:pt x="255355" y="335904"/>
                  </a:lnTo>
                  <a:lnTo>
                    <a:pt x="250509" y="338203"/>
                  </a:lnTo>
                  <a:lnTo>
                    <a:pt x="169305" y="374253"/>
                  </a:lnTo>
                  <a:lnTo>
                    <a:pt x="166262" y="375703"/>
                  </a:lnTo>
                  <a:lnTo>
                    <a:pt x="163092" y="372520"/>
                  </a:lnTo>
                  <a:lnTo>
                    <a:pt x="164529" y="369476"/>
                  </a:lnTo>
                  <a:lnTo>
                    <a:pt x="201150" y="286640"/>
                  </a:lnTo>
                  <a:lnTo>
                    <a:pt x="203462" y="281767"/>
                  </a:lnTo>
                  <a:lnTo>
                    <a:pt x="206562" y="277309"/>
                  </a:lnTo>
                  <a:lnTo>
                    <a:pt x="210377" y="273494"/>
                  </a:lnTo>
                  <a:lnTo>
                    <a:pt x="356248" y="127663"/>
                  </a:lnTo>
                  <a:lnTo>
                    <a:pt x="240792" y="127663"/>
                  </a:lnTo>
                  <a:lnTo>
                    <a:pt x="238819" y="127663"/>
                  </a:lnTo>
                  <a:lnTo>
                    <a:pt x="237199" y="126084"/>
                  </a:lnTo>
                  <a:lnTo>
                    <a:pt x="237199" y="124111"/>
                  </a:lnTo>
                  <a:lnTo>
                    <a:pt x="237199" y="1265"/>
                  </a:lnTo>
                  <a:lnTo>
                    <a:pt x="237199" y="560"/>
                  </a:lnTo>
                  <a:lnTo>
                    <a:pt x="236626" y="0"/>
                  </a:lnTo>
                  <a:lnTo>
                    <a:pt x="235934" y="0"/>
                  </a:lnTo>
                  <a:lnTo>
                    <a:pt x="3592" y="0"/>
                  </a:lnTo>
                  <a:close/>
                </a:path>
              </a:pathLst>
            </a:custGeom>
            <a:ln w="25400">
              <a:solidFill>
                <a:srgbClr val="9A40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01187" y="2901629"/>
              <a:ext cx="272221" cy="373196"/>
            </a:xfrm>
            <a:prstGeom prst="rect">
              <a:avLst/>
            </a:prstGeom>
          </p:spPr>
        </p:pic>
      </p:grp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Sistemas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6283" y="736375"/>
            <a:ext cx="1715135" cy="117094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74930">
              <a:lnSpc>
                <a:spcPct val="100000"/>
              </a:lnSpc>
              <a:spcBef>
                <a:spcPts val="35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Evaluación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568904" y="621953"/>
            <a:ext cx="3477260" cy="98361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 indent="643255">
              <a:lnSpc>
                <a:spcPct val="96700"/>
              </a:lnSpc>
              <a:spcBef>
                <a:spcPts val="210"/>
              </a:spcBef>
            </a:pPr>
            <a:r>
              <a:rPr sz="2800" b="1" spc="-345" dirty="0">
                <a:latin typeface="Arial"/>
                <a:cs typeface="Arial"/>
              </a:rPr>
              <a:t>A</a:t>
            </a:r>
            <a:r>
              <a:rPr sz="2800" b="1" spc="-140" dirty="0">
                <a:latin typeface="Arial"/>
                <a:cs typeface="Arial"/>
              </a:rPr>
              <a:t> </a:t>
            </a:r>
            <a:r>
              <a:rPr sz="2800" b="1" spc="-180" dirty="0">
                <a:latin typeface="Arial"/>
                <a:cs typeface="Arial"/>
              </a:rPr>
              <a:t>aprender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b="1" spc="-195" dirty="0">
                <a:latin typeface="Arial"/>
                <a:cs typeface="Arial"/>
              </a:rPr>
              <a:t>a</a:t>
            </a:r>
            <a:r>
              <a:rPr sz="2800" b="1" spc="-140" dirty="0">
                <a:latin typeface="Arial"/>
                <a:cs typeface="Arial"/>
              </a:rPr>
              <a:t> </a:t>
            </a:r>
            <a:r>
              <a:rPr sz="2800" b="1" spc="-195" dirty="0">
                <a:latin typeface="Arial"/>
                <a:cs typeface="Arial"/>
              </a:rPr>
              <a:t>hacer </a:t>
            </a:r>
            <a:r>
              <a:rPr sz="2800" b="1" spc="-315" dirty="0">
                <a:latin typeface="Arial"/>
                <a:cs typeface="Arial"/>
              </a:rPr>
              <a:t>se</a:t>
            </a:r>
            <a:r>
              <a:rPr sz="2800" b="1" spc="-114" dirty="0">
                <a:latin typeface="Arial"/>
                <a:cs typeface="Arial"/>
              </a:rPr>
              <a:t> </a:t>
            </a:r>
            <a:r>
              <a:rPr sz="2800" b="1" spc="-200" dirty="0">
                <a:latin typeface="Arial"/>
                <a:cs typeface="Arial"/>
              </a:rPr>
              <a:t>aprende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3600" b="1" spc="-285" dirty="0">
                <a:solidFill>
                  <a:srgbClr val="C0504D"/>
                </a:solidFill>
                <a:latin typeface="Arial"/>
                <a:cs typeface="Arial"/>
              </a:rPr>
              <a:t>haciendo</a:t>
            </a:r>
            <a:endParaRPr sz="3600">
              <a:latin typeface="Arial"/>
              <a:cs typeface="Arial"/>
            </a:endParaRPr>
          </a:p>
        </p:txBody>
      </p:sp>
      <p:pic>
        <p:nvPicPr>
          <p:cNvPr id="29" name="object 2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23300" y="1679186"/>
            <a:ext cx="651298" cy="253008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758828" y="1716820"/>
            <a:ext cx="159008" cy="18668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F8D50-C236-0DE9-F852-D7C45F56B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5C13C21-7294-8750-EA1C-A27846E6C13C}"/>
              </a:ext>
            </a:extLst>
          </p:cNvPr>
          <p:cNvSpPr txBox="1"/>
          <p:nvPr/>
        </p:nvSpPr>
        <p:spPr>
          <a:xfrm>
            <a:off x="4100963" y="3171562"/>
            <a:ext cx="3595237" cy="9618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Sistemas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de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Big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00BFFF"/>
                </a:solidFill>
                <a:latin typeface="Arial"/>
                <a:cs typeface="Arial"/>
              </a:rPr>
              <a:t>Data</a:t>
            </a:r>
            <a:endParaRPr sz="2000" dirty="0">
              <a:latin typeface="Arial"/>
              <a:cs typeface="Arial"/>
            </a:endParaRPr>
          </a:p>
          <a:p>
            <a:pPr marL="58419">
              <a:lnSpc>
                <a:spcPts val="1720"/>
              </a:lnSpc>
              <a:spcBef>
                <a:spcPts val="1850"/>
              </a:spcBef>
            </a:pPr>
            <a:r>
              <a:rPr lang="es-ES" sz="1600" dirty="0">
                <a:latin typeface="Arial"/>
                <a:cs typeface="Arial"/>
              </a:rPr>
              <a:t>Juan José Sánchez Sánchez</a:t>
            </a:r>
            <a:endParaRPr sz="1600" dirty="0">
              <a:latin typeface="Arial"/>
              <a:cs typeface="Arial"/>
            </a:endParaRPr>
          </a:p>
          <a:p>
            <a:pPr marL="58419">
              <a:lnSpc>
                <a:spcPts val="1360"/>
              </a:lnSpc>
            </a:pPr>
            <a:r>
              <a:rPr lang="es-ES" sz="1300" dirty="0" err="1">
                <a:latin typeface="Arial"/>
                <a:cs typeface="Arial"/>
              </a:rPr>
              <a:t>juanjose_sanchez@cifpzonzamas.es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0B709DF-FB35-C8DA-A8BD-074230F118D8}"/>
              </a:ext>
            </a:extLst>
          </p:cNvPr>
          <p:cNvSpPr txBox="1"/>
          <p:nvPr/>
        </p:nvSpPr>
        <p:spPr>
          <a:xfrm>
            <a:off x="4138364" y="2457778"/>
            <a:ext cx="26422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Presentación</a:t>
            </a:r>
            <a:endParaRPr sz="4000">
              <a:latin typeface="Arial Narrow"/>
              <a:cs typeface="Arial Narrow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731AEFEE-D0FC-86E3-6EB3-6ADE89D2493A}"/>
              </a:ext>
            </a:extLst>
          </p:cNvPr>
          <p:cNvGrpSpPr/>
          <p:nvPr/>
        </p:nvGrpSpPr>
        <p:grpSpPr>
          <a:xfrm>
            <a:off x="6799057" y="3943584"/>
            <a:ext cx="2345055" cy="1200150"/>
            <a:chOff x="6799057" y="3943584"/>
            <a:chExt cx="2345055" cy="120015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7B759AE-2632-DC6B-F475-CEA2AA8E6A4A}"/>
                </a:ext>
              </a:extLst>
            </p:cNvPr>
            <p:cNvSpPr/>
            <p:nvPr/>
          </p:nvSpPr>
          <p:spPr>
            <a:xfrm>
              <a:off x="8254886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AEDB4EE5-46CB-1BCB-9809-49ABB55CB4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99057" y="4375704"/>
              <a:ext cx="1455828" cy="340724"/>
            </a:xfrm>
            <a:prstGeom prst="rect">
              <a:avLst/>
            </a:prstGeom>
          </p:spPr>
        </p:pic>
      </p:grpSp>
      <p:pic>
        <p:nvPicPr>
          <p:cNvPr id="7" name="object 7">
            <a:extLst>
              <a:ext uri="{FF2B5EF4-FFF2-40B4-BE49-F238E27FC236}">
                <a16:creationId xmlns:a16="http://schemas.microsoft.com/office/drawing/2014/main" id="{F89DFC96-AE8A-3F69-6897-2BDF9441CF6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18858" y="4395827"/>
            <a:ext cx="1566195" cy="313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106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0404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198</Words>
  <Application>Microsoft Macintosh PowerPoint</Application>
  <PresentationFormat>On-screen Show (16:9)</PresentationFormat>
  <Paragraphs>84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Narrow</vt:lpstr>
      <vt:lpstr>Helvetica Neue</vt:lpstr>
      <vt:lpstr>Lucida Grande</vt:lpstr>
      <vt:lpstr>Office Theme</vt:lpstr>
      <vt:lpstr>PowerPoint Presentation</vt:lpstr>
      <vt:lpstr>Presentación participantes</vt:lpstr>
      <vt:lpstr>Sistemas</vt:lpstr>
      <vt:lpstr>Sistemas</vt:lpstr>
      <vt:lpstr>Sistemas</vt:lpstr>
      <vt:lpstr>Sistemas</vt:lpstr>
      <vt:lpstr>Sistemas</vt:lpstr>
      <vt:lpstr>Análisis</vt:lpstr>
      <vt:lpstr>Sistemas</vt:lpstr>
      <vt:lpstr>Sistemas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juan jose sanchez sanchez</cp:lastModifiedBy>
  <cp:revision>1</cp:revision>
  <dcterms:created xsi:type="dcterms:W3CDTF">2026-10-01T11:06:33Z</dcterms:created>
  <dcterms:modified xsi:type="dcterms:W3CDTF">2026-10-01T11:19:30Z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2022-04-06T00:00:00Z</vt:filetime>
  </property>
  <property fmtid="{D5CDD505-2E9C-101B-9397-08002B2CF9AE}" pid="3" name="LastSaved">
    <vt:filetime>2026-10-01T00:00:00Z</vt:filetime>
  </property>
  <property fmtid="{D5CDD505-2E9C-101B-9397-08002B2CF9AE}" pid="4" name="Producer">
    <vt:lpwstr>iOS Version 15.4 (Build 19E241) Quartz PDFContext</vt:lpwstr>
  </property>
</Properties>
</file>