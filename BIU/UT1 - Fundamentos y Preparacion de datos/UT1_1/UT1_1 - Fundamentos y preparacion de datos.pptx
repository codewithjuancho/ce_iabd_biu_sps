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4"/>
  </p:notesMasterIdLst>
  <p:sldIdLst>
    <p:sldId id="256" r:id="rId2"/>
    <p:sldId id="257" r:id="rId3"/>
    <p:sldId id="331" r:id="rId4"/>
    <p:sldId id="258" r:id="rId5"/>
    <p:sldId id="332" r:id="rId6"/>
    <p:sldId id="333" r:id="rId7"/>
    <p:sldId id="334" r:id="rId8"/>
    <p:sldId id="259" r:id="rId9"/>
    <p:sldId id="335" r:id="rId10"/>
    <p:sldId id="336" r:id="rId11"/>
    <p:sldId id="260" r:id="rId12"/>
    <p:sldId id="261" r:id="rId13"/>
    <p:sldId id="337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338" r:id="rId22"/>
    <p:sldId id="269" r:id="rId23"/>
    <p:sldId id="270" r:id="rId24"/>
    <p:sldId id="271" r:id="rId25"/>
    <p:sldId id="272" r:id="rId26"/>
    <p:sldId id="339" r:id="rId27"/>
    <p:sldId id="274" r:id="rId28"/>
    <p:sldId id="275" r:id="rId29"/>
    <p:sldId id="276" r:id="rId30"/>
    <p:sldId id="277" r:id="rId31"/>
    <p:sldId id="340" r:id="rId32"/>
    <p:sldId id="279" r:id="rId33"/>
    <p:sldId id="280" r:id="rId34"/>
    <p:sldId id="282" r:id="rId35"/>
    <p:sldId id="283" r:id="rId36"/>
    <p:sldId id="341" r:id="rId37"/>
    <p:sldId id="342" r:id="rId38"/>
    <p:sldId id="284" r:id="rId39"/>
    <p:sldId id="285" r:id="rId40"/>
    <p:sldId id="343" r:id="rId41"/>
    <p:sldId id="286" r:id="rId42"/>
    <p:sldId id="344" r:id="rId43"/>
    <p:sldId id="287" r:id="rId44"/>
    <p:sldId id="288" r:id="rId45"/>
    <p:sldId id="290" r:id="rId46"/>
    <p:sldId id="291" r:id="rId47"/>
    <p:sldId id="294" r:id="rId48"/>
    <p:sldId id="295" r:id="rId49"/>
    <p:sldId id="296" r:id="rId50"/>
    <p:sldId id="297" r:id="rId51"/>
    <p:sldId id="292" r:id="rId52"/>
    <p:sldId id="293" r:id="rId53"/>
    <p:sldId id="298" r:id="rId54"/>
    <p:sldId id="299" r:id="rId55"/>
    <p:sldId id="300" r:id="rId56"/>
    <p:sldId id="301" r:id="rId57"/>
    <p:sldId id="302" r:id="rId58"/>
    <p:sldId id="304" r:id="rId59"/>
    <p:sldId id="305" r:id="rId60"/>
    <p:sldId id="306" r:id="rId61"/>
    <p:sldId id="309" r:id="rId62"/>
    <p:sldId id="310" r:id="rId63"/>
    <p:sldId id="311" r:id="rId64"/>
    <p:sldId id="312" r:id="rId65"/>
    <p:sldId id="307" r:id="rId66"/>
    <p:sldId id="308" r:id="rId67"/>
    <p:sldId id="313" r:id="rId68"/>
    <p:sldId id="314" r:id="rId69"/>
    <p:sldId id="315" r:id="rId70"/>
    <p:sldId id="317" r:id="rId71"/>
    <p:sldId id="318" r:id="rId72"/>
    <p:sldId id="319" r:id="rId73"/>
    <p:sldId id="320" r:id="rId74"/>
    <p:sldId id="321" r:id="rId75"/>
    <p:sldId id="346" r:id="rId76"/>
    <p:sldId id="345" r:id="rId77"/>
    <p:sldId id="347" r:id="rId78"/>
    <p:sldId id="322" r:id="rId79"/>
    <p:sldId id="323" r:id="rId80"/>
    <p:sldId id="348" r:id="rId81"/>
    <p:sldId id="349" r:id="rId82"/>
    <p:sldId id="324" r:id="rId83"/>
    <p:sldId id="325" r:id="rId84"/>
    <p:sldId id="350" r:id="rId85"/>
    <p:sldId id="351" r:id="rId86"/>
    <p:sldId id="326" r:id="rId87"/>
    <p:sldId id="327" r:id="rId88"/>
    <p:sldId id="352" r:id="rId89"/>
    <p:sldId id="354" r:id="rId90"/>
    <p:sldId id="353" r:id="rId91"/>
    <p:sldId id="328" r:id="rId92"/>
    <p:sldId id="330" r:id="rId93"/>
  </p:sldIdLst>
  <p:sldSz cx="9144000" cy="5143500" type="screen16x9"/>
  <p:notesSz cx="9144000" cy="51435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9CB588A1-4991-D642-9DBD-5205A01DEA10}">
          <p14:sldIdLst>
            <p14:sldId id="256"/>
            <p14:sldId id="257"/>
            <p14:sldId id="331"/>
            <p14:sldId id="258"/>
            <p14:sldId id="332"/>
            <p14:sldId id="333"/>
            <p14:sldId id="334"/>
            <p14:sldId id="259"/>
            <p14:sldId id="335"/>
            <p14:sldId id="336"/>
            <p14:sldId id="260"/>
            <p14:sldId id="261"/>
            <p14:sldId id="337"/>
            <p14:sldId id="262"/>
            <p14:sldId id="263"/>
            <p14:sldId id="264"/>
            <p14:sldId id="265"/>
            <p14:sldId id="266"/>
            <p14:sldId id="267"/>
            <p14:sldId id="268"/>
            <p14:sldId id="338"/>
            <p14:sldId id="269"/>
            <p14:sldId id="270"/>
            <p14:sldId id="271"/>
            <p14:sldId id="272"/>
            <p14:sldId id="339"/>
            <p14:sldId id="274"/>
            <p14:sldId id="275"/>
            <p14:sldId id="276"/>
            <p14:sldId id="277"/>
            <p14:sldId id="340"/>
            <p14:sldId id="279"/>
            <p14:sldId id="280"/>
            <p14:sldId id="282"/>
            <p14:sldId id="283"/>
            <p14:sldId id="341"/>
            <p14:sldId id="342"/>
            <p14:sldId id="284"/>
            <p14:sldId id="285"/>
            <p14:sldId id="343"/>
            <p14:sldId id="286"/>
            <p14:sldId id="344"/>
            <p14:sldId id="287"/>
            <p14:sldId id="288"/>
          </p14:sldIdLst>
        </p14:section>
        <p14:section name="Hasta aquí" id="{14B017E5-CF72-2F42-B3AC-2BB3A4834756}">
          <p14:sldIdLst>
            <p14:sldId id="290"/>
            <p14:sldId id="291"/>
            <p14:sldId id="294"/>
            <p14:sldId id="295"/>
            <p14:sldId id="296"/>
            <p14:sldId id="297"/>
            <p14:sldId id="292"/>
            <p14:sldId id="293"/>
            <p14:sldId id="298"/>
            <p14:sldId id="299"/>
            <p14:sldId id="300"/>
            <p14:sldId id="301"/>
            <p14:sldId id="302"/>
            <p14:sldId id="304"/>
            <p14:sldId id="305"/>
            <p14:sldId id="306"/>
            <p14:sldId id="309"/>
            <p14:sldId id="310"/>
            <p14:sldId id="311"/>
            <p14:sldId id="312"/>
            <p14:sldId id="307"/>
            <p14:sldId id="308"/>
            <p14:sldId id="313"/>
            <p14:sldId id="314"/>
            <p14:sldId id="315"/>
            <p14:sldId id="317"/>
            <p14:sldId id="318"/>
            <p14:sldId id="319"/>
            <p14:sldId id="320"/>
            <p14:sldId id="321"/>
            <p14:sldId id="346"/>
            <p14:sldId id="345"/>
            <p14:sldId id="347"/>
            <p14:sldId id="322"/>
            <p14:sldId id="323"/>
            <p14:sldId id="348"/>
            <p14:sldId id="349"/>
            <p14:sldId id="324"/>
            <p14:sldId id="325"/>
            <p14:sldId id="350"/>
            <p14:sldId id="351"/>
            <p14:sldId id="326"/>
            <p14:sldId id="327"/>
            <p14:sldId id="352"/>
            <p14:sldId id="354"/>
            <p14:sldId id="353"/>
            <p14:sldId id="328"/>
            <p14:sldId id="3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55"/>
    <p:restoredTop sz="59368"/>
  </p:normalViewPr>
  <p:slideViewPr>
    <p:cSldViewPr>
      <p:cViewPr varScale="1">
        <p:scale>
          <a:sx n="126" d="100"/>
          <a:sy n="126" d="100"/>
        </p:scale>
        <p:origin x="157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sanchez sanchez" userId="bf9c9b758c35a626" providerId="LiveId" clId="{1DCFCFD5-14B9-314C-A2B6-57B783D0E1D3}"/>
    <pc:docChg chg="undo custSel modSld">
      <pc:chgData name="juan jose sanchez sanchez" userId="bf9c9b758c35a626" providerId="LiveId" clId="{1DCFCFD5-14B9-314C-A2B6-57B783D0E1D3}" dt="2026-10-22T15:26:14.801" v="11" actId="20577"/>
      <pc:docMkLst>
        <pc:docMk/>
      </pc:docMkLst>
      <pc:sldChg chg="modSp mod">
        <pc:chgData name="juan jose sanchez sanchez" userId="bf9c9b758c35a626" providerId="LiveId" clId="{1DCFCFD5-14B9-314C-A2B6-57B783D0E1D3}" dt="2026-10-22T15:25:22.793" v="8" actId="21"/>
        <pc:sldMkLst>
          <pc:docMk/>
          <pc:sldMk cId="0" sldId="256"/>
        </pc:sldMkLst>
        <pc:spChg chg="mod">
          <ac:chgData name="juan jose sanchez sanchez" userId="bf9c9b758c35a626" providerId="LiveId" clId="{1DCFCFD5-14B9-314C-A2B6-57B783D0E1D3}" dt="2026-10-22T15:25:22.793" v="8" actId="2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CFCFD5-14B9-314C-A2B6-57B783D0E1D3}" dt="2026-10-22T15:25:16.217" v="7" actId="20577"/>
        <pc:sldMkLst>
          <pc:docMk/>
          <pc:sldMk cId="0" sldId="263"/>
        </pc:sldMkLst>
        <pc:spChg chg="mod">
          <ac:chgData name="juan jose sanchez sanchez" userId="bf9c9b758c35a626" providerId="LiveId" clId="{1DCFCFD5-14B9-314C-A2B6-57B783D0E1D3}" dt="2026-10-22T15:25:16.217" v="7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CFCFD5-14B9-314C-A2B6-57B783D0E1D3}" dt="2026-10-22T15:25:07.810" v="4" actId="20577"/>
        <pc:sldMkLst>
          <pc:docMk/>
          <pc:sldMk cId="0" sldId="274"/>
        </pc:sldMkLst>
        <pc:spChg chg="mod">
          <ac:chgData name="juan jose sanchez sanchez" userId="bf9c9b758c35a626" providerId="LiveId" clId="{1DCFCFD5-14B9-314C-A2B6-57B783D0E1D3}" dt="2026-10-22T15:25:07.810" v="4" actId="20577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CFCFD5-14B9-314C-A2B6-57B783D0E1D3}" dt="2026-10-22T15:25:01.068" v="1" actId="20577"/>
        <pc:sldMkLst>
          <pc:docMk/>
          <pc:sldMk cId="0" sldId="282"/>
        </pc:sldMkLst>
        <pc:spChg chg="mod">
          <ac:chgData name="juan jose sanchez sanchez" userId="bf9c9b758c35a626" providerId="LiveId" clId="{1DCFCFD5-14B9-314C-A2B6-57B783D0E1D3}" dt="2026-10-22T15:25:01.068" v="1" actId="20577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CFCFD5-14B9-314C-A2B6-57B783D0E1D3}" dt="2026-10-22T15:24:53.161" v="0" actId="20577"/>
        <pc:sldMkLst>
          <pc:docMk/>
          <pc:sldMk cId="0" sldId="290"/>
        </pc:sldMkLst>
        <pc:spChg chg="mod">
          <ac:chgData name="juan jose sanchez sanchez" userId="bf9c9b758c35a626" providerId="LiveId" clId="{1DCFCFD5-14B9-314C-A2B6-57B783D0E1D3}" dt="2026-10-22T15:24:53.161" v="0" actId="20577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CFCFD5-14B9-314C-A2B6-57B783D0E1D3}" dt="2026-10-22T15:26:01.860" v="9" actId="20577"/>
        <pc:sldMkLst>
          <pc:docMk/>
          <pc:sldMk cId="0" sldId="304"/>
        </pc:sldMkLst>
        <pc:spChg chg="mod">
          <ac:chgData name="juan jose sanchez sanchez" userId="bf9c9b758c35a626" providerId="LiveId" clId="{1DCFCFD5-14B9-314C-A2B6-57B783D0E1D3}" dt="2026-10-22T15:26:01.860" v="9" actId="20577"/>
          <ac:spMkLst>
            <pc:docMk/>
            <pc:sldMk cId="0" sldId="304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CFCFD5-14B9-314C-A2B6-57B783D0E1D3}" dt="2026-10-22T15:26:09.393" v="10" actId="20577"/>
        <pc:sldMkLst>
          <pc:docMk/>
          <pc:sldMk cId="0" sldId="317"/>
        </pc:sldMkLst>
        <pc:spChg chg="mod">
          <ac:chgData name="juan jose sanchez sanchez" userId="bf9c9b758c35a626" providerId="LiveId" clId="{1DCFCFD5-14B9-314C-A2B6-57B783D0E1D3}" dt="2026-10-22T15:26:09.393" v="10" actId="20577"/>
          <ac:spMkLst>
            <pc:docMk/>
            <pc:sldMk cId="0" sldId="317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CFCFD5-14B9-314C-A2B6-57B783D0E1D3}" dt="2026-10-22T15:26:14.801" v="11" actId="20577"/>
        <pc:sldMkLst>
          <pc:docMk/>
          <pc:sldMk cId="0" sldId="330"/>
        </pc:sldMkLst>
        <pc:spChg chg="mod">
          <ac:chgData name="juan jose sanchez sanchez" userId="bf9c9b758c35a626" providerId="LiveId" clId="{1DCFCFD5-14B9-314C-A2B6-57B783D0E1D3}" dt="2026-10-22T15:26:14.801" v="11" actId="20577"/>
          <ac:spMkLst>
            <pc:docMk/>
            <pc:sldMk cId="0" sldId="33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090FC-BDC7-1A4F-92BA-05E2CDB3C35C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A23AC-ABE3-994D-9A14-B392D8BD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9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xml/xml_dtd.asp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2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Escenario</a:t>
            </a:r>
            <a:r>
              <a:rPr lang="en-US" dirty="0"/>
              <a:t> electoral</a:t>
            </a:r>
          </a:p>
          <a:p>
            <a:endParaRPr lang="en-US" dirty="0"/>
          </a:p>
          <a:p>
            <a:r>
              <a:rPr lang="en-US" dirty="0" err="1"/>
              <a:t>Equipo</a:t>
            </a:r>
            <a:r>
              <a:rPr lang="en-US" dirty="0"/>
              <a:t> de la </a:t>
            </a:r>
            <a:r>
              <a:rPr lang="en-US" dirty="0" err="1"/>
              <a:t>campaña</a:t>
            </a:r>
            <a:r>
              <a:rPr lang="en-US" dirty="0"/>
              <a:t> </a:t>
            </a:r>
            <a:r>
              <a:rPr lang="en-US" dirty="0" err="1"/>
              <a:t>quiere</a:t>
            </a:r>
            <a:r>
              <a:rPr lang="en-US" dirty="0"/>
              <a:t> </a:t>
            </a:r>
            <a:r>
              <a:rPr lang="en-US" dirty="0" err="1"/>
              <a:t>dirigir</a:t>
            </a:r>
            <a:r>
              <a:rPr lang="en-US" dirty="0"/>
              <a:t> la </a:t>
            </a:r>
            <a:r>
              <a:rPr lang="en-US" dirty="0" err="1"/>
              <a:t>atención</a:t>
            </a:r>
            <a:r>
              <a:rPr lang="en-US" dirty="0"/>
              <a:t> a las personas </a:t>
            </a:r>
            <a:r>
              <a:rPr lang="en-US" dirty="0" err="1"/>
              <a:t>indecisas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6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64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1200" spc="-75" dirty="0" err="1">
                <a:latin typeface="Arial"/>
                <a:cs typeface="Arial"/>
              </a:rPr>
              <a:t>Heterogéneos</a:t>
            </a:r>
            <a:r>
              <a:rPr lang="en-US" sz="1200" spc="-75" dirty="0">
                <a:latin typeface="Arial"/>
                <a:cs typeface="Arial"/>
              </a:rPr>
              <a:t>, </a:t>
            </a:r>
            <a:r>
              <a:rPr lang="en-US" sz="1200" spc="-75" dirty="0" err="1">
                <a:latin typeface="Arial"/>
                <a:cs typeface="Arial"/>
              </a:rPr>
              <a:t>datos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todo</a:t>
            </a:r>
            <a:r>
              <a:rPr lang="en-US" sz="1200" spc="-75" dirty="0">
                <a:latin typeface="Arial"/>
                <a:cs typeface="Arial"/>
              </a:rPr>
              <a:t> </a:t>
            </a:r>
            <a:r>
              <a:rPr lang="en-US" sz="1200" spc="-75" dirty="0" err="1">
                <a:latin typeface="Arial"/>
                <a:cs typeface="Arial"/>
              </a:rPr>
              <a:t>tipo</a:t>
            </a:r>
            <a:r>
              <a:rPr lang="en-US" sz="1200" spc="-75" dirty="0">
                <a:latin typeface="Arial"/>
                <a:cs typeface="Arial"/>
              </a:rPr>
              <a:t>, links, hashtags, </a:t>
            </a:r>
            <a:r>
              <a:rPr lang="en-US" sz="1200" spc="-75" dirty="0" err="1">
                <a:latin typeface="Arial"/>
                <a:cs typeface="Arial"/>
              </a:rPr>
              <a:t>texto</a:t>
            </a:r>
            <a:r>
              <a:rPr lang="en-US" sz="1200" spc="-75" dirty="0">
                <a:latin typeface="Arial"/>
                <a:cs typeface="Arial"/>
              </a:rPr>
              <a:t> plano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lang="en-US" sz="1200" spc="-130" dirty="0" err="1">
                <a:latin typeface="Arial"/>
                <a:cs typeface="Arial"/>
              </a:rPr>
              <a:t>Desestructurados</a:t>
            </a:r>
            <a:r>
              <a:rPr lang="en-US" sz="1200" spc="-130" dirty="0">
                <a:latin typeface="Arial"/>
                <a:cs typeface="Arial"/>
              </a:rPr>
              <a:t>, al ser </a:t>
            </a:r>
            <a:r>
              <a:rPr lang="en-US" sz="1200" spc="-130" dirty="0" err="1">
                <a:latin typeface="Arial"/>
                <a:cs typeface="Arial"/>
              </a:rPr>
              <a:t>heterogéneos</a:t>
            </a:r>
            <a:r>
              <a:rPr lang="en-US" sz="1200" spc="-130" dirty="0">
                <a:latin typeface="Arial"/>
                <a:cs typeface="Arial"/>
              </a:rPr>
              <a:t> no </a:t>
            </a:r>
            <a:r>
              <a:rPr lang="en-US" sz="1200" spc="-130" dirty="0" err="1">
                <a:latin typeface="Arial"/>
                <a:cs typeface="Arial"/>
              </a:rPr>
              <a:t>siguen</a:t>
            </a:r>
            <a:r>
              <a:rPr lang="en-US" sz="1200" spc="-130" dirty="0">
                <a:latin typeface="Arial"/>
                <a:cs typeface="Arial"/>
              </a:rPr>
              <a:t> un un </a:t>
            </a:r>
            <a:r>
              <a:rPr lang="en-US" sz="1200" spc="-130" dirty="0" err="1">
                <a:latin typeface="Arial"/>
                <a:cs typeface="Arial"/>
              </a:rPr>
              <a:t>esquema</a:t>
            </a:r>
            <a:r>
              <a:rPr lang="en-US" sz="1200" spc="-130" dirty="0">
                <a:latin typeface="Arial"/>
                <a:cs typeface="Arial"/>
              </a:rPr>
              <a:t> o </a:t>
            </a:r>
            <a:r>
              <a:rPr lang="en-US" sz="1200" spc="-130" dirty="0" err="1">
                <a:latin typeface="Arial"/>
                <a:cs typeface="Arial"/>
              </a:rPr>
              <a:t>modelo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30" dirty="0" err="1">
                <a:latin typeface="Arial"/>
                <a:cs typeface="Arial"/>
              </a:rPr>
              <a:t>fijo</a:t>
            </a:r>
            <a:r>
              <a:rPr lang="en-US" sz="1200" spc="-130" dirty="0">
                <a:latin typeface="Arial"/>
                <a:cs typeface="Arial"/>
              </a:rPr>
              <a:t> de </a:t>
            </a:r>
            <a:r>
              <a:rPr lang="en-US" sz="1200" spc="-130" dirty="0" err="1">
                <a:latin typeface="Arial"/>
                <a:cs typeface="Arial"/>
              </a:rPr>
              <a:t>filas</a:t>
            </a:r>
            <a:r>
              <a:rPr lang="en-US" sz="1200" spc="-130" dirty="0">
                <a:latin typeface="Arial"/>
                <a:cs typeface="Arial"/>
              </a:rPr>
              <a:t> y </a:t>
            </a:r>
            <a:r>
              <a:rPr lang="en-US" sz="1200" spc="-130" dirty="0" err="1">
                <a:latin typeface="Arial"/>
                <a:cs typeface="Arial"/>
              </a:rPr>
              <a:t>columnas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Dinámicos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41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CA74-8F80-9AC5-D127-A19894B3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9D08C-17B5-4AD2-AFEB-42CFABA66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ED529-73E2-A94D-1960-A6D610DAD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1200" spc="-75" dirty="0" err="1">
                <a:latin typeface="Arial"/>
                <a:cs typeface="Arial"/>
              </a:rPr>
              <a:t>Heterogéneos</a:t>
            </a:r>
            <a:r>
              <a:rPr lang="en-US" sz="1200" spc="-75" dirty="0">
                <a:latin typeface="Arial"/>
                <a:cs typeface="Arial"/>
              </a:rPr>
              <a:t>, </a:t>
            </a:r>
            <a:r>
              <a:rPr lang="en-US" sz="1200" spc="-75" dirty="0" err="1">
                <a:latin typeface="Arial"/>
                <a:cs typeface="Arial"/>
              </a:rPr>
              <a:t>datos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todo</a:t>
            </a:r>
            <a:r>
              <a:rPr lang="en-US" sz="1200" spc="-75" dirty="0">
                <a:latin typeface="Arial"/>
                <a:cs typeface="Arial"/>
              </a:rPr>
              <a:t> </a:t>
            </a:r>
            <a:r>
              <a:rPr lang="en-US" sz="1200" spc="-75" dirty="0" err="1">
                <a:latin typeface="Arial"/>
                <a:cs typeface="Arial"/>
              </a:rPr>
              <a:t>tipo</a:t>
            </a:r>
            <a:r>
              <a:rPr lang="en-US" sz="1200" spc="-75" dirty="0">
                <a:latin typeface="Arial"/>
                <a:cs typeface="Arial"/>
              </a:rPr>
              <a:t>, links, hashtags, </a:t>
            </a:r>
            <a:r>
              <a:rPr lang="en-US" sz="1200" spc="-75" dirty="0" err="1">
                <a:latin typeface="Arial"/>
                <a:cs typeface="Arial"/>
              </a:rPr>
              <a:t>texto</a:t>
            </a:r>
            <a:r>
              <a:rPr lang="en-US" sz="1200" spc="-75" dirty="0">
                <a:latin typeface="Arial"/>
                <a:cs typeface="Arial"/>
              </a:rPr>
              <a:t> plano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lang="en-US" sz="1200" spc="-130" dirty="0" err="1">
                <a:latin typeface="Arial"/>
                <a:cs typeface="Arial"/>
              </a:rPr>
              <a:t>Desestructurados</a:t>
            </a:r>
            <a:r>
              <a:rPr lang="en-US" sz="1200" spc="-130" dirty="0">
                <a:latin typeface="Arial"/>
                <a:cs typeface="Arial"/>
              </a:rPr>
              <a:t>, al ser </a:t>
            </a:r>
            <a:r>
              <a:rPr lang="en-US" sz="1200" spc="-130" dirty="0" err="1">
                <a:latin typeface="Arial"/>
                <a:cs typeface="Arial"/>
              </a:rPr>
              <a:t>heterogéneos</a:t>
            </a:r>
            <a:r>
              <a:rPr lang="en-US" sz="1200" spc="-130" dirty="0">
                <a:latin typeface="Arial"/>
                <a:cs typeface="Arial"/>
              </a:rPr>
              <a:t> no </a:t>
            </a:r>
            <a:r>
              <a:rPr lang="en-US" sz="1200" spc="-130" dirty="0" err="1">
                <a:latin typeface="Arial"/>
                <a:cs typeface="Arial"/>
              </a:rPr>
              <a:t>siguen</a:t>
            </a:r>
            <a:r>
              <a:rPr lang="en-US" sz="1200" spc="-130" dirty="0">
                <a:latin typeface="Arial"/>
                <a:cs typeface="Arial"/>
              </a:rPr>
              <a:t> un un </a:t>
            </a:r>
            <a:r>
              <a:rPr lang="en-US" sz="1200" spc="-130" dirty="0" err="1">
                <a:latin typeface="Arial"/>
                <a:cs typeface="Arial"/>
              </a:rPr>
              <a:t>esquema</a:t>
            </a:r>
            <a:r>
              <a:rPr lang="en-US" sz="1200" spc="-130" dirty="0">
                <a:latin typeface="Arial"/>
                <a:cs typeface="Arial"/>
              </a:rPr>
              <a:t> o </a:t>
            </a:r>
            <a:r>
              <a:rPr lang="en-US" sz="1200" spc="-130" dirty="0" err="1">
                <a:latin typeface="Arial"/>
                <a:cs typeface="Arial"/>
              </a:rPr>
              <a:t>modelo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30" dirty="0" err="1">
                <a:latin typeface="Arial"/>
                <a:cs typeface="Arial"/>
              </a:rPr>
              <a:t>fijo</a:t>
            </a:r>
            <a:r>
              <a:rPr lang="en-US" sz="1200" spc="-130" dirty="0">
                <a:latin typeface="Arial"/>
                <a:cs typeface="Arial"/>
              </a:rPr>
              <a:t> de </a:t>
            </a:r>
            <a:r>
              <a:rPr lang="en-US" sz="1200" spc="-130" dirty="0" err="1">
                <a:latin typeface="Arial"/>
                <a:cs typeface="Arial"/>
              </a:rPr>
              <a:t>filas</a:t>
            </a:r>
            <a:r>
              <a:rPr lang="en-US" sz="1200" spc="-130" dirty="0">
                <a:latin typeface="Arial"/>
                <a:cs typeface="Arial"/>
              </a:rPr>
              <a:t> y </a:t>
            </a:r>
            <a:r>
              <a:rPr lang="en-US" sz="1200" spc="-130" dirty="0" err="1">
                <a:latin typeface="Arial"/>
                <a:cs typeface="Arial"/>
              </a:rPr>
              <a:t>columnas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Dinámicos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03E8B-0841-7394-D3B1-4DCA4E658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4405-F068-B97B-06CB-396EAD81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D44A4-7102-42C7-FE2E-71059981F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89C7C-66F4-6B30-16A1-B8DC226B2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1200" spc="-75" dirty="0" err="1">
                <a:latin typeface="Arial"/>
                <a:cs typeface="Arial"/>
              </a:rPr>
              <a:t>Heterogéneos</a:t>
            </a:r>
            <a:r>
              <a:rPr lang="en-US" sz="1200" spc="-75" dirty="0">
                <a:latin typeface="Arial"/>
                <a:cs typeface="Arial"/>
              </a:rPr>
              <a:t>, </a:t>
            </a:r>
            <a:r>
              <a:rPr lang="en-US" sz="1200" spc="-75" dirty="0" err="1">
                <a:latin typeface="Arial"/>
                <a:cs typeface="Arial"/>
              </a:rPr>
              <a:t>datos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todo</a:t>
            </a:r>
            <a:r>
              <a:rPr lang="en-US" sz="1200" spc="-75" dirty="0">
                <a:latin typeface="Arial"/>
                <a:cs typeface="Arial"/>
              </a:rPr>
              <a:t> </a:t>
            </a:r>
            <a:r>
              <a:rPr lang="en-US" sz="1200" spc="-75" dirty="0" err="1">
                <a:latin typeface="Arial"/>
                <a:cs typeface="Arial"/>
              </a:rPr>
              <a:t>tipo</a:t>
            </a:r>
            <a:r>
              <a:rPr lang="en-US" sz="1200" spc="-75" dirty="0">
                <a:latin typeface="Arial"/>
                <a:cs typeface="Arial"/>
              </a:rPr>
              <a:t>, links, hashtags, </a:t>
            </a:r>
            <a:r>
              <a:rPr lang="en-US" sz="1200" spc="-75" dirty="0" err="1">
                <a:latin typeface="Arial"/>
                <a:cs typeface="Arial"/>
              </a:rPr>
              <a:t>texto</a:t>
            </a:r>
            <a:r>
              <a:rPr lang="en-US" sz="1200" spc="-75" dirty="0">
                <a:latin typeface="Arial"/>
                <a:cs typeface="Arial"/>
              </a:rPr>
              <a:t> plano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lang="en-US" sz="1200" spc="-130" dirty="0" err="1">
                <a:latin typeface="Arial"/>
                <a:cs typeface="Arial"/>
              </a:rPr>
              <a:t>Desestructurados</a:t>
            </a:r>
            <a:r>
              <a:rPr lang="en-US" sz="1200" spc="-130" dirty="0">
                <a:latin typeface="Arial"/>
                <a:cs typeface="Arial"/>
              </a:rPr>
              <a:t>, al ser </a:t>
            </a:r>
            <a:r>
              <a:rPr lang="en-US" sz="1200" spc="-130" dirty="0" err="1">
                <a:latin typeface="Arial"/>
                <a:cs typeface="Arial"/>
              </a:rPr>
              <a:t>heterogéneos</a:t>
            </a:r>
            <a:r>
              <a:rPr lang="en-US" sz="1200" spc="-130" dirty="0">
                <a:latin typeface="Arial"/>
                <a:cs typeface="Arial"/>
              </a:rPr>
              <a:t> no </a:t>
            </a:r>
            <a:r>
              <a:rPr lang="en-US" sz="1200" spc="-130" dirty="0" err="1">
                <a:latin typeface="Arial"/>
                <a:cs typeface="Arial"/>
              </a:rPr>
              <a:t>siguen</a:t>
            </a:r>
            <a:r>
              <a:rPr lang="en-US" sz="1200" spc="-130" dirty="0">
                <a:latin typeface="Arial"/>
                <a:cs typeface="Arial"/>
              </a:rPr>
              <a:t> un un </a:t>
            </a:r>
            <a:r>
              <a:rPr lang="en-US" sz="1200" spc="-130" dirty="0" err="1">
                <a:latin typeface="Arial"/>
                <a:cs typeface="Arial"/>
              </a:rPr>
              <a:t>esquema</a:t>
            </a:r>
            <a:r>
              <a:rPr lang="en-US" sz="1200" spc="-130" dirty="0">
                <a:latin typeface="Arial"/>
                <a:cs typeface="Arial"/>
              </a:rPr>
              <a:t> o </a:t>
            </a:r>
            <a:r>
              <a:rPr lang="en-US" sz="1200" spc="-130" dirty="0" err="1">
                <a:latin typeface="Arial"/>
                <a:cs typeface="Arial"/>
              </a:rPr>
              <a:t>modelo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30" dirty="0" err="1">
                <a:latin typeface="Arial"/>
                <a:cs typeface="Arial"/>
              </a:rPr>
              <a:t>fijo</a:t>
            </a:r>
            <a:r>
              <a:rPr lang="en-US" sz="1200" spc="-130" dirty="0">
                <a:latin typeface="Arial"/>
                <a:cs typeface="Arial"/>
              </a:rPr>
              <a:t> de </a:t>
            </a:r>
            <a:r>
              <a:rPr lang="en-US" sz="1200" spc="-130" dirty="0" err="1">
                <a:latin typeface="Arial"/>
                <a:cs typeface="Arial"/>
              </a:rPr>
              <a:t>filas</a:t>
            </a:r>
            <a:r>
              <a:rPr lang="en-US" sz="1200" spc="-130" dirty="0">
                <a:latin typeface="Arial"/>
                <a:cs typeface="Arial"/>
              </a:rPr>
              <a:t> y </a:t>
            </a:r>
            <a:r>
              <a:rPr lang="en-US" sz="1200" spc="-130" dirty="0" err="1">
                <a:latin typeface="Arial"/>
                <a:cs typeface="Arial"/>
              </a:rPr>
              <a:t>columnas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Dinámicos</a:t>
            </a:r>
            <a:r>
              <a:rPr lang="en-US" sz="1200" spc="-50" dirty="0">
                <a:latin typeface="Arial"/>
                <a:cs typeface="Arial"/>
              </a:rPr>
              <a:t>, temenos </a:t>
            </a:r>
            <a:r>
              <a:rPr lang="en-US" sz="1200" spc="-50" dirty="0" err="1">
                <a:latin typeface="Arial"/>
                <a:cs typeface="Arial"/>
              </a:rPr>
              <a:t>los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iconos</a:t>
            </a:r>
            <a:r>
              <a:rPr lang="en-US" sz="1200" spc="-50" dirty="0">
                <a:latin typeface="Arial"/>
                <a:cs typeface="Arial"/>
              </a:rPr>
              <a:t> de </a:t>
            </a:r>
            <a:r>
              <a:rPr lang="en-US" sz="1200" spc="-50" dirty="0" err="1">
                <a:latin typeface="Arial"/>
                <a:cs typeface="Arial"/>
              </a:rPr>
              <a:t>respuesta</a:t>
            </a:r>
            <a:r>
              <a:rPr lang="en-US" sz="1200" spc="-50" dirty="0">
                <a:latin typeface="Arial"/>
                <a:cs typeface="Arial"/>
              </a:rPr>
              <a:t>, </a:t>
            </a:r>
            <a:r>
              <a:rPr lang="en-US" sz="1200" spc="-50" dirty="0" err="1">
                <a:latin typeface="Arial"/>
                <a:cs typeface="Arial"/>
              </a:rPr>
              <a:t>retuit</a:t>
            </a:r>
            <a:r>
              <a:rPr lang="en-US" sz="1200" spc="-50" dirty="0">
                <a:latin typeface="Arial"/>
                <a:cs typeface="Arial"/>
              </a:rPr>
              <a:t> y </a:t>
            </a:r>
            <a:r>
              <a:rPr lang="en-US" sz="1200" spc="-50" dirty="0" err="1">
                <a:latin typeface="Arial"/>
                <a:cs typeface="Arial"/>
              </a:rPr>
              <a:t>corazon</a:t>
            </a:r>
            <a:r>
              <a:rPr lang="en-US" sz="1200" spc="-50" dirty="0">
                <a:latin typeface="Arial"/>
                <a:cs typeface="Arial"/>
              </a:rPr>
              <a:t> que </a:t>
            </a:r>
            <a:r>
              <a:rPr lang="en-US" sz="1200" spc="-50" dirty="0" err="1">
                <a:latin typeface="Arial"/>
                <a:cs typeface="Arial"/>
              </a:rPr>
              <a:t>generan</a:t>
            </a:r>
            <a:r>
              <a:rPr lang="en-US" sz="1200" spc="-50" dirty="0">
                <a:latin typeface="Arial"/>
                <a:cs typeface="Arial"/>
              </a:rPr>
              <a:t> mayor o </a:t>
            </a:r>
            <a:r>
              <a:rPr lang="en-US" sz="1200" spc="-50" dirty="0" err="1">
                <a:latin typeface="Arial"/>
                <a:cs typeface="Arial"/>
              </a:rPr>
              <a:t>menor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atención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en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el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votante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promedio</a:t>
            </a:r>
            <a:endParaRPr lang="en-US" sz="1200" spc="-5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endParaRPr lang="en-US" sz="1200" spc="-5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Estos</a:t>
            </a:r>
            <a:r>
              <a:rPr lang="en-US" sz="1200" spc="-50" dirty="0">
                <a:latin typeface="Arial"/>
                <a:cs typeface="Arial"/>
              </a:rPr>
              <a:t> son </a:t>
            </a:r>
            <a:r>
              <a:rPr lang="en-US" sz="1200" spc="-50" dirty="0" err="1">
                <a:latin typeface="Arial"/>
                <a:cs typeface="Arial"/>
              </a:rPr>
              <a:t>los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datos</a:t>
            </a:r>
            <a:r>
              <a:rPr lang="en-US" sz="1200" spc="-50" dirty="0">
                <a:latin typeface="Arial"/>
                <a:cs typeface="Arial"/>
              </a:rPr>
              <a:t> de </a:t>
            </a:r>
            <a:r>
              <a:rPr lang="en-US" sz="1200" spc="-50" dirty="0" err="1">
                <a:latin typeface="Arial"/>
                <a:cs typeface="Arial"/>
              </a:rPr>
              <a:t>partida</a:t>
            </a:r>
            <a:r>
              <a:rPr lang="en-US" sz="1200" spc="-50" dirty="0">
                <a:latin typeface="Arial"/>
                <a:cs typeface="Arial"/>
              </a:rPr>
              <a:t> 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CDD53-CEA2-FB60-C243-8D1D95669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19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61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Relacion</a:t>
            </a:r>
            <a:r>
              <a:rPr lang="en-US" dirty="0"/>
              <a:t> entre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la </a:t>
            </a:r>
            <a:r>
              <a:rPr lang="en-US" dirty="0" err="1"/>
              <a:t>tecnología</a:t>
            </a:r>
            <a:r>
              <a:rPr lang="en-US" dirty="0"/>
              <a:t> ante un </a:t>
            </a:r>
            <a:r>
              <a:rPr lang="en-US" dirty="0" err="1"/>
              <a:t>problema</a:t>
            </a:r>
            <a:r>
              <a:rPr lang="en-US" dirty="0"/>
              <a:t> de Big Data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04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endParaRPr lang="en-US" dirty="0"/>
          </a:p>
          <a:p>
            <a:endParaRPr lang="en-US" dirty="0"/>
          </a:p>
          <a:p>
            <a:r>
              <a:rPr lang="en-US" dirty="0"/>
              <a:t>Segundo element, </a:t>
            </a:r>
            <a:r>
              <a:rPr lang="en-US" dirty="0" err="1"/>
              <a:t>tecnologías</a:t>
            </a:r>
            <a:r>
              <a:rPr lang="en-US" dirty="0"/>
              <a:t> de bases de </a:t>
            </a:r>
            <a:r>
              <a:rPr lang="en-US" dirty="0" err="1"/>
              <a:t>datos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Tercero</a:t>
            </a:r>
            <a:r>
              <a:rPr lang="en-US" dirty="0"/>
              <a:t>, </a:t>
            </a:r>
            <a:r>
              <a:rPr lang="en-US" dirty="0" err="1"/>
              <a:t>tecnologías</a:t>
            </a:r>
            <a:r>
              <a:rPr lang="en-US" dirty="0"/>
              <a:t> para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conocimientos</a:t>
            </a:r>
            <a:r>
              <a:rPr lang="en-US" dirty="0"/>
              <a:t> y </a:t>
            </a:r>
            <a:r>
              <a:rPr lang="en-US" dirty="0" err="1"/>
              <a:t>analíticas</a:t>
            </a:r>
            <a:r>
              <a:rPr lang="en-US" dirty="0"/>
              <a:t> que son las que </a:t>
            </a:r>
            <a:r>
              <a:rPr lang="en-US" dirty="0" err="1"/>
              <a:t>trabajaremos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módulo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61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Hace</a:t>
            </a:r>
            <a:r>
              <a:rPr lang="en-US" dirty="0"/>
              <a:t> 10 </a:t>
            </a:r>
            <a:r>
              <a:rPr lang="en-US" dirty="0" err="1"/>
              <a:t>años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Antes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formatos</a:t>
            </a:r>
            <a:r>
              <a:rPr lang="en-US" dirty="0"/>
              <a:t> </a:t>
            </a:r>
            <a:r>
              <a:rPr lang="en-US" dirty="0" err="1"/>
              <a:t>eran</a:t>
            </a:r>
            <a:r>
              <a:rPr lang="en-US" dirty="0"/>
              <a:t> </a:t>
            </a:r>
            <a:r>
              <a:rPr lang="en-US" dirty="0" err="1"/>
              <a:t>limitados</a:t>
            </a:r>
            <a:r>
              <a:rPr lang="en-US" dirty="0"/>
              <a:t> y </a:t>
            </a:r>
            <a:r>
              <a:rPr lang="en-US" dirty="0" err="1"/>
              <a:t>reducidos</a:t>
            </a:r>
            <a:r>
              <a:rPr lang="en-US" dirty="0"/>
              <a:t> y </a:t>
            </a:r>
            <a:r>
              <a:rPr lang="en-US" dirty="0" err="1"/>
              <a:t>sacabamos</a:t>
            </a:r>
            <a:r>
              <a:rPr lang="en-US" dirty="0"/>
              <a:t> las conclusions a </a:t>
            </a:r>
            <a:r>
              <a:rPr lang="en-US" dirty="0" err="1"/>
              <a:t>través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sintéticos</a:t>
            </a:r>
            <a:r>
              <a:rPr lang="en-US" dirty="0"/>
              <a:t> con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simulación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Sensores</a:t>
            </a:r>
            <a:r>
              <a:rPr lang="en-US" dirty="0"/>
              <a:t> de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casas, </a:t>
            </a:r>
            <a:r>
              <a:rPr lang="en-US" dirty="0" err="1"/>
              <a:t>coches</a:t>
            </a:r>
            <a:r>
              <a:rPr lang="en-US" dirty="0"/>
              <a:t> </a:t>
            </a:r>
            <a:r>
              <a:rPr lang="en-US" dirty="0" err="1"/>
              <a:t>automáticos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y la </a:t>
            </a:r>
            <a:r>
              <a:rPr lang="en-US" dirty="0" err="1"/>
              <a:t>tecnología</a:t>
            </a:r>
            <a:r>
              <a:rPr lang="en-US" dirty="0"/>
              <a:t> ha </a:t>
            </a:r>
            <a:r>
              <a:rPr lang="en-US" dirty="0" err="1"/>
              <a:t>evolucionado</a:t>
            </a:r>
            <a:r>
              <a:rPr lang="en-US" dirty="0"/>
              <a:t> para ser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gestionar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cantidad</a:t>
            </a:r>
            <a:r>
              <a:rPr lang="en-US" dirty="0"/>
              <a:t> </a:t>
            </a:r>
            <a:r>
              <a:rPr lang="en-US" dirty="0" err="1"/>
              <a:t>ingente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30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 </a:t>
            </a:r>
            <a:r>
              <a:rPr lang="en-US" dirty="0" err="1"/>
              <a:t>eran</a:t>
            </a:r>
            <a:r>
              <a:rPr lang="en-US" dirty="0"/>
              <a:t> las BBDD </a:t>
            </a:r>
            <a:r>
              <a:rPr lang="en-US" dirty="0" err="1"/>
              <a:t>relaciones</a:t>
            </a:r>
            <a:r>
              <a:rPr lang="en-US" dirty="0"/>
              <a:t>, csv, </a:t>
            </a:r>
            <a:r>
              <a:rPr lang="en-US" dirty="0" err="1"/>
              <a:t>texto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dia</a:t>
            </a:r>
            <a:r>
              <a:rPr lang="en-US" dirty="0"/>
              <a:t> de hoy </a:t>
            </a:r>
            <a:r>
              <a:rPr lang="en-US" dirty="0" err="1"/>
              <a:t>pasa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Sistema de </a:t>
            </a:r>
            <a:r>
              <a:rPr lang="en-US" dirty="0" err="1"/>
              <a:t>informacion</a:t>
            </a:r>
            <a:r>
              <a:rPr lang="en-US" dirty="0"/>
              <a:t> </a:t>
            </a:r>
            <a:r>
              <a:rPr lang="en-US" dirty="0" err="1"/>
              <a:t>distribuida</a:t>
            </a:r>
            <a:r>
              <a:rPr lang="en-US" dirty="0"/>
              <a:t> – </a:t>
            </a:r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almacenamiento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distintas</a:t>
            </a:r>
            <a:r>
              <a:rPr lang="en-US" dirty="0"/>
              <a:t> </a:t>
            </a:r>
            <a:r>
              <a:rPr lang="en-US" dirty="0" err="1"/>
              <a:t>unidades</a:t>
            </a:r>
            <a:r>
              <a:rPr lang="en-US" dirty="0"/>
              <a:t> de </a:t>
            </a:r>
            <a:r>
              <a:rPr lang="en-US" dirty="0" err="1"/>
              <a:t>computo</a:t>
            </a:r>
            <a:r>
              <a:rPr lang="en-US" dirty="0"/>
              <a:t> </a:t>
            </a:r>
            <a:r>
              <a:rPr lang="en-US" dirty="0" err="1"/>
              <a:t>distribuidas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mundo</a:t>
            </a:r>
            <a:endParaRPr lang="en-US" dirty="0"/>
          </a:p>
          <a:p>
            <a:endParaRPr lang="en-US" dirty="0"/>
          </a:p>
          <a:p>
            <a:r>
              <a:rPr lang="en-US" dirty="0"/>
              <a:t>En la </a:t>
            </a:r>
            <a:r>
              <a:rPr lang="en-US" dirty="0" err="1"/>
              <a:t>nube</a:t>
            </a:r>
            <a:r>
              <a:rPr lang="en-US" dirty="0"/>
              <a:t> – </a:t>
            </a:r>
            <a:r>
              <a:rPr lang="en-US" dirty="0" err="1"/>
              <a:t>proveedores</a:t>
            </a:r>
            <a:r>
              <a:rPr lang="en-US" dirty="0"/>
              <a:t> </a:t>
            </a:r>
            <a:r>
              <a:rPr lang="en-US" dirty="0" err="1"/>
              <a:t>externos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acceso</a:t>
            </a:r>
            <a:r>
              <a:rPr lang="en-US" dirty="0"/>
              <a:t>, </a:t>
            </a:r>
            <a:r>
              <a:rPr lang="en-US" dirty="0" err="1"/>
              <a:t>manipulacion</a:t>
            </a:r>
            <a:r>
              <a:rPr lang="en-US" dirty="0"/>
              <a:t> y </a:t>
            </a:r>
            <a:r>
              <a:rPr lang="en-US" dirty="0" err="1"/>
              <a:t>procesamiento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Almacenes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veremos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Todo </a:t>
            </a:r>
            <a:r>
              <a:rPr lang="en-US" dirty="0" err="1"/>
              <a:t>esto</a:t>
            </a:r>
            <a:r>
              <a:rPr lang="en-US" dirty="0"/>
              <a:t> es gracias a NoSQL que es </a:t>
            </a:r>
            <a:r>
              <a:rPr lang="en-US" dirty="0" err="1"/>
              <a:t>una</a:t>
            </a:r>
            <a:r>
              <a:rPr lang="en-US" dirty="0"/>
              <a:t>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heterogéneas</a:t>
            </a:r>
            <a:r>
              <a:rPr lang="en-US" dirty="0"/>
              <a:t> que las BBDD </a:t>
            </a:r>
            <a:r>
              <a:rPr lang="en-US" dirty="0" err="1"/>
              <a:t>relaciones</a:t>
            </a:r>
            <a:r>
              <a:rPr lang="en-US" dirty="0"/>
              <a:t> no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almacenar</a:t>
            </a:r>
            <a:r>
              <a:rPr lang="en-US" dirty="0"/>
              <a:t> con la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flexididad</a:t>
            </a:r>
            <a:r>
              <a:rPr lang="en-US" dirty="0"/>
              <a:t>, </a:t>
            </a:r>
            <a:r>
              <a:rPr lang="en-US" dirty="0" err="1"/>
              <a:t>excalabilida</a:t>
            </a:r>
            <a:r>
              <a:rPr lang="en-US" dirty="0"/>
              <a:t> y </a:t>
            </a:r>
            <a:r>
              <a:rPr lang="en-US" dirty="0" err="1"/>
              <a:t>rendimiento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20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</a:t>
            </a:r>
            <a:r>
              <a:rPr lang="en-US" dirty="0" err="1"/>
              <a:t>en</a:t>
            </a:r>
            <a:r>
              <a:rPr lang="en-US" dirty="0"/>
              <a:t> día temenos </a:t>
            </a:r>
            <a:r>
              <a:rPr lang="en-US" dirty="0" err="1"/>
              <a:t>multiprocesador</a:t>
            </a:r>
            <a:r>
              <a:rPr lang="en-US" dirty="0"/>
              <a:t>, o </a:t>
            </a:r>
            <a:r>
              <a:rPr lang="en-US" dirty="0" err="1"/>
              <a:t>procesamiento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 y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real </a:t>
            </a:r>
          </a:p>
          <a:p>
            <a:endParaRPr lang="en-US" dirty="0"/>
          </a:p>
          <a:p>
            <a:r>
              <a:rPr lang="en-US" dirty="0" err="1"/>
              <a:t>Computacion</a:t>
            </a:r>
            <a:r>
              <a:rPr lang="en-US" dirty="0"/>
              <a:t> </a:t>
            </a:r>
            <a:r>
              <a:rPr lang="en-US" dirty="0" err="1"/>
              <a:t>paralela</a:t>
            </a:r>
            <a:r>
              <a:rPr lang="en-US" dirty="0"/>
              <a:t> </a:t>
            </a:r>
            <a:r>
              <a:rPr lang="en-US" dirty="0" err="1"/>
              <a:t>aprovecha</a:t>
            </a:r>
            <a:r>
              <a:rPr lang="en-US" dirty="0"/>
              <a:t> al </a:t>
            </a:r>
            <a:r>
              <a:rPr lang="en-US" dirty="0" err="1"/>
              <a:t>máximo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hilos</a:t>
            </a:r>
            <a:r>
              <a:rPr lang="en-US" dirty="0"/>
              <a:t> de </a:t>
            </a:r>
            <a:r>
              <a:rPr lang="en-US" dirty="0" err="1"/>
              <a:t>programacion</a:t>
            </a:r>
            <a:r>
              <a:rPr lang="en-US" dirty="0"/>
              <a:t> que </a:t>
            </a:r>
            <a:r>
              <a:rPr lang="en-US" dirty="0" err="1"/>
              <a:t>permite</a:t>
            </a:r>
            <a:r>
              <a:rPr lang="en-US" dirty="0"/>
              <a:t> un </a:t>
            </a:r>
            <a:r>
              <a:rPr lang="en-US" dirty="0" err="1"/>
              <a:t>ordenador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 </a:t>
            </a:r>
            <a:r>
              <a:rPr lang="en-US" dirty="0" err="1"/>
              <a:t>distribuida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red, que </a:t>
            </a:r>
            <a:r>
              <a:rPr lang="en-US" dirty="0" err="1"/>
              <a:t>somo</a:t>
            </a:r>
            <a:r>
              <a:rPr lang="en-US" dirty="0"/>
              <a:t> </a:t>
            </a:r>
            <a:r>
              <a:rPr lang="en-US" dirty="0" err="1"/>
              <a:t>capaces</a:t>
            </a:r>
            <a:r>
              <a:rPr lang="en-US" dirty="0"/>
              <a:t> de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distintos</a:t>
            </a:r>
            <a:r>
              <a:rPr lang="en-US" dirty="0"/>
              <a:t> pcs y </a:t>
            </a:r>
            <a:r>
              <a:rPr lang="en-US" dirty="0" err="1"/>
              <a:t>servidores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mundo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49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7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Veamos</a:t>
            </a:r>
            <a:r>
              <a:rPr lang="en-US" dirty="0"/>
              <a:t> </a:t>
            </a:r>
            <a:r>
              <a:rPr lang="en-US" dirty="0" err="1"/>
              <a:t>llos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tecnologías</a:t>
            </a:r>
            <a:r>
              <a:rPr lang="en-US" dirty="0"/>
              <a:t> </a:t>
            </a:r>
            <a:r>
              <a:rPr lang="en-US" dirty="0" err="1"/>
              <a:t>necesarias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ejemplo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60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</a:t>
            </a:r>
          </a:p>
          <a:p>
            <a:r>
              <a:rPr lang="en-US" dirty="0" err="1"/>
              <a:t>Conteo</a:t>
            </a:r>
            <a:r>
              <a:rPr lang="en-US" dirty="0"/>
              <a:t> de </a:t>
            </a:r>
            <a:r>
              <a:rPr lang="en-US" dirty="0" err="1"/>
              <a:t>vehiculos</a:t>
            </a:r>
            <a:r>
              <a:rPr lang="en-US" dirty="0"/>
              <a:t> que </a:t>
            </a:r>
            <a:r>
              <a:rPr lang="en-US" dirty="0" err="1"/>
              <a:t>pasan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semaforo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hroas</a:t>
            </a:r>
            <a:r>
              <a:rPr lang="en-US" dirty="0"/>
              <a:t>/</a:t>
            </a:r>
            <a:r>
              <a:rPr lang="en-US" dirty="0" err="1"/>
              <a:t>dias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numeric0</a:t>
            </a:r>
          </a:p>
          <a:p>
            <a:endParaRPr lang="en-US" dirty="0"/>
          </a:p>
          <a:p>
            <a:r>
              <a:rPr lang="en-US" dirty="0"/>
              <a:t>Hoy</a:t>
            </a:r>
          </a:p>
          <a:p>
            <a:r>
              <a:rPr lang="en-US" dirty="0"/>
              <a:t>Podemos </a:t>
            </a:r>
            <a:r>
              <a:rPr lang="en-US" dirty="0" err="1"/>
              <a:t>conocer</a:t>
            </a:r>
            <a:r>
              <a:rPr lang="en-US" dirty="0"/>
              <a:t> </a:t>
            </a:r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vehiculos</a:t>
            </a:r>
            <a:r>
              <a:rPr lang="en-US" dirty="0"/>
              <a:t> (sensors de </a:t>
            </a:r>
            <a:r>
              <a:rPr lang="en-US" dirty="0" err="1"/>
              <a:t>velocidad</a:t>
            </a:r>
            <a:r>
              <a:rPr lang="en-US" dirty="0"/>
              <a:t> para </a:t>
            </a:r>
            <a:r>
              <a:rPr lang="en-US" dirty="0" err="1"/>
              <a:t>activarlo</a:t>
            </a:r>
            <a:r>
              <a:rPr lang="en-US" dirty="0"/>
              <a:t>)</a:t>
            </a:r>
          </a:p>
          <a:p>
            <a:r>
              <a:rPr lang="en-US" dirty="0"/>
              <a:t>Datos </a:t>
            </a:r>
            <a:r>
              <a:rPr lang="en-US" dirty="0" err="1"/>
              <a:t>instantáneos</a:t>
            </a:r>
            <a:r>
              <a:rPr lang="en-US" dirty="0"/>
              <a:t> y </a:t>
            </a:r>
            <a:r>
              <a:rPr lang="en-US" dirty="0" err="1"/>
              <a:t>reales</a:t>
            </a:r>
            <a:endParaRPr lang="en-US" dirty="0"/>
          </a:p>
          <a:p>
            <a:r>
              <a:rPr lang="en-US" dirty="0"/>
              <a:t>Multiples </a:t>
            </a:r>
            <a:r>
              <a:rPr lang="en-US" dirty="0" err="1"/>
              <a:t>formatos</a:t>
            </a:r>
            <a:r>
              <a:rPr lang="en-US" dirty="0"/>
              <a:t> no solo de </a:t>
            </a:r>
            <a:r>
              <a:rPr lang="en-US" dirty="0" err="1"/>
              <a:t>vechiulos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imagen, </a:t>
            </a:r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Mayor </a:t>
            </a:r>
            <a:r>
              <a:rPr lang="en-US" dirty="0" err="1"/>
              <a:t>volumne</a:t>
            </a:r>
            <a:r>
              <a:rPr lang="en-US" dirty="0"/>
              <a:t> y </a:t>
            </a:r>
            <a:r>
              <a:rPr lang="en-US" dirty="0" err="1"/>
              <a:t>complejidad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8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</a:t>
            </a:r>
          </a:p>
          <a:p>
            <a:r>
              <a:rPr lang="en-US" dirty="0" err="1"/>
              <a:t>Texto</a:t>
            </a:r>
            <a:r>
              <a:rPr lang="en-US" dirty="0"/>
              <a:t> plano 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bbdd</a:t>
            </a:r>
            <a:r>
              <a:rPr lang="en-US" dirty="0"/>
              <a:t> </a:t>
            </a:r>
            <a:r>
              <a:rPr lang="en-US" dirty="0" err="1"/>
              <a:t>relacional</a:t>
            </a:r>
            <a:r>
              <a:rPr lang="en-US" dirty="0"/>
              <a:t> </a:t>
            </a:r>
            <a:r>
              <a:rPr lang="en-US" dirty="0" err="1"/>
              <a:t>almacenando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local o un </a:t>
            </a:r>
            <a:r>
              <a:rPr lang="en-US" dirty="0" err="1"/>
              <a:t>cliente</a:t>
            </a:r>
            <a:r>
              <a:rPr lang="en-US" dirty="0"/>
              <a:t>/</a:t>
            </a:r>
            <a:r>
              <a:rPr lang="en-US" dirty="0" err="1"/>
              <a:t>servidor</a:t>
            </a:r>
            <a:r>
              <a:rPr lang="en-US" dirty="0"/>
              <a:t> </a:t>
            </a:r>
            <a:r>
              <a:rPr lang="en-US" dirty="0" err="1"/>
              <a:t>tradicional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Hoy</a:t>
            </a:r>
          </a:p>
          <a:p>
            <a:r>
              <a:rPr lang="en-US" dirty="0"/>
              <a:t>Datos NoSQL y </a:t>
            </a:r>
            <a:r>
              <a:rPr lang="en-US" dirty="0" err="1"/>
              <a:t>almacenamiento</a:t>
            </a:r>
            <a:r>
              <a:rPr lang="en-US" dirty="0"/>
              <a:t> </a:t>
            </a:r>
            <a:r>
              <a:rPr lang="en-US" dirty="0" err="1"/>
              <a:t>distribuido</a:t>
            </a:r>
            <a:r>
              <a:rPr lang="en-US" dirty="0"/>
              <a:t> para </a:t>
            </a:r>
            <a:r>
              <a:rPr lang="en-US" dirty="0" err="1"/>
              <a:t>acceso</a:t>
            </a:r>
            <a:r>
              <a:rPr lang="en-US" dirty="0"/>
              <a:t> y </a:t>
            </a:r>
            <a:r>
              <a:rPr lang="en-US" dirty="0" err="1"/>
              <a:t>procesamiento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9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</a:t>
            </a:r>
          </a:p>
          <a:p>
            <a:r>
              <a:rPr lang="en-US" dirty="0"/>
              <a:t>Off-line y </a:t>
            </a:r>
            <a:r>
              <a:rPr lang="en-US" dirty="0" err="1"/>
              <a:t>secuencial</a:t>
            </a:r>
            <a:r>
              <a:rPr lang="en-US" dirty="0"/>
              <a:t> </a:t>
            </a:r>
            <a:r>
              <a:rPr lang="en-US" dirty="0" err="1"/>
              <a:t>probablemente</a:t>
            </a:r>
            <a:r>
              <a:rPr lang="en-US" dirty="0"/>
              <a:t> se </a:t>
            </a:r>
            <a:r>
              <a:rPr lang="en-US" dirty="0" err="1"/>
              <a:t>recolectarín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x </a:t>
            </a:r>
            <a:r>
              <a:rPr lang="en-US" dirty="0" err="1"/>
              <a:t>tiempo</a:t>
            </a:r>
            <a:r>
              <a:rPr lang="en-US" dirty="0"/>
              <a:t> y luego se </a:t>
            </a:r>
            <a:r>
              <a:rPr lang="en-US" dirty="0" err="1"/>
              <a:t>procesarían</a:t>
            </a:r>
            <a:endParaRPr lang="en-US" dirty="0"/>
          </a:p>
          <a:p>
            <a:endParaRPr lang="en-US" dirty="0"/>
          </a:p>
          <a:p>
            <a:r>
              <a:rPr lang="en-US" dirty="0"/>
              <a:t>Hoy </a:t>
            </a:r>
          </a:p>
          <a:p>
            <a:r>
              <a:rPr lang="en-US" dirty="0"/>
              <a:t>Los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mientras</a:t>
            </a:r>
            <a:r>
              <a:rPr lang="en-US" dirty="0"/>
              <a:t> se </a:t>
            </a:r>
            <a:r>
              <a:rPr lang="en-US" dirty="0" err="1"/>
              <a:t>generan</a:t>
            </a:r>
            <a:r>
              <a:rPr lang="en-US" dirty="0"/>
              <a:t> </a:t>
            </a:r>
            <a:r>
              <a:rPr lang="en-US" dirty="0" err="1"/>
              <a:t>pudiendo</a:t>
            </a:r>
            <a:r>
              <a:rPr lang="en-US" dirty="0"/>
              <a:t> producer </a:t>
            </a:r>
            <a:r>
              <a:rPr lang="en-US" dirty="0" err="1"/>
              <a:t>cambios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real </a:t>
            </a:r>
            <a:r>
              <a:rPr lang="en-US" dirty="0" err="1"/>
              <a:t>dentro</a:t>
            </a:r>
            <a:r>
              <a:rPr lang="en-US" dirty="0"/>
              <a:t> del </a:t>
            </a:r>
            <a:r>
              <a:rPr lang="en-US" dirty="0" err="1"/>
              <a:t>sistema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42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55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F0E7-5EF0-3EFF-DF1C-882C4E50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1D4CA-EBC4-8738-4189-A02A5C97D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DF29C-B412-125D-4C4F-5078D1A0C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mas sensors y </a:t>
            </a:r>
            <a:r>
              <a:rPr lang="en-US" dirty="0" err="1"/>
              <a:t>fáicles</a:t>
            </a:r>
            <a:r>
              <a:rPr lang="en-US" dirty="0"/>
              <a:t> de </a:t>
            </a:r>
            <a:r>
              <a:rPr lang="en-US" dirty="0" err="1"/>
              <a:t>conseguir</a:t>
            </a:r>
            <a:r>
              <a:rPr lang="en-US" dirty="0"/>
              <a:t> - 12 meses</a:t>
            </a:r>
          </a:p>
          <a:p>
            <a:endParaRPr lang="en-US" dirty="0"/>
          </a:p>
          <a:p>
            <a:r>
              <a:rPr lang="en-US" dirty="0" err="1"/>
              <a:t>Tecnología</a:t>
            </a:r>
            <a:r>
              <a:rPr lang="en-US" dirty="0"/>
              <a:t>, mas </a:t>
            </a:r>
            <a:r>
              <a:rPr lang="en-US" dirty="0" err="1"/>
              <a:t>lenta</a:t>
            </a:r>
            <a:r>
              <a:rPr lang="en-US" dirty="0"/>
              <a:t> </a:t>
            </a:r>
            <a:r>
              <a:rPr lang="en-US" dirty="0" err="1"/>
              <a:t>validando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,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programacion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E60EB-E215-DB7C-0BA7-F0BB31D9C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9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Volumen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  <a:p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cuanto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tardan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procesarse</a:t>
            </a:r>
            <a:endParaRPr lang="en-US" dirty="0"/>
          </a:p>
          <a:p>
            <a:r>
              <a:rPr lang="en-US" dirty="0" err="1"/>
              <a:t>Variedad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tipos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30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Volumen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  <a:p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cuanto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tardan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procesarse</a:t>
            </a:r>
            <a:endParaRPr lang="en-US" dirty="0"/>
          </a:p>
          <a:p>
            <a:r>
              <a:rPr lang="en-US" dirty="0" err="1"/>
              <a:t>Variedad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tipos</a:t>
            </a:r>
            <a:r>
              <a:rPr lang="en-US" dirty="0"/>
              <a:t> </a:t>
            </a:r>
          </a:p>
          <a:p>
            <a:r>
              <a:rPr lang="en-US" dirty="0" err="1"/>
              <a:t>Validez</a:t>
            </a:r>
            <a:r>
              <a:rPr lang="en-US" dirty="0"/>
              <a:t>, precision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trabajamos</a:t>
            </a:r>
            <a:endParaRPr lang="en-US" dirty="0"/>
          </a:p>
          <a:p>
            <a:r>
              <a:rPr lang="en-US" dirty="0" err="1"/>
              <a:t>Volatilidad</a:t>
            </a:r>
            <a:r>
              <a:rPr lang="en-US" dirty="0"/>
              <a:t>, </a:t>
            </a:r>
            <a:r>
              <a:rPr lang="en-US" dirty="0" err="1"/>
              <a:t>cuanto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hay que </a:t>
            </a:r>
            <a:r>
              <a:rPr lang="en-US" dirty="0" err="1"/>
              <a:t>almacenar</a:t>
            </a:r>
            <a:r>
              <a:rPr lang="en-US" dirty="0"/>
              <a:t> para ser </a:t>
            </a:r>
            <a:r>
              <a:rPr lang="en-US" dirty="0" err="1"/>
              <a:t>útiles</a:t>
            </a:r>
            <a:r>
              <a:rPr lang="en-US" dirty="0"/>
              <a:t> y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borrar</a:t>
            </a:r>
            <a:endParaRPr lang="en-US" dirty="0"/>
          </a:p>
          <a:p>
            <a:r>
              <a:rPr lang="en-US" dirty="0"/>
              <a:t>Valor, </a:t>
            </a:r>
            <a:r>
              <a:rPr lang="en-US" dirty="0" err="1"/>
              <a:t>potencialmente</a:t>
            </a:r>
            <a:r>
              <a:rPr lang="en-US" dirty="0"/>
              <a:t> buenos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uso</a:t>
            </a:r>
            <a:endParaRPr lang="en-US" dirty="0"/>
          </a:p>
          <a:p>
            <a:r>
              <a:rPr lang="en-US" dirty="0" err="1"/>
              <a:t>Variabilidad</a:t>
            </a:r>
            <a:r>
              <a:rPr lang="en-US" dirty="0"/>
              <a:t>, </a:t>
            </a:r>
            <a:r>
              <a:rPr lang="en-US" dirty="0" err="1"/>
              <a:t>frente</a:t>
            </a:r>
            <a:r>
              <a:rPr lang="en-US" dirty="0"/>
              <a:t> a la </a:t>
            </a:r>
            <a:r>
              <a:rPr lang="en-US" dirty="0" err="1"/>
              <a:t>variedad</a:t>
            </a:r>
            <a:r>
              <a:rPr lang="en-US" dirty="0"/>
              <a:t> (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formatos</a:t>
            </a:r>
            <a:r>
              <a:rPr lang="en-US" dirty="0"/>
              <a:t>)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de variables o </a:t>
            </a:r>
            <a:r>
              <a:rPr lang="en-US" dirty="0" err="1"/>
              <a:t>complejidad</a:t>
            </a:r>
            <a:endParaRPr lang="en-US" dirty="0"/>
          </a:p>
          <a:p>
            <a:r>
              <a:rPr lang="en-US" dirty="0" err="1"/>
              <a:t>Veracidad</a:t>
            </a:r>
            <a:r>
              <a:rPr lang="en-US" dirty="0"/>
              <a:t>, </a:t>
            </a:r>
            <a:r>
              <a:rPr lang="en-US" dirty="0" err="1"/>
              <a:t>confiabilidad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origen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endParaRPr lang="en-US" dirty="0"/>
          </a:p>
          <a:p>
            <a:endParaRPr lang="en-US" dirty="0"/>
          </a:p>
          <a:p>
            <a:r>
              <a:rPr lang="en-US" dirty="0"/>
              <a:t>Que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faltaría</a:t>
            </a:r>
            <a:r>
              <a:rPr lang="en-US" dirty="0"/>
              <a:t>?</a:t>
            </a:r>
          </a:p>
          <a:p>
            <a:r>
              <a:rPr lang="en-US" dirty="0" err="1"/>
              <a:t>Visualización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39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Veremos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modulo y las </a:t>
            </a:r>
            <a:r>
              <a:rPr lang="en-US" dirty="0" err="1"/>
              <a:t>desarrollaremos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próximas</a:t>
            </a:r>
            <a:r>
              <a:rPr lang="en-US" dirty="0"/>
              <a:t> Semanas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681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en-US" dirty="0" err="1"/>
              <a:t>desventajas</a:t>
            </a:r>
            <a:r>
              <a:rPr lang="en-US" dirty="0"/>
              <a:t> </a:t>
            </a:r>
            <a:r>
              <a:rPr lang="en-US" dirty="0" err="1"/>
              <a:t>escalibilidad</a:t>
            </a:r>
            <a:r>
              <a:rPr lang="en-US" dirty="0"/>
              <a:t> y </a:t>
            </a:r>
            <a:r>
              <a:rPr lang="en-US" dirty="0" err="1"/>
              <a:t>rendimiento</a:t>
            </a:r>
            <a:r>
              <a:rPr lang="en-US" dirty="0"/>
              <a:t> para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volúmenes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1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NoSQL </a:t>
            </a:r>
            <a:r>
              <a:rPr lang="en-US" dirty="0" err="1"/>
              <a:t>diseñado</a:t>
            </a:r>
            <a:r>
              <a:rPr lang="en-US" dirty="0"/>
              <a:t> para </a:t>
            </a:r>
            <a:r>
              <a:rPr lang="en-US" dirty="0" err="1"/>
              <a:t>almacenar</a:t>
            </a:r>
            <a:r>
              <a:rPr lang="en-US" dirty="0"/>
              <a:t> y </a:t>
            </a:r>
            <a:r>
              <a:rPr lang="en-US" dirty="0" err="1"/>
              <a:t>gestionar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la </a:t>
            </a:r>
            <a:r>
              <a:rPr lang="en-US" dirty="0" err="1"/>
              <a:t>teoría</a:t>
            </a:r>
            <a:r>
              <a:rPr lang="en-US" dirty="0"/>
              <a:t> de </a:t>
            </a:r>
            <a:r>
              <a:rPr lang="en-US" dirty="0" err="1"/>
              <a:t>grafos</a:t>
            </a:r>
            <a:r>
              <a:rPr lang="en-US" dirty="0"/>
              <a:t>,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0" u="none" strike="noStrike" dirty="0" err="1">
                <a:effectLst/>
                <a:latin typeface="Google Sans"/>
              </a:rPr>
              <a:t>nodos</a:t>
            </a:r>
            <a:r>
              <a:rPr lang="en-US" dirty="0"/>
              <a:t> (</a:t>
            </a:r>
            <a:r>
              <a:rPr lang="en-US" dirty="0" err="1"/>
              <a:t>entidades</a:t>
            </a:r>
            <a:r>
              <a:rPr lang="en-US" dirty="0"/>
              <a:t>), </a:t>
            </a:r>
            <a:r>
              <a:rPr lang="en-US" b="0" u="none" strike="noStrike" dirty="0" err="1">
                <a:effectLst/>
                <a:latin typeface="Google Sans"/>
              </a:rPr>
              <a:t>aristas</a:t>
            </a:r>
            <a:r>
              <a:rPr lang="en-US" dirty="0"/>
              <a:t> (</a:t>
            </a:r>
            <a:r>
              <a:rPr lang="en-US" dirty="0" err="1"/>
              <a:t>relaciones</a:t>
            </a:r>
            <a:r>
              <a:rPr lang="en-US" dirty="0"/>
              <a:t>) y </a:t>
            </a:r>
            <a:r>
              <a:rPr lang="en-US" b="0" u="none" strike="noStrike" dirty="0" err="1">
                <a:effectLst/>
                <a:latin typeface="Google Sans"/>
              </a:rPr>
              <a:t>propiedades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0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529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fucniondel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aplicacion</a:t>
            </a:r>
            <a:r>
              <a:rPr lang="en-US" dirty="0"/>
              <a:t> no es </a:t>
            </a:r>
            <a:r>
              <a:rPr lang="en-US" dirty="0" err="1"/>
              <a:t>óptimo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70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218E-06D9-021E-5D2A-2D5BA0DA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744F5-1260-24EB-3E6E-6C3B5ABFB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B05E8-B2E5-3DD4-EC47-D4B4BF05E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fucniondel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aplicacion</a:t>
            </a:r>
            <a:r>
              <a:rPr lang="en-US" dirty="0"/>
              <a:t> no es </a:t>
            </a:r>
            <a:r>
              <a:rPr lang="en-US" dirty="0" err="1"/>
              <a:t>óptimo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Escalabilidad</a:t>
            </a:r>
            <a:r>
              <a:rPr lang="en-US" dirty="0"/>
              <a:t>, </a:t>
            </a:r>
            <a:r>
              <a:rPr lang="en-US" dirty="0" err="1"/>
              <a:t>mientras</a:t>
            </a:r>
            <a:r>
              <a:rPr lang="en-US" dirty="0"/>
              <a:t> mayor volume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dejar</a:t>
            </a:r>
            <a:r>
              <a:rPr lang="en-US" dirty="0"/>
              <a:t> de </a:t>
            </a:r>
            <a:r>
              <a:rPr lang="en-US" dirty="0" err="1"/>
              <a:t>funcionar</a:t>
            </a:r>
            <a:r>
              <a:rPr lang="en-US" dirty="0"/>
              <a:t> con </a:t>
            </a:r>
            <a:r>
              <a:rPr lang="en-US" dirty="0" err="1"/>
              <a:t>velocidad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89AF3-0CAD-BFB0-C231-1DCF2E6B9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087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0A69D-A432-4732-2748-4C2B9F68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C296D-15D2-F971-4853-141326335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917D7-9A3D-9F3B-23A1-5D879B864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fucniondel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aplicacion</a:t>
            </a:r>
            <a:r>
              <a:rPr lang="en-US" dirty="0"/>
              <a:t> no es </a:t>
            </a:r>
            <a:r>
              <a:rPr lang="en-US" dirty="0" err="1"/>
              <a:t>óptimo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Escalabilidad</a:t>
            </a:r>
            <a:r>
              <a:rPr lang="en-US" dirty="0"/>
              <a:t>, </a:t>
            </a:r>
            <a:r>
              <a:rPr lang="en-US" dirty="0" err="1"/>
              <a:t>mientras</a:t>
            </a:r>
            <a:r>
              <a:rPr lang="en-US" dirty="0"/>
              <a:t> mayor volume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dejar</a:t>
            </a:r>
            <a:r>
              <a:rPr lang="en-US" dirty="0"/>
              <a:t> de </a:t>
            </a:r>
            <a:r>
              <a:rPr lang="en-US" dirty="0" err="1"/>
              <a:t>funcionar</a:t>
            </a:r>
            <a:r>
              <a:rPr lang="en-US" dirty="0"/>
              <a:t> con </a:t>
            </a:r>
            <a:r>
              <a:rPr lang="en-US" dirty="0" err="1"/>
              <a:t>velocidad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Flexibilidad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estrcuturas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945B4-02C3-ABD5-5701-61B1FD89A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910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BI </a:t>
            </a:r>
            <a:r>
              <a:rPr lang="en-US" dirty="0" err="1"/>
              <a:t>trata</a:t>
            </a:r>
            <a:r>
              <a:rPr lang="en-US" dirty="0"/>
              <a:t> de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inegradas</a:t>
            </a:r>
            <a:r>
              <a:rPr lang="en-US" dirty="0"/>
              <a:t> para </a:t>
            </a:r>
            <a:r>
              <a:rPr lang="en-US" dirty="0" err="1"/>
              <a:t>trabajar</a:t>
            </a:r>
            <a:r>
              <a:rPr lang="en-US" dirty="0"/>
              <a:t> con </a:t>
            </a:r>
            <a:r>
              <a:rPr lang="en-US" dirty="0" err="1"/>
              <a:t>datos</a:t>
            </a:r>
            <a:r>
              <a:rPr lang="en-US" dirty="0"/>
              <a:t> heterogenous para </a:t>
            </a:r>
            <a:r>
              <a:rPr lang="en-US" dirty="0" err="1"/>
              <a:t>almanecanorlos</a:t>
            </a:r>
            <a:r>
              <a:rPr lang="en-US" dirty="0"/>
              <a:t> </a:t>
            </a:r>
            <a:r>
              <a:rPr lang="en-US" dirty="0" err="1"/>
              <a:t>procesarlos</a:t>
            </a:r>
            <a:r>
              <a:rPr lang="en-US" dirty="0"/>
              <a:t> y </a:t>
            </a:r>
            <a:r>
              <a:rPr lang="en-US" dirty="0" err="1"/>
              <a:t>tomar</a:t>
            </a:r>
            <a:r>
              <a:rPr lang="en-US" dirty="0"/>
              <a:t> decisions con </a:t>
            </a:r>
            <a:r>
              <a:rPr lang="en-US" dirty="0" err="1"/>
              <a:t>ellos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18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19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FE61E-3390-EDC0-A4EC-5CA98A51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FA7A8-B596-180D-A3C2-9205492FC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8ADFF-1DD6-6A47-4BC2-FF5AC8F91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D1BFE-B94F-7781-0FD2-8AC605044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871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Procesamiento</a:t>
            </a:r>
            <a:r>
              <a:rPr lang="en-US" dirty="0"/>
              <a:t> de </a:t>
            </a:r>
            <a:r>
              <a:rPr lang="en-US" dirty="0" err="1"/>
              <a:t>analisi</a:t>
            </a:r>
            <a:r>
              <a:rPr lang="en-US" dirty="0"/>
              <a:t> online</a:t>
            </a:r>
          </a:p>
          <a:p>
            <a:r>
              <a:rPr lang="en-US" dirty="0"/>
              <a:t>Las </a:t>
            </a:r>
            <a:r>
              <a:rPr lang="en-US" dirty="0" err="1"/>
              <a:t>consultas</a:t>
            </a:r>
            <a:r>
              <a:rPr lang="en-US" dirty="0"/>
              <a:t> son mas </a:t>
            </a:r>
            <a:r>
              <a:rPr lang="en-US" dirty="0" err="1"/>
              <a:t>elbaoradas</a:t>
            </a:r>
            <a:r>
              <a:rPr lang="en-US" dirty="0"/>
              <a:t> y </a:t>
            </a:r>
            <a:r>
              <a:rPr lang="en-US" dirty="0" err="1"/>
              <a:t>complejas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visualizacion</a:t>
            </a:r>
            <a:r>
              <a:rPr lang="en-US" dirty="0"/>
              <a:t> </a:t>
            </a:r>
            <a:r>
              <a:rPr lang="en-US" dirty="0" err="1"/>
              <a:t>avanzada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04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C5C0-297D-EF10-34B6-E32294A83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C81AA-3993-BDA3-0DFB-383FFD191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1A000-357E-8B84-CDC4-D034C86C8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B7F75-C9B0-B24A-597B-387EB5F85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020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Ciencias</a:t>
            </a:r>
            <a:r>
              <a:rPr lang="en-US" dirty="0"/>
              <a:t> de la </a:t>
            </a:r>
            <a:r>
              <a:rPr lang="en-US" dirty="0" err="1"/>
              <a:t>salud</a:t>
            </a:r>
            <a:endParaRPr lang="en-US" dirty="0"/>
          </a:p>
          <a:p>
            <a:r>
              <a:rPr lang="en-US" dirty="0" err="1"/>
              <a:t>Demografía</a:t>
            </a:r>
            <a:endParaRPr lang="en-US" dirty="0"/>
          </a:p>
          <a:p>
            <a:r>
              <a:rPr lang="en-US" dirty="0" err="1"/>
              <a:t>Ciencias</a:t>
            </a:r>
            <a:r>
              <a:rPr lang="en-US" dirty="0"/>
              <a:t> </a:t>
            </a:r>
            <a:r>
              <a:rPr lang="en-US" dirty="0" err="1"/>
              <a:t>sociales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527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básico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bases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documentales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Muy </a:t>
            </a:r>
            <a:r>
              <a:rPr lang="en-US" dirty="0" err="1"/>
              <a:t>útil</a:t>
            </a:r>
            <a:r>
              <a:rPr lang="en-US" dirty="0"/>
              <a:t> para </a:t>
            </a:r>
            <a:r>
              <a:rPr lang="en-US" dirty="0" err="1"/>
              <a:t>intengrar</a:t>
            </a:r>
            <a:r>
              <a:rPr lang="en-US" dirty="0"/>
              <a:t> </a:t>
            </a:r>
            <a:r>
              <a:rPr lang="en-US" dirty="0" err="1"/>
              <a:t>aplicaciones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766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165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XML </a:t>
            </a:r>
            <a:r>
              <a:rPr lang="en-US" dirty="0" err="1"/>
              <a:t>permite</a:t>
            </a:r>
            <a:r>
              <a:rPr lang="en-US" dirty="0"/>
              <a:t> las </a:t>
            </a:r>
            <a:r>
              <a:rPr lang="en-US" dirty="0" err="1"/>
              <a:t>etiquetas</a:t>
            </a:r>
            <a:r>
              <a:rPr lang="en-US" dirty="0"/>
              <a:t> </a:t>
            </a:r>
            <a:r>
              <a:rPr lang="en-US" dirty="0" err="1"/>
              <a:t>definidas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de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mientras</a:t>
            </a:r>
            <a:r>
              <a:rPr lang="en-US" dirty="0"/>
              <a:t>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del document DTD </a:t>
            </a:r>
            <a:r>
              <a:rPr lang="en-US"/>
              <a:t>- ) es </a:t>
            </a:r>
            <a:r>
              <a:rPr lang="en-US" dirty="0"/>
              <a:t>un conjunto de </a:t>
            </a:r>
            <a:r>
              <a:rPr lang="en-US" dirty="0" err="1"/>
              <a:t>reglas</a:t>
            </a:r>
            <a:r>
              <a:rPr lang="en-US" dirty="0"/>
              <a:t> que define la </a:t>
            </a:r>
            <a:r>
              <a:rPr lang="en-US" dirty="0" err="1"/>
              <a:t>estructura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permitidos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y la </a:t>
            </a:r>
            <a:r>
              <a:rPr lang="en-US" dirty="0" err="1"/>
              <a:t>jerarquía</a:t>
            </a:r>
            <a:r>
              <a:rPr lang="en-US" dirty="0"/>
              <a:t> de un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b="0" u="none" strike="noStrike" dirty="0">
                <a:effectLst/>
                <a:latin typeface="Google Sans"/>
                <a:hlinkClick r:id="rId3"/>
              </a:rPr>
              <a:t>XML DTD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030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Muy </a:t>
            </a:r>
            <a:r>
              <a:rPr lang="en-US" dirty="0" err="1"/>
              <a:t>utilizado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aplicaciones</a:t>
            </a:r>
            <a:r>
              <a:rPr lang="en-US" dirty="0"/>
              <a:t> WEB y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comunicacion</a:t>
            </a:r>
            <a:r>
              <a:rPr lang="en-US" dirty="0"/>
              <a:t> entre front end y back end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Soporte</a:t>
            </a:r>
            <a:r>
              <a:rPr lang="en-US" dirty="0"/>
              <a:t> a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incluso</a:t>
            </a:r>
            <a:r>
              <a:rPr lang="en-US" dirty="0"/>
              <a:t> </a:t>
            </a:r>
            <a:r>
              <a:rPr lang="en-US" dirty="0" err="1"/>
              <a:t>vectores</a:t>
            </a:r>
            <a:r>
              <a:rPr lang="en-US" dirty="0"/>
              <a:t> y matrices, arrays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85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131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511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1200" spc="-185" dirty="0" err="1">
                <a:latin typeface="Arial"/>
                <a:cs typeface="Arial"/>
              </a:rPr>
              <a:t>Búsqueda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40" dirty="0">
                <a:latin typeface="Arial"/>
                <a:cs typeface="Arial"/>
              </a:rPr>
              <a:t>de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60" dirty="0" err="1">
                <a:latin typeface="Arial"/>
                <a:cs typeface="Arial"/>
              </a:rPr>
              <a:t>caminos</a:t>
            </a:r>
            <a:r>
              <a:rPr lang="en-US" sz="1200" spc="-120" dirty="0">
                <a:latin typeface="Arial"/>
                <a:cs typeface="Arial"/>
              </a:rPr>
              <a:t> </a:t>
            </a:r>
            <a:r>
              <a:rPr lang="en-US" sz="1200" spc="-90" dirty="0" err="1">
                <a:latin typeface="Arial"/>
                <a:cs typeface="Arial"/>
              </a:rPr>
              <a:t>mínimos</a:t>
            </a:r>
            <a:r>
              <a:rPr lang="en-US" sz="1200" spc="-90" dirty="0">
                <a:latin typeface="Arial"/>
                <a:cs typeface="Arial"/>
              </a:rPr>
              <a:t> – camion de </a:t>
            </a:r>
            <a:r>
              <a:rPr lang="en-US" sz="1200" spc="-90" dirty="0" err="1">
                <a:latin typeface="Arial"/>
                <a:cs typeface="Arial"/>
              </a:rPr>
              <a:t>reparto</a:t>
            </a:r>
            <a:r>
              <a:rPr lang="en-US" sz="1200" spc="-90" dirty="0">
                <a:latin typeface="Arial"/>
                <a:cs typeface="Arial"/>
              </a:rPr>
              <a:t> para </a:t>
            </a:r>
            <a:r>
              <a:rPr lang="en-US" sz="1200" spc="-90" dirty="0" err="1">
                <a:latin typeface="Arial"/>
                <a:cs typeface="Arial"/>
              </a:rPr>
              <a:t>minizar</a:t>
            </a:r>
            <a:r>
              <a:rPr lang="en-US" sz="1200" spc="-90" dirty="0">
                <a:latin typeface="Arial"/>
                <a:cs typeface="Arial"/>
              </a:rPr>
              <a:t> la </a:t>
            </a:r>
            <a:r>
              <a:rPr lang="en-US" sz="1200" spc="-90" dirty="0" err="1">
                <a:latin typeface="Arial"/>
                <a:cs typeface="Arial"/>
              </a:rPr>
              <a:t>distancia</a:t>
            </a:r>
            <a:r>
              <a:rPr lang="en-US" sz="1200" spc="-90" dirty="0">
                <a:latin typeface="Arial"/>
                <a:cs typeface="Arial"/>
              </a:rPr>
              <a:t> </a:t>
            </a:r>
            <a:r>
              <a:rPr lang="en-US" sz="1200" spc="-90" dirty="0" err="1">
                <a:latin typeface="Arial"/>
                <a:cs typeface="Arial"/>
              </a:rPr>
              <a:t>recorrida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lang="en-US" sz="1200" spc="-190" dirty="0" err="1">
                <a:latin typeface="Arial"/>
                <a:cs typeface="Arial"/>
              </a:rPr>
              <a:t>Síntesis</a:t>
            </a:r>
            <a:r>
              <a:rPr lang="en-US" sz="1200" spc="-120" dirty="0">
                <a:latin typeface="Arial"/>
                <a:cs typeface="Arial"/>
              </a:rPr>
              <a:t> </a:t>
            </a:r>
            <a:r>
              <a:rPr lang="en-US" sz="1200" spc="-140" dirty="0">
                <a:latin typeface="Arial"/>
                <a:cs typeface="Arial"/>
              </a:rPr>
              <a:t>de</a:t>
            </a:r>
            <a:r>
              <a:rPr lang="en-US" sz="1200" spc="-125" dirty="0">
                <a:latin typeface="Arial"/>
                <a:cs typeface="Arial"/>
              </a:rPr>
              <a:t> </a:t>
            </a:r>
            <a:r>
              <a:rPr lang="en-US" sz="1200" spc="-10" dirty="0" err="1">
                <a:latin typeface="Arial"/>
                <a:cs typeface="Arial"/>
              </a:rPr>
              <a:t>circuitos</a:t>
            </a:r>
            <a:r>
              <a:rPr lang="en-US" sz="1200" spc="-10" dirty="0">
                <a:latin typeface="Arial"/>
                <a:cs typeface="Arial"/>
              </a:rPr>
              <a:t> – </a:t>
            </a:r>
            <a:r>
              <a:rPr lang="en-US" sz="1200" spc="-10" dirty="0" err="1">
                <a:latin typeface="Arial"/>
                <a:cs typeface="Arial"/>
              </a:rPr>
              <a:t>fabriacion</a:t>
            </a:r>
            <a:r>
              <a:rPr lang="en-US" sz="1200" spc="-10" dirty="0">
                <a:latin typeface="Arial"/>
                <a:cs typeface="Arial"/>
              </a:rPr>
              <a:t> de microchips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lang="en-US" sz="1200" spc="-265" dirty="0">
                <a:latin typeface="Arial"/>
                <a:cs typeface="Arial"/>
              </a:rPr>
              <a:t>Redes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40" dirty="0">
                <a:latin typeface="Arial"/>
                <a:cs typeface="Arial"/>
              </a:rPr>
              <a:t>de </a:t>
            </a:r>
            <a:r>
              <a:rPr lang="en-US" sz="1200" spc="-75" dirty="0">
                <a:latin typeface="Arial"/>
                <a:cs typeface="Arial"/>
              </a:rPr>
              <a:t>Comunicaciones – </a:t>
            </a:r>
            <a:r>
              <a:rPr lang="en-US" sz="1200" spc="-75" dirty="0" err="1">
                <a:latin typeface="Arial"/>
                <a:cs typeface="Arial"/>
              </a:rPr>
              <a:t>analísis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nodos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comunicación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lang="en-US" sz="1200" spc="-160" dirty="0" err="1">
                <a:latin typeface="Arial"/>
                <a:cs typeface="Arial"/>
              </a:rPr>
              <a:t>Análisis</a:t>
            </a:r>
            <a:r>
              <a:rPr lang="en-US" sz="1200" spc="-95" dirty="0">
                <a:latin typeface="Arial"/>
                <a:cs typeface="Arial"/>
              </a:rPr>
              <a:t> </a:t>
            </a:r>
            <a:r>
              <a:rPr lang="en-US" sz="1200" spc="-145" dirty="0">
                <a:latin typeface="Arial"/>
                <a:cs typeface="Arial"/>
              </a:rPr>
              <a:t>de</a:t>
            </a:r>
            <a:r>
              <a:rPr lang="en-US" sz="1200" spc="-105" dirty="0">
                <a:latin typeface="Arial"/>
                <a:cs typeface="Arial"/>
              </a:rPr>
              <a:t> </a:t>
            </a:r>
            <a:r>
              <a:rPr lang="en-US" sz="1200" spc="-165" dirty="0">
                <a:latin typeface="Arial"/>
                <a:cs typeface="Arial"/>
              </a:rPr>
              <a:t>redes</a:t>
            </a:r>
            <a:r>
              <a:rPr lang="en-US" sz="1200" spc="-90" dirty="0">
                <a:latin typeface="Arial"/>
                <a:cs typeface="Arial"/>
              </a:rPr>
              <a:t> </a:t>
            </a:r>
            <a:r>
              <a:rPr lang="en-US" sz="1200" spc="-35" dirty="0" err="1">
                <a:latin typeface="Arial"/>
                <a:cs typeface="Arial"/>
              </a:rPr>
              <a:t>sociales</a:t>
            </a:r>
            <a:r>
              <a:rPr lang="en-US" sz="1200" spc="-35" dirty="0">
                <a:latin typeface="Arial"/>
                <a:cs typeface="Arial"/>
              </a:rPr>
              <a:t> – </a:t>
            </a:r>
            <a:r>
              <a:rPr lang="en-US" sz="1200" spc="-35" dirty="0" err="1">
                <a:latin typeface="Arial"/>
                <a:cs typeface="Arial"/>
              </a:rPr>
              <a:t>Encontrar</a:t>
            </a:r>
            <a:r>
              <a:rPr lang="en-US" sz="1200" spc="-35" dirty="0">
                <a:latin typeface="Arial"/>
                <a:cs typeface="Arial"/>
              </a:rPr>
              <a:t> personas </a:t>
            </a:r>
            <a:r>
              <a:rPr lang="en-US" sz="1200" spc="-35" dirty="0" err="1">
                <a:latin typeface="Arial"/>
                <a:cs typeface="Arial"/>
              </a:rPr>
              <a:t>representaticas</a:t>
            </a:r>
            <a:r>
              <a:rPr lang="en-US" sz="1200" spc="-35" dirty="0">
                <a:latin typeface="Arial"/>
                <a:cs typeface="Arial"/>
              </a:rPr>
              <a:t> o influencers para </a:t>
            </a:r>
            <a:r>
              <a:rPr lang="en-US" sz="1200" spc="-35" dirty="0" err="1">
                <a:latin typeface="Arial"/>
                <a:cs typeface="Arial"/>
              </a:rPr>
              <a:t>realizar</a:t>
            </a:r>
            <a:r>
              <a:rPr lang="en-US" sz="1200" spc="-35" dirty="0">
                <a:latin typeface="Arial"/>
                <a:cs typeface="Arial"/>
              </a:rPr>
              <a:t> </a:t>
            </a:r>
            <a:r>
              <a:rPr lang="en-US" sz="1200" spc="-35" dirty="0" err="1">
                <a:latin typeface="Arial"/>
                <a:cs typeface="Arial"/>
              </a:rPr>
              <a:t>campañas</a:t>
            </a:r>
            <a:r>
              <a:rPr lang="en-US" sz="1200" spc="-35" dirty="0">
                <a:latin typeface="Arial"/>
                <a:cs typeface="Arial"/>
              </a:rPr>
              <a:t>, </a:t>
            </a:r>
            <a:r>
              <a:rPr lang="en-US" sz="1200" spc="-35" dirty="0" err="1">
                <a:latin typeface="Arial"/>
                <a:cs typeface="Arial"/>
              </a:rPr>
              <a:t>etc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123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808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165" dirty="0" err="1">
                <a:latin typeface="Arial"/>
                <a:cs typeface="Arial"/>
              </a:rPr>
              <a:t>Grafo</a:t>
            </a:r>
            <a:r>
              <a:rPr lang="en-US" sz="1200" spc="-120" dirty="0">
                <a:latin typeface="Arial"/>
                <a:cs typeface="Arial"/>
              </a:rPr>
              <a:t> </a:t>
            </a:r>
            <a:r>
              <a:rPr lang="en-US" sz="1200" spc="-100" dirty="0">
                <a:latin typeface="Arial"/>
                <a:cs typeface="Arial"/>
              </a:rPr>
              <a:t>no</a:t>
            </a:r>
            <a:r>
              <a:rPr lang="en-US" sz="1200" spc="-114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dirigido</a:t>
            </a:r>
            <a:r>
              <a:rPr lang="en-US" sz="1200" spc="-45" dirty="0">
                <a:latin typeface="Arial"/>
                <a:cs typeface="Arial"/>
              </a:rPr>
              <a:t> – En FB </a:t>
            </a:r>
            <a:r>
              <a:rPr lang="en-US" sz="1200" spc="-45" dirty="0" err="1">
                <a:latin typeface="Arial"/>
                <a:cs typeface="Arial"/>
              </a:rPr>
              <a:t>los</a:t>
            </a:r>
            <a:r>
              <a:rPr lang="en-US" sz="1200" spc="-45" dirty="0">
                <a:latin typeface="Arial"/>
                <a:cs typeface="Arial"/>
              </a:rPr>
              <a:t> enlaces que </a:t>
            </a:r>
            <a:r>
              <a:rPr lang="en-US" sz="1200" spc="-45" dirty="0" err="1">
                <a:latin typeface="Arial"/>
                <a:cs typeface="Arial"/>
              </a:rPr>
              <a:t>conectan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los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nodos</a:t>
            </a:r>
            <a:r>
              <a:rPr lang="en-US" sz="1200" spc="-45" dirty="0">
                <a:latin typeface="Arial"/>
                <a:cs typeface="Arial"/>
              </a:rPr>
              <a:t> no </a:t>
            </a:r>
            <a:r>
              <a:rPr lang="en-US" sz="1200" spc="-45" dirty="0" err="1">
                <a:latin typeface="Arial"/>
                <a:cs typeface="Arial"/>
              </a:rPr>
              <a:t>tienen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dirección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ni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fecha</a:t>
            </a:r>
            <a:r>
              <a:rPr lang="en-US" sz="1200" spc="-45" dirty="0">
                <a:latin typeface="Arial"/>
                <a:cs typeface="Arial"/>
              </a:rPr>
              <a:t>, </a:t>
            </a:r>
            <a:r>
              <a:rPr lang="en-US" sz="1200" spc="-45" dirty="0" err="1">
                <a:latin typeface="Arial"/>
                <a:cs typeface="Arial"/>
              </a:rPr>
              <a:t>en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este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ejemplo</a:t>
            </a:r>
            <a:r>
              <a:rPr lang="en-US" sz="1200" spc="-45" dirty="0">
                <a:latin typeface="Arial"/>
                <a:cs typeface="Arial"/>
              </a:rPr>
              <a:t> de la Amistad, </a:t>
            </a:r>
            <a:r>
              <a:rPr lang="en-US" sz="1200" spc="-45" dirty="0" err="1">
                <a:latin typeface="Arial"/>
                <a:cs typeface="Arial"/>
              </a:rPr>
              <a:t>si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lucia</a:t>
            </a:r>
            <a:r>
              <a:rPr lang="en-US" sz="1200" spc="-45" dirty="0">
                <a:latin typeface="Arial"/>
                <a:cs typeface="Arial"/>
              </a:rPr>
              <a:t> es amiga de Alicia a </a:t>
            </a:r>
            <a:r>
              <a:rPr lang="en-US" sz="1200" spc="-45" dirty="0" err="1">
                <a:latin typeface="Arial"/>
                <a:cs typeface="Arial"/>
              </a:rPr>
              <a:t>su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vez</a:t>
            </a:r>
            <a:r>
              <a:rPr lang="en-US" sz="1200" spc="-45" dirty="0">
                <a:latin typeface="Arial"/>
                <a:cs typeface="Arial"/>
              </a:rPr>
              <a:t> Alicia es amiga de </a:t>
            </a:r>
            <a:r>
              <a:rPr lang="en-US" sz="1200" spc="-45" dirty="0" err="1">
                <a:latin typeface="Arial"/>
                <a:cs typeface="Arial"/>
              </a:rPr>
              <a:t>lucia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también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723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422C-1A82-3488-B2EE-A40FFDFC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6EAE1-7FF2-11B3-27B7-D86C4CC62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0D355-1394-A1D5-6474-7970C86DC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165" dirty="0" err="1">
                <a:latin typeface="Arial"/>
                <a:cs typeface="Arial"/>
              </a:rPr>
              <a:t>Grafo</a:t>
            </a:r>
            <a:r>
              <a:rPr lang="en-US" sz="1200" spc="-120" dirty="0">
                <a:latin typeface="Arial"/>
                <a:cs typeface="Arial"/>
              </a:rPr>
              <a:t> </a:t>
            </a:r>
            <a:r>
              <a:rPr lang="en-US" sz="1200" spc="-100" dirty="0">
                <a:latin typeface="Arial"/>
                <a:cs typeface="Arial"/>
              </a:rPr>
              <a:t>no</a:t>
            </a:r>
            <a:r>
              <a:rPr lang="en-US" sz="1200" spc="-114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dirigido</a:t>
            </a:r>
            <a:r>
              <a:rPr lang="en-US" sz="1200" spc="-45" dirty="0">
                <a:latin typeface="Arial"/>
                <a:cs typeface="Arial"/>
              </a:rPr>
              <a:t> – En FB </a:t>
            </a:r>
            <a:r>
              <a:rPr lang="en-US" sz="1200" spc="-45" dirty="0" err="1">
                <a:latin typeface="Arial"/>
                <a:cs typeface="Arial"/>
              </a:rPr>
              <a:t>los</a:t>
            </a:r>
            <a:r>
              <a:rPr lang="en-US" sz="1200" spc="-45" dirty="0">
                <a:latin typeface="Arial"/>
                <a:cs typeface="Arial"/>
              </a:rPr>
              <a:t> enlaces que </a:t>
            </a:r>
            <a:r>
              <a:rPr lang="en-US" sz="1200" spc="-45" dirty="0" err="1">
                <a:latin typeface="Arial"/>
                <a:cs typeface="Arial"/>
              </a:rPr>
              <a:t>conectan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los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nodos</a:t>
            </a:r>
            <a:r>
              <a:rPr lang="en-US" sz="1200" spc="-45" dirty="0">
                <a:latin typeface="Arial"/>
                <a:cs typeface="Arial"/>
              </a:rPr>
              <a:t> no </a:t>
            </a:r>
            <a:r>
              <a:rPr lang="en-US" sz="1200" spc="-45" dirty="0" err="1">
                <a:latin typeface="Arial"/>
                <a:cs typeface="Arial"/>
              </a:rPr>
              <a:t>tienen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dirección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ni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fecha</a:t>
            </a:r>
            <a:r>
              <a:rPr lang="en-US" sz="1200" spc="-45" dirty="0">
                <a:latin typeface="Arial"/>
                <a:cs typeface="Arial"/>
              </a:rPr>
              <a:t>, </a:t>
            </a:r>
            <a:r>
              <a:rPr lang="en-US" sz="1200" spc="-45" dirty="0" err="1">
                <a:latin typeface="Arial"/>
                <a:cs typeface="Arial"/>
              </a:rPr>
              <a:t>en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este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ejemplo</a:t>
            </a:r>
            <a:r>
              <a:rPr lang="en-US" sz="1200" spc="-45" dirty="0">
                <a:latin typeface="Arial"/>
                <a:cs typeface="Arial"/>
              </a:rPr>
              <a:t> de la Amistad, </a:t>
            </a:r>
            <a:r>
              <a:rPr lang="en-US" sz="1200" spc="-45" dirty="0" err="1">
                <a:latin typeface="Arial"/>
                <a:cs typeface="Arial"/>
              </a:rPr>
              <a:t>si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lucia</a:t>
            </a:r>
            <a:r>
              <a:rPr lang="en-US" sz="1200" spc="-45" dirty="0">
                <a:latin typeface="Arial"/>
                <a:cs typeface="Arial"/>
              </a:rPr>
              <a:t> es amiga de Alicia a </a:t>
            </a:r>
            <a:r>
              <a:rPr lang="en-US" sz="1200" spc="-45" dirty="0" err="1">
                <a:latin typeface="Arial"/>
                <a:cs typeface="Arial"/>
              </a:rPr>
              <a:t>su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 dirty="0" err="1">
                <a:latin typeface="Arial"/>
                <a:cs typeface="Arial"/>
              </a:rPr>
              <a:t>vez</a:t>
            </a:r>
            <a:r>
              <a:rPr lang="en-US" sz="1200" spc="-45" dirty="0">
                <a:latin typeface="Arial"/>
                <a:cs typeface="Arial"/>
              </a:rPr>
              <a:t> Alicia es amiga de </a:t>
            </a:r>
            <a:r>
              <a:rPr lang="en-US" sz="1200" spc="-45" dirty="0" err="1">
                <a:latin typeface="Arial"/>
                <a:cs typeface="Arial"/>
              </a:rPr>
              <a:t>lucia</a:t>
            </a:r>
            <a:r>
              <a:rPr lang="en-US" sz="1200" spc="-45" dirty="0">
                <a:latin typeface="Arial"/>
                <a:cs typeface="Arial"/>
              </a:rPr>
              <a:t> </a:t>
            </a:r>
            <a:r>
              <a:rPr lang="en-US" sz="1200" spc="-45">
                <a:latin typeface="Arial"/>
                <a:cs typeface="Arial"/>
              </a:rPr>
              <a:t>también</a:t>
            </a:r>
            <a:endParaRPr lang="en-US" sz="120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61E7D-BB5B-2EBD-657F-3B762C86F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941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39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39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6284" y="253491"/>
            <a:ext cx="2192020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284" y="253491"/>
            <a:ext cx="2245995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4084" y="1475739"/>
            <a:ext cx="4112259" cy="160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mailto:Robercuadra@gmail.com" TargetMode="External"/><Relationship Id="rId2" Type="http://schemas.openxmlformats.org/officeDocument/2006/relationships/hyperlink" Target="mailto:Nuriadel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xml/xml_va" TargetMode="External"/><Relationship Id="rId2" Type="http://schemas.openxmlformats.org/officeDocument/2006/relationships/hyperlink" Target="http://www.xmlvalidation.com/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jpg"/><Relationship Id="rId4" Type="http://schemas.openxmlformats.org/officeDocument/2006/relationships/image" Target="../media/image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mailto:Robercuadra@gmail.com" TargetMode="External"/><Relationship Id="rId2" Type="http://schemas.openxmlformats.org/officeDocument/2006/relationships/hyperlink" Target="mailto:Nuriadel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nvertjson.com/json-to-" TargetMode="External"/><Relationship Id="rId2" Type="http://schemas.openxmlformats.org/officeDocument/2006/relationships/hyperlink" Target="http://www.freeformatter.com/json-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works.com/produc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-1905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 algn="just">
              <a:lnSpc>
                <a:spcPct val="79300"/>
              </a:lnSpc>
              <a:spcBef>
                <a:spcPts val="1090"/>
              </a:spcBef>
            </a:pPr>
            <a:r>
              <a:rPr spc="-20" dirty="0"/>
              <a:t>Toma</a:t>
            </a:r>
            <a:r>
              <a:rPr spc="-114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decisiones: </a:t>
            </a:r>
            <a:r>
              <a:rPr dirty="0"/>
              <a:t>datos,</a:t>
            </a:r>
            <a:r>
              <a:rPr spc="-65" dirty="0"/>
              <a:t> </a:t>
            </a:r>
            <a:r>
              <a:rPr dirty="0"/>
              <a:t>información</a:t>
            </a:r>
            <a:r>
              <a:rPr spc="-65" dirty="0"/>
              <a:t> </a:t>
            </a:r>
            <a:r>
              <a:rPr spc="-50" dirty="0"/>
              <a:t>y </a:t>
            </a:r>
            <a:r>
              <a:rPr spc="-10" dirty="0"/>
              <a:t>conocimiento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  <a:p>
            <a:pPr marL="513715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El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problema: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892296" y="1615439"/>
            <a:ext cx="5252085" cy="3528060"/>
            <a:chOff x="3892296" y="1615439"/>
            <a:chExt cx="5252085" cy="35280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2296" y="1615439"/>
              <a:ext cx="4364736" cy="27188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0E27A8-250B-987E-6CE1-30E6D080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0978CD-F8AA-70D4-DCC2-F3DFB6C64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  <a:p>
            <a:pPr marL="513715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El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problema:</a:t>
            </a:r>
            <a:endParaRPr sz="280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8AE246E-63D5-7340-5A9E-E9A67736355F}"/>
              </a:ext>
            </a:extLst>
          </p:cNvPr>
          <p:cNvGrpSpPr/>
          <p:nvPr/>
        </p:nvGrpSpPr>
        <p:grpSpPr>
          <a:xfrm>
            <a:off x="3892296" y="1615439"/>
            <a:ext cx="5252085" cy="3528060"/>
            <a:chOff x="3892296" y="1615439"/>
            <a:chExt cx="5252085" cy="352806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B8CAE6A-FD66-728A-CB11-9318C748C676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E1F20A9-9F21-46ED-9742-D958ACF53F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2296" y="1615439"/>
              <a:ext cx="4364736" cy="2718816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E97A839-B565-EF27-042E-2C38EC00543D}"/>
              </a:ext>
            </a:extLst>
          </p:cNvPr>
          <p:cNvSpPr txBox="1"/>
          <p:nvPr/>
        </p:nvSpPr>
        <p:spPr>
          <a:xfrm>
            <a:off x="3354595" y="561339"/>
            <a:ext cx="47066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420" dirty="0">
                <a:latin typeface="Arial"/>
                <a:cs typeface="Arial"/>
              </a:rPr>
              <a:t>¿Es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usuario/a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Twitter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un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919CDA2-E7EE-3DBD-5446-AAB12FA3009A}"/>
              </a:ext>
            </a:extLst>
          </p:cNvPr>
          <p:cNvSpPr txBox="1"/>
          <p:nvPr/>
        </p:nvSpPr>
        <p:spPr>
          <a:xfrm>
            <a:off x="3640345" y="853947"/>
            <a:ext cx="1381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latin typeface="Arial"/>
                <a:cs typeface="Arial"/>
              </a:rPr>
              <a:t>indeciso?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788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 dirty="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2559A2-4567-56E5-26AA-4136A7E1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D1B32A-ECD5-1D40-10B7-3A5687A1553E}"/>
              </a:ext>
            </a:extLst>
          </p:cNvPr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12AE6A-304B-6DF3-2C8C-4D07C9B5F00B}"/>
              </a:ext>
            </a:extLst>
          </p:cNvPr>
          <p:cNvSpPr txBox="1"/>
          <p:nvPr/>
        </p:nvSpPr>
        <p:spPr>
          <a:xfrm>
            <a:off x="3344302" y="390651"/>
            <a:ext cx="2846705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Heterogéneos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93A8B6-FD11-DE4A-8797-1EE47AF36DB7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3B77E1A-1412-83E9-B0C5-3EE953A3B1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6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4E0509-79F7-7F2D-709D-CDA247CDD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F539AD-AD30-A28B-EA90-6F70FC123CBA}"/>
              </a:ext>
            </a:extLst>
          </p:cNvPr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BF18193-2927-BA46-E0F7-D12B45701DFE}"/>
              </a:ext>
            </a:extLst>
          </p:cNvPr>
          <p:cNvSpPr txBox="1"/>
          <p:nvPr/>
        </p:nvSpPr>
        <p:spPr>
          <a:xfrm>
            <a:off x="3344302" y="390651"/>
            <a:ext cx="2846705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Heterogéneos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30" dirty="0" err="1">
                <a:latin typeface="Arial"/>
                <a:cs typeface="Arial"/>
              </a:rPr>
              <a:t>Desestructurados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78D7FA-FF0E-D7A1-010B-378FD69B2FC5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5E406A1-B944-A42F-8727-A0F3E43130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1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96556B-CCBB-8484-1F00-25CF98AD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06A02E-0E4A-FE96-F74D-E7BB5D892558}"/>
              </a:ext>
            </a:extLst>
          </p:cNvPr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8635A1-8E29-ABDE-EDB0-2149AA4B805E}"/>
              </a:ext>
            </a:extLst>
          </p:cNvPr>
          <p:cNvSpPr txBox="1"/>
          <p:nvPr/>
        </p:nvSpPr>
        <p:spPr>
          <a:xfrm>
            <a:off x="3344302" y="390651"/>
            <a:ext cx="284670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Heterogéneos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Desestructurados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50" dirty="0">
                <a:latin typeface="Arial"/>
                <a:cs typeface="Arial"/>
              </a:rPr>
              <a:t>Dinámicos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13AA300-4440-1867-4851-67A23BBE409A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E41904E-B147-2391-68F8-3718AF03675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8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952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información: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47863" y="2124297"/>
            <a:ext cx="5796657" cy="3019436"/>
            <a:chOff x="3347863" y="2124297"/>
            <a:chExt cx="5796657" cy="3019436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7863" y="2124297"/>
              <a:ext cx="5040630" cy="2679700"/>
            </a:xfrm>
            <a:custGeom>
              <a:avLst/>
              <a:gdLst/>
              <a:ahLst/>
              <a:cxnLst/>
              <a:rect l="l" t="t" r="r" b="b"/>
              <a:pathLst>
                <a:path w="5040630" h="2679700">
                  <a:moveTo>
                    <a:pt x="5040560" y="0"/>
                  </a:moveTo>
                  <a:lnTo>
                    <a:pt x="0" y="0"/>
                  </a:lnTo>
                  <a:lnTo>
                    <a:pt x="0" y="2679700"/>
                  </a:lnTo>
                  <a:lnTo>
                    <a:pt x="3904851" y="2679700"/>
                  </a:lnTo>
                  <a:lnTo>
                    <a:pt x="3890278" y="2667000"/>
                  </a:lnTo>
                  <a:lnTo>
                    <a:pt x="3879609" y="2654300"/>
                  </a:lnTo>
                  <a:lnTo>
                    <a:pt x="3873054" y="2628900"/>
                  </a:lnTo>
                  <a:lnTo>
                    <a:pt x="3870822" y="2616200"/>
                  </a:lnTo>
                  <a:lnTo>
                    <a:pt x="3872084" y="2603500"/>
                  </a:lnTo>
                  <a:lnTo>
                    <a:pt x="3875808" y="2590800"/>
                  </a:lnTo>
                  <a:lnTo>
                    <a:pt x="3881906" y="2578100"/>
                  </a:lnTo>
                  <a:lnTo>
                    <a:pt x="3890289" y="2565400"/>
                  </a:lnTo>
                  <a:lnTo>
                    <a:pt x="3855510" y="2527300"/>
                  </a:lnTo>
                  <a:lnTo>
                    <a:pt x="3825000" y="2489200"/>
                  </a:lnTo>
                  <a:lnTo>
                    <a:pt x="3798872" y="2451100"/>
                  </a:lnTo>
                  <a:lnTo>
                    <a:pt x="3777240" y="2413000"/>
                  </a:lnTo>
                  <a:lnTo>
                    <a:pt x="3760218" y="2362200"/>
                  </a:lnTo>
                  <a:lnTo>
                    <a:pt x="3747918" y="2324100"/>
                  </a:lnTo>
                  <a:lnTo>
                    <a:pt x="3740455" y="2273300"/>
                  </a:lnTo>
                  <a:lnTo>
                    <a:pt x="3737942" y="2235200"/>
                  </a:lnTo>
                  <a:lnTo>
                    <a:pt x="3740651" y="2184400"/>
                  </a:lnTo>
                  <a:lnTo>
                    <a:pt x="3748703" y="2133600"/>
                  </a:lnTo>
                  <a:lnTo>
                    <a:pt x="3761987" y="2095500"/>
                  </a:lnTo>
                  <a:lnTo>
                    <a:pt x="3780390" y="2044700"/>
                  </a:lnTo>
                  <a:lnTo>
                    <a:pt x="3803801" y="2006600"/>
                  </a:lnTo>
                  <a:lnTo>
                    <a:pt x="3832109" y="1955800"/>
                  </a:lnTo>
                  <a:lnTo>
                    <a:pt x="3865202" y="1917700"/>
                  </a:lnTo>
                  <a:lnTo>
                    <a:pt x="3902968" y="1879600"/>
                  </a:lnTo>
                  <a:lnTo>
                    <a:pt x="3945295" y="1854200"/>
                  </a:lnTo>
                  <a:lnTo>
                    <a:pt x="3982830" y="1816100"/>
                  </a:lnTo>
                  <a:lnTo>
                    <a:pt x="4022402" y="1803400"/>
                  </a:lnTo>
                  <a:lnTo>
                    <a:pt x="4063865" y="1778000"/>
                  </a:lnTo>
                  <a:lnTo>
                    <a:pt x="4107070" y="1752600"/>
                  </a:lnTo>
                  <a:lnTo>
                    <a:pt x="4198117" y="1727200"/>
                  </a:lnTo>
                  <a:lnTo>
                    <a:pt x="4294361" y="1701800"/>
                  </a:lnTo>
                  <a:lnTo>
                    <a:pt x="4344063" y="1701800"/>
                  </a:lnTo>
                  <a:lnTo>
                    <a:pt x="4394621" y="1689100"/>
                  </a:lnTo>
                  <a:lnTo>
                    <a:pt x="5040560" y="1689100"/>
                  </a:lnTo>
                  <a:lnTo>
                    <a:pt x="5040560" y="0"/>
                  </a:lnTo>
                  <a:close/>
                </a:path>
                <a:path w="5040630" h="2679700">
                  <a:moveTo>
                    <a:pt x="4124359" y="2527300"/>
                  </a:moveTo>
                  <a:lnTo>
                    <a:pt x="4009806" y="2527300"/>
                  </a:lnTo>
                  <a:lnTo>
                    <a:pt x="4031442" y="2540000"/>
                  </a:lnTo>
                  <a:lnTo>
                    <a:pt x="4051374" y="2540000"/>
                  </a:lnTo>
                  <a:lnTo>
                    <a:pt x="4069100" y="2552700"/>
                  </a:lnTo>
                  <a:lnTo>
                    <a:pt x="4083671" y="2565400"/>
                  </a:lnTo>
                  <a:lnTo>
                    <a:pt x="4094336" y="2578100"/>
                  </a:lnTo>
                  <a:lnTo>
                    <a:pt x="4100887" y="2603500"/>
                  </a:lnTo>
                  <a:lnTo>
                    <a:pt x="4103117" y="2616200"/>
                  </a:lnTo>
                  <a:lnTo>
                    <a:pt x="4100887" y="2628900"/>
                  </a:lnTo>
                  <a:lnTo>
                    <a:pt x="4094336" y="2654300"/>
                  </a:lnTo>
                  <a:lnTo>
                    <a:pt x="4083671" y="2667000"/>
                  </a:lnTo>
                  <a:lnTo>
                    <a:pt x="4069100" y="2679700"/>
                  </a:lnTo>
                  <a:lnTo>
                    <a:pt x="4711816" y="2679700"/>
                  </a:lnTo>
                  <a:lnTo>
                    <a:pt x="4810531" y="2641600"/>
                  </a:lnTo>
                  <a:lnTo>
                    <a:pt x="4860787" y="2616200"/>
                  </a:lnTo>
                  <a:lnTo>
                    <a:pt x="4339874" y="2616200"/>
                  </a:lnTo>
                  <a:lnTo>
                    <a:pt x="4333945" y="2603500"/>
                  </a:lnTo>
                  <a:lnTo>
                    <a:pt x="4331770" y="2590800"/>
                  </a:lnTo>
                  <a:lnTo>
                    <a:pt x="4331770" y="2552700"/>
                  </a:lnTo>
                  <a:lnTo>
                    <a:pt x="4156210" y="2552700"/>
                  </a:lnTo>
                  <a:lnTo>
                    <a:pt x="4124359" y="2527300"/>
                  </a:lnTo>
                  <a:close/>
                </a:path>
                <a:path w="5040630" h="2679700">
                  <a:moveTo>
                    <a:pt x="5040560" y="2527300"/>
                  </a:moveTo>
                  <a:lnTo>
                    <a:pt x="5035288" y="2527300"/>
                  </a:lnTo>
                  <a:lnTo>
                    <a:pt x="5015267" y="2552700"/>
                  </a:lnTo>
                  <a:lnTo>
                    <a:pt x="4993779" y="2578100"/>
                  </a:lnTo>
                  <a:lnTo>
                    <a:pt x="4970843" y="2590800"/>
                  </a:lnTo>
                  <a:lnTo>
                    <a:pt x="4946479" y="2616200"/>
                  </a:lnTo>
                  <a:lnTo>
                    <a:pt x="4920900" y="2628900"/>
                  </a:lnTo>
                  <a:lnTo>
                    <a:pt x="4894335" y="2654300"/>
                  </a:lnTo>
                  <a:lnTo>
                    <a:pt x="4866833" y="2667000"/>
                  </a:lnTo>
                  <a:lnTo>
                    <a:pt x="4838443" y="2679700"/>
                  </a:lnTo>
                  <a:lnTo>
                    <a:pt x="5040560" y="2679700"/>
                  </a:lnTo>
                  <a:lnTo>
                    <a:pt x="5040560" y="2527300"/>
                  </a:lnTo>
                  <a:close/>
                </a:path>
                <a:path w="5040630" h="2679700">
                  <a:moveTo>
                    <a:pt x="4010264" y="2654300"/>
                  </a:moveTo>
                  <a:lnTo>
                    <a:pt x="3963680" y="2654300"/>
                  </a:lnTo>
                  <a:lnTo>
                    <a:pt x="3975011" y="2667000"/>
                  </a:lnTo>
                  <a:lnTo>
                    <a:pt x="3998931" y="2667000"/>
                  </a:lnTo>
                  <a:lnTo>
                    <a:pt x="4010264" y="2654300"/>
                  </a:lnTo>
                  <a:close/>
                </a:path>
                <a:path w="5040630" h="2679700">
                  <a:moveTo>
                    <a:pt x="4043207" y="2628900"/>
                  </a:moveTo>
                  <a:lnTo>
                    <a:pt x="3930732" y="2628900"/>
                  </a:lnTo>
                  <a:lnTo>
                    <a:pt x="3936320" y="2641600"/>
                  </a:lnTo>
                  <a:lnTo>
                    <a:pt x="3943954" y="2654300"/>
                  </a:lnTo>
                  <a:lnTo>
                    <a:pt x="4029985" y="2654300"/>
                  </a:lnTo>
                  <a:lnTo>
                    <a:pt x="4037619" y="2641600"/>
                  </a:lnTo>
                  <a:lnTo>
                    <a:pt x="4043207" y="2628900"/>
                  </a:lnTo>
                  <a:close/>
                </a:path>
                <a:path w="5040630" h="2679700">
                  <a:moveTo>
                    <a:pt x="4046640" y="2603500"/>
                  </a:moveTo>
                  <a:lnTo>
                    <a:pt x="3927299" y="2603500"/>
                  </a:lnTo>
                  <a:lnTo>
                    <a:pt x="3926131" y="2616200"/>
                  </a:lnTo>
                  <a:lnTo>
                    <a:pt x="3927299" y="2628900"/>
                  </a:lnTo>
                  <a:lnTo>
                    <a:pt x="4046640" y="2628900"/>
                  </a:lnTo>
                  <a:lnTo>
                    <a:pt x="4047808" y="2616200"/>
                  </a:lnTo>
                  <a:lnTo>
                    <a:pt x="4046640" y="2603500"/>
                  </a:lnTo>
                  <a:close/>
                </a:path>
                <a:path w="5040630" h="2679700">
                  <a:moveTo>
                    <a:pt x="4822673" y="1905000"/>
                  </a:moveTo>
                  <a:lnTo>
                    <a:pt x="4731292" y="1905000"/>
                  </a:lnTo>
                  <a:lnTo>
                    <a:pt x="4740436" y="1917700"/>
                  </a:lnTo>
                  <a:lnTo>
                    <a:pt x="4867935" y="2006600"/>
                  </a:lnTo>
                  <a:lnTo>
                    <a:pt x="4870852" y="2019300"/>
                  </a:lnTo>
                  <a:lnTo>
                    <a:pt x="4870862" y="2032000"/>
                  </a:lnTo>
                  <a:lnTo>
                    <a:pt x="4867946" y="2032000"/>
                  </a:lnTo>
                  <a:lnTo>
                    <a:pt x="4825157" y="2070100"/>
                  </a:lnTo>
                  <a:lnTo>
                    <a:pt x="4838439" y="2082800"/>
                  </a:lnTo>
                  <a:lnTo>
                    <a:pt x="4850046" y="2108200"/>
                  </a:lnTo>
                  <a:lnTo>
                    <a:pt x="4859960" y="2120900"/>
                  </a:lnTo>
                  <a:lnTo>
                    <a:pt x="4868162" y="2146300"/>
                  </a:lnTo>
                  <a:lnTo>
                    <a:pt x="4941135" y="2146300"/>
                  </a:lnTo>
                  <a:lnTo>
                    <a:pt x="4947061" y="2159000"/>
                  </a:lnTo>
                  <a:lnTo>
                    <a:pt x="4949234" y="2159000"/>
                  </a:lnTo>
                  <a:lnTo>
                    <a:pt x="4949234" y="2298700"/>
                  </a:lnTo>
                  <a:lnTo>
                    <a:pt x="4947061" y="2311400"/>
                  </a:lnTo>
                  <a:lnTo>
                    <a:pt x="4932345" y="2311400"/>
                  </a:lnTo>
                  <a:lnTo>
                    <a:pt x="4921580" y="2324100"/>
                  </a:lnTo>
                  <a:lnTo>
                    <a:pt x="4868172" y="2324100"/>
                  </a:lnTo>
                  <a:lnTo>
                    <a:pt x="4859969" y="2336800"/>
                  </a:lnTo>
                  <a:lnTo>
                    <a:pt x="4850052" y="2362200"/>
                  </a:lnTo>
                  <a:lnTo>
                    <a:pt x="4838441" y="2374900"/>
                  </a:lnTo>
                  <a:lnTo>
                    <a:pt x="4825157" y="2400300"/>
                  </a:lnTo>
                  <a:lnTo>
                    <a:pt x="4862965" y="2425700"/>
                  </a:lnTo>
                  <a:lnTo>
                    <a:pt x="4869036" y="2438400"/>
                  </a:lnTo>
                  <a:lnTo>
                    <a:pt x="4871060" y="2438400"/>
                  </a:lnTo>
                  <a:lnTo>
                    <a:pt x="4869036" y="2451100"/>
                  </a:lnTo>
                  <a:lnTo>
                    <a:pt x="4862965" y="2451100"/>
                  </a:lnTo>
                  <a:lnTo>
                    <a:pt x="4735563" y="2552700"/>
                  </a:lnTo>
                  <a:lnTo>
                    <a:pt x="4559993" y="2552700"/>
                  </a:lnTo>
                  <a:lnTo>
                    <a:pt x="4559993" y="2590800"/>
                  </a:lnTo>
                  <a:lnTo>
                    <a:pt x="4557820" y="2603500"/>
                  </a:lnTo>
                  <a:lnTo>
                    <a:pt x="4551894" y="2616200"/>
                  </a:lnTo>
                  <a:lnTo>
                    <a:pt x="4860787" y="2616200"/>
                  </a:lnTo>
                  <a:lnTo>
                    <a:pt x="4907156" y="2578100"/>
                  </a:lnTo>
                  <a:lnTo>
                    <a:pt x="4949308" y="2552700"/>
                  </a:lnTo>
                  <a:lnTo>
                    <a:pt x="4986912" y="2514600"/>
                  </a:lnTo>
                  <a:lnTo>
                    <a:pt x="5040560" y="2438400"/>
                  </a:lnTo>
                  <a:lnTo>
                    <a:pt x="5040560" y="2032000"/>
                  </a:lnTo>
                  <a:lnTo>
                    <a:pt x="5019709" y="1993900"/>
                  </a:lnTo>
                  <a:lnTo>
                    <a:pt x="5006385" y="1981200"/>
                  </a:lnTo>
                  <a:lnTo>
                    <a:pt x="4992082" y="1955800"/>
                  </a:lnTo>
                  <a:lnTo>
                    <a:pt x="4976812" y="1943100"/>
                  </a:lnTo>
                  <a:lnTo>
                    <a:pt x="4960586" y="1930400"/>
                  </a:lnTo>
                  <a:lnTo>
                    <a:pt x="4860331" y="1930400"/>
                  </a:lnTo>
                  <a:lnTo>
                    <a:pt x="4840399" y="1917700"/>
                  </a:lnTo>
                  <a:lnTo>
                    <a:pt x="4822673" y="1905000"/>
                  </a:lnTo>
                  <a:close/>
                </a:path>
                <a:path w="5040630" h="2679700">
                  <a:moveTo>
                    <a:pt x="4029985" y="2578100"/>
                  </a:moveTo>
                  <a:lnTo>
                    <a:pt x="3943954" y="2578100"/>
                  </a:lnTo>
                  <a:lnTo>
                    <a:pt x="3936320" y="2590800"/>
                  </a:lnTo>
                  <a:lnTo>
                    <a:pt x="3930732" y="2603500"/>
                  </a:lnTo>
                  <a:lnTo>
                    <a:pt x="4043207" y="2603500"/>
                  </a:lnTo>
                  <a:lnTo>
                    <a:pt x="4037619" y="2590800"/>
                  </a:lnTo>
                  <a:lnTo>
                    <a:pt x="4029985" y="2578100"/>
                  </a:lnTo>
                  <a:close/>
                </a:path>
                <a:path w="5040630" h="2679700">
                  <a:moveTo>
                    <a:pt x="3998929" y="2565400"/>
                  </a:moveTo>
                  <a:lnTo>
                    <a:pt x="3975010" y="2565400"/>
                  </a:lnTo>
                  <a:lnTo>
                    <a:pt x="3963676" y="2578100"/>
                  </a:lnTo>
                  <a:lnTo>
                    <a:pt x="4010260" y="2578100"/>
                  </a:lnTo>
                  <a:lnTo>
                    <a:pt x="3998929" y="2565400"/>
                  </a:lnTo>
                  <a:close/>
                </a:path>
                <a:path w="5040630" h="2679700">
                  <a:moveTo>
                    <a:pt x="4506305" y="2527300"/>
                  </a:moveTo>
                  <a:lnTo>
                    <a:pt x="4385457" y="2527300"/>
                  </a:lnTo>
                  <a:lnTo>
                    <a:pt x="4387079" y="2540000"/>
                  </a:lnTo>
                  <a:lnTo>
                    <a:pt x="4387079" y="2578100"/>
                  </a:lnTo>
                  <a:lnTo>
                    <a:pt x="4504684" y="2578100"/>
                  </a:lnTo>
                  <a:lnTo>
                    <a:pt x="4504684" y="2540000"/>
                  </a:lnTo>
                  <a:lnTo>
                    <a:pt x="4506305" y="2527300"/>
                  </a:lnTo>
                  <a:close/>
                </a:path>
                <a:path w="5040630" h="2679700">
                  <a:moveTo>
                    <a:pt x="4252872" y="2527300"/>
                  </a:moveTo>
                  <a:lnTo>
                    <a:pt x="4227982" y="2527300"/>
                  </a:lnTo>
                  <a:lnTo>
                    <a:pt x="4184956" y="2552700"/>
                  </a:lnTo>
                  <a:lnTo>
                    <a:pt x="4304813" y="2552700"/>
                  </a:lnTo>
                  <a:lnTo>
                    <a:pt x="4278498" y="2540000"/>
                  </a:lnTo>
                  <a:lnTo>
                    <a:pt x="4252872" y="2527300"/>
                  </a:lnTo>
                  <a:close/>
                </a:path>
                <a:path w="5040630" h="2679700">
                  <a:moveTo>
                    <a:pt x="4663781" y="2527300"/>
                  </a:moveTo>
                  <a:lnTo>
                    <a:pt x="4638896" y="2527300"/>
                  </a:lnTo>
                  <a:lnTo>
                    <a:pt x="4613272" y="2540000"/>
                  </a:lnTo>
                  <a:lnTo>
                    <a:pt x="4586955" y="2552700"/>
                  </a:lnTo>
                  <a:lnTo>
                    <a:pt x="4706818" y="2552700"/>
                  </a:lnTo>
                  <a:lnTo>
                    <a:pt x="4663781" y="2527300"/>
                  </a:lnTo>
                  <a:close/>
                </a:path>
                <a:path w="5040630" h="2679700">
                  <a:moveTo>
                    <a:pt x="4672865" y="1739900"/>
                  </a:moveTo>
                  <a:lnTo>
                    <a:pt x="4340165" y="1739900"/>
                  </a:lnTo>
                  <a:lnTo>
                    <a:pt x="4289237" y="1752600"/>
                  </a:lnTo>
                  <a:lnTo>
                    <a:pt x="4239823" y="1752600"/>
                  </a:lnTo>
                  <a:lnTo>
                    <a:pt x="4192092" y="1778000"/>
                  </a:lnTo>
                  <a:lnTo>
                    <a:pt x="4146215" y="1790700"/>
                  </a:lnTo>
                  <a:lnTo>
                    <a:pt x="4102359" y="1803400"/>
                  </a:lnTo>
                  <a:lnTo>
                    <a:pt x="4060695" y="1828800"/>
                  </a:lnTo>
                  <a:lnTo>
                    <a:pt x="4021391" y="1854200"/>
                  </a:lnTo>
                  <a:lnTo>
                    <a:pt x="3984617" y="1879600"/>
                  </a:lnTo>
                  <a:lnTo>
                    <a:pt x="3950543" y="1905000"/>
                  </a:lnTo>
                  <a:lnTo>
                    <a:pt x="3919336" y="1943100"/>
                  </a:lnTo>
                  <a:lnTo>
                    <a:pt x="3891167" y="1968500"/>
                  </a:lnTo>
                  <a:lnTo>
                    <a:pt x="3866205" y="2006600"/>
                  </a:lnTo>
                  <a:lnTo>
                    <a:pt x="3844618" y="2032000"/>
                  </a:lnTo>
                  <a:lnTo>
                    <a:pt x="3826577" y="2070100"/>
                  </a:lnTo>
                  <a:lnTo>
                    <a:pt x="3812251" y="2108200"/>
                  </a:lnTo>
                  <a:lnTo>
                    <a:pt x="3801808" y="2146300"/>
                  </a:lnTo>
                  <a:lnTo>
                    <a:pt x="3795418" y="2184400"/>
                  </a:lnTo>
                  <a:lnTo>
                    <a:pt x="3793251" y="2235200"/>
                  </a:lnTo>
                  <a:lnTo>
                    <a:pt x="3796218" y="2273300"/>
                  </a:lnTo>
                  <a:lnTo>
                    <a:pt x="3805019" y="2324100"/>
                  </a:lnTo>
                  <a:lnTo>
                    <a:pt x="3819500" y="2374900"/>
                  </a:lnTo>
                  <a:lnTo>
                    <a:pt x="3839510" y="2413000"/>
                  </a:lnTo>
                  <a:lnTo>
                    <a:pt x="3864895" y="2463800"/>
                  </a:lnTo>
                  <a:lnTo>
                    <a:pt x="3895505" y="2501900"/>
                  </a:lnTo>
                  <a:lnTo>
                    <a:pt x="3931187" y="2540000"/>
                  </a:lnTo>
                  <a:lnTo>
                    <a:pt x="3944247" y="2527300"/>
                  </a:lnTo>
                  <a:lnTo>
                    <a:pt x="4124359" y="2527300"/>
                  </a:lnTo>
                  <a:lnTo>
                    <a:pt x="4028807" y="2451100"/>
                  </a:lnTo>
                  <a:lnTo>
                    <a:pt x="4022732" y="2451100"/>
                  </a:lnTo>
                  <a:lnTo>
                    <a:pt x="4020710" y="2438400"/>
                  </a:lnTo>
                  <a:lnTo>
                    <a:pt x="4022736" y="2438400"/>
                  </a:lnTo>
                  <a:lnTo>
                    <a:pt x="4028807" y="2425700"/>
                  </a:lnTo>
                  <a:lnTo>
                    <a:pt x="4066616" y="2400300"/>
                  </a:lnTo>
                  <a:lnTo>
                    <a:pt x="4053332" y="2374900"/>
                  </a:lnTo>
                  <a:lnTo>
                    <a:pt x="4041722" y="2362200"/>
                  </a:lnTo>
                  <a:lnTo>
                    <a:pt x="4031804" y="2336800"/>
                  </a:lnTo>
                  <a:lnTo>
                    <a:pt x="4023601" y="2324100"/>
                  </a:lnTo>
                  <a:lnTo>
                    <a:pt x="3962848" y="2324100"/>
                  </a:lnTo>
                  <a:lnTo>
                    <a:pt x="3955816" y="2311400"/>
                  </a:lnTo>
                  <a:lnTo>
                    <a:pt x="3945446" y="2311400"/>
                  </a:lnTo>
                  <a:lnTo>
                    <a:pt x="3942529" y="2298700"/>
                  </a:lnTo>
                  <a:lnTo>
                    <a:pt x="3942637" y="2159000"/>
                  </a:lnTo>
                  <a:lnTo>
                    <a:pt x="3944810" y="2159000"/>
                  </a:lnTo>
                  <a:lnTo>
                    <a:pt x="3950736" y="2146300"/>
                  </a:lnTo>
                  <a:lnTo>
                    <a:pt x="4023601" y="2146300"/>
                  </a:lnTo>
                  <a:lnTo>
                    <a:pt x="4031804" y="2120900"/>
                  </a:lnTo>
                  <a:lnTo>
                    <a:pt x="4041722" y="2108200"/>
                  </a:lnTo>
                  <a:lnTo>
                    <a:pt x="4053332" y="2082800"/>
                  </a:lnTo>
                  <a:lnTo>
                    <a:pt x="4066616" y="2070100"/>
                  </a:lnTo>
                  <a:lnTo>
                    <a:pt x="4023828" y="2032000"/>
                  </a:lnTo>
                  <a:lnTo>
                    <a:pt x="4020911" y="2032000"/>
                  </a:lnTo>
                  <a:lnTo>
                    <a:pt x="4020911" y="2019300"/>
                  </a:lnTo>
                  <a:lnTo>
                    <a:pt x="4023828" y="2006600"/>
                  </a:lnTo>
                  <a:lnTo>
                    <a:pt x="4151327" y="1917700"/>
                  </a:lnTo>
                  <a:lnTo>
                    <a:pt x="4160477" y="1905000"/>
                  </a:lnTo>
                  <a:lnTo>
                    <a:pt x="4331770" y="1905000"/>
                  </a:lnTo>
                  <a:lnTo>
                    <a:pt x="4331770" y="1866900"/>
                  </a:lnTo>
                  <a:lnTo>
                    <a:pt x="4333945" y="1854200"/>
                  </a:lnTo>
                  <a:lnTo>
                    <a:pt x="4348664" y="1854200"/>
                  </a:lnTo>
                  <a:lnTo>
                    <a:pt x="4359424" y="1841500"/>
                  </a:lnTo>
                  <a:lnTo>
                    <a:pt x="4788656" y="1841500"/>
                  </a:lnTo>
                  <a:lnTo>
                    <a:pt x="4790886" y="1828800"/>
                  </a:lnTo>
                  <a:lnTo>
                    <a:pt x="4797437" y="1816100"/>
                  </a:lnTo>
                  <a:lnTo>
                    <a:pt x="4808102" y="1803400"/>
                  </a:lnTo>
                  <a:lnTo>
                    <a:pt x="4822673" y="1778000"/>
                  </a:lnTo>
                  <a:lnTo>
                    <a:pt x="4840399" y="1778000"/>
                  </a:lnTo>
                  <a:lnTo>
                    <a:pt x="4860331" y="1765300"/>
                  </a:lnTo>
                  <a:lnTo>
                    <a:pt x="4675826" y="1765300"/>
                  </a:lnTo>
                  <a:lnTo>
                    <a:pt x="4672865" y="1752600"/>
                  </a:lnTo>
                  <a:lnTo>
                    <a:pt x="4672865" y="1739900"/>
                  </a:lnTo>
                  <a:close/>
                </a:path>
                <a:path w="5040630" h="2679700">
                  <a:moveTo>
                    <a:pt x="4517736" y="2514600"/>
                  </a:moveTo>
                  <a:lnTo>
                    <a:pt x="4374022" y="2514600"/>
                  </a:lnTo>
                  <a:lnTo>
                    <a:pt x="4380933" y="2527300"/>
                  </a:lnTo>
                  <a:lnTo>
                    <a:pt x="4510826" y="2527300"/>
                  </a:lnTo>
                  <a:lnTo>
                    <a:pt x="4517736" y="2514600"/>
                  </a:lnTo>
                  <a:close/>
                </a:path>
                <a:path w="5040630" h="2679700">
                  <a:moveTo>
                    <a:pt x="4652935" y="2476500"/>
                  </a:moveTo>
                  <a:lnTo>
                    <a:pt x="4238826" y="2476500"/>
                  </a:lnTo>
                  <a:lnTo>
                    <a:pt x="4268609" y="2489200"/>
                  </a:lnTo>
                  <a:lnTo>
                    <a:pt x="4299678" y="2501900"/>
                  </a:lnTo>
                  <a:lnTo>
                    <a:pt x="4331924" y="2514600"/>
                  </a:lnTo>
                  <a:lnTo>
                    <a:pt x="4559839" y="2514600"/>
                  </a:lnTo>
                  <a:lnTo>
                    <a:pt x="4592085" y="2501900"/>
                  </a:lnTo>
                  <a:lnTo>
                    <a:pt x="4623154" y="2489200"/>
                  </a:lnTo>
                  <a:lnTo>
                    <a:pt x="4652935" y="2476500"/>
                  </a:lnTo>
                  <a:close/>
                </a:path>
                <a:path w="5040630" h="2679700">
                  <a:moveTo>
                    <a:pt x="4770661" y="2413000"/>
                  </a:moveTo>
                  <a:lnTo>
                    <a:pt x="4121103" y="2413000"/>
                  </a:lnTo>
                  <a:lnTo>
                    <a:pt x="4087464" y="2438400"/>
                  </a:lnTo>
                  <a:lnTo>
                    <a:pt x="4170588" y="2501900"/>
                  </a:lnTo>
                  <a:lnTo>
                    <a:pt x="4204260" y="2476500"/>
                  </a:lnTo>
                  <a:lnTo>
                    <a:pt x="4754424" y="2476500"/>
                  </a:lnTo>
                  <a:lnTo>
                    <a:pt x="4804299" y="2438400"/>
                  </a:lnTo>
                  <a:lnTo>
                    <a:pt x="4770661" y="2413000"/>
                  </a:lnTo>
                  <a:close/>
                </a:path>
                <a:path w="5040630" h="2679700">
                  <a:moveTo>
                    <a:pt x="4754424" y="2476500"/>
                  </a:moveTo>
                  <a:lnTo>
                    <a:pt x="4687503" y="2476500"/>
                  </a:lnTo>
                  <a:lnTo>
                    <a:pt x="4721174" y="2501900"/>
                  </a:lnTo>
                  <a:lnTo>
                    <a:pt x="4754424" y="2476500"/>
                  </a:lnTo>
                  <a:close/>
                </a:path>
                <a:path w="5040630" h="2679700">
                  <a:moveTo>
                    <a:pt x="4762715" y="2400300"/>
                  </a:moveTo>
                  <a:lnTo>
                    <a:pt x="4129048" y="2400300"/>
                  </a:lnTo>
                  <a:lnTo>
                    <a:pt x="4126559" y="2413000"/>
                  </a:lnTo>
                  <a:lnTo>
                    <a:pt x="4765204" y="2413000"/>
                  </a:lnTo>
                  <a:lnTo>
                    <a:pt x="4762715" y="2400300"/>
                  </a:lnTo>
                  <a:close/>
                </a:path>
                <a:path w="5040630" h="2679700">
                  <a:moveTo>
                    <a:pt x="4393556" y="2057400"/>
                  </a:moveTo>
                  <a:lnTo>
                    <a:pt x="4129048" y="2057400"/>
                  </a:lnTo>
                  <a:lnTo>
                    <a:pt x="4128482" y="2070100"/>
                  </a:lnTo>
                  <a:lnTo>
                    <a:pt x="4124775" y="2070100"/>
                  </a:lnTo>
                  <a:lnTo>
                    <a:pt x="4107375" y="2095500"/>
                  </a:lnTo>
                  <a:lnTo>
                    <a:pt x="4092813" y="2120900"/>
                  </a:lnTo>
                  <a:lnTo>
                    <a:pt x="4081137" y="2146300"/>
                  </a:lnTo>
                  <a:lnTo>
                    <a:pt x="4072395" y="2171700"/>
                  </a:lnTo>
                  <a:lnTo>
                    <a:pt x="4068846" y="2171700"/>
                  </a:lnTo>
                  <a:lnTo>
                    <a:pt x="4062736" y="2184400"/>
                  </a:lnTo>
                  <a:lnTo>
                    <a:pt x="3997923" y="2184400"/>
                  </a:lnTo>
                  <a:lnTo>
                    <a:pt x="3997859" y="2273300"/>
                  </a:lnTo>
                  <a:lnTo>
                    <a:pt x="4054696" y="2273300"/>
                  </a:lnTo>
                  <a:lnTo>
                    <a:pt x="4062736" y="2286000"/>
                  </a:lnTo>
                  <a:lnTo>
                    <a:pt x="4068846" y="2286000"/>
                  </a:lnTo>
                  <a:lnTo>
                    <a:pt x="4072395" y="2298700"/>
                  </a:lnTo>
                  <a:lnTo>
                    <a:pt x="4081137" y="2324100"/>
                  </a:lnTo>
                  <a:lnTo>
                    <a:pt x="4092813" y="2336800"/>
                  </a:lnTo>
                  <a:lnTo>
                    <a:pt x="4107375" y="2362200"/>
                  </a:lnTo>
                  <a:lnTo>
                    <a:pt x="4124775" y="2387600"/>
                  </a:lnTo>
                  <a:lnTo>
                    <a:pt x="4128482" y="2400300"/>
                  </a:lnTo>
                  <a:lnTo>
                    <a:pt x="4393556" y="2400300"/>
                  </a:lnTo>
                  <a:lnTo>
                    <a:pt x="4345485" y="2387600"/>
                  </a:lnTo>
                  <a:lnTo>
                    <a:pt x="4303054" y="2362200"/>
                  </a:lnTo>
                  <a:lnTo>
                    <a:pt x="4267646" y="2336800"/>
                  </a:lnTo>
                  <a:lnTo>
                    <a:pt x="4223429" y="2273300"/>
                  </a:lnTo>
                  <a:lnTo>
                    <a:pt x="4217384" y="2235200"/>
                  </a:lnTo>
                  <a:lnTo>
                    <a:pt x="4223429" y="2197100"/>
                  </a:lnTo>
                  <a:lnTo>
                    <a:pt x="4240644" y="2159000"/>
                  </a:lnTo>
                  <a:lnTo>
                    <a:pt x="4267646" y="2120900"/>
                  </a:lnTo>
                  <a:lnTo>
                    <a:pt x="4303054" y="2095500"/>
                  </a:lnTo>
                  <a:lnTo>
                    <a:pt x="4345485" y="2070100"/>
                  </a:lnTo>
                  <a:lnTo>
                    <a:pt x="4393556" y="2057400"/>
                  </a:lnTo>
                  <a:close/>
                </a:path>
                <a:path w="5040630" h="2679700">
                  <a:moveTo>
                    <a:pt x="4762710" y="2057400"/>
                  </a:moveTo>
                  <a:lnTo>
                    <a:pt x="4498218" y="2057400"/>
                  </a:lnTo>
                  <a:lnTo>
                    <a:pt x="4546289" y="2070100"/>
                  </a:lnTo>
                  <a:lnTo>
                    <a:pt x="4588719" y="2095500"/>
                  </a:lnTo>
                  <a:lnTo>
                    <a:pt x="4624126" y="2120900"/>
                  </a:lnTo>
                  <a:lnTo>
                    <a:pt x="4651128" y="2159000"/>
                  </a:lnTo>
                  <a:lnTo>
                    <a:pt x="4668343" y="2197100"/>
                  </a:lnTo>
                  <a:lnTo>
                    <a:pt x="4674388" y="2235200"/>
                  </a:lnTo>
                  <a:lnTo>
                    <a:pt x="4668343" y="2273300"/>
                  </a:lnTo>
                  <a:lnTo>
                    <a:pt x="4651128" y="2311400"/>
                  </a:lnTo>
                  <a:lnTo>
                    <a:pt x="4588719" y="2362200"/>
                  </a:lnTo>
                  <a:lnTo>
                    <a:pt x="4546289" y="2387600"/>
                  </a:lnTo>
                  <a:lnTo>
                    <a:pt x="4498218" y="2400300"/>
                  </a:lnTo>
                  <a:lnTo>
                    <a:pt x="4763280" y="2400300"/>
                  </a:lnTo>
                  <a:lnTo>
                    <a:pt x="4766988" y="2387600"/>
                  </a:lnTo>
                  <a:lnTo>
                    <a:pt x="4784388" y="2362200"/>
                  </a:lnTo>
                  <a:lnTo>
                    <a:pt x="4798950" y="2336800"/>
                  </a:lnTo>
                  <a:lnTo>
                    <a:pt x="4810626" y="2324100"/>
                  </a:lnTo>
                  <a:lnTo>
                    <a:pt x="4819368" y="2298700"/>
                  </a:lnTo>
                  <a:lnTo>
                    <a:pt x="4822917" y="2286000"/>
                  </a:lnTo>
                  <a:lnTo>
                    <a:pt x="4829027" y="2286000"/>
                  </a:lnTo>
                  <a:lnTo>
                    <a:pt x="4837067" y="2273300"/>
                  </a:lnTo>
                  <a:lnTo>
                    <a:pt x="4893925" y="2273300"/>
                  </a:lnTo>
                  <a:lnTo>
                    <a:pt x="4893925" y="2184400"/>
                  </a:lnTo>
                  <a:lnTo>
                    <a:pt x="4829022" y="2184400"/>
                  </a:lnTo>
                  <a:lnTo>
                    <a:pt x="4822912" y="2171700"/>
                  </a:lnTo>
                  <a:lnTo>
                    <a:pt x="4819368" y="2171700"/>
                  </a:lnTo>
                  <a:lnTo>
                    <a:pt x="4810621" y="2146300"/>
                  </a:lnTo>
                  <a:lnTo>
                    <a:pt x="4798946" y="2120900"/>
                  </a:lnTo>
                  <a:lnTo>
                    <a:pt x="4784387" y="2095500"/>
                  </a:lnTo>
                  <a:lnTo>
                    <a:pt x="4766988" y="2070100"/>
                  </a:lnTo>
                  <a:lnTo>
                    <a:pt x="4763279" y="2070100"/>
                  </a:lnTo>
                  <a:lnTo>
                    <a:pt x="4762710" y="2057400"/>
                  </a:lnTo>
                  <a:close/>
                </a:path>
                <a:path w="5040630" h="2679700">
                  <a:moveTo>
                    <a:pt x="4445887" y="2095500"/>
                  </a:moveTo>
                  <a:lnTo>
                    <a:pt x="4391201" y="2108200"/>
                  </a:lnTo>
                  <a:lnTo>
                    <a:pt x="4343664" y="2120900"/>
                  </a:lnTo>
                  <a:lnTo>
                    <a:pt x="4306151" y="2159000"/>
                  </a:lnTo>
                  <a:lnTo>
                    <a:pt x="4272692" y="2235200"/>
                  </a:lnTo>
                  <a:lnTo>
                    <a:pt x="4281536" y="2273300"/>
                  </a:lnTo>
                  <a:lnTo>
                    <a:pt x="4306151" y="2311400"/>
                  </a:lnTo>
                  <a:lnTo>
                    <a:pt x="4343664" y="2336800"/>
                  </a:lnTo>
                  <a:lnTo>
                    <a:pt x="4391201" y="2362200"/>
                  </a:lnTo>
                  <a:lnTo>
                    <a:pt x="4500572" y="2362200"/>
                  </a:lnTo>
                  <a:lnTo>
                    <a:pt x="4548109" y="2336800"/>
                  </a:lnTo>
                  <a:lnTo>
                    <a:pt x="4585622" y="2311400"/>
                  </a:lnTo>
                  <a:lnTo>
                    <a:pt x="4610237" y="2273300"/>
                  </a:lnTo>
                  <a:lnTo>
                    <a:pt x="4619081" y="2235200"/>
                  </a:lnTo>
                  <a:lnTo>
                    <a:pt x="4610237" y="2184400"/>
                  </a:lnTo>
                  <a:lnTo>
                    <a:pt x="4585622" y="2159000"/>
                  </a:lnTo>
                  <a:lnTo>
                    <a:pt x="4548109" y="2120900"/>
                  </a:lnTo>
                  <a:lnTo>
                    <a:pt x="4500572" y="2108200"/>
                  </a:lnTo>
                  <a:lnTo>
                    <a:pt x="4445887" y="2095500"/>
                  </a:lnTo>
                  <a:close/>
                </a:path>
                <a:path w="5040630" h="2679700">
                  <a:moveTo>
                    <a:pt x="4170869" y="1955800"/>
                  </a:moveTo>
                  <a:lnTo>
                    <a:pt x="4087680" y="2019300"/>
                  </a:lnTo>
                  <a:lnTo>
                    <a:pt x="4121103" y="2044700"/>
                  </a:lnTo>
                  <a:lnTo>
                    <a:pt x="4126559" y="2057400"/>
                  </a:lnTo>
                  <a:lnTo>
                    <a:pt x="4765199" y="2057400"/>
                  </a:lnTo>
                  <a:lnTo>
                    <a:pt x="4770661" y="2044700"/>
                  </a:lnTo>
                  <a:lnTo>
                    <a:pt x="4804082" y="2019300"/>
                  </a:lnTo>
                  <a:lnTo>
                    <a:pt x="4770806" y="1993900"/>
                  </a:lnTo>
                  <a:lnTo>
                    <a:pt x="4220895" y="1993900"/>
                  </a:lnTo>
                  <a:lnTo>
                    <a:pt x="4212012" y="1981200"/>
                  </a:lnTo>
                  <a:lnTo>
                    <a:pt x="4204260" y="1981200"/>
                  </a:lnTo>
                  <a:lnTo>
                    <a:pt x="4170869" y="1955800"/>
                  </a:lnTo>
                  <a:close/>
                </a:path>
                <a:path w="5040630" h="2679700">
                  <a:moveTo>
                    <a:pt x="4592089" y="1955800"/>
                  </a:moveTo>
                  <a:lnTo>
                    <a:pt x="4299670" y="1955800"/>
                  </a:lnTo>
                  <a:lnTo>
                    <a:pt x="4268603" y="1968500"/>
                  </a:lnTo>
                  <a:lnTo>
                    <a:pt x="4238826" y="1981200"/>
                  </a:lnTo>
                  <a:lnTo>
                    <a:pt x="4230102" y="1993900"/>
                  </a:lnTo>
                  <a:lnTo>
                    <a:pt x="4661656" y="1993900"/>
                  </a:lnTo>
                  <a:lnTo>
                    <a:pt x="4652935" y="1981200"/>
                  </a:lnTo>
                  <a:lnTo>
                    <a:pt x="4623158" y="1968500"/>
                  </a:lnTo>
                  <a:lnTo>
                    <a:pt x="4592089" y="1955800"/>
                  </a:lnTo>
                  <a:close/>
                </a:path>
                <a:path w="5040630" h="2679700">
                  <a:moveTo>
                    <a:pt x="4720893" y="1955800"/>
                  </a:moveTo>
                  <a:lnTo>
                    <a:pt x="4687492" y="1981200"/>
                  </a:lnTo>
                  <a:lnTo>
                    <a:pt x="4679744" y="1981200"/>
                  </a:lnTo>
                  <a:lnTo>
                    <a:pt x="4670862" y="1993900"/>
                  </a:lnTo>
                  <a:lnTo>
                    <a:pt x="4770806" y="1993900"/>
                  </a:lnTo>
                  <a:lnTo>
                    <a:pt x="4720893" y="1955800"/>
                  </a:lnTo>
                  <a:close/>
                </a:path>
                <a:path w="5040630" h="2679700">
                  <a:moveTo>
                    <a:pt x="4526526" y="1943100"/>
                  </a:moveTo>
                  <a:lnTo>
                    <a:pt x="4365237" y="1943100"/>
                  </a:lnTo>
                  <a:lnTo>
                    <a:pt x="4331918" y="1955800"/>
                  </a:lnTo>
                  <a:lnTo>
                    <a:pt x="4559840" y="1955800"/>
                  </a:lnTo>
                  <a:lnTo>
                    <a:pt x="4526526" y="1943100"/>
                  </a:lnTo>
                  <a:close/>
                </a:path>
                <a:path w="5040630" h="2679700">
                  <a:moveTo>
                    <a:pt x="4331770" y="1905000"/>
                  </a:moveTo>
                  <a:lnTo>
                    <a:pt x="4181289" y="1905000"/>
                  </a:lnTo>
                  <a:lnTo>
                    <a:pt x="4190433" y="1917700"/>
                  </a:lnTo>
                  <a:lnTo>
                    <a:pt x="4227993" y="1943100"/>
                  </a:lnTo>
                  <a:lnTo>
                    <a:pt x="4252877" y="1930400"/>
                  </a:lnTo>
                  <a:lnTo>
                    <a:pt x="4278500" y="1917700"/>
                  </a:lnTo>
                  <a:lnTo>
                    <a:pt x="4304813" y="1917700"/>
                  </a:lnTo>
                  <a:lnTo>
                    <a:pt x="4331770" y="1905000"/>
                  </a:lnTo>
                  <a:close/>
                </a:path>
                <a:path w="5040630" h="2679700">
                  <a:moveTo>
                    <a:pt x="4506305" y="1930400"/>
                  </a:moveTo>
                  <a:lnTo>
                    <a:pt x="4385457" y="1930400"/>
                  </a:lnTo>
                  <a:lnTo>
                    <a:pt x="4380933" y="1943100"/>
                  </a:lnTo>
                  <a:lnTo>
                    <a:pt x="4510826" y="1943100"/>
                  </a:lnTo>
                  <a:lnTo>
                    <a:pt x="4506305" y="1930400"/>
                  </a:lnTo>
                  <a:close/>
                </a:path>
                <a:path w="5040630" h="2679700">
                  <a:moveTo>
                    <a:pt x="4788656" y="1841500"/>
                  </a:moveTo>
                  <a:lnTo>
                    <a:pt x="4532339" y="1841500"/>
                  </a:lnTo>
                  <a:lnTo>
                    <a:pt x="4543103" y="1854200"/>
                  </a:lnTo>
                  <a:lnTo>
                    <a:pt x="4557820" y="1854200"/>
                  </a:lnTo>
                  <a:lnTo>
                    <a:pt x="4559993" y="1866900"/>
                  </a:lnTo>
                  <a:lnTo>
                    <a:pt x="4559993" y="1905000"/>
                  </a:lnTo>
                  <a:lnTo>
                    <a:pt x="4586955" y="1917700"/>
                  </a:lnTo>
                  <a:lnTo>
                    <a:pt x="4613272" y="1917700"/>
                  </a:lnTo>
                  <a:lnTo>
                    <a:pt x="4638896" y="1930400"/>
                  </a:lnTo>
                  <a:lnTo>
                    <a:pt x="4663781" y="1943100"/>
                  </a:lnTo>
                  <a:lnTo>
                    <a:pt x="4701330" y="1917700"/>
                  </a:lnTo>
                  <a:lnTo>
                    <a:pt x="4710480" y="1905000"/>
                  </a:lnTo>
                  <a:lnTo>
                    <a:pt x="4822673" y="1905000"/>
                  </a:lnTo>
                  <a:lnTo>
                    <a:pt x="4808102" y="1892300"/>
                  </a:lnTo>
                  <a:lnTo>
                    <a:pt x="4797437" y="1879600"/>
                  </a:lnTo>
                  <a:lnTo>
                    <a:pt x="4790886" y="1866900"/>
                  </a:lnTo>
                  <a:lnTo>
                    <a:pt x="4788656" y="1841500"/>
                  </a:lnTo>
                  <a:close/>
                </a:path>
                <a:path w="5040630" h="2679700">
                  <a:moveTo>
                    <a:pt x="5040560" y="1752599"/>
                  </a:moveTo>
                  <a:lnTo>
                    <a:pt x="4904804" y="1752600"/>
                  </a:lnTo>
                  <a:lnTo>
                    <a:pt x="4927640" y="1765300"/>
                  </a:lnTo>
                  <a:lnTo>
                    <a:pt x="4949276" y="1765300"/>
                  </a:lnTo>
                  <a:lnTo>
                    <a:pt x="4969208" y="1778000"/>
                  </a:lnTo>
                  <a:lnTo>
                    <a:pt x="4986934" y="1778000"/>
                  </a:lnTo>
                  <a:lnTo>
                    <a:pt x="5010207" y="1803400"/>
                  </a:lnTo>
                  <a:lnTo>
                    <a:pt x="5020383" y="1841500"/>
                  </a:lnTo>
                  <a:lnTo>
                    <a:pt x="5017467" y="1866900"/>
                  </a:lnTo>
                  <a:lnTo>
                    <a:pt x="5001463" y="1892300"/>
                  </a:lnTo>
                  <a:lnTo>
                    <a:pt x="5040560" y="1943100"/>
                  </a:lnTo>
                  <a:lnTo>
                    <a:pt x="5040560" y="1752599"/>
                  </a:lnTo>
                  <a:close/>
                </a:path>
                <a:path w="5040630" h="2679700">
                  <a:moveTo>
                    <a:pt x="4504684" y="1892300"/>
                  </a:moveTo>
                  <a:lnTo>
                    <a:pt x="4387079" y="1892300"/>
                  </a:lnTo>
                  <a:lnTo>
                    <a:pt x="4387079" y="1930400"/>
                  </a:lnTo>
                  <a:lnTo>
                    <a:pt x="4504684" y="1930400"/>
                  </a:lnTo>
                  <a:lnTo>
                    <a:pt x="4504684" y="1892300"/>
                  </a:lnTo>
                  <a:close/>
                </a:path>
                <a:path w="5040630" h="2679700">
                  <a:moveTo>
                    <a:pt x="4938542" y="1879600"/>
                  </a:moveTo>
                  <a:lnTo>
                    <a:pt x="4871068" y="1879600"/>
                  </a:lnTo>
                  <a:lnTo>
                    <a:pt x="4881505" y="1892300"/>
                  </a:lnTo>
                  <a:lnTo>
                    <a:pt x="4928099" y="1892300"/>
                  </a:lnTo>
                  <a:lnTo>
                    <a:pt x="4938542" y="1879600"/>
                  </a:lnTo>
                  <a:close/>
                </a:path>
                <a:path w="5040630" h="2679700">
                  <a:moveTo>
                    <a:pt x="4938542" y="1803400"/>
                  </a:moveTo>
                  <a:lnTo>
                    <a:pt x="4871069" y="1803400"/>
                  </a:lnTo>
                  <a:lnTo>
                    <a:pt x="4861788" y="1816100"/>
                  </a:lnTo>
                  <a:lnTo>
                    <a:pt x="4854154" y="1816100"/>
                  </a:lnTo>
                  <a:lnTo>
                    <a:pt x="4848566" y="1828800"/>
                  </a:lnTo>
                  <a:lnTo>
                    <a:pt x="4845134" y="1841500"/>
                  </a:lnTo>
                  <a:lnTo>
                    <a:pt x="4843965" y="1841500"/>
                  </a:lnTo>
                  <a:lnTo>
                    <a:pt x="4845134" y="1854200"/>
                  </a:lnTo>
                  <a:lnTo>
                    <a:pt x="4848566" y="1866900"/>
                  </a:lnTo>
                  <a:lnTo>
                    <a:pt x="4854154" y="1866900"/>
                  </a:lnTo>
                  <a:lnTo>
                    <a:pt x="4861788" y="1879600"/>
                  </a:lnTo>
                  <a:lnTo>
                    <a:pt x="4947829" y="1879600"/>
                  </a:lnTo>
                  <a:lnTo>
                    <a:pt x="4961167" y="1866900"/>
                  </a:lnTo>
                  <a:lnTo>
                    <a:pt x="4965613" y="1841500"/>
                  </a:lnTo>
                  <a:lnTo>
                    <a:pt x="4961167" y="1828800"/>
                  </a:lnTo>
                  <a:lnTo>
                    <a:pt x="4947829" y="1816100"/>
                  </a:lnTo>
                  <a:lnTo>
                    <a:pt x="4938542" y="1803400"/>
                  </a:lnTo>
                  <a:close/>
                </a:path>
                <a:path w="5040630" h="2679700">
                  <a:moveTo>
                    <a:pt x="5040560" y="1689100"/>
                  </a:moveTo>
                  <a:lnTo>
                    <a:pt x="4516849" y="1689100"/>
                  </a:lnTo>
                  <a:lnTo>
                    <a:pt x="4552018" y="1701800"/>
                  </a:lnTo>
                  <a:lnTo>
                    <a:pt x="4596935" y="1701800"/>
                  </a:lnTo>
                  <a:lnTo>
                    <a:pt x="4604376" y="1714500"/>
                  </a:lnTo>
                  <a:lnTo>
                    <a:pt x="4608443" y="1714500"/>
                  </a:lnTo>
                  <a:lnTo>
                    <a:pt x="4608441" y="1727200"/>
                  </a:lnTo>
                  <a:lnTo>
                    <a:pt x="4714930" y="1727200"/>
                  </a:lnTo>
                  <a:lnTo>
                    <a:pt x="4725225" y="1739900"/>
                  </a:lnTo>
                  <a:lnTo>
                    <a:pt x="4728173" y="1739900"/>
                  </a:lnTo>
                  <a:lnTo>
                    <a:pt x="4728173" y="1752600"/>
                  </a:lnTo>
                  <a:lnTo>
                    <a:pt x="4725214" y="1765300"/>
                  </a:lnTo>
                  <a:lnTo>
                    <a:pt x="4881967" y="1765300"/>
                  </a:lnTo>
                  <a:lnTo>
                    <a:pt x="4904804" y="1752600"/>
                  </a:lnTo>
                  <a:lnTo>
                    <a:pt x="5040560" y="1752599"/>
                  </a:lnTo>
                  <a:lnTo>
                    <a:pt x="5040560" y="1689100"/>
                  </a:lnTo>
                  <a:close/>
                </a:path>
                <a:path w="5040630" h="2679700">
                  <a:moveTo>
                    <a:pt x="4478676" y="1727200"/>
                  </a:moveTo>
                  <a:lnTo>
                    <a:pt x="4445887" y="1727200"/>
                  </a:lnTo>
                  <a:lnTo>
                    <a:pt x="4392438" y="1739900"/>
                  </a:lnTo>
                  <a:lnTo>
                    <a:pt x="4511344" y="1739900"/>
                  </a:lnTo>
                  <a:lnTo>
                    <a:pt x="4478676" y="1727200"/>
                  </a:lnTo>
                  <a:close/>
                </a:path>
                <a:path w="5040630" h="2679700">
                  <a:moveTo>
                    <a:pt x="4686119" y="1727200"/>
                  </a:moveTo>
                  <a:lnTo>
                    <a:pt x="4604176" y="1727200"/>
                  </a:lnTo>
                  <a:lnTo>
                    <a:pt x="4596623" y="1739900"/>
                  </a:lnTo>
                  <a:lnTo>
                    <a:pt x="4675826" y="1739900"/>
                  </a:lnTo>
                  <a:lnTo>
                    <a:pt x="4686119" y="17272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44302" y="2190750"/>
            <a:ext cx="4947285" cy="2556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ts val="2075"/>
              </a:lnSpc>
              <a:spcBef>
                <a:spcPts val="112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2862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“created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at”:“Thu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Apr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19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14:25:04</a:t>
            </a:r>
            <a:endParaRPr sz="1800" dirty="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+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0000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2018”,</a:t>
            </a:r>
            <a:endParaRPr sz="1800" dirty="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“id”: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986973961295720449,</a:t>
            </a:r>
            <a:endParaRPr sz="1800" dirty="0">
              <a:latin typeface="Courier New"/>
              <a:cs typeface="Courier New"/>
            </a:endParaRPr>
          </a:p>
          <a:p>
            <a:pPr marL="428625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“id_str”: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“986973961295720449”</a:t>
            </a:r>
            <a:endParaRPr sz="1800" dirty="0">
              <a:latin typeface="Courier New"/>
              <a:cs typeface="Courier New"/>
            </a:endParaRPr>
          </a:p>
          <a:p>
            <a:pPr marL="428625" marR="277495">
              <a:lnSpc>
                <a:spcPct val="90600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“text”: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“Writing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out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the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script </a:t>
            </a:r>
            <a:r>
              <a:rPr sz="1800" b="1" dirty="0">
                <a:latin typeface="Courier New"/>
                <a:cs typeface="Courier New"/>
              </a:rPr>
              <a:t>of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my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@DataCamp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class”</a:t>
            </a:r>
            <a:r>
              <a:rPr sz="1800" b="1" spc="5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“retweet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count”: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0,</a:t>
            </a:r>
            <a:endParaRPr sz="1800" dirty="0">
              <a:latin typeface="Courier New"/>
              <a:cs typeface="Courier New"/>
            </a:endParaRPr>
          </a:p>
          <a:p>
            <a:pPr marL="428625">
              <a:lnSpc>
                <a:spcPts val="1860"/>
              </a:lnSpc>
            </a:pPr>
            <a:r>
              <a:rPr sz="1800" b="1" dirty="0">
                <a:latin typeface="Courier New"/>
                <a:cs typeface="Courier New"/>
              </a:rPr>
              <a:t>“favorite_count”: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1,</a:t>
            </a:r>
            <a:endParaRPr sz="1800" dirty="0">
              <a:latin typeface="Courier New"/>
              <a:cs typeface="Courier New"/>
            </a:endParaRPr>
          </a:p>
          <a:p>
            <a:pPr marL="19050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5EDE9F-147F-88FB-3DEC-300D02A2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852F1A-61DC-1A04-50C9-FC92A28D54A8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952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información: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677B065-2C86-FB03-D4A9-429A56484BA7}"/>
              </a:ext>
            </a:extLst>
          </p:cNvPr>
          <p:cNvGrpSpPr/>
          <p:nvPr/>
        </p:nvGrpSpPr>
        <p:grpSpPr>
          <a:xfrm>
            <a:off x="3347863" y="1566138"/>
            <a:ext cx="5796280" cy="3577590"/>
            <a:chOff x="3347863" y="1566138"/>
            <a:chExt cx="5796280" cy="357759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43C935-6ECE-B9A6-3A3D-BBF026CF3DC3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6A28FCB-498E-1580-E1BB-3C58CF6A83C5}"/>
                </a:ext>
              </a:extLst>
            </p:cNvPr>
            <p:cNvSpPr/>
            <p:nvPr/>
          </p:nvSpPr>
          <p:spPr>
            <a:xfrm>
              <a:off x="3347863" y="2124297"/>
              <a:ext cx="5040630" cy="2679700"/>
            </a:xfrm>
            <a:custGeom>
              <a:avLst/>
              <a:gdLst/>
              <a:ahLst/>
              <a:cxnLst/>
              <a:rect l="l" t="t" r="r" b="b"/>
              <a:pathLst>
                <a:path w="5040630" h="2679700">
                  <a:moveTo>
                    <a:pt x="5040560" y="0"/>
                  </a:moveTo>
                  <a:lnTo>
                    <a:pt x="0" y="0"/>
                  </a:lnTo>
                  <a:lnTo>
                    <a:pt x="0" y="2679700"/>
                  </a:lnTo>
                  <a:lnTo>
                    <a:pt x="3904851" y="2679700"/>
                  </a:lnTo>
                  <a:lnTo>
                    <a:pt x="3890278" y="2667000"/>
                  </a:lnTo>
                  <a:lnTo>
                    <a:pt x="3879609" y="2654300"/>
                  </a:lnTo>
                  <a:lnTo>
                    <a:pt x="3873054" y="2628900"/>
                  </a:lnTo>
                  <a:lnTo>
                    <a:pt x="3870822" y="2616200"/>
                  </a:lnTo>
                  <a:lnTo>
                    <a:pt x="3872084" y="2603500"/>
                  </a:lnTo>
                  <a:lnTo>
                    <a:pt x="3875808" y="2590800"/>
                  </a:lnTo>
                  <a:lnTo>
                    <a:pt x="3881906" y="2578100"/>
                  </a:lnTo>
                  <a:lnTo>
                    <a:pt x="3890289" y="2565400"/>
                  </a:lnTo>
                  <a:lnTo>
                    <a:pt x="3855510" y="2527300"/>
                  </a:lnTo>
                  <a:lnTo>
                    <a:pt x="3825000" y="2489200"/>
                  </a:lnTo>
                  <a:lnTo>
                    <a:pt x="3798872" y="2451100"/>
                  </a:lnTo>
                  <a:lnTo>
                    <a:pt x="3777240" y="2413000"/>
                  </a:lnTo>
                  <a:lnTo>
                    <a:pt x="3760218" y="2362200"/>
                  </a:lnTo>
                  <a:lnTo>
                    <a:pt x="3747918" y="2324100"/>
                  </a:lnTo>
                  <a:lnTo>
                    <a:pt x="3740455" y="2273300"/>
                  </a:lnTo>
                  <a:lnTo>
                    <a:pt x="3737942" y="2235200"/>
                  </a:lnTo>
                  <a:lnTo>
                    <a:pt x="3740651" y="2184400"/>
                  </a:lnTo>
                  <a:lnTo>
                    <a:pt x="3748703" y="2133600"/>
                  </a:lnTo>
                  <a:lnTo>
                    <a:pt x="3761987" y="2095500"/>
                  </a:lnTo>
                  <a:lnTo>
                    <a:pt x="3780390" y="2044700"/>
                  </a:lnTo>
                  <a:lnTo>
                    <a:pt x="3803801" y="2006600"/>
                  </a:lnTo>
                  <a:lnTo>
                    <a:pt x="3832109" y="1955800"/>
                  </a:lnTo>
                  <a:lnTo>
                    <a:pt x="3865202" y="1917700"/>
                  </a:lnTo>
                  <a:lnTo>
                    <a:pt x="3902968" y="1879600"/>
                  </a:lnTo>
                  <a:lnTo>
                    <a:pt x="3945295" y="1854200"/>
                  </a:lnTo>
                  <a:lnTo>
                    <a:pt x="3982830" y="1816100"/>
                  </a:lnTo>
                  <a:lnTo>
                    <a:pt x="4022402" y="1803400"/>
                  </a:lnTo>
                  <a:lnTo>
                    <a:pt x="4063865" y="1778000"/>
                  </a:lnTo>
                  <a:lnTo>
                    <a:pt x="4107070" y="1752600"/>
                  </a:lnTo>
                  <a:lnTo>
                    <a:pt x="4198117" y="1727200"/>
                  </a:lnTo>
                  <a:lnTo>
                    <a:pt x="4294361" y="1701800"/>
                  </a:lnTo>
                  <a:lnTo>
                    <a:pt x="4344063" y="1701800"/>
                  </a:lnTo>
                  <a:lnTo>
                    <a:pt x="4394621" y="1689100"/>
                  </a:lnTo>
                  <a:lnTo>
                    <a:pt x="5040560" y="1689100"/>
                  </a:lnTo>
                  <a:lnTo>
                    <a:pt x="5040560" y="0"/>
                  </a:lnTo>
                  <a:close/>
                </a:path>
                <a:path w="5040630" h="2679700">
                  <a:moveTo>
                    <a:pt x="4124359" y="2527300"/>
                  </a:moveTo>
                  <a:lnTo>
                    <a:pt x="4009806" y="2527300"/>
                  </a:lnTo>
                  <a:lnTo>
                    <a:pt x="4031442" y="2540000"/>
                  </a:lnTo>
                  <a:lnTo>
                    <a:pt x="4051374" y="2540000"/>
                  </a:lnTo>
                  <a:lnTo>
                    <a:pt x="4069100" y="2552700"/>
                  </a:lnTo>
                  <a:lnTo>
                    <a:pt x="4083671" y="2565400"/>
                  </a:lnTo>
                  <a:lnTo>
                    <a:pt x="4094336" y="2578100"/>
                  </a:lnTo>
                  <a:lnTo>
                    <a:pt x="4100887" y="2603500"/>
                  </a:lnTo>
                  <a:lnTo>
                    <a:pt x="4103117" y="2616200"/>
                  </a:lnTo>
                  <a:lnTo>
                    <a:pt x="4100887" y="2628900"/>
                  </a:lnTo>
                  <a:lnTo>
                    <a:pt x="4094336" y="2654300"/>
                  </a:lnTo>
                  <a:lnTo>
                    <a:pt x="4083671" y="2667000"/>
                  </a:lnTo>
                  <a:lnTo>
                    <a:pt x="4069100" y="2679700"/>
                  </a:lnTo>
                  <a:lnTo>
                    <a:pt x="4711816" y="2679700"/>
                  </a:lnTo>
                  <a:lnTo>
                    <a:pt x="4810531" y="2641600"/>
                  </a:lnTo>
                  <a:lnTo>
                    <a:pt x="4860787" y="2616200"/>
                  </a:lnTo>
                  <a:lnTo>
                    <a:pt x="4339874" y="2616200"/>
                  </a:lnTo>
                  <a:lnTo>
                    <a:pt x="4333945" y="2603500"/>
                  </a:lnTo>
                  <a:lnTo>
                    <a:pt x="4331770" y="2590800"/>
                  </a:lnTo>
                  <a:lnTo>
                    <a:pt x="4331770" y="2552700"/>
                  </a:lnTo>
                  <a:lnTo>
                    <a:pt x="4156210" y="2552700"/>
                  </a:lnTo>
                  <a:lnTo>
                    <a:pt x="4124359" y="2527300"/>
                  </a:lnTo>
                  <a:close/>
                </a:path>
                <a:path w="5040630" h="2679700">
                  <a:moveTo>
                    <a:pt x="5040560" y="2527300"/>
                  </a:moveTo>
                  <a:lnTo>
                    <a:pt x="5035288" y="2527300"/>
                  </a:lnTo>
                  <a:lnTo>
                    <a:pt x="5015267" y="2552700"/>
                  </a:lnTo>
                  <a:lnTo>
                    <a:pt x="4993779" y="2578100"/>
                  </a:lnTo>
                  <a:lnTo>
                    <a:pt x="4970843" y="2590800"/>
                  </a:lnTo>
                  <a:lnTo>
                    <a:pt x="4946479" y="2616200"/>
                  </a:lnTo>
                  <a:lnTo>
                    <a:pt x="4920900" y="2628900"/>
                  </a:lnTo>
                  <a:lnTo>
                    <a:pt x="4894335" y="2654300"/>
                  </a:lnTo>
                  <a:lnTo>
                    <a:pt x="4866833" y="2667000"/>
                  </a:lnTo>
                  <a:lnTo>
                    <a:pt x="4838443" y="2679700"/>
                  </a:lnTo>
                  <a:lnTo>
                    <a:pt x="5040560" y="2679700"/>
                  </a:lnTo>
                  <a:lnTo>
                    <a:pt x="5040560" y="2527300"/>
                  </a:lnTo>
                  <a:close/>
                </a:path>
                <a:path w="5040630" h="2679700">
                  <a:moveTo>
                    <a:pt x="4010264" y="2654300"/>
                  </a:moveTo>
                  <a:lnTo>
                    <a:pt x="3963680" y="2654300"/>
                  </a:lnTo>
                  <a:lnTo>
                    <a:pt x="3975011" y="2667000"/>
                  </a:lnTo>
                  <a:lnTo>
                    <a:pt x="3998931" y="2667000"/>
                  </a:lnTo>
                  <a:lnTo>
                    <a:pt x="4010264" y="2654300"/>
                  </a:lnTo>
                  <a:close/>
                </a:path>
                <a:path w="5040630" h="2679700">
                  <a:moveTo>
                    <a:pt x="4043207" y="2628900"/>
                  </a:moveTo>
                  <a:lnTo>
                    <a:pt x="3930732" y="2628900"/>
                  </a:lnTo>
                  <a:lnTo>
                    <a:pt x="3936320" y="2641600"/>
                  </a:lnTo>
                  <a:lnTo>
                    <a:pt x="3943954" y="2654300"/>
                  </a:lnTo>
                  <a:lnTo>
                    <a:pt x="4029985" y="2654300"/>
                  </a:lnTo>
                  <a:lnTo>
                    <a:pt x="4037619" y="2641600"/>
                  </a:lnTo>
                  <a:lnTo>
                    <a:pt x="4043207" y="2628900"/>
                  </a:lnTo>
                  <a:close/>
                </a:path>
                <a:path w="5040630" h="2679700">
                  <a:moveTo>
                    <a:pt x="4046640" y="2603500"/>
                  </a:moveTo>
                  <a:lnTo>
                    <a:pt x="3927299" y="2603500"/>
                  </a:lnTo>
                  <a:lnTo>
                    <a:pt x="3926131" y="2616200"/>
                  </a:lnTo>
                  <a:lnTo>
                    <a:pt x="3927299" y="2628900"/>
                  </a:lnTo>
                  <a:lnTo>
                    <a:pt x="4046640" y="2628900"/>
                  </a:lnTo>
                  <a:lnTo>
                    <a:pt x="4047808" y="2616200"/>
                  </a:lnTo>
                  <a:lnTo>
                    <a:pt x="4046640" y="2603500"/>
                  </a:lnTo>
                  <a:close/>
                </a:path>
                <a:path w="5040630" h="2679700">
                  <a:moveTo>
                    <a:pt x="4822673" y="1905000"/>
                  </a:moveTo>
                  <a:lnTo>
                    <a:pt x="4731292" y="1905000"/>
                  </a:lnTo>
                  <a:lnTo>
                    <a:pt x="4740436" y="1917700"/>
                  </a:lnTo>
                  <a:lnTo>
                    <a:pt x="4867935" y="2006600"/>
                  </a:lnTo>
                  <a:lnTo>
                    <a:pt x="4870852" y="2019300"/>
                  </a:lnTo>
                  <a:lnTo>
                    <a:pt x="4870862" y="2032000"/>
                  </a:lnTo>
                  <a:lnTo>
                    <a:pt x="4867946" y="2032000"/>
                  </a:lnTo>
                  <a:lnTo>
                    <a:pt x="4825157" y="2070100"/>
                  </a:lnTo>
                  <a:lnTo>
                    <a:pt x="4838439" y="2082800"/>
                  </a:lnTo>
                  <a:lnTo>
                    <a:pt x="4850046" y="2108200"/>
                  </a:lnTo>
                  <a:lnTo>
                    <a:pt x="4859960" y="2120900"/>
                  </a:lnTo>
                  <a:lnTo>
                    <a:pt x="4868162" y="2146300"/>
                  </a:lnTo>
                  <a:lnTo>
                    <a:pt x="4941135" y="2146300"/>
                  </a:lnTo>
                  <a:lnTo>
                    <a:pt x="4947061" y="2159000"/>
                  </a:lnTo>
                  <a:lnTo>
                    <a:pt x="4949234" y="2159000"/>
                  </a:lnTo>
                  <a:lnTo>
                    <a:pt x="4949234" y="2298700"/>
                  </a:lnTo>
                  <a:lnTo>
                    <a:pt x="4947061" y="2311400"/>
                  </a:lnTo>
                  <a:lnTo>
                    <a:pt x="4932345" y="2311400"/>
                  </a:lnTo>
                  <a:lnTo>
                    <a:pt x="4921580" y="2324100"/>
                  </a:lnTo>
                  <a:lnTo>
                    <a:pt x="4868172" y="2324100"/>
                  </a:lnTo>
                  <a:lnTo>
                    <a:pt x="4859969" y="2336800"/>
                  </a:lnTo>
                  <a:lnTo>
                    <a:pt x="4850052" y="2362200"/>
                  </a:lnTo>
                  <a:lnTo>
                    <a:pt x="4838441" y="2374900"/>
                  </a:lnTo>
                  <a:lnTo>
                    <a:pt x="4825157" y="2400300"/>
                  </a:lnTo>
                  <a:lnTo>
                    <a:pt x="4862965" y="2425700"/>
                  </a:lnTo>
                  <a:lnTo>
                    <a:pt x="4869036" y="2438400"/>
                  </a:lnTo>
                  <a:lnTo>
                    <a:pt x="4871060" y="2438400"/>
                  </a:lnTo>
                  <a:lnTo>
                    <a:pt x="4869036" y="2451100"/>
                  </a:lnTo>
                  <a:lnTo>
                    <a:pt x="4862965" y="2451100"/>
                  </a:lnTo>
                  <a:lnTo>
                    <a:pt x="4735563" y="2552700"/>
                  </a:lnTo>
                  <a:lnTo>
                    <a:pt x="4559993" y="2552700"/>
                  </a:lnTo>
                  <a:lnTo>
                    <a:pt x="4559993" y="2590800"/>
                  </a:lnTo>
                  <a:lnTo>
                    <a:pt x="4557820" y="2603500"/>
                  </a:lnTo>
                  <a:lnTo>
                    <a:pt x="4551894" y="2616200"/>
                  </a:lnTo>
                  <a:lnTo>
                    <a:pt x="4860787" y="2616200"/>
                  </a:lnTo>
                  <a:lnTo>
                    <a:pt x="4907156" y="2578100"/>
                  </a:lnTo>
                  <a:lnTo>
                    <a:pt x="4949308" y="2552700"/>
                  </a:lnTo>
                  <a:lnTo>
                    <a:pt x="4986912" y="2514600"/>
                  </a:lnTo>
                  <a:lnTo>
                    <a:pt x="5040560" y="2438400"/>
                  </a:lnTo>
                  <a:lnTo>
                    <a:pt x="5040560" y="2032000"/>
                  </a:lnTo>
                  <a:lnTo>
                    <a:pt x="5019709" y="1993900"/>
                  </a:lnTo>
                  <a:lnTo>
                    <a:pt x="5006385" y="1981200"/>
                  </a:lnTo>
                  <a:lnTo>
                    <a:pt x="4992082" y="1955800"/>
                  </a:lnTo>
                  <a:lnTo>
                    <a:pt x="4976812" y="1943100"/>
                  </a:lnTo>
                  <a:lnTo>
                    <a:pt x="4960586" y="1930400"/>
                  </a:lnTo>
                  <a:lnTo>
                    <a:pt x="4860331" y="1930400"/>
                  </a:lnTo>
                  <a:lnTo>
                    <a:pt x="4840399" y="1917700"/>
                  </a:lnTo>
                  <a:lnTo>
                    <a:pt x="4822673" y="1905000"/>
                  </a:lnTo>
                  <a:close/>
                </a:path>
                <a:path w="5040630" h="2679700">
                  <a:moveTo>
                    <a:pt x="4029985" y="2578100"/>
                  </a:moveTo>
                  <a:lnTo>
                    <a:pt x="3943954" y="2578100"/>
                  </a:lnTo>
                  <a:lnTo>
                    <a:pt x="3936320" y="2590800"/>
                  </a:lnTo>
                  <a:lnTo>
                    <a:pt x="3930732" y="2603500"/>
                  </a:lnTo>
                  <a:lnTo>
                    <a:pt x="4043207" y="2603500"/>
                  </a:lnTo>
                  <a:lnTo>
                    <a:pt x="4037619" y="2590800"/>
                  </a:lnTo>
                  <a:lnTo>
                    <a:pt x="4029985" y="2578100"/>
                  </a:lnTo>
                  <a:close/>
                </a:path>
                <a:path w="5040630" h="2679700">
                  <a:moveTo>
                    <a:pt x="3998929" y="2565400"/>
                  </a:moveTo>
                  <a:lnTo>
                    <a:pt x="3975010" y="2565400"/>
                  </a:lnTo>
                  <a:lnTo>
                    <a:pt x="3963676" y="2578100"/>
                  </a:lnTo>
                  <a:lnTo>
                    <a:pt x="4010260" y="2578100"/>
                  </a:lnTo>
                  <a:lnTo>
                    <a:pt x="3998929" y="2565400"/>
                  </a:lnTo>
                  <a:close/>
                </a:path>
                <a:path w="5040630" h="2679700">
                  <a:moveTo>
                    <a:pt x="4506305" y="2527300"/>
                  </a:moveTo>
                  <a:lnTo>
                    <a:pt x="4385457" y="2527300"/>
                  </a:lnTo>
                  <a:lnTo>
                    <a:pt x="4387079" y="2540000"/>
                  </a:lnTo>
                  <a:lnTo>
                    <a:pt x="4387079" y="2578100"/>
                  </a:lnTo>
                  <a:lnTo>
                    <a:pt x="4504684" y="2578100"/>
                  </a:lnTo>
                  <a:lnTo>
                    <a:pt x="4504684" y="2540000"/>
                  </a:lnTo>
                  <a:lnTo>
                    <a:pt x="4506305" y="2527300"/>
                  </a:lnTo>
                  <a:close/>
                </a:path>
                <a:path w="5040630" h="2679700">
                  <a:moveTo>
                    <a:pt x="4252872" y="2527300"/>
                  </a:moveTo>
                  <a:lnTo>
                    <a:pt x="4227982" y="2527300"/>
                  </a:lnTo>
                  <a:lnTo>
                    <a:pt x="4184956" y="2552700"/>
                  </a:lnTo>
                  <a:lnTo>
                    <a:pt x="4304813" y="2552700"/>
                  </a:lnTo>
                  <a:lnTo>
                    <a:pt x="4278498" y="2540000"/>
                  </a:lnTo>
                  <a:lnTo>
                    <a:pt x="4252872" y="2527300"/>
                  </a:lnTo>
                  <a:close/>
                </a:path>
                <a:path w="5040630" h="2679700">
                  <a:moveTo>
                    <a:pt x="4663781" y="2527300"/>
                  </a:moveTo>
                  <a:lnTo>
                    <a:pt x="4638896" y="2527300"/>
                  </a:lnTo>
                  <a:lnTo>
                    <a:pt x="4613272" y="2540000"/>
                  </a:lnTo>
                  <a:lnTo>
                    <a:pt x="4586955" y="2552700"/>
                  </a:lnTo>
                  <a:lnTo>
                    <a:pt x="4706818" y="2552700"/>
                  </a:lnTo>
                  <a:lnTo>
                    <a:pt x="4663781" y="2527300"/>
                  </a:lnTo>
                  <a:close/>
                </a:path>
                <a:path w="5040630" h="2679700">
                  <a:moveTo>
                    <a:pt x="4672865" y="1739900"/>
                  </a:moveTo>
                  <a:lnTo>
                    <a:pt x="4340165" y="1739900"/>
                  </a:lnTo>
                  <a:lnTo>
                    <a:pt x="4289237" y="1752600"/>
                  </a:lnTo>
                  <a:lnTo>
                    <a:pt x="4239823" y="1752600"/>
                  </a:lnTo>
                  <a:lnTo>
                    <a:pt x="4192092" y="1778000"/>
                  </a:lnTo>
                  <a:lnTo>
                    <a:pt x="4146215" y="1790700"/>
                  </a:lnTo>
                  <a:lnTo>
                    <a:pt x="4102359" y="1803400"/>
                  </a:lnTo>
                  <a:lnTo>
                    <a:pt x="4060695" y="1828800"/>
                  </a:lnTo>
                  <a:lnTo>
                    <a:pt x="4021391" y="1854200"/>
                  </a:lnTo>
                  <a:lnTo>
                    <a:pt x="3984617" y="1879600"/>
                  </a:lnTo>
                  <a:lnTo>
                    <a:pt x="3950543" y="1905000"/>
                  </a:lnTo>
                  <a:lnTo>
                    <a:pt x="3919336" y="1943100"/>
                  </a:lnTo>
                  <a:lnTo>
                    <a:pt x="3891167" y="1968500"/>
                  </a:lnTo>
                  <a:lnTo>
                    <a:pt x="3866205" y="2006600"/>
                  </a:lnTo>
                  <a:lnTo>
                    <a:pt x="3844618" y="2032000"/>
                  </a:lnTo>
                  <a:lnTo>
                    <a:pt x="3826577" y="2070100"/>
                  </a:lnTo>
                  <a:lnTo>
                    <a:pt x="3812251" y="2108200"/>
                  </a:lnTo>
                  <a:lnTo>
                    <a:pt x="3801808" y="2146300"/>
                  </a:lnTo>
                  <a:lnTo>
                    <a:pt x="3795418" y="2184400"/>
                  </a:lnTo>
                  <a:lnTo>
                    <a:pt x="3793251" y="2235200"/>
                  </a:lnTo>
                  <a:lnTo>
                    <a:pt x="3796218" y="2273300"/>
                  </a:lnTo>
                  <a:lnTo>
                    <a:pt x="3805019" y="2324100"/>
                  </a:lnTo>
                  <a:lnTo>
                    <a:pt x="3819500" y="2374900"/>
                  </a:lnTo>
                  <a:lnTo>
                    <a:pt x="3839510" y="2413000"/>
                  </a:lnTo>
                  <a:lnTo>
                    <a:pt x="3864895" y="2463800"/>
                  </a:lnTo>
                  <a:lnTo>
                    <a:pt x="3895505" y="2501900"/>
                  </a:lnTo>
                  <a:lnTo>
                    <a:pt x="3931187" y="2540000"/>
                  </a:lnTo>
                  <a:lnTo>
                    <a:pt x="3944247" y="2527300"/>
                  </a:lnTo>
                  <a:lnTo>
                    <a:pt x="4124359" y="2527300"/>
                  </a:lnTo>
                  <a:lnTo>
                    <a:pt x="4028807" y="2451100"/>
                  </a:lnTo>
                  <a:lnTo>
                    <a:pt x="4022732" y="2451100"/>
                  </a:lnTo>
                  <a:lnTo>
                    <a:pt x="4020710" y="2438400"/>
                  </a:lnTo>
                  <a:lnTo>
                    <a:pt x="4022736" y="2438400"/>
                  </a:lnTo>
                  <a:lnTo>
                    <a:pt x="4028807" y="2425700"/>
                  </a:lnTo>
                  <a:lnTo>
                    <a:pt x="4066616" y="2400300"/>
                  </a:lnTo>
                  <a:lnTo>
                    <a:pt x="4053332" y="2374900"/>
                  </a:lnTo>
                  <a:lnTo>
                    <a:pt x="4041722" y="2362200"/>
                  </a:lnTo>
                  <a:lnTo>
                    <a:pt x="4031804" y="2336800"/>
                  </a:lnTo>
                  <a:lnTo>
                    <a:pt x="4023601" y="2324100"/>
                  </a:lnTo>
                  <a:lnTo>
                    <a:pt x="3962848" y="2324100"/>
                  </a:lnTo>
                  <a:lnTo>
                    <a:pt x="3955816" y="2311400"/>
                  </a:lnTo>
                  <a:lnTo>
                    <a:pt x="3945446" y="2311400"/>
                  </a:lnTo>
                  <a:lnTo>
                    <a:pt x="3942529" y="2298700"/>
                  </a:lnTo>
                  <a:lnTo>
                    <a:pt x="3942637" y="2159000"/>
                  </a:lnTo>
                  <a:lnTo>
                    <a:pt x="3944810" y="2159000"/>
                  </a:lnTo>
                  <a:lnTo>
                    <a:pt x="3950736" y="2146300"/>
                  </a:lnTo>
                  <a:lnTo>
                    <a:pt x="4023601" y="2146300"/>
                  </a:lnTo>
                  <a:lnTo>
                    <a:pt x="4031804" y="2120900"/>
                  </a:lnTo>
                  <a:lnTo>
                    <a:pt x="4041722" y="2108200"/>
                  </a:lnTo>
                  <a:lnTo>
                    <a:pt x="4053332" y="2082800"/>
                  </a:lnTo>
                  <a:lnTo>
                    <a:pt x="4066616" y="2070100"/>
                  </a:lnTo>
                  <a:lnTo>
                    <a:pt x="4023828" y="2032000"/>
                  </a:lnTo>
                  <a:lnTo>
                    <a:pt x="4020911" y="2032000"/>
                  </a:lnTo>
                  <a:lnTo>
                    <a:pt x="4020911" y="2019300"/>
                  </a:lnTo>
                  <a:lnTo>
                    <a:pt x="4023828" y="2006600"/>
                  </a:lnTo>
                  <a:lnTo>
                    <a:pt x="4151327" y="1917700"/>
                  </a:lnTo>
                  <a:lnTo>
                    <a:pt x="4160477" y="1905000"/>
                  </a:lnTo>
                  <a:lnTo>
                    <a:pt x="4331770" y="1905000"/>
                  </a:lnTo>
                  <a:lnTo>
                    <a:pt x="4331770" y="1866900"/>
                  </a:lnTo>
                  <a:lnTo>
                    <a:pt x="4333945" y="1854200"/>
                  </a:lnTo>
                  <a:lnTo>
                    <a:pt x="4348664" y="1854200"/>
                  </a:lnTo>
                  <a:lnTo>
                    <a:pt x="4359424" y="1841500"/>
                  </a:lnTo>
                  <a:lnTo>
                    <a:pt x="4788656" y="1841500"/>
                  </a:lnTo>
                  <a:lnTo>
                    <a:pt x="4790886" y="1828800"/>
                  </a:lnTo>
                  <a:lnTo>
                    <a:pt x="4797437" y="1816100"/>
                  </a:lnTo>
                  <a:lnTo>
                    <a:pt x="4808102" y="1803400"/>
                  </a:lnTo>
                  <a:lnTo>
                    <a:pt x="4822673" y="1778000"/>
                  </a:lnTo>
                  <a:lnTo>
                    <a:pt x="4840399" y="1778000"/>
                  </a:lnTo>
                  <a:lnTo>
                    <a:pt x="4860331" y="1765300"/>
                  </a:lnTo>
                  <a:lnTo>
                    <a:pt x="4675826" y="1765300"/>
                  </a:lnTo>
                  <a:lnTo>
                    <a:pt x="4672865" y="1752600"/>
                  </a:lnTo>
                  <a:lnTo>
                    <a:pt x="4672865" y="1739900"/>
                  </a:lnTo>
                  <a:close/>
                </a:path>
                <a:path w="5040630" h="2679700">
                  <a:moveTo>
                    <a:pt x="4517736" y="2514600"/>
                  </a:moveTo>
                  <a:lnTo>
                    <a:pt x="4374022" y="2514600"/>
                  </a:lnTo>
                  <a:lnTo>
                    <a:pt x="4380933" y="2527300"/>
                  </a:lnTo>
                  <a:lnTo>
                    <a:pt x="4510826" y="2527300"/>
                  </a:lnTo>
                  <a:lnTo>
                    <a:pt x="4517736" y="2514600"/>
                  </a:lnTo>
                  <a:close/>
                </a:path>
                <a:path w="5040630" h="2679700">
                  <a:moveTo>
                    <a:pt x="4652935" y="2476500"/>
                  </a:moveTo>
                  <a:lnTo>
                    <a:pt x="4238826" y="2476500"/>
                  </a:lnTo>
                  <a:lnTo>
                    <a:pt x="4268609" y="2489200"/>
                  </a:lnTo>
                  <a:lnTo>
                    <a:pt x="4299678" y="2501900"/>
                  </a:lnTo>
                  <a:lnTo>
                    <a:pt x="4331924" y="2514600"/>
                  </a:lnTo>
                  <a:lnTo>
                    <a:pt x="4559839" y="2514600"/>
                  </a:lnTo>
                  <a:lnTo>
                    <a:pt x="4592085" y="2501900"/>
                  </a:lnTo>
                  <a:lnTo>
                    <a:pt x="4623154" y="2489200"/>
                  </a:lnTo>
                  <a:lnTo>
                    <a:pt x="4652935" y="2476500"/>
                  </a:lnTo>
                  <a:close/>
                </a:path>
                <a:path w="5040630" h="2679700">
                  <a:moveTo>
                    <a:pt x="4770661" y="2413000"/>
                  </a:moveTo>
                  <a:lnTo>
                    <a:pt x="4121103" y="2413000"/>
                  </a:lnTo>
                  <a:lnTo>
                    <a:pt x="4087464" y="2438400"/>
                  </a:lnTo>
                  <a:lnTo>
                    <a:pt x="4170588" y="2501900"/>
                  </a:lnTo>
                  <a:lnTo>
                    <a:pt x="4204260" y="2476500"/>
                  </a:lnTo>
                  <a:lnTo>
                    <a:pt x="4754424" y="2476500"/>
                  </a:lnTo>
                  <a:lnTo>
                    <a:pt x="4804299" y="2438400"/>
                  </a:lnTo>
                  <a:lnTo>
                    <a:pt x="4770661" y="2413000"/>
                  </a:lnTo>
                  <a:close/>
                </a:path>
                <a:path w="5040630" h="2679700">
                  <a:moveTo>
                    <a:pt x="4754424" y="2476500"/>
                  </a:moveTo>
                  <a:lnTo>
                    <a:pt x="4687503" y="2476500"/>
                  </a:lnTo>
                  <a:lnTo>
                    <a:pt x="4721174" y="2501900"/>
                  </a:lnTo>
                  <a:lnTo>
                    <a:pt x="4754424" y="2476500"/>
                  </a:lnTo>
                  <a:close/>
                </a:path>
                <a:path w="5040630" h="2679700">
                  <a:moveTo>
                    <a:pt x="4762715" y="2400300"/>
                  </a:moveTo>
                  <a:lnTo>
                    <a:pt x="4129048" y="2400300"/>
                  </a:lnTo>
                  <a:lnTo>
                    <a:pt x="4126559" y="2413000"/>
                  </a:lnTo>
                  <a:lnTo>
                    <a:pt x="4765204" y="2413000"/>
                  </a:lnTo>
                  <a:lnTo>
                    <a:pt x="4762715" y="2400300"/>
                  </a:lnTo>
                  <a:close/>
                </a:path>
                <a:path w="5040630" h="2679700">
                  <a:moveTo>
                    <a:pt x="4393556" y="2057400"/>
                  </a:moveTo>
                  <a:lnTo>
                    <a:pt x="4129048" y="2057400"/>
                  </a:lnTo>
                  <a:lnTo>
                    <a:pt x="4128482" y="2070100"/>
                  </a:lnTo>
                  <a:lnTo>
                    <a:pt x="4124775" y="2070100"/>
                  </a:lnTo>
                  <a:lnTo>
                    <a:pt x="4107375" y="2095500"/>
                  </a:lnTo>
                  <a:lnTo>
                    <a:pt x="4092813" y="2120900"/>
                  </a:lnTo>
                  <a:lnTo>
                    <a:pt x="4081137" y="2146300"/>
                  </a:lnTo>
                  <a:lnTo>
                    <a:pt x="4072395" y="2171700"/>
                  </a:lnTo>
                  <a:lnTo>
                    <a:pt x="4068846" y="2171700"/>
                  </a:lnTo>
                  <a:lnTo>
                    <a:pt x="4062736" y="2184400"/>
                  </a:lnTo>
                  <a:lnTo>
                    <a:pt x="3997923" y="2184400"/>
                  </a:lnTo>
                  <a:lnTo>
                    <a:pt x="3997859" y="2273300"/>
                  </a:lnTo>
                  <a:lnTo>
                    <a:pt x="4054696" y="2273300"/>
                  </a:lnTo>
                  <a:lnTo>
                    <a:pt x="4062736" y="2286000"/>
                  </a:lnTo>
                  <a:lnTo>
                    <a:pt x="4068846" y="2286000"/>
                  </a:lnTo>
                  <a:lnTo>
                    <a:pt x="4072395" y="2298700"/>
                  </a:lnTo>
                  <a:lnTo>
                    <a:pt x="4081137" y="2324100"/>
                  </a:lnTo>
                  <a:lnTo>
                    <a:pt x="4092813" y="2336800"/>
                  </a:lnTo>
                  <a:lnTo>
                    <a:pt x="4107375" y="2362200"/>
                  </a:lnTo>
                  <a:lnTo>
                    <a:pt x="4124775" y="2387600"/>
                  </a:lnTo>
                  <a:lnTo>
                    <a:pt x="4128482" y="2400300"/>
                  </a:lnTo>
                  <a:lnTo>
                    <a:pt x="4393556" y="2400300"/>
                  </a:lnTo>
                  <a:lnTo>
                    <a:pt x="4345485" y="2387600"/>
                  </a:lnTo>
                  <a:lnTo>
                    <a:pt x="4303054" y="2362200"/>
                  </a:lnTo>
                  <a:lnTo>
                    <a:pt x="4267646" y="2336800"/>
                  </a:lnTo>
                  <a:lnTo>
                    <a:pt x="4223429" y="2273300"/>
                  </a:lnTo>
                  <a:lnTo>
                    <a:pt x="4217384" y="2235200"/>
                  </a:lnTo>
                  <a:lnTo>
                    <a:pt x="4223429" y="2197100"/>
                  </a:lnTo>
                  <a:lnTo>
                    <a:pt x="4240644" y="2159000"/>
                  </a:lnTo>
                  <a:lnTo>
                    <a:pt x="4267646" y="2120900"/>
                  </a:lnTo>
                  <a:lnTo>
                    <a:pt x="4303054" y="2095500"/>
                  </a:lnTo>
                  <a:lnTo>
                    <a:pt x="4345485" y="2070100"/>
                  </a:lnTo>
                  <a:lnTo>
                    <a:pt x="4393556" y="2057400"/>
                  </a:lnTo>
                  <a:close/>
                </a:path>
                <a:path w="5040630" h="2679700">
                  <a:moveTo>
                    <a:pt x="4762710" y="2057400"/>
                  </a:moveTo>
                  <a:lnTo>
                    <a:pt x="4498218" y="2057400"/>
                  </a:lnTo>
                  <a:lnTo>
                    <a:pt x="4546289" y="2070100"/>
                  </a:lnTo>
                  <a:lnTo>
                    <a:pt x="4588719" y="2095500"/>
                  </a:lnTo>
                  <a:lnTo>
                    <a:pt x="4624126" y="2120900"/>
                  </a:lnTo>
                  <a:lnTo>
                    <a:pt x="4651128" y="2159000"/>
                  </a:lnTo>
                  <a:lnTo>
                    <a:pt x="4668343" y="2197100"/>
                  </a:lnTo>
                  <a:lnTo>
                    <a:pt x="4674388" y="2235200"/>
                  </a:lnTo>
                  <a:lnTo>
                    <a:pt x="4668343" y="2273300"/>
                  </a:lnTo>
                  <a:lnTo>
                    <a:pt x="4651128" y="2311400"/>
                  </a:lnTo>
                  <a:lnTo>
                    <a:pt x="4588719" y="2362200"/>
                  </a:lnTo>
                  <a:lnTo>
                    <a:pt x="4546289" y="2387600"/>
                  </a:lnTo>
                  <a:lnTo>
                    <a:pt x="4498218" y="2400300"/>
                  </a:lnTo>
                  <a:lnTo>
                    <a:pt x="4763280" y="2400300"/>
                  </a:lnTo>
                  <a:lnTo>
                    <a:pt x="4766988" y="2387600"/>
                  </a:lnTo>
                  <a:lnTo>
                    <a:pt x="4784388" y="2362200"/>
                  </a:lnTo>
                  <a:lnTo>
                    <a:pt x="4798950" y="2336800"/>
                  </a:lnTo>
                  <a:lnTo>
                    <a:pt x="4810626" y="2324100"/>
                  </a:lnTo>
                  <a:lnTo>
                    <a:pt x="4819368" y="2298700"/>
                  </a:lnTo>
                  <a:lnTo>
                    <a:pt x="4822917" y="2286000"/>
                  </a:lnTo>
                  <a:lnTo>
                    <a:pt x="4829027" y="2286000"/>
                  </a:lnTo>
                  <a:lnTo>
                    <a:pt x="4837067" y="2273300"/>
                  </a:lnTo>
                  <a:lnTo>
                    <a:pt x="4893925" y="2273300"/>
                  </a:lnTo>
                  <a:lnTo>
                    <a:pt x="4893925" y="2184400"/>
                  </a:lnTo>
                  <a:lnTo>
                    <a:pt x="4829022" y="2184400"/>
                  </a:lnTo>
                  <a:lnTo>
                    <a:pt x="4822912" y="2171700"/>
                  </a:lnTo>
                  <a:lnTo>
                    <a:pt x="4819368" y="2171700"/>
                  </a:lnTo>
                  <a:lnTo>
                    <a:pt x="4810621" y="2146300"/>
                  </a:lnTo>
                  <a:lnTo>
                    <a:pt x="4798946" y="2120900"/>
                  </a:lnTo>
                  <a:lnTo>
                    <a:pt x="4784387" y="2095500"/>
                  </a:lnTo>
                  <a:lnTo>
                    <a:pt x="4766988" y="2070100"/>
                  </a:lnTo>
                  <a:lnTo>
                    <a:pt x="4763279" y="2070100"/>
                  </a:lnTo>
                  <a:lnTo>
                    <a:pt x="4762710" y="2057400"/>
                  </a:lnTo>
                  <a:close/>
                </a:path>
                <a:path w="5040630" h="2679700">
                  <a:moveTo>
                    <a:pt x="4445887" y="2095500"/>
                  </a:moveTo>
                  <a:lnTo>
                    <a:pt x="4391201" y="2108200"/>
                  </a:lnTo>
                  <a:lnTo>
                    <a:pt x="4343664" y="2120900"/>
                  </a:lnTo>
                  <a:lnTo>
                    <a:pt x="4306151" y="2159000"/>
                  </a:lnTo>
                  <a:lnTo>
                    <a:pt x="4272692" y="2235200"/>
                  </a:lnTo>
                  <a:lnTo>
                    <a:pt x="4281536" y="2273300"/>
                  </a:lnTo>
                  <a:lnTo>
                    <a:pt x="4306151" y="2311400"/>
                  </a:lnTo>
                  <a:lnTo>
                    <a:pt x="4343664" y="2336800"/>
                  </a:lnTo>
                  <a:lnTo>
                    <a:pt x="4391201" y="2362200"/>
                  </a:lnTo>
                  <a:lnTo>
                    <a:pt x="4500572" y="2362200"/>
                  </a:lnTo>
                  <a:lnTo>
                    <a:pt x="4548109" y="2336800"/>
                  </a:lnTo>
                  <a:lnTo>
                    <a:pt x="4585622" y="2311400"/>
                  </a:lnTo>
                  <a:lnTo>
                    <a:pt x="4610237" y="2273300"/>
                  </a:lnTo>
                  <a:lnTo>
                    <a:pt x="4619081" y="2235200"/>
                  </a:lnTo>
                  <a:lnTo>
                    <a:pt x="4610237" y="2184400"/>
                  </a:lnTo>
                  <a:lnTo>
                    <a:pt x="4585622" y="2159000"/>
                  </a:lnTo>
                  <a:lnTo>
                    <a:pt x="4548109" y="2120900"/>
                  </a:lnTo>
                  <a:lnTo>
                    <a:pt x="4500572" y="2108200"/>
                  </a:lnTo>
                  <a:lnTo>
                    <a:pt x="4445887" y="2095500"/>
                  </a:lnTo>
                  <a:close/>
                </a:path>
                <a:path w="5040630" h="2679700">
                  <a:moveTo>
                    <a:pt x="4170869" y="1955800"/>
                  </a:moveTo>
                  <a:lnTo>
                    <a:pt x="4087680" y="2019300"/>
                  </a:lnTo>
                  <a:lnTo>
                    <a:pt x="4121103" y="2044700"/>
                  </a:lnTo>
                  <a:lnTo>
                    <a:pt x="4126559" y="2057400"/>
                  </a:lnTo>
                  <a:lnTo>
                    <a:pt x="4765199" y="2057400"/>
                  </a:lnTo>
                  <a:lnTo>
                    <a:pt x="4770661" y="2044700"/>
                  </a:lnTo>
                  <a:lnTo>
                    <a:pt x="4804082" y="2019300"/>
                  </a:lnTo>
                  <a:lnTo>
                    <a:pt x="4770806" y="1993900"/>
                  </a:lnTo>
                  <a:lnTo>
                    <a:pt x="4220895" y="1993900"/>
                  </a:lnTo>
                  <a:lnTo>
                    <a:pt x="4212012" y="1981200"/>
                  </a:lnTo>
                  <a:lnTo>
                    <a:pt x="4204260" y="1981200"/>
                  </a:lnTo>
                  <a:lnTo>
                    <a:pt x="4170869" y="1955800"/>
                  </a:lnTo>
                  <a:close/>
                </a:path>
                <a:path w="5040630" h="2679700">
                  <a:moveTo>
                    <a:pt x="4592089" y="1955800"/>
                  </a:moveTo>
                  <a:lnTo>
                    <a:pt x="4299670" y="1955800"/>
                  </a:lnTo>
                  <a:lnTo>
                    <a:pt x="4268603" y="1968500"/>
                  </a:lnTo>
                  <a:lnTo>
                    <a:pt x="4238826" y="1981200"/>
                  </a:lnTo>
                  <a:lnTo>
                    <a:pt x="4230102" y="1993900"/>
                  </a:lnTo>
                  <a:lnTo>
                    <a:pt x="4661656" y="1993900"/>
                  </a:lnTo>
                  <a:lnTo>
                    <a:pt x="4652935" y="1981200"/>
                  </a:lnTo>
                  <a:lnTo>
                    <a:pt x="4623158" y="1968500"/>
                  </a:lnTo>
                  <a:lnTo>
                    <a:pt x="4592089" y="1955800"/>
                  </a:lnTo>
                  <a:close/>
                </a:path>
                <a:path w="5040630" h="2679700">
                  <a:moveTo>
                    <a:pt x="4720893" y="1955800"/>
                  </a:moveTo>
                  <a:lnTo>
                    <a:pt x="4687492" y="1981200"/>
                  </a:lnTo>
                  <a:lnTo>
                    <a:pt x="4679744" y="1981200"/>
                  </a:lnTo>
                  <a:lnTo>
                    <a:pt x="4670862" y="1993900"/>
                  </a:lnTo>
                  <a:lnTo>
                    <a:pt x="4770806" y="1993900"/>
                  </a:lnTo>
                  <a:lnTo>
                    <a:pt x="4720893" y="1955800"/>
                  </a:lnTo>
                  <a:close/>
                </a:path>
                <a:path w="5040630" h="2679700">
                  <a:moveTo>
                    <a:pt x="4526526" y="1943100"/>
                  </a:moveTo>
                  <a:lnTo>
                    <a:pt x="4365237" y="1943100"/>
                  </a:lnTo>
                  <a:lnTo>
                    <a:pt x="4331918" y="1955800"/>
                  </a:lnTo>
                  <a:lnTo>
                    <a:pt x="4559840" y="1955800"/>
                  </a:lnTo>
                  <a:lnTo>
                    <a:pt x="4526526" y="1943100"/>
                  </a:lnTo>
                  <a:close/>
                </a:path>
                <a:path w="5040630" h="2679700">
                  <a:moveTo>
                    <a:pt x="4331770" y="1905000"/>
                  </a:moveTo>
                  <a:lnTo>
                    <a:pt x="4181289" y="1905000"/>
                  </a:lnTo>
                  <a:lnTo>
                    <a:pt x="4190433" y="1917700"/>
                  </a:lnTo>
                  <a:lnTo>
                    <a:pt x="4227993" y="1943100"/>
                  </a:lnTo>
                  <a:lnTo>
                    <a:pt x="4252877" y="1930400"/>
                  </a:lnTo>
                  <a:lnTo>
                    <a:pt x="4278500" y="1917700"/>
                  </a:lnTo>
                  <a:lnTo>
                    <a:pt x="4304813" y="1917700"/>
                  </a:lnTo>
                  <a:lnTo>
                    <a:pt x="4331770" y="1905000"/>
                  </a:lnTo>
                  <a:close/>
                </a:path>
                <a:path w="5040630" h="2679700">
                  <a:moveTo>
                    <a:pt x="4506305" y="1930400"/>
                  </a:moveTo>
                  <a:lnTo>
                    <a:pt x="4385457" y="1930400"/>
                  </a:lnTo>
                  <a:lnTo>
                    <a:pt x="4380933" y="1943100"/>
                  </a:lnTo>
                  <a:lnTo>
                    <a:pt x="4510826" y="1943100"/>
                  </a:lnTo>
                  <a:lnTo>
                    <a:pt x="4506305" y="1930400"/>
                  </a:lnTo>
                  <a:close/>
                </a:path>
                <a:path w="5040630" h="2679700">
                  <a:moveTo>
                    <a:pt x="4788656" y="1841500"/>
                  </a:moveTo>
                  <a:lnTo>
                    <a:pt x="4532339" y="1841500"/>
                  </a:lnTo>
                  <a:lnTo>
                    <a:pt x="4543103" y="1854200"/>
                  </a:lnTo>
                  <a:lnTo>
                    <a:pt x="4557820" y="1854200"/>
                  </a:lnTo>
                  <a:lnTo>
                    <a:pt x="4559993" y="1866900"/>
                  </a:lnTo>
                  <a:lnTo>
                    <a:pt x="4559993" y="1905000"/>
                  </a:lnTo>
                  <a:lnTo>
                    <a:pt x="4586955" y="1917700"/>
                  </a:lnTo>
                  <a:lnTo>
                    <a:pt x="4613272" y="1917700"/>
                  </a:lnTo>
                  <a:lnTo>
                    <a:pt x="4638896" y="1930400"/>
                  </a:lnTo>
                  <a:lnTo>
                    <a:pt x="4663781" y="1943100"/>
                  </a:lnTo>
                  <a:lnTo>
                    <a:pt x="4701330" y="1917700"/>
                  </a:lnTo>
                  <a:lnTo>
                    <a:pt x="4710480" y="1905000"/>
                  </a:lnTo>
                  <a:lnTo>
                    <a:pt x="4822673" y="1905000"/>
                  </a:lnTo>
                  <a:lnTo>
                    <a:pt x="4808102" y="1892300"/>
                  </a:lnTo>
                  <a:lnTo>
                    <a:pt x="4797437" y="1879600"/>
                  </a:lnTo>
                  <a:lnTo>
                    <a:pt x="4790886" y="1866900"/>
                  </a:lnTo>
                  <a:lnTo>
                    <a:pt x="4788656" y="1841500"/>
                  </a:lnTo>
                  <a:close/>
                </a:path>
                <a:path w="5040630" h="2679700">
                  <a:moveTo>
                    <a:pt x="5040560" y="1752599"/>
                  </a:moveTo>
                  <a:lnTo>
                    <a:pt x="4904804" y="1752600"/>
                  </a:lnTo>
                  <a:lnTo>
                    <a:pt x="4927640" y="1765300"/>
                  </a:lnTo>
                  <a:lnTo>
                    <a:pt x="4949276" y="1765300"/>
                  </a:lnTo>
                  <a:lnTo>
                    <a:pt x="4969208" y="1778000"/>
                  </a:lnTo>
                  <a:lnTo>
                    <a:pt x="4986934" y="1778000"/>
                  </a:lnTo>
                  <a:lnTo>
                    <a:pt x="5010207" y="1803400"/>
                  </a:lnTo>
                  <a:lnTo>
                    <a:pt x="5020383" y="1841500"/>
                  </a:lnTo>
                  <a:lnTo>
                    <a:pt x="5017467" y="1866900"/>
                  </a:lnTo>
                  <a:lnTo>
                    <a:pt x="5001463" y="1892300"/>
                  </a:lnTo>
                  <a:lnTo>
                    <a:pt x="5040560" y="1943100"/>
                  </a:lnTo>
                  <a:lnTo>
                    <a:pt x="5040560" y="1752599"/>
                  </a:lnTo>
                  <a:close/>
                </a:path>
                <a:path w="5040630" h="2679700">
                  <a:moveTo>
                    <a:pt x="4504684" y="1892300"/>
                  </a:moveTo>
                  <a:lnTo>
                    <a:pt x="4387079" y="1892300"/>
                  </a:lnTo>
                  <a:lnTo>
                    <a:pt x="4387079" y="1930400"/>
                  </a:lnTo>
                  <a:lnTo>
                    <a:pt x="4504684" y="1930400"/>
                  </a:lnTo>
                  <a:lnTo>
                    <a:pt x="4504684" y="1892300"/>
                  </a:lnTo>
                  <a:close/>
                </a:path>
                <a:path w="5040630" h="2679700">
                  <a:moveTo>
                    <a:pt x="4938542" y="1879600"/>
                  </a:moveTo>
                  <a:lnTo>
                    <a:pt x="4871068" y="1879600"/>
                  </a:lnTo>
                  <a:lnTo>
                    <a:pt x="4881505" y="1892300"/>
                  </a:lnTo>
                  <a:lnTo>
                    <a:pt x="4928099" y="1892300"/>
                  </a:lnTo>
                  <a:lnTo>
                    <a:pt x="4938542" y="1879600"/>
                  </a:lnTo>
                  <a:close/>
                </a:path>
                <a:path w="5040630" h="2679700">
                  <a:moveTo>
                    <a:pt x="4938542" y="1803400"/>
                  </a:moveTo>
                  <a:lnTo>
                    <a:pt x="4871069" y="1803400"/>
                  </a:lnTo>
                  <a:lnTo>
                    <a:pt x="4861788" y="1816100"/>
                  </a:lnTo>
                  <a:lnTo>
                    <a:pt x="4854154" y="1816100"/>
                  </a:lnTo>
                  <a:lnTo>
                    <a:pt x="4848566" y="1828800"/>
                  </a:lnTo>
                  <a:lnTo>
                    <a:pt x="4845134" y="1841500"/>
                  </a:lnTo>
                  <a:lnTo>
                    <a:pt x="4843965" y="1841500"/>
                  </a:lnTo>
                  <a:lnTo>
                    <a:pt x="4845134" y="1854200"/>
                  </a:lnTo>
                  <a:lnTo>
                    <a:pt x="4848566" y="1866900"/>
                  </a:lnTo>
                  <a:lnTo>
                    <a:pt x="4854154" y="1866900"/>
                  </a:lnTo>
                  <a:lnTo>
                    <a:pt x="4861788" y="1879600"/>
                  </a:lnTo>
                  <a:lnTo>
                    <a:pt x="4947829" y="1879600"/>
                  </a:lnTo>
                  <a:lnTo>
                    <a:pt x="4961167" y="1866900"/>
                  </a:lnTo>
                  <a:lnTo>
                    <a:pt x="4965613" y="1841500"/>
                  </a:lnTo>
                  <a:lnTo>
                    <a:pt x="4961167" y="1828800"/>
                  </a:lnTo>
                  <a:lnTo>
                    <a:pt x="4947829" y="1816100"/>
                  </a:lnTo>
                  <a:lnTo>
                    <a:pt x="4938542" y="1803400"/>
                  </a:lnTo>
                  <a:close/>
                </a:path>
                <a:path w="5040630" h="2679700">
                  <a:moveTo>
                    <a:pt x="5040560" y="1689100"/>
                  </a:moveTo>
                  <a:lnTo>
                    <a:pt x="4516849" y="1689100"/>
                  </a:lnTo>
                  <a:lnTo>
                    <a:pt x="4552018" y="1701800"/>
                  </a:lnTo>
                  <a:lnTo>
                    <a:pt x="4596935" y="1701800"/>
                  </a:lnTo>
                  <a:lnTo>
                    <a:pt x="4604376" y="1714500"/>
                  </a:lnTo>
                  <a:lnTo>
                    <a:pt x="4608443" y="1714500"/>
                  </a:lnTo>
                  <a:lnTo>
                    <a:pt x="4608441" y="1727200"/>
                  </a:lnTo>
                  <a:lnTo>
                    <a:pt x="4714930" y="1727200"/>
                  </a:lnTo>
                  <a:lnTo>
                    <a:pt x="4725225" y="1739900"/>
                  </a:lnTo>
                  <a:lnTo>
                    <a:pt x="4728173" y="1739900"/>
                  </a:lnTo>
                  <a:lnTo>
                    <a:pt x="4728173" y="1752600"/>
                  </a:lnTo>
                  <a:lnTo>
                    <a:pt x="4725214" y="1765300"/>
                  </a:lnTo>
                  <a:lnTo>
                    <a:pt x="4881967" y="1765300"/>
                  </a:lnTo>
                  <a:lnTo>
                    <a:pt x="4904804" y="1752600"/>
                  </a:lnTo>
                  <a:lnTo>
                    <a:pt x="5040560" y="1752599"/>
                  </a:lnTo>
                  <a:lnTo>
                    <a:pt x="5040560" y="1689100"/>
                  </a:lnTo>
                  <a:close/>
                </a:path>
                <a:path w="5040630" h="2679700">
                  <a:moveTo>
                    <a:pt x="4478676" y="1727200"/>
                  </a:moveTo>
                  <a:lnTo>
                    <a:pt x="4445887" y="1727200"/>
                  </a:lnTo>
                  <a:lnTo>
                    <a:pt x="4392438" y="1739900"/>
                  </a:lnTo>
                  <a:lnTo>
                    <a:pt x="4511344" y="1739900"/>
                  </a:lnTo>
                  <a:lnTo>
                    <a:pt x="4478676" y="1727200"/>
                  </a:lnTo>
                  <a:close/>
                </a:path>
                <a:path w="5040630" h="2679700">
                  <a:moveTo>
                    <a:pt x="4686119" y="1727200"/>
                  </a:moveTo>
                  <a:lnTo>
                    <a:pt x="4604176" y="1727200"/>
                  </a:lnTo>
                  <a:lnTo>
                    <a:pt x="4596623" y="1739900"/>
                  </a:lnTo>
                  <a:lnTo>
                    <a:pt x="4675826" y="1739900"/>
                  </a:lnTo>
                  <a:lnTo>
                    <a:pt x="4686119" y="17272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E0B1311-9606-A2A1-FB05-A136DB2A973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137" y="1566138"/>
              <a:ext cx="789586" cy="789586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1C766DC-196E-2F16-BFC1-8A2046DEF098}"/>
              </a:ext>
            </a:extLst>
          </p:cNvPr>
          <p:cNvSpPr txBox="1"/>
          <p:nvPr/>
        </p:nvSpPr>
        <p:spPr>
          <a:xfrm>
            <a:off x="3344302" y="244347"/>
            <a:ext cx="4947285" cy="443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Elaborada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partir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los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200" dirty="0">
                <a:latin typeface="Arial"/>
                <a:cs typeface="Arial"/>
              </a:rPr>
              <a:t>Semi-</a:t>
            </a:r>
            <a:r>
              <a:rPr sz="2800" spc="-80" dirty="0">
                <a:latin typeface="Arial"/>
                <a:cs typeface="Arial"/>
              </a:rPr>
              <a:t>estructurada/estructurada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80" dirty="0">
                <a:latin typeface="Arial"/>
                <a:cs typeface="Arial"/>
              </a:rPr>
              <a:t>Procesable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254" dirty="0">
                <a:latin typeface="Arial"/>
                <a:cs typeface="Arial"/>
              </a:rPr>
              <a:t>Con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significado</a:t>
            </a:r>
            <a:endParaRPr sz="2800">
              <a:latin typeface="Arial"/>
              <a:cs typeface="Arial"/>
            </a:endParaRPr>
          </a:p>
          <a:p>
            <a:pPr marL="19050">
              <a:lnSpc>
                <a:spcPts val="2075"/>
              </a:lnSpc>
              <a:spcBef>
                <a:spcPts val="112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2862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“created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at”:“Thu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Apr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19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14:25:04</a:t>
            </a:r>
            <a:endParaRPr sz="180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+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0000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2018”,</a:t>
            </a:r>
            <a:endParaRPr sz="180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“id”: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986973961295720449,</a:t>
            </a:r>
            <a:endParaRPr sz="1800">
              <a:latin typeface="Courier New"/>
              <a:cs typeface="Courier New"/>
            </a:endParaRPr>
          </a:p>
          <a:p>
            <a:pPr marL="428625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“id_str”: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“986973961295720449”</a:t>
            </a:r>
            <a:endParaRPr sz="1800">
              <a:latin typeface="Courier New"/>
              <a:cs typeface="Courier New"/>
            </a:endParaRPr>
          </a:p>
          <a:p>
            <a:pPr marL="428625" marR="277495">
              <a:lnSpc>
                <a:spcPct val="90600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“text”: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“Writing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out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the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script </a:t>
            </a:r>
            <a:r>
              <a:rPr sz="1800" b="1" dirty="0">
                <a:latin typeface="Courier New"/>
                <a:cs typeface="Courier New"/>
              </a:rPr>
              <a:t>of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my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@DataCamp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class”</a:t>
            </a:r>
            <a:r>
              <a:rPr sz="1800" b="1" spc="5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“retweet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count”: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0,</a:t>
            </a:r>
            <a:endParaRPr sz="1800">
              <a:latin typeface="Courier New"/>
              <a:cs typeface="Courier New"/>
            </a:endParaRPr>
          </a:p>
          <a:p>
            <a:pPr marL="428625">
              <a:lnSpc>
                <a:spcPts val="1860"/>
              </a:lnSpc>
            </a:pPr>
            <a:r>
              <a:rPr sz="1800" b="1" dirty="0">
                <a:latin typeface="Courier New"/>
                <a:cs typeface="Courier New"/>
              </a:rPr>
              <a:t>“favorite_count”: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1,</a:t>
            </a:r>
            <a:endParaRPr sz="1800">
              <a:latin typeface="Courier New"/>
              <a:cs typeface="Courier New"/>
            </a:endParaRPr>
          </a:p>
          <a:p>
            <a:pPr marL="19050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0166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3EA6AE-1D9C-4311-A8EB-AF3FCB0C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C7F75C-874F-B4BB-A924-2EC83EF80A84}"/>
              </a:ext>
            </a:extLst>
          </p:cNvPr>
          <p:cNvSpPr txBox="1"/>
          <p:nvPr/>
        </p:nvSpPr>
        <p:spPr>
          <a:xfrm>
            <a:off x="546284" y="253491"/>
            <a:ext cx="2291715" cy="21228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</a:t>
            </a:r>
            <a:endParaRPr sz="2800">
              <a:latin typeface="Arial Narrow"/>
              <a:cs typeface="Arial Narrow"/>
            </a:endParaRPr>
          </a:p>
          <a:p>
            <a:pPr marL="675640" marR="5080" indent="-387350">
              <a:lnSpc>
                <a:spcPct val="71400"/>
              </a:lnSpc>
              <a:spcBef>
                <a:spcPts val="434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conocimiento: aprendizaje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B09C6B4-6CBE-7B6A-C6F7-15A7CA747D83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EFB11A9-5A5E-7E7B-544E-2EF5A165A4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6367" y="1831847"/>
            <a:ext cx="4178808" cy="27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29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715" cy="21228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</a:t>
            </a:r>
            <a:endParaRPr sz="2800">
              <a:latin typeface="Arial Narrow"/>
              <a:cs typeface="Arial Narrow"/>
            </a:endParaRPr>
          </a:p>
          <a:p>
            <a:pPr marL="675640" marR="5080" indent="-387350">
              <a:lnSpc>
                <a:spcPct val="71400"/>
              </a:lnSpc>
              <a:spcBef>
                <a:spcPts val="434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conocimiento: aprendizaje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4302" y="390651"/>
            <a:ext cx="4898390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95" dirty="0">
                <a:latin typeface="Arial"/>
                <a:cs typeface="Arial"/>
              </a:rPr>
              <a:t>Información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aprendida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95" dirty="0">
                <a:latin typeface="Arial"/>
                <a:cs typeface="Arial"/>
              </a:rPr>
              <a:t>Algoritmos,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reglas,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asociaciones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Dinámico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6367" y="1831847"/>
            <a:ext cx="4178808" cy="2779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57912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decisión: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184" y="2691383"/>
            <a:ext cx="3605784" cy="24018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AE5FB4-BE72-53A4-07BD-76547ECC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2B5D6F-36A8-D3BF-881D-B50E192B27C2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57912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decisión: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273397-F15E-A69E-241A-E7382C4866F0}"/>
              </a:ext>
            </a:extLst>
          </p:cNvPr>
          <p:cNvSpPr txBox="1"/>
          <p:nvPr/>
        </p:nvSpPr>
        <p:spPr>
          <a:xfrm>
            <a:off x="3344302" y="244347"/>
            <a:ext cx="5225415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Información</a:t>
            </a:r>
            <a:endParaRPr sz="2800">
              <a:latin typeface="Arial"/>
              <a:cs typeface="Arial"/>
            </a:endParaRPr>
          </a:p>
          <a:p>
            <a:pPr marL="298450" marR="66040" indent="-285750">
              <a:lnSpc>
                <a:spcPct val="71400"/>
              </a:lnSpc>
              <a:spcBef>
                <a:spcPts val="1105"/>
              </a:spcBef>
              <a:buChar char="■"/>
              <a:tabLst>
                <a:tab pos="298450" algn="l"/>
              </a:tabLst>
            </a:pPr>
            <a:r>
              <a:rPr sz="2800" spc="-235" dirty="0">
                <a:latin typeface="Arial"/>
                <a:cs typeface="Arial"/>
              </a:rPr>
              <a:t>Tomada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partir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del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conocimiento </a:t>
            </a:r>
            <a:r>
              <a:rPr sz="2800" spc="-10" dirty="0">
                <a:latin typeface="Arial"/>
                <a:cs typeface="Arial"/>
              </a:rPr>
              <a:t>obtenido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71400"/>
              </a:lnSpc>
              <a:spcBef>
                <a:spcPts val="1105"/>
              </a:spcBef>
              <a:buChar char="■"/>
              <a:tabLst>
                <a:tab pos="298450" algn="l"/>
              </a:tabLst>
            </a:pPr>
            <a:r>
              <a:rPr sz="2800" spc="-160" dirty="0">
                <a:latin typeface="Arial"/>
                <a:cs typeface="Arial"/>
              </a:rPr>
              <a:t>Resultado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del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proceso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toma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de </a:t>
            </a:r>
            <a:r>
              <a:rPr sz="2800" spc="-55" dirty="0">
                <a:latin typeface="Arial"/>
                <a:cs typeface="Arial"/>
              </a:rPr>
              <a:t>decisiones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Valor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3D0ABC-88FA-7DC2-5BFD-4397B8E85AF9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8C5FA35-FB08-65D5-ACCB-D275A1CB38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184" y="2691383"/>
            <a:ext cx="360578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3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991659A-07D2-3AA8-30DF-F09BFCB7F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1544144"/>
            <a:ext cx="6305550" cy="33315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1963419"/>
            <a:ext cx="3679190" cy="11169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11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equilibrio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entre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datos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y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tecnología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487292" y="182786"/>
            <a:ext cx="3296285" cy="4634230"/>
            <a:chOff x="4487292" y="182786"/>
            <a:chExt cx="3296285" cy="4634230"/>
          </a:xfrm>
        </p:grpSpPr>
        <p:sp>
          <p:nvSpPr>
            <p:cNvPr id="5" name="object 5"/>
            <p:cNvSpPr/>
            <p:nvPr/>
          </p:nvSpPr>
          <p:spPr>
            <a:xfrm>
              <a:off x="4499992" y="3723877"/>
              <a:ext cx="3240405" cy="1080135"/>
            </a:xfrm>
            <a:custGeom>
              <a:avLst/>
              <a:gdLst/>
              <a:ahLst/>
              <a:cxnLst/>
              <a:rect l="l" t="t" r="r" b="b"/>
              <a:pathLst>
                <a:path w="3240404" h="1080135">
                  <a:moveTo>
                    <a:pt x="0" y="180023"/>
                  </a:moveTo>
                  <a:lnTo>
                    <a:pt x="6430" y="132166"/>
                  </a:lnTo>
                  <a:lnTo>
                    <a:pt x="24578" y="89162"/>
                  </a:lnTo>
                  <a:lnTo>
                    <a:pt x="52727" y="52727"/>
                  </a:lnTo>
                  <a:lnTo>
                    <a:pt x="89162" y="24578"/>
                  </a:lnTo>
                  <a:lnTo>
                    <a:pt x="132166" y="6430"/>
                  </a:lnTo>
                  <a:lnTo>
                    <a:pt x="180023" y="0"/>
                  </a:lnTo>
                  <a:lnTo>
                    <a:pt x="3060336" y="0"/>
                  </a:lnTo>
                  <a:lnTo>
                    <a:pt x="3108193" y="6430"/>
                  </a:lnTo>
                  <a:lnTo>
                    <a:pt x="3151197" y="24578"/>
                  </a:lnTo>
                  <a:lnTo>
                    <a:pt x="3187632" y="52727"/>
                  </a:lnTo>
                  <a:lnTo>
                    <a:pt x="3215781" y="89162"/>
                  </a:lnTo>
                  <a:lnTo>
                    <a:pt x="3233929" y="132166"/>
                  </a:lnTo>
                  <a:lnTo>
                    <a:pt x="3240360" y="180023"/>
                  </a:lnTo>
                  <a:lnTo>
                    <a:pt x="3240360" y="900096"/>
                  </a:lnTo>
                  <a:lnTo>
                    <a:pt x="3233929" y="947953"/>
                  </a:lnTo>
                  <a:lnTo>
                    <a:pt x="3215781" y="990957"/>
                  </a:lnTo>
                  <a:lnTo>
                    <a:pt x="3187632" y="1027392"/>
                  </a:lnTo>
                  <a:lnTo>
                    <a:pt x="3151197" y="1055541"/>
                  </a:lnTo>
                  <a:lnTo>
                    <a:pt x="3108193" y="1073689"/>
                  </a:lnTo>
                  <a:lnTo>
                    <a:pt x="3060336" y="1080120"/>
                  </a:lnTo>
                  <a:lnTo>
                    <a:pt x="180023" y="1080120"/>
                  </a:lnTo>
                  <a:lnTo>
                    <a:pt x="132166" y="1073689"/>
                  </a:lnTo>
                  <a:lnTo>
                    <a:pt x="89162" y="1055541"/>
                  </a:lnTo>
                  <a:lnTo>
                    <a:pt x="52727" y="1027392"/>
                  </a:lnTo>
                  <a:lnTo>
                    <a:pt x="24578" y="990957"/>
                  </a:lnTo>
                  <a:lnTo>
                    <a:pt x="6430" y="947953"/>
                  </a:lnTo>
                  <a:lnTo>
                    <a:pt x="0" y="900096"/>
                  </a:lnTo>
                  <a:lnTo>
                    <a:pt x="0" y="18002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9992" y="1923677"/>
              <a:ext cx="3240405" cy="1080135"/>
            </a:xfrm>
            <a:custGeom>
              <a:avLst/>
              <a:gdLst/>
              <a:ahLst/>
              <a:cxnLst/>
              <a:rect l="l" t="t" r="r" b="b"/>
              <a:pathLst>
                <a:path w="3240404" h="1080135">
                  <a:moveTo>
                    <a:pt x="0" y="180023"/>
                  </a:moveTo>
                  <a:lnTo>
                    <a:pt x="6430" y="132166"/>
                  </a:lnTo>
                  <a:lnTo>
                    <a:pt x="24578" y="89162"/>
                  </a:lnTo>
                  <a:lnTo>
                    <a:pt x="52727" y="52727"/>
                  </a:lnTo>
                  <a:lnTo>
                    <a:pt x="89162" y="24578"/>
                  </a:lnTo>
                  <a:lnTo>
                    <a:pt x="132166" y="6430"/>
                  </a:lnTo>
                  <a:lnTo>
                    <a:pt x="180023" y="0"/>
                  </a:lnTo>
                  <a:lnTo>
                    <a:pt x="3060336" y="0"/>
                  </a:lnTo>
                  <a:lnTo>
                    <a:pt x="3108193" y="6430"/>
                  </a:lnTo>
                  <a:lnTo>
                    <a:pt x="3151197" y="24578"/>
                  </a:lnTo>
                  <a:lnTo>
                    <a:pt x="3187632" y="52727"/>
                  </a:lnTo>
                  <a:lnTo>
                    <a:pt x="3215781" y="89162"/>
                  </a:lnTo>
                  <a:lnTo>
                    <a:pt x="3233929" y="132166"/>
                  </a:lnTo>
                  <a:lnTo>
                    <a:pt x="3240360" y="180023"/>
                  </a:lnTo>
                  <a:lnTo>
                    <a:pt x="3240360" y="900096"/>
                  </a:lnTo>
                  <a:lnTo>
                    <a:pt x="3233929" y="947953"/>
                  </a:lnTo>
                  <a:lnTo>
                    <a:pt x="3215781" y="990957"/>
                  </a:lnTo>
                  <a:lnTo>
                    <a:pt x="3187632" y="1027392"/>
                  </a:lnTo>
                  <a:lnTo>
                    <a:pt x="3151197" y="1055541"/>
                  </a:lnTo>
                  <a:lnTo>
                    <a:pt x="3108193" y="1073689"/>
                  </a:lnTo>
                  <a:lnTo>
                    <a:pt x="3060336" y="1080120"/>
                  </a:lnTo>
                  <a:lnTo>
                    <a:pt x="180023" y="1080120"/>
                  </a:lnTo>
                  <a:lnTo>
                    <a:pt x="132166" y="1073689"/>
                  </a:lnTo>
                  <a:lnTo>
                    <a:pt x="89162" y="1055541"/>
                  </a:lnTo>
                  <a:lnTo>
                    <a:pt x="52727" y="1027392"/>
                  </a:lnTo>
                  <a:lnTo>
                    <a:pt x="24578" y="990957"/>
                  </a:lnTo>
                  <a:lnTo>
                    <a:pt x="6430" y="947953"/>
                  </a:lnTo>
                  <a:lnTo>
                    <a:pt x="0" y="900096"/>
                  </a:lnTo>
                  <a:lnTo>
                    <a:pt x="0" y="18002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29991" y="195486"/>
              <a:ext cx="3240405" cy="1080135"/>
            </a:xfrm>
            <a:custGeom>
              <a:avLst/>
              <a:gdLst/>
              <a:ahLst/>
              <a:cxnLst/>
              <a:rect l="l" t="t" r="r" b="b"/>
              <a:pathLst>
                <a:path w="3240404" h="1080135">
                  <a:moveTo>
                    <a:pt x="0" y="180023"/>
                  </a:moveTo>
                  <a:lnTo>
                    <a:pt x="6430" y="132166"/>
                  </a:lnTo>
                  <a:lnTo>
                    <a:pt x="24578" y="89162"/>
                  </a:lnTo>
                  <a:lnTo>
                    <a:pt x="52727" y="52727"/>
                  </a:lnTo>
                  <a:lnTo>
                    <a:pt x="89162" y="24578"/>
                  </a:lnTo>
                  <a:lnTo>
                    <a:pt x="132166" y="6430"/>
                  </a:lnTo>
                  <a:lnTo>
                    <a:pt x="180023" y="0"/>
                  </a:lnTo>
                  <a:lnTo>
                    <a:pt x="3060336" y="0"/>
                  </a:lnTo>
                  <a:lnTo>
                    <a:pt x="3108193" y="6430"/>
                  </a:lnTo>
                  <a:lnTo>
                    <a:pt x="3151197" y="24578"/>
                  </a:lnTo>
                  <a:lnTo>
                    <a:pt x="3187632" y="52727"/>
                  </a:lnTo>
                  <a:lnTo>
                    <a:pt x="3215781" y="89162"/>
                  </a:lnTo>
                  <a:lnTo>
                    <a:pt x="3233929" y="132166"/>
                  </a:lnTo>
                  <a:lnTo>
                    <a:pt x="3240360" y="180023"/>
                  </a:lnTo>
                  <a:lnTo>
                    <a:pt x="3240360" y="900096"/>
                  </a:lnTo>
                  <a:lnTo>
                    <a:pt x="3233929" y="947953"/>
                  </a:lnTo>
                  <a:lnTo>
                    <a:pt x="3215781" y="990957"/>
                  </a:lnTo>
                  <a:lnTo>
                    <a:pt x="3187632" y="1027392"/>
                  </a:lnTo>
                  <a:lnTo>
                    <a:pt x="3151197" y="1055541"/>
                  </a:lnTo>
                  <a:lnTo>
                    <a:pt x="3108193" y="1073689"/>
                  </a:lnTo>
                  <a:lnTo>
                    <a:pt x="3060336" y="1080120"/>
                  </a:lnTo>
                  <a:lnTo>
                    <a:pt x="180023" y="1080120"/>
                  </a:lnTo>
                  <a:lnTo>
                    <a:pt x="132166" y="1073689"/>
                  </a:lnTo>
                  <a:lnTo>
                    <a:pt x="89162" y="1055541"/>
                  </a:lnTo>
                  <a:lnTo>
                    <a:pt x="52727" y="1027392"/>
                  </a:lnTo>
                  <a:lnTo>
                    <a:pt x="24578" y="990957"/>
                  </a:lnTo>
                  <a:lnTo>
                    <a:pt x="6430" y="947953"/>
                  </a:lnTo>
                  <a:lnTo>
                    <a:pt x="0" y="900096"/>
                  </a:lnTo>
                  <a:lnTo>
                    <a:pt x="0" y="18002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63018" y="1275613"/>
              <a:ext cx="114300" cy="2448560"/>
            </a:xfrm>
            <a:custGeom>
              <a:avLst/>
              <a:gdLst/>
              <a:ahLst/>
              <a:cxnLst/>
              <a:rect l="l" t="t" r="r" b="b"/>
              <a:pathLst>
                <a:path w="114300" h="2448560">
                  <a:moveTo>
                    <a:pt x="114300" y="1842490"/>
                  </a:moveTo>
                  <a:lnTo>
                    <a:pt x="104775" y="1823440"/>
                  </a:lnTo>
                  <a:lnTo>
                    <a:pt x="57150" y="1728190"/>
                  </a:lnTo>
                  <a:lnTo>
                    <a:pt x="0" y="1842490"/>
                  </a:lnTo>
                  <a:lnTo>
                    <a:pt x="38100" y="1842490"/>
                  </a:lnTo>
                  <a:lnTo>
                    <a:pt x="38100" y="2448268"/>
                  </a:lnTo>
                  <a:lnTo>
                    <a:pt x="76200" y="2448268"/>
                  </a:lnTo>
                  <a:lnTo>
                    <a:pt x="76200" y="1842490"/>
                  </a:lnTo>
                  <a:lnTo>
                    <a:pt x="114300" y="1842490"/>
                  </a:lnTo>
                  <a:close/>
                </a:path>
                <a:path w="114300" h="2448560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648068"/>
                  </a:lnTo>
                  <a:lnTo>
                    <a:pt x="76200" y="648068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6801" y="3056911"/>
              <a:ext cx="619279" cy="6192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191" y="1296543"/>
              <a:ext cx="619279" cy="6192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92941" y="1429003"/>
            <a:ext cx="1275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 Narrow"/>
                <a:cs typeface="Arial Narrow"/>
              </a:rPr>
              <a:t>TECNOLOGÍA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5220" y="566419"/>
            <a:ext cx="149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CONOCIMIENTO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59308" y="2300732"/>
            <a:ext cx="2941955" cy="209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6591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800">
              <a:latin typeface="Arial Narrow"/>
              <a:cs typeface="Arial Narrow"/>
            </a:endParaRPr>
          </a:p>
          <a:p>
            <a:pPr marL="1678939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0000"/>
                </a:solidFill>
                <a:latin typeface="Arial Narrow"/>
                <a:cs typeface="Arial Narrow"/>
              </a:rPr>
              <a:t>TECNOLOGÍA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>
              <a:latin typeface="Arial Narrow"/>
              <a:cs typeface="Arial Narrow"/>
            </a:endParaRPr>
          </a:p>
          <a:p>
            <a:pPr marR="1620520" algn="ctr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</a:t>
            </a:r>
            <a:endParaRPr sz="1800">
              <a:latin typeface="Arial Narrow"/>
              <a:cs typeface="Arial Narro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03644" y="176903"/>
            <a:ext cx="3358515" cy="4431665"/>
            <a:chOff x="4503644" y="176903"/>
            <a:chExt cx="3358515" cy="443166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3468" y="2015684"/>
              <a:ext cx="817714" cy="9678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03644" y="1851670"/>
              <a:ext cx="1328155" cy="5934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9832" y="3914369"/>
              <a:ext cx="693935" cy="6939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99512" y="3888225"/>
              <a:ext cx="693935" cy="6939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3468" y="675850"/>
              <a:ext cx="1008338" cy="59975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83276" y="176903"/>
              <a:ext cx="1673791" cy="4341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9991" y="589301"/>
              <a:ext cx="725031" cy="65252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295712" y="1326387"/>
            <a:ext cx="154178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300355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Datos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vs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Tecnología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A1A73E-F21B-AD91-C338-4179DBB336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031" y="2706005"/>
            <a:ext cx="4035331" cy="21320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3505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Los</a:t>
            </a:r>
            <a:r>
              <a:rPr sz="2800" spc="-1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datos: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2" name="object 12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66213" y="553719"/>
            <a:ext cx="110934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5" dirty="0">
                <a:latin typeface="Arial"/>
                <a:cs typeface="Arial"/>
              </a:rPr>
              <a:t>Antes</a:t>
            </a:r>
            <a:endParaRPr lang="es-ES" sz="2400" spc="-18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85" dirty="0">
                <a:latin typeface="Arial"/>
                <a:cs typeface="Arial"/>
              </a:rPr>
              <a:t>&lt;2010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6" name="object 16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87881" y="553719"/>
            <a:ext cx="7766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15" dirty="0">
                <a:latin typeface="Arial"/>
                <a:cs typeface="Arial"/>
              </a:rPr>
              <a:t>Hoy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80000">
            <a:off x="7207134" y="3572690"/>
            <a:ext cx="62482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950" spc="-165" baseline="2136" dirty="0">
                <a:solidFill>
                  <a:srgbClr val="FFFFFF"/>
                </a:solidFill>
                <a:latin typeface="Arial"/>
                <a:cs typeface="Arial"/>
              </a:rPr>
              <a:t>Sensor</a:t>
            </a:r>
            <a:r>
              <a:rPr sz="1300" spc="-110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1" name="object 21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 rot="180000">
            <a:off x="7141138" y="3002358"/>
            <a:ext cx="84309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Dat</a:t>
            </a:r>
            <a:r>
              <a:rPr sz="1950" spc="-150" baseline="2136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 rea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les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08203" y="2178419"/>
            <a:ext cx="1595755" cy="655320"/>
            <a:chOff x="6808203" y="2178419"/>
            <a:chExt cx="1595755" cy="655320"/>
          </a:xfrm>
        </p:grpSpPr>
        <p:sp>
          <p:nvSpPr>
            <p:cNvPr id="25" name="object 25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 rot="180000">
            <a:off x="7143076" y="2338657"/>
            <a:ext cx="93856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950" spc="-150" baseline="2136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60" baseline="2136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asi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 rot="180000">
            <a:off x="7260810" y="2514168"/>
            <a:ext cx="67887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950" spc="-52" baseline="2136" dirty="0">
                <a:solidFill>
                  <a:srgbClr val="FFFFFF"/>
                </a:solidFill>
                <a:latin typeface="Arial"/>
                <a:cs typeface="Arial"/>
              </a:rPr>
              <a:t>ilim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itados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1566" y="1606032"/>
            <a:ext cx="1595755" cy="655320"/>
            <a:chOff x="6851566" y="1606032"/>
            <a:chExt cx="1595755" cy="655320"/>
          </a:xfrm>
        </p:grpSpPr>
        <p:sp>
          <p:nvSpPr>
            <p:cNvPr id="30" name="object 30"/>
            <p:cNvSpPr/>
            <p:nvPr/>
          </p:nvSpPr>
          <p:spPr>
            <a:xfrm>
              <a:off x="6864265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64266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 rot="180000">
            <a:off x="6978781" y="1857786"/>
            <a:ext cx="134053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65" baseline="6410" dirty="0">
                <a:solidFill>
                  <a:srgbClr val="FFFFFF"/>
                </a:solidFill>
                <a:latin typeface="Arial"/>
                <a:cs typeface="Arial"/>
              </a:rPr>
              <a:t>Gran</a:t>
            </a:r>
            <a:r>
              <a:rPr sz="1950" spc="-165" baseline="4273" dirty="0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v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olúmen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4" name="object 34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 rot="180000">
            <a:off x="4864027" y="3327305"/>
            <a:ext cx="81322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12" baseline="4273" dirty="0">
                <a:solidFill>
                  <a:srgbClr val="FFFFFF"/>
                </a:solidFill>
                <a:latin typeface="Arial"/>
                <a:cs typeface="Arial"/>
              </a:rPr>
              <a:t>Mo</a:t>
            </a:r>
            <a:r>
              <a:rPr sz="1950" spc="-112" baseline="2136" dirty="0">
                <a:solidFill>
                  <a:srgbClr val="FFFFFF"/>
                </a:solidFill>
                <a:latin typeface="Arial"/>
                <a:cs typeface="Arial"/>
              </a:rPr>
              <a:t>delos</a:t>
            </a:r>
            <a:r>
              <a:rPr sz="1950" spc="-67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 rot="180000">
            <a:off x="4881991" y="3504720"/>
            <a:ext cx="75301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Simula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ción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9" name="object 39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180000">
            <a:off x="4765188" y="2844356"/>
            <a:ext cx="1085148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65" baseline="641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950" spc="-165" baseline="4273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75" baseline="4273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950" spc="-75" baseline="2136" dirty="0">
                <a:solidFill>
                  <a:srgbClr val="FFFFFF"/>
                </a:solidFill>
                <a:latin typeface="Arial"/>
                <a:cs typeface="Arial"/>
              </a:rPr>
              <a:t>intéti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cos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3" name="object 43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 rot="180000">
            <a:off x="4700705" y="2273800"/>
            <a:ext cx="130146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641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r>
              <a:rPr sz="1950" spc="-4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5" baseline="4273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950" spc="-15" baseline="2136" dirty="0">
                <a:solidFill>
                  <a:srgbClr val="FFFFFF"/>
                </a:solidFill>
                <a:latin typeface="Arial"/>
                <a:cs typeface="Arial"/>
              </a:rPr>
              <a:t>imita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dos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63" name="Picture 62" descr="A diagram of a company&#10;&#10;Description automatically generated">
            <a:extLst>
              <a:ext uri="{FF2B5EF4-FFF2-40B4-BE49-F238E27FC236}">
                <a16:creationId xmlns:a16="http://schemas.microsoft.com/office/drawing/2014/main" id="{6FF171C3-C78D-46F7-6676-E61D8154B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648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61594" marR="5080" indent="-4953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almacenamiento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868759" y="3575447"/>
            <a:ext cx="130083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42" baseline="6410" dirty="0">
                <a:solidFill>
                  <a:srgbClr val="FFFFFF"/>
                </a:solidFill>
                <a:latin typeface="Arial"/>
                <a:cs typeface="Arial"/>
              </a:rPr>
              <a:t>Sist.</a:t>
            </a:r>
            <a:r>
              <a:rPr sz="1950" spc="-89" baseline="64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4" baseline="641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f.</a:t>
            </a:r>
            <a:r>
              <a:rPr sz="1950" spc="-89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44" baseline="4273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stribu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ida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925756" y="3002130"/>
            <a:ext cx="127438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950" spc="-142" baseline="4273" dirty="0">
                <a:solidFill>
                  <a:srgbClr val="FFFFFF"/>
                </a:solidFill>
                <a:latin typeface="Arial"/>
                <a:cs typeface="Arial"/>
              </a:rPr>
              <a:t>Sist.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Inf. </a:t>
            </a:r>
            <a:r>
              <a:rPr sz="1950" spc="-127" baseline="2136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nube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08203" y="2178419"/>
            <a:ext cx="1595755" cy="655320"/>
            <a:chOff x="6808203" y="2178419"/>
            <a:chExt cx="1595755" cy="655320"/>
          </a:xfrm>
        </p:grpSpPr>
        <p:sp>
          <p:nvSpPr>
            <p:cNvPr id="26" name="object 26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 rot="180000">
            <a:off x="6927572" y="2431419"/>
            <a:ext cx="135628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42" baseline="8547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950" spc="-142" baseline="6410" dirty="0">
                <a:solidFill>
                  <a:srgbClr val="FFFFFF"/>
                </a:solidFill>
                <a:latin typeface="Arial"/>
                <a:cs typeface="Arial"/>
              </a:rPr>
              <a:t>macen</a:t>
            </a:r>
            <a:r>
              <a:rPr sz="1950" spc="-142" baseline="4273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27" baseline="2136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1566" y="1606032"/>
            <a:ext cx="1595755" cy="655320"/>
            <a:chOff x="6851566" y="1606032"/>
            <a:chExt cx="1595755" cy="655320"/>
          </a:xfrm>
        </p:grpSpPr>
        <p:sp>
          <p:nvSpPr>
            <p:cNvPr id="30" name="object 30"/>
            <p:cNvSpPr/>
            <p:nvPr/>
          </p:nvSpPr>
          <p:spPr>
            <a:xfrm>
              <a:off x="6864265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864266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 rot="180000">
            <a:off x="7408083" y="1853841"/>
            <a:ext cx="482514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950" spc="-232" baseline="2136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300" spc="-15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4" name="object 34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 rot="180000">
            <a:off x="4867407" y="3417979"/>
            <a:ext cx="794581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950" spc="-179" baseline="4273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1950" spc="-179" baseline="2136" dirty="0">
                <a:solidFill>
                  <a:srgbClr val="FFFFFF"/>
                </a:solidFill>
                <a:latin typeface="Arial"/>
                <a:cs typeface="Arial"/>
              </a:rPr>
              <a:t>xto</a:t>
            </a:r>
            <a:r>
              <a:rPr sz="1950" spc="-75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37" baseline="2136" dirty="0">
                <a:solidFill>
                  <a:srgbClr val="FFFFFF"/>
                </a:solidFill>
                <a:latin typeface="Arial"/>
                <a:cs typeface="Arial"/>
              </a:rPr>
              <a:t>pl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ano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8" name="object 38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 rot="180000">
            <a:off x="4757967" y="2844938"/>
            <a:ext cx="109958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27" baseline="6410" dirty="0">
                <a:solidFill>
                  <a:srgbClr val="FFFFFF"/>
                </a:solidFill>
                <a:latin typeface="Arial"/>
                <a:cs typeface="Arial"/>
              </a:rPr>
              <a:t>Hojas</a:t>
            </a:r>
            <a:r>
              <a:rPr sz="1950" spc="-112" baseline="64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12" baseline="4273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cálcul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2" name="object 42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 rot="180000">
            <a:off x="4733828" y="2274199"/>
            <a:ext cx="123410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247" baseline="6410" dirty="0">
                <a:solidFill>
                  <a:srgbClr val="FFFFFF"/>
                </a:solidFill>
                <a:latin typeface="Arial"/>
                <a:cs typeface="Arial"/>
              </a:rPr>
              <a:t>BBD</a:t>
            </a:r>
            <a:r>
              <a:rPr sz="1950" spc="-247" baseline="4273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89" baseline="4273" dirty="0">
                <a:solidFill>
                  <a:srgbClr val="FFFFFF"/>
                </a:solidFill>
                <a:latin typeface="Arial"/>
                <a:cs typeface="Arial"/>
              </a:rPr>
              <a:t>rel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acion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ales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5" name="Picture 44" descr="A diagram of a company&#10;&#10;Description automatically generated">
            <a:extLst>
              <a:ext uri="{FF2B5EF4-FFF2-40B4-BE49-F238E27FC236}">
                <a16:creationId xmlns:a16="http://schemas.microsoft.com/office/drawing/2014/main" id="{40604A31-CFAC-5E8C-656E-AACFE10B1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585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73050" marR="5080" indent="-26035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procesamiento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859556" y="3575620"/>
            <a:ext cx="131910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89" baseline="641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950" spc="-89" baseline="4273" dirty="0">
                <a:solidFill>
                  <a:srgbClr val="FFFFFF"/>
                </a:solidFill>
                <a:latin typeface="Arial"/>
                <a:cs typeface="Arial"/>
              </a:rPr>
              <a:t>lelo/Mu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lti-</a:t>
            </a:r>
            <a:r>
              <a:rPr sz="1950" spc="-30" baseline="2136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996142" y="3001159"/>
            <a:ext cx="1133498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Off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950" spc="-112" baseline="2136" dirty="0">
                <a:solidFill>
                  <a:srgbClr val="FFFFFF"/>
                </a:solidFill>
                <a:latin typeface="Arial"/>
                <a:cs typeface="Arial"/>
              </a:rPr>
              <a:t>Line/O</a:t>
            </a:r>
            <a:r>
              <a:rPr sz="1300" spc="-75" dirty="0">
                <a:solidFill>
                  <a:srgbClr val="FFFFFF"/>
                </a:solidFill>
                <a:latin typeface="Arial"/>
                <a:cs typeface="Arial"/>
              </a:rPr>
              <a:t>n-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08203" y="1606032"/>
            <a:ext cx="1639570" cy="1227455"/>
            <a:chOff x="6808203" y="1606032"/>
            <a:chExt cx="1639570" cy="1227455"/>
          </a:xfrm>
        </p:grpSpPr>
        <p:sp>
          <p:nvSpPr>
            <p:cNvPr id="26" name="object 26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64264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64265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 rot="180000">
            <a:off x="7199221" y="1764617"/>
            <a:ext cx="91294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Comput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aci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ón</a:t>
            </a:r>
            <a:endParaRPr sz="1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180000">
            <a:off x="7274484" y="1943522"/>
            <a:ext cx="73753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950" spc="-52" baseline="4273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1950" spc="-52" baseline="2136" dirty="0">
                <a:solidFill>
                  <a:srgbClr val="FFFFFF"/>
                </a:solidFill>
                <a:latin typeface="Arial"/>
                <a:cs typeface="Arial"/>
              </a:rPr>
              <a:t>stribu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ida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 rot="180000">
            <a:off x="7155857" y="2337641"/>
            <a:ext cx="91294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Comput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aci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ón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 rot="180000">
            <a:off x="7317826" y="2515613"/>
            <a:ext cx="56443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lela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5" name="object 35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 rot="180000">
            <a:off x="4899128" y="3415437"/>
            <a:ext cx="73134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35" baseline="4273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950" spc="-135" baseline="2136" dirty="0">
                <a:solidFill>
                  <a:srgbClr val="FFFFFF"/>
                </a:solidFill>
                <a:latin typeface="Arial"/>
                <a:cs typeface="Arial"/>
              </a:rPr>
              <a:t>cuenc</a:t>
            </a:r>
            <a:r>
              <a:rPr sz="1300" spc="-90" dirty="0">
                <a:solidFill>
                  <a:srgbClr val="FFFFFF"/>
                </a:solidFill>
                <a:latin typeface="Arial"/>
                <a:cs typeface="Arial"/>
              </a:rPr>
              <a:t>ial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9" name="object 39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180000">
            <a:off x="5028310" y="2842717"/>
            <a:ext cx="55958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Off-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3" name="object 43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 rot="180000">
            <a:off x="4883126" y="2183594"/>
            <a:ext cx="94856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12" baseline="4273" dirty="0">
                <a:solidFill>
                  <a:srgbClr val="FFFFFF"/>
                </a:solidFill>
                <a:latin typeface="Arial"/>
                <a:cs typeface="Arial"/>
              </a:rPr>
              <a:t>Progr</a:t>
            </a:r>
            <a:r>
              <a:rPr sz="1950" spc="-112" baseline="2136" dirty="0">
                <a:solidFill>
                  <a:srgbClr val="FFFFFF"/>
                </a:solidFill>
                <a:latin typeface="Arial"/>
                <a:cs typeface="Arial"/>
              </a:rPr>
              <a:t>amaci</a:t>
            </a:r>
            <a:r>
              <a:rPr sz="1300" spc="-75" dirty="0">
                <a:solidFill>
                  <a:srgbClr val="FFFFFF"/>
                </a:solidFill>
                <a:latin typeface="Arial"/>
                <a:cs typeface="Arial"/>
              </a:rPr>
              <a:t>ón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 rot="180000">
            <a:off x="4970822" y="2358484"/>
            <a:ext cx="74868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dicio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nal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7" name="Picture 46" descr="A diagram of a company&#10;&#10;Description automatically generated">
            <a:extLst>
              <a:ext uri="{FF2B5EF4-FFF2-40B4-BE49-F238E27FC236}">
                <a16:creationId xmlns:a16="http://schemas.microsoft.com/office/drawing/2014/main" id="{B9E53B18-46EB-B015-0D67-B3A7118AA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4139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Datos</a:t>
            </a:r>
            <a:r>
              <a:rPr sz="4000" b="1" spc="-3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vs </a:t>
            </a:r>
            <a:r>
              <a:rPr sz="4000" b="1" spc="-35" dirty="0">
                <a:solidFill>
                  <a:srgbClr val="044247"/>
                </a:solidFill>
                <a:latin typeface="Arial Narrow"/>
                <a:cs typeface="Arial Narrow"/>
              </a:rPr>
              <a:t>Tecnología</a:t>
            </a:r>
            <a:endParaRPr sz="4000">
              <a:latin typeface="Arial Narrow"/>
              <a:cs typeface="Arial Narrow"/>
            </a:endParaRPr>
          </a:p>
          <a:p>
            <a:pPr marL="61087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Un</a:t>
            </a:r>
            <a:r>
              <a:rPr sz="2800" b="1" spc="-4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4302" y="244347"/>
            <a:ext cx="517906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endParaRPr lang="es-ES"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9623" y="1344167"/>
            <a:ext cx="4303776" cy="2956560"/>
          </a:xfrm>
          <a:prstGeom prst="rect">
            <a:avLst/>
          </a:prstGeom>
        </p:spPr>
      </p:pic>
      <p:pic>
        <p:nvPicPr>
          <p:cNvPr id="7" name="Picture 6" descr="A diagram of a company&#10;&#10;Description automatically generated">
            <a:extLst>
              <a:ext uri="{FF2B5EF4-FFF2-40B4-BE49-F238E27FC236}">
                <a16:creationId xmlns:a16="http://schemas.microsoft.com/office/drawing/2014/main" id="{1887206A-4920-1A7B-EA70-B3CB83206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300C73-E18A-E2B6-9B37-0169A377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07C88A-C50A-F92A-2F42-BD0AA6ECB0E5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4139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Datos</a:t>
            </a:r>
            <a:r>
              <a:rPr sz="4000" b="1" spc="-3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vs </a:t>
            </a:r>
            <a:r>
              <a:rPr sz="4000" b="1" spc="-35" dirty="0">
                <a:solidFill>
                  <a:srgbClr val="044247"/>
                </a:solidFill>
                <a:latin typeface="Arial Narrow"/>
                <a:cs typeface="Arial Narrow"/>
              </a:rPr>
              <a:t>Tecnología</a:t>
            </a:r>
            <a:endParaRPr sz="4000">
              <a:latin typeface="Arial Narrow"/>
              <a:cs typeface="Arial Narrow"/>
            </a:endParaRPr>
          </a:p>
          <a:p>
            <a:pPr marL="61087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Un</a:t>
            </a:r>
            <a:r>
              <a:rPr sz="2800" b="1" spc="-4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14A05C-FFE8-F5B8-BC70-12B43086BCFE}"/>
              </a:ext>
            </a:extLst>
          </p:cNvPr>
          <p:cNvSpPr txBox="1"/>
          <p:nvPr/>
        </p:nvSpPr>
        <p:spPr>
          <a:xfrm>
            <a:off x="3344302" y="244347"/>
            <a:ext cx="51790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Sistema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regulación </a:t>
            </a:r>
            <a:r>
              <a:rPr sz="2800" spc="-75" dirty="0">
                <a:latin typeface="Arial"/>
                <a:cs typeface="Arial"/>
              </a:rPr>
              <a:t>automática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99C031-7397-31ED-2C47-16E64C54B7BF}"/>
              </a:ext>
            </a:extLst>
          </p:cNvPr>
          <p:cNvSpPr txBox="1"/>
          <p:nvPr/>
        </p:nvSpPr>
        <p:spPr>
          <a:xfrm>
            <a:off x="3630052" y="536955"/>
            <a:ext cx="4294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semáforos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vías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urbanas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A3918DE-51D3-24AA-7FAF-791E5C6C07FA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7B18D2E0-6133-8388-2B1E-481965A773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9623" y="1344167"/>
            <a:ext cx="4303776" cy="2956560"/>
          </a:xfrm>
          <a:prstGeom prst="rect">
            <a:avLst/>
          </a:prstGeom>
        </p:spPr>
      </p:pic>
      <p:pic>
        <p:nvPicPr>
          <p:cNvPr id="7" name="Picture 6" descr="A diagram of a company&#10;&#10;Description automatically generated">
            <a:extLst>
              <a:ext uri="{FF2B5EF4-FFF2-40B4-BE49-F238E27FC236}">
                <a16:creationId xmlns:a16="http://schemas.microsoft.com/office/drawing/2014/main" id="{4DA3CFCF-783D-A5E2-42D9-D7216596B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91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3505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Los</a:t>
            </a:r>
            <a:r>
              <a:rPr sz="2800" spc="-1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datos: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2" name="object 12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6" name="object 16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80000">
            <a:off x="6898210" y="3485067"/>
            <a:ext cx="125487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950" spc="-135" baseline="641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950" spc="-135" baseline="4273" dirty="0">
                <a:solidFill>
                  <a:srgbClr val="FFFFFF"/>
                </a:solidFill>
                <a:latin typeface="Arial"/>
                <a:cs typeface="Arial"/>
              </a:rPr>
              <a:t>teo</a:t>
            </a:r>
            <a:r>
              <a:rPr sz="1950" spc="-135" baseline="2136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67" baseline="2136" dirty="0">
                <a:solidFill>
                  <a:srgbClr val="FFFFFF"/>
                </a:solidFill>
                <a:latin typeface="Arial"/>
                <a:cs typeface="Arial"/>
              </a:rPr>
              <a:t>veloci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dad,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996481" y="3662208"/>
            <a:ext cx="103308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identi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ficaci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ón…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915659" y="3001991"/>
            <a:ext cx="1293911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6410" dirty="0">
                <a:solidFill>
                  <a:srgbClr val="FFFFFF"/>
                </a:solidFill>
                <a:latin typeface="Arial"/>
                <a:cs typeface="Arial"/>
              </a:rPr>
              <a:t>Dat</a:t>
            </a: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ins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tantá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neos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08203" y="2178419"/>
            <a:ext cx="1595755" cy="655320"/>
            <a:chOff x="6808203" y="2178419"/>
            <a:chExt cx="1595755" cy="655320"/>
          </a:xfrm>
        </p:grpSpPr>
        <p:sp>
          <p:nvSpPr>
            <p:cNvPr id="26" name="object 26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 rot="180000">
            <a:off x="6961825" y="2431776"/>
            <a:ext cx="128824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75" baseline="6410" dirty="0">
                <a:solidFill>
                  <a:srgbClr val="FFFFFF"/>
                </a:solidFill>
                <a:latin typeface="Arial"/>
                <a:cs typeface="Arial"/>
              </a:rPr>
              <a:t>Múlti</a:t>
            </a:r>
            <a:r>
              <a:rPr sz="1950" spc="-75" baseline="4273" dirty="0">
                <a:solidFill>
                  <a:srgbClr val="FFFFFF"/>
                </a:solidFill>
                <a:latin typeface="Arial"/>
                <a:cs typeface="Arial"/>
              </a:rPr>
              <a:t>ples</a:t>
            </a:r>
            <a:r>
              <a:rPr sz="1950" spc="-37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30" baseline="2136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1566" y="1606032"/>
            <a:ext cx="1595755" cy="655320"/>
            <a:chOff x="6851566" y="1606032"/>
            <a:chExt cx="1595755" cy="655320"/>
          </a:xfrm>
        </p:grpSpPr>
        <p:sp>
          <p:nvSpPr>
            <p:cNvPr id="30" name="object 30"/>
            <p:cNvSpPr/>
            <p:nvPr/>
          </p:nvSpPr>
          <p:spPr>
            <a:xfrm>
              <a:off x="6864265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64266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 rot="180000">
            <a:off x="7063291" y="1766269"/>
            <a:ext cx="118503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04" baseline="6410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yor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20" baseline="4273" dirty="0">
                <a:solidFill>
                  <a:srgbClr val="FFFFFF"/>
                </a:solidFill>
                <a:latin typeface="Arial"/>
                <a:cs typeface="Arial"/>
              </a:rPr>
              <a:t>vo</a:t>
            </a:r>
            <a:r>
              <a:rPr sz="1950" spc="-120" baseline="2136" dirty="0">
                <a:solidFill>
                  <a:srgbClr val="FFFFFF"/>
                </a:solidFill>
                <a:latin typeface="Arial"/>
                <a:cs typeface="Arial"/>
              </a:rPr>
              <a:t>lume</a:t>
            </a: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 rot="180000">
            <a:off x="7225581" y="1944386"/>
            <a:ext cx="83499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44" baseline="4273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pleti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tud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5" name="object 35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 rot="180000">
            <a:off x="5007529" y="3415726"/>
            <a:ext cx="51366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950" spc="-120" baseline="2136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teo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9" name="object 39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180000">
            <a:off x="4684737" y="2847695"/>
            <a:ext cx="1246061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950" spc="-150" baseline="641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cumula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dos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3" name="object 43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 rot="180000">
            <a:off x="4721775" y="2275181"/>
            <a:ext cx="12592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27" baseline="641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950" spc="-127" baseline="4273" dirty="0">
                <a:solidFill>
                  <a:srgbClr val="FFFFFF"/>
                </a:solidFill>
                <a:latin typeface="Arial"/>
                <a:cs typeface="Arial"/>
              </a:rPr>
              <a:t>ato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37" baseline="4273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950" spc="-37" baseline="2136" dirty="0">
                <a:solidFill>
                  <a:srgbClr val="FFFFFF"/>
                </a:solidFill>
                <a:latin typeface="Arial"/>
                <a:cs typeface="Arial"/>
              </a:rPr>
              <a:t>umé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rico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6" name="Picture 45" descr="A diagram of a company&#10;&#10;Description automatically generated">
            <a:extLst>
              <a:ext uri="{FF2B5EF4-FFF2-40B4-BE49-F238E27FC236}">
                <a16:creationId xmlns:a16="http://schemas.microsoft.com/office/drawing/2014/main" id="{BDC11DE5-7C34-A890-412C-600300F25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648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61594" marR="5080" indent="-4953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almacenamiento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134611"/>
            <a:ext cx="4765040" cy="2009139"/>
            <a:chOff x="4379157" y="3134611"/>
            <a:chExt cx="4765040" cy="2009139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6"/>
                  </a:lnTo>
                  <a:lnTo>
                    <a:pt x="33747" y="112217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5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7"/>
                  </a:lnTo>
                  <a:lnTo>
                    <a:pt x="1472330" y="809489"/>
                  </a:lnTo>
                  <a:lnTo>
                    <a:pt x="1512489" y="786314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7241454" y="3455096"/>
            <a:ext cx="556839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70"/>
              </a:lnSpc>
            </a:pPr>
            <a:r>
              <a:rPr sz="2250" spc="-270" baseline="185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500" spc="-18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9226" y="2354086"/>
            <a:ext cx="1613535" cy="841375"/>
            <a:chOff x="6769226" y="2354086"/>
            <a:chExt cx="1613535" cy="841375"/>
          </a:xfrm>
        </p:grpSpPr>
        <p:sp>
          <p:nvSpPr>
            <p:cNvPr id="22" name="object 22"/>
            <p:cNvSpPr/>
            <p:nvPr/>
          </p:nvSpPr>
          <p:spPr>
            <a:xfrm>
              <a:off x="6781925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81926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882037" y="2677755"/>
            <a:ext cx="1388539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75" baseline="5555" dirty="0">
                <a:solidFill>
                  <a:srgbClr val="FFFFFF"/>
                </a:solidFill>
                <a:latin typeface="Arial"/>
                <a:cs typeface="Arial"/>
              </a:rPr>
              <a:t>Distr</a:t>
            </a:r>
            <a:r>
              <a:rPr sz="2250" spc="-75" baseline="3703" dirty="0">
                <a:solidFill>
                  <a:srgbClr val="FFFFFF"/>
                </a:solidFill>
                <a:latin typeface="Arial"/>
                <a:cs typeface="Arial"/>
              </a:rPr>
              <a:t>ibuid</a:t>
            </a:r>
            <a:r>
              <a:rPr sz="2250" spc="-75" baseline="1851" dirty="0">
                <a:solidFill>
                  <a:srgbClr val="FFFFFF"/>
                </a:solidFill>
                <a:latin typeface="Arial"/>
                <a:cs typeface="Arial"/>
              </a:rPr>
              <a:t>o/Clo</a:t>
            </a: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ud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25596" y="1590905"/>
            <a:ext cx="1613535" cy="841375"/>
            <a:chOff x="6825596" y="1590905"/>
            <a:chExt cx="1613535" cy="841375"/>
          </a:xfrm>
        </p:grpSpPr>
        <p:sp>
          <p:nvSpPr>
            <p:cNvPr id="26" name="object 26"/>
            <p:cNvSpPr/>
            <p:nvPr/>
          </p:nvSpPr>
          <p:spPr>
            <a:xfrm>
              <a:off x="6838295" y="1603604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5"/>
                  </a:lnTo>
                  <a:lnTo>
                    <a:pt x="33747" y="112215"/>
                  </a:lnTo>
                  <a:lnTo>
                    <a:pt x="0" y="594818"/>
                  </a:lnTo>
                  <a:lnTo>
                    <a:pt x="6198" y="642445"/>
                  </a:lnTo>
                  <a:lnTo>
                    <a:pt x="29373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8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38296" y="160360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 rot="180000">
            <a:off x="7047779" y="1810131"/>
            <a:ext cx="118445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67" baseline="5555" dirty="0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sz="2250" spc="-67" baseline="3703" dirty="0">
                <a:solidFill>
                  <a:srgbClr val="FFFFFF"/>
                </a:solidFill>
                <a:latin typeface="Arial"/>
                <a:cs typeface="Arial"/>
              </a:rPr>
              <a:t>jor</a:t>
            </a:r>
            <a:r>
              <a:rPr sz="2250" spc="-97" baseline="370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87" baseline="3703" dirty="0">
                <a:solidFill>
                  <a:srgbClr val="FFFFFF"/>
                </a:solidFill>
                <a:latin typeface="Arial"/>
                <a:cs typeface="Arial"/>
              </a:rPr>
              <a:t>acce</a:t>
            </a:r>
            <a:r>
              <a:rPr sz="2250" spc="-187" baseline="1851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2250" spc="-97" baseline="185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 rot="180000">
            <a:off x="7169960" y="2024718"/>
            <a:ext cx="909802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5"/>
              </a:lnSpc>
            </a:pPr>
            <a:r>
              <a:rPr sz="2250" spc="-120" baseline="3703" dirty="0">
                <a:solidFill>
                  <a:srgbClr val="FFFFFF"/>
                </a:solidFill>
                <a:latin typeface="Arial"/>
                <a:cs typeface="Arial"/>
              </a:rPr>
              <a:t>alm</a:t>
            </a:r>
            <a:r>
              <a:rPr sz="2250" spc="-120" baseline="1851" dirty="0">
                <a:solidFill>
                  <a:srgbClr val="FFFFFF"/>
                </a:solidFill>
                <a:latin typeface="Arial"/>
                <a:cs typeface="Arial"/>
              </a:rPr>
              <a:t>acen</a:t>
            </a:r>
            <a:r>
              <a:rPr sz="1500" spc="-80" dirty="0">
                <a:solidFill>
                  <a:srgbClr val="FFFFFF"/>
                </a:solidFill>
                <a:latin typeface="Arial"/>
                <a:cs typeface="Arial"/>
              </a:rPr>
              <a:t>aje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79683" y="2978507"/>
            <a:ext cx="1613535" cy="841375"/>
            <a:chOff x="4479683" y="2978507"/>
            <a:chExt cx="1613535" cy="841375"/>
          </a:xfrm>
        </p:grpSpPr>
        <p:sp>
          <p:nvSpPr>
            <p:cNvPr id="31" name="object 31"/>
            <p:cNvSpPr/>
            <p:nvPr/>
          </p:nvSpPr>
          <p:spPr>
            <a:xfrm>
              <a:off x="4492382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92383" y="2991207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 rot="180000">
            <a:off x="4624319" y="3197013"/>
            <a:ext cx="1338866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202" baseline="5555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r>
              <a:rPr sz="2250" spc="-127" baseline="55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44" baseline="3703" dirty="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sz="2250" spc="-44" baseline="1851" dirty="0">
                <a:solidFill>
                  <a:srgbClr val="FFFFFF"/>
                </a:solidFill>
                <a:latin typeface="Arial"/>
                <a:cs typeface="Arial"/>
              </a:rPr>
              <a:t>o/Ho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ja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 rot="180000">
            <a:off x="4623843" y="3412256"/>
            <a:ext cx="130996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142" baseline="555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250" spc="-150" baseline="55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27" baseline="555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250" spc="-127" baseline="3703" dirty="0">
                <a:solidFill>
                  <a:srgbClr val="FFFFFF"/>
                </a:solidFill>
                <a:latin typeface="Arial"/>
                <a:cs typeface="Arial"/>
              </a:rPr>
              <a:t>álcu</a:t>
            </a:r>
            <a:r>
              <a:rPr sz="2250" spc="-127" baseline="1851" dirty="0">
                <a:solidFill>
                  <a:srgbClr val="FFFFFF"/>
                </a:solidFill>
                <a:latin typeface="Arial"/>
                <a:cs typeface="Arial"/>
              </a:rPr>
              <a:t>lo/BBD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36053" y="2197980"/>
            <a:ext cx="1613535" cy="841375"/>
            <a:chOff x="4536053" y="2197980"/>
            <a:chExt cx="1613535" cy="841375"/>
          </a:xfrm>
        </p:grpSpPr>
        <p:sp>
          <p:nvSpPr>
            <p:cNvPr id="36" name="object 36"/>
            <p:cNvSpPr/>
            <p:nvPr/>
          </p:nvSpPr>
          <p:spPr>
            <a:xfrm>
              <a:off x="4548754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09" y="6197"/>
                  </a:lnTo>
                  <a:lnTo>
                    <a:pt x="75050" y="29372"/>
                  </a:lnTo>
                  <a:lnTo>
                    <a:pt x="46511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4"/>
                  </a:lnTo>
                  <a:lnTo>
                    <a:pt x="29372" y="682604"/>
                  </a:lnTo>
                  <a:lnTo>
                    <a:pt x="65915" y="711143"/>
                  </a:lnTo>
                  <a:lnTo>
                    <a:pt x="112215" y="723908"/>
                  </a:lnTo>
                  <a:lnTo>
                    <a:pt x="1424702" y="815686"/>
                  </a:lnTo>
                  <a:lnTo>
                    <a:pt x="1472329" y="809489"/>
                  </a:lnTo>
                  <a:lnTo>
                    <a:pt x="1512488" y="786313"/>
                  </a:lnTo>
                  <a:lnTo>
                    <a:pt x="1541027" y="749771"/>
                  </a:lnTo>
                  <a:lnTo>
                    <a:pt x="1553792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48753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 rot="180000">
            <a:off x="4775312" y="2521411"/>
            <a:ext cx="1135597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104" baseline="5555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250" spc="-104" baseline="3703" dirty="0">
                <a:solidFill>
                  <a:srgbClr val="FFFFFF"/>
                </a:solidFill>
                <a:latin typeface="Arial"/>
                <a:cs typeface="Arial"/>
              </a:rPr>
              <a:t>cal/S</a:t>
            </a:r>
            <a:r>
              <a:rPr sz="2250" spc="-104" baseline="1851" dirty="0">
                <a:solidFill>
                  <a:srgbClr val="FFFFFF"/>
                </a:solidFill>
                <a:latin typeface="Arial"/>
                <a:cs typeface="Arial"/>
              </a:rPr>
              <a:t>ervid</a:t>
            </a: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9" name="Picture 38" descr="A diagram of a company&#10;&#10;Description automatically generated">
            <a:extLst>
              <a:ext uri="{FF2B5EF4-FFF2-40B4-BE49-F238E27FC236}">
                <a16:creationId xmlns:a16="http://schemas.microsoft.com/office/drawing/2014/main" id="{87738AC3-9289-A181-746A-4DD5F80E1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585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73050" marR="5080" indent="-26035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procesamiento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134611"/>
            <a:ext cx="4765040" cy="2009139"/>
            <a:chOff x="4379157" y="3134611"/>
            <a:chExt cx="4765040" cy="2009139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6"/>
                  </a:lnTo>
                  <a:lnTo>
                    <a:pt x="33747" y="112217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5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7"/>
                  </a:lnTo>
                  <a:lnTo>
                    <a:pt x="1472330" y="809489"/>
                  </a:lnTo>
                  <a:lnTo>
                    <a:pt x="1512489" y="786314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854855" y="3333090"/>
            <a:ext cx="134585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2550" spc="-60" baseline="6535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2550" spc="-60" baseline="4901" dirty="0">
                <a:solidFill>
                  <a:srgbClr val="FFFFFF"/>
                </a:solidFill>
                <a:latin typeface="Arial"/>
                <a:cs typeface="Arial"/>
              </a:rPr>
              <a:t>ral</a:t>
            </a:r>
            <a:r>
              <a:rPr sz="2550" spc="-60" baseline="3267" dirty="0">
                <a:solidFill>
                  <a:srgbClr val="FFFFFF"/>
                </a:solidFill>
                <a:latin typeface="Arial"/>
                <a:cs typeface="Arial"/>
              </a:rPr>
              <a:t>elo/</a:t>
            </a:r>
            <a:r>
              <a:rPr sz="2550" spc="-60" baseline="1633" dirty="0">
                <a:solidFill>
                  <a:srgbClr val="FFFFFF"/>
                </a:solidFill>
                <a:latin typeface="Arial"/>
                <a:cs typeface="Arial"/>
              </a:rPr>
              <a:t>Mul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ti-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80000">
            <a:off x="7289174" y="3570014"/>
            <a:ext cx="44401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2550" spc="-127" baseline="1633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700" spc="-85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69226" y="2354086"/>
            <a:ext cx="1613535" cy="841375"/>
            <a:chOff x="6769226" y="2354086"/>
            <a:chExt cx="1613535" cy="841375"/>
          </a:xfrm>
        </p:grpSpPr>
        <p:sp>
          <p:nvSpPr>
            <p:cNvPr id="23" name="object 23"/>
            <p:cNvSpPr/>
            <p:nvPr/>
          </p:nvSpPr>
          <p:spPr>
            <a:xfrm>
              <a:off x="6781925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81926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 rot="180000">
            <a:off x="7215423" y="2666557"/>
            <a:ext cx="72201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2550" spc="-209" baseline="1633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700" spc="-14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25596" y="1590905"/>
            <a:ext cx="1613535" cy="841375"/>
            <a:chOff x="6825596" y="1590905"/>
            <a:chExt cx="1613535" cy="841375"/>
          </a:xfrm>
        </p:grpSpPr>
        <p:sp>
          <p:nvSpPr>
            <p:cNvPr id="27" name="object 27"/>
            <p:cNvSpPr/>
            <p:nvPr/>
          </p:nvSpPr>
          <p:spPr>
            <a:xfrm>
              <a:off x="6838295" y="1603604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5"/>
                  </a:lnTo>
                  <a:lnTo>
                    <a:pt x="33747" y="112215"/>
                  </a:lnTo>
                  <a:lnTo>
                    <a:pt x="0" y="594818"/>
                  </a:lnTo>
                  <a:lnTo>
                    <a:pt x="6198" y="642445"/>
                  </a:lnTo>
                  <a:lnTo>
                    <a:pt x="29373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8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38296" y="160360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 rot="180000">
            <a:off x="7204672" y="1786564"/>
            <a:ext cx="871709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95"/>
              </a:lnSpc>
            </a:pPr>
            <a:r>
              <a:rPr sz="2550" spc="-127" baseline="3267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550" spc="-127" baseline="1633" dirty="0">
                <a:solidFill>
                  <a:srgbClr val="FFFFFF"/>
                </a:solidFill>
                <a:latin typeface="Arial"/>
                <a:cs typeface="Arial"/>
              </a:rPr>
              <a:t>alític</a:t>
            </a:r>
            <a:r>
              <a:rPr sz="1700" spc="-8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 rot="180000">
            <a:off x="7104763" y="2027954"/>
            <a:ext cx="1038064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2550" spc="-97" baseline="4901" dirty="0">
                <a:solidFill>
                  <a:srgbClr val="FFFFFF"/>
                </a:solidFill>
                <a:latin typeface="Arial"/>
                <a:cs typeface="Arial"/>
              </a:rPr>
              <a:t>ti</a:t>
            </a:r>
            <a:r>
              <a:rPr sz="2550" spc="-97" baseline="3267" dirty="0">
                <a:solidFill>
                  <a:srgbClr val="FFFFFF"/>
                </a:solidFill>
                <a:latin typeface="Arial"/>
                <a:cs typeface="Arial"/>
              </a:rPr>
              <a:t>emp</a:t>
            </a:r>
            <a:r>
              <a:rPr sz="2550" spc="-97" baseline="1633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550" spc="-112" baseline="16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spc="-30" baseline="1633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79683" y="2978507"/>
            <a:ext cx="1613535" cy="841375"/>
            <a:chOff x="4479683" y="2978507"/>
            <a:chExt cx="1613535" cy="841375"/>
          </a:xfrm>
        </p:grpSpPr>
        <p:sp>
          <p:nvSpPr>
            <p:cNvPr id="32" name="object 32"/>
            <p:cNvSpPr/>
            <p:nvPr/>
          </p:nvSpPr>
          <p:spPr>
            <a:xfrm>
              <a:off x="4492382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92383" y="2991207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 rot="180000">
            <a:off x="4808741" y="3292611"/>
            <a:ext cx="955618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sz="2550" spc="-172" baseline="3267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550" spc="-172" baseline="1633" dirty="0">
                <a:solidFill>
                  <a:srgbClr val="FFFFFF"/>
                </a:solidFill>
                <a:latin typeface="Arial"/>
                <a:cs typeface="Arial"/>
              </a:rPr>
              <a:t>cuenc</a:t>
            </a:r>
            <a:r>
              <a:rPr sz="1700" spc="-114" dirty="0">
                <a:solidFill>
                  <a:srgbClr val="FFFFFF"/>
                </a:solidFill>
                <a:latin typeface="Arial"/>
                <a:cs typeface="Arial"/>
              </a:rPr>
              <a:t>ial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36053" y="2197980"/>
            <a:ext cx="1613535" cy="841375"/>
            <a:chOff x="4536053" y="2197980"/>
            <a:chExt cx="1613535" cy="841375"/>
          </a:xfrm>
        </p:grpSpPr>
        <p:sp>
          <p:nvSpPr>
            <p:cNvPr id="36" name="object 36"/>
            <p:cNvSpPr/>
            <p:nvPr/>
          </p:nvSpPr>
          <p:spPr>
            <a:xfrm>
              <a:off x="4548754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09" y="6197"/>
                  </a:lnTo>
                  <a:lnTo>
                    <a:pt x="75050" y="29372"/>
                  </a:lnTo>
                  <a:lnTo>
                    <a:pt x="46511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4"/>
                  </a:lnTo>
                  <a:lnTo>
                    <a:pt x="29372" y="682604"/>
                  </a:lnTo>
                  <a:lnTo>
                    <a:pt x="65915" y="711143"/>
                  </a:lnTo>
                  <a:lnTo>
                    <a:pt x="112215" y="723908"/>
                  </a:lnTo>
                  <a:lnTo>
                    <a:pt x="1424702" y="815686"/>
                  </a:lnTo>
                  <a:lnTo>
                    <a:pt x="1472329" y="809489"/>
                  </a:lnTo>
                  <a:lnTo>
                    <a:pt x="1512488" y="786313"/>
                  </a:lnTo>
                  <a:lnTo>
                    <a:pt x="1541027" y="749771"/>
                  </a:lnTo>
                  <a:lnTo>
                    <a:pt x="1553792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48753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 rot="180000">
            <a:off x="4977252" y="2510971"/>
            <a:ext cx="732318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2550" spc="-142" baseline="1633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f-</a:t>
            </a:r>
            <a:r>
              <a:rPr sz="1700" spc="-70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9" name="Picture 38" descr="A diagram of a company&#10;&#10;Description automatically generated">
            <a:extLst>
              <a:ext uri="{FF2B5EF4-FFF2-40B4-BE49-F238E27FC236}">
                <a16:creationId xmlns:a16="http://schemas.microsoft.com/office/drawing/2014/main" id="{3C9DC097-8B6D-2BA5-63BD-C4798D55F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7876" y="1326387"/>
            <a:ext cx="149923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Presente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futuro: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1275" y="3134612"/>
            <a:ext cx="4773295" cy="2009139"/>
            <a:chOff x="4371275" y="3134612"/>
            <a:chExt cx="4773295" cy="2009139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3894311" y="0"/>
                  </a:moveTo>
                  <a:lnTo>
                    <a:pt x="0" y="272316"/>
                  </a:lnTo>
                  <a:lnTo>
                    <a:pt x="19041" y="544632"/>
                  </a:lnTo>
                  <a:lnTo>
                    <a:pt x="3913353" y="272315"/>
                  </a:lnTo>
                  <a:lnTo>
                    <a:pt x="389431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8" y="3739012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0" y="272316"/>
                  </a:moveTo>
                  <a:lnTo>
                    <a:pt x="3894312" y="0"/>
                  </a:lnTo>
                  <a:lnTo>
                    <a:pt x="3913354" y="272316"/>
                  </a:lnTo>
                  <a:lnTo>
                    <a:pt x="19042" y="544632"/>
                  </a:lnTo>
                  <a:lnTo>
                    <a:pt x="0" y="2723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3975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2" y="749771"/>
                  </a:lnTo>
                  <a:lnTo>
                    <a:pt x="75051" y="786314"/>
                  </a:lnTo>
                  <a:lnTo>
                    <a:pt x="115210" y="809490"/>
                  </a:lnTo>
                  <a:lnTo>
                    <a:pt x="162838" y="815687"/>
                  </a:lnTo>
                  <a:lnTo>
                    <a:pt x="1475324" y="723910"/>
                  </a:lnTo>
                  <a:lnTo>
                    <a:pt x="1521625" y="711144"/>
                  </a:lnTo>
                  <a:lnTo>
                    <a:pt x="1558167" y="682605"/>
                  </a:lnTo>
                  <a:lnTo>
                    <a:pt x="1581343" y="642446"/>
                  </a:lnTo>
                  <a:lnTo>
                    <a:pt x="1587540" y="594819"/>
                  </a:lnTo>
                  <a:lnTo>
                    <a:pt x="1553794" y="112217"/>
                  </a:lnTo>
                  <a:lnTo>
                    <a:pt x="1541028" y="65916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3975" y="3147312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53570" y="670051"/>
            <a:ext cx="735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Arial"/>
                <a:cs typeface="Arial"/>
              </a:rPr>
              <a:t>Datos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806797" y="670051"/>
            <a:ext cx="1338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Arial"/>
                <a:cs typeface="Arial"/>
              </a:rPr>
              <a:t>Tecnología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21420000">
            <a:off x="4768102" y="3375109"/>
            <a:ext cx="8066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2100" spc="-135" baseline="1984" dirty="0">
                <a:solidFill>
                  <a:srgbClr val="FFFFFF"/>
                </a:solidFill>
                <a:latin typeface="Arial"/>
                <a:cs typeface="Arial"/>
              </a:rPr>
              <a:t>erad</a:t>
            </a:r>
            <a:r>
              <a:rPr sz="2100" spc="-135" baseline="3968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21420000">
            <a:off x="4509125" y="3568541"/>
            <a:ext cx="1350966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exp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onen</a:t>
            </a:r>
            <a:r>
              <a:rPr sz="2100" spc="-89" baseline="3968" dirty="0">
                <a:solidFill>
                  <a:srgbClr val="FFFFFF"/>
                </a:solidFill>
                <a:latin typeface="Arial"/>
                <a:cs typeface="Arial"/>
              </a:rPr>
              <a:t>cialm</a:t>
            </a:r>
            <a:r>
              <a:rPr sz="2100" spc="-89" baseline="5952" dirty="0">
                <a:solidFill>
                  <a:srgbClr val="FFFFFF"/>
                </a:solidFill>
                <a:latin typeface="Arial"/>
                <a:cs typeface="Arial"/>
              </a:rPr>
              <a:t>ente</a:t>
            </a:r>
            <a:endParaRPr sz="2100" baseline="5952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14904" y="2354085"/>
            <a:ext cx="1613535" cy="841375"/>
            <a:chOff x="4314904" y="2354085"/>
            <a:chExt cx="1613535" cy="841375"/>
          </a:xfrm>
        </p:grpSpPr>
        <p:sp>
          <p:nvSpPr>
            <p:cNvPr id="23" name="object 23"/>
            <p:cNvSpPr/>
            <p:nvPr/>
          </p:nvSpPr>
          <p:spPr>
            <a:xfrm>
              <a:off x="4327605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70"/>
                  </a:lnTo>
                  <a:lnTo>
                    <a:pt x="46511" y="749771"/>
                  </a:lnTo>
                  <a:lnTo>
                    <a:pt x="75050" y="786313"/>
                  </a:lnTo>
                  <a:lnTo>
                    <a:pt x="115209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27604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 rot="21420000">
            <a:off x="4619407" y="2595156"/>
            <a:ext cx="99143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165" dirty="0">
                <a:solidFill>
                  <a:srgbClr val="FFFFFF"/>
                </a:solidFill>
                <a:latin typeface="Arial"/>
                <a:cs typeface="Arial"/>
              </a:rPr>
              <a:t>Cad</a:t>
            </a:r>
            <a:r>
              <a:rPr sz="2100" spc="-247" baseline="198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209" baseline="1984" dirty="0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sz="2100" spc="-209" baseline="3968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44" baseline="3968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21420000">
            <a:off x="4841298" y="2785052"/>
            <a:ext cx="5737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bar</a:t>
            </a:r>
            <a:r>
              <a:rPr sz="2100" spc="-97" baseline="1984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endParaRPr sz="2100" baseline="1984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04447" y="2978506"/>
            <a:ext cx="1613535" cy="841375"/>
            <a:chOff x="6604447" y="2978506"/>
            <a:chExt cx="1613535" cy="841375"/>
          </a:xfrm>
        </p:grpSpPr>
        <p:sp>
          <p:nvSpPr>
            <p:cNvPr id="28" name="object 28"/>
            <p:cNvSpPr/>
            <p:nvPr/>
          </p:nvSpPr>
          <p:spPr>
            <a:xfrm>
              <a:off x="6617146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3" y="749771"/>
                  </a:lnTo>
                  <a:lnTo>
                    <a:pt x="75051" y="786313"/>
                  </a:lnTo>
                  <a:lnTo>
                    <a:pt x="115211" y="809489"/>
                  </a:lnTo>
                  <a:lnTo>
                    <a:pt x="162838" y="815686"/>
                  </a:lnTo>
                  <a:lnTo>
                    <a:pt x="1475324" y="723908"/>
                  </a:lnTo>
                  <a:lnTo>
                    <a:pt x="1521625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4" y="112215"/>
                  </a:lnTo>
                  <a:lnTo>
                    <a:pt x="1541028" y="65915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17147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 rot="21420000">
            <a:off x="6828288" y="3221085"/>
            <a:ext cx="115298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sarrolla</a:t>
            </a:r>
            <a:r>
              <a:rPr sz="2100" spc="-127" baseline="3968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100" spc="-2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7" baseline="5952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2100" baseline="5952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21420000">
            <a:off x="6822192" y="3411920"/>
            <a:ext cx="119126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95" baseline="1984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100" spc="-195" baseline="3968" dirty="0">
                <a:solidFill>
                  <a:srgbClr val="FFFFFF"/>
                </a:solidFill>
                <a:latin typeface="Arial"/>
                <a:cs typeface="Arial"/>
              </a:rPr>
              <a:t>ás</a:t>
            </a:r>
            <a:r>
              <a:rPr sz="2100" spc="-104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0" baseline="3968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2100" spc="-30" baseline="5952" dirty="0">
                <a:solidFill>
                  <a:srgbClr val="FFFFFF"/>
                </a:solidFill>
                <a:latin typeface="Arial"/>
                <a:cs typeface="Arial"/>
              </a:rPr>
              <a:t>nta</a:t>
            </a:r>
            <a:endParaRPr sz="2100" baseline="5952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48077" y="2197980"/>
            <a:ext cx="1613535" cy="841375"/>
            <a:chOff x="6548077" y="2197980"/>
            <a:chExt cx="1613535" cy="841375"/>
          </a:xfrm>
        </p:grpSpPr>
        <p:sp>
          <p:nvSpPr>
            <p:cNvPr id="33" name="object 33"/>
            <p:cNvSpPr/>
            <p:nvPr/>
          </p:nvSpPr>
          <p:spPr>
            <a:xfrm>
              <a:off x="6560776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69"/>
                  </a:lnTo>
                  <a:lnTo>
                    <a:pt x="46512" y="749770"/>
                  </a:lnTo>
                  <a:lnTo>
                    <a:pt x="75051" y="786313"/>
                  </a:lnTo>
                  <a:lnTo>
                    <a:pt x="115210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4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60777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 rot="21420000">
            <a:off x="7016421" y="2534879"/>
            <a:ext cx="67717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Má</a:t>
            </a:r>
            <a:r>
              <a:rPr sz="2100" spc="-142" baseline="198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car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100" baseline="3968">
              <a:latin typeface="Arial"/>
              <a:cs typeface="Arial"/>
            </a:endParaRPr>
          </a:p>
        </p:txBody>
      </p:sp>
      <p:pic>
        <p:nvPicPr>
          <p:cNvPr id="36" name="Picture 35" descr="A diagram of a company&#10;&#10;Description automatically generated">
            <a:extLst>
              <a:ext uri="{FF2B5EF4-FFF2-40B4-BE49-F238E27FC236}">
                <a16:creationId xmlns:a16="http://schemas.microsoft.com/office/drawing/2014/main" id="{C8CFAC1A-E53A-AFCC-776A-B267AA450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63259F-9707-9A09-3ED7-25F14D79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583E14-9A83-87CE-97F5-FADD80860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D51BDC8-67BE-2B74-941F-15F3E6437453}"/>
              </a:ext>
            </a:extLst>
          </p:cNvPr>
          <p:cNvSpPr txBox="1"/>
          <p:nvPr/>
        </p:nvSpPr>
        <p:spPr>
          <a:xfrm>
            <a:off x="1337876" y="1326387"/>
            <a:ext cx="149923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Presente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futuro: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0DCD9E2-43B0-C1EF-CCBA-CB007F259BD8}"/>
              </a:ext>
            </a:extLst>
          </p:cNvPr>
          <p:cNvGrpSpPr/>
          <p:nvPr/>
        </p:nvGrpSpPr>
        <p:grpSpPr>
          <a:xfrm>
            <a:off x="4371275" y="3134612"/>
            <a:ext cx="4773295" cy="2009139"/>
            <a:chOff x="4371275" y="3134612"/>
            <a:chExt cx="4773295" cy="2009139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2BA2638-92CE-2C5B-376E-7F357B2620D0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758EE00-1431-BAB1-98B5-41FC2B67A8B6}"/>
                </a:ext>
              </a:extLst>
            </p:cNvPr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1F37C95-A020-69AD-E9AB-7F4E43D18037}"/>
                </a:ext>
              </a:extLst>
            </p:cNvPr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0B76ED9-B02A-6ADE-3184-B4FF0D31FDE9}"/>
                </a:ext>
              </a:extLst>
            </p:cNvPr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3894311" y="0"/>
                  </a:moveTo>
                  <a:lnTo>
                    <a:pt x="0" y="272316"/>
                  </a:lnTo>
                  <a:lnTo>
                    <a:pt x="19041" y="544632"/>
                  </a:lnTo>
                  <a:lnTo>
                    <a:pt x="3913353" y="272315"/>
                  </a:lnTo>
                  <a:lnTo>
                    <a:pt x="389431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8CC3DDC-35F1-405D-29ED-EB8061BBFD31}"/>
                </a:ext>
              </a:extLst>
            </p:cNvPr>
            <p:cNvSpPr/>
            <p:nvPr/>
          </p:nvSpPr>
          <p:spPr>
            <a:xfrm>
              <a:off x="4391858" y="3739012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0" y="272316"/>
                  </a:moveTo>
                  <a:lnTo>
                    <a:pt x="3894312" y="0"/>
                  </a:lnTo>
                  <a:lnTo>
                    <a:pt x="3913354" y="272316"/>
                  </a:lnTo>
                  <a:lnTo>
                    <a:pt x="19042" y="544632"/>
                  </a:lnTo>
                  <a:lnTo>
                    <a:pt x="0" y="2723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2D018A8-0652-45BA-C339-F2D5B786FCE5}"/>
                </a:ext>
              </a:extLst>
            </p:cNvPr>
            <p:cNvSpPr/>
            <p:nvPr/>
          </p:nvSpPr>
          <p:spPr>
            <a:xfrm>
              <a:off x="4383975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2" y="749771"/>
                  </a:lnTo>
                  <a:lnTo>
                    <a:pt x="75051" y="786314"/>
                  </a:lnTo>
                  <a:lnTo>
                    <a:pt x="115210" y="809490"/>
                  </a:lnTo>
                  <a:lnTo>
                    <a:pt x="162838" y="815687"/>
                  </a:lnTo>
                  <a:lnTo>
                    <a:pt x="1475324" y="723910"/>
                  </a:lnTo>
                  <a:lnTo>
                    <a:pt x="1521625" y="711144"/>
                  </a:lnTo>
                  <a:lnTo>
                    <a:pt x="1558167" y="682605"/>
                  </a:lnTo>
                  <a:lnTo>
                    <a:pt x="1581343" y="642446"/>
                  </a:lnTo>
                  <a:lnTo>
                    <a:pt x="1587540" y="594819"/>
                  </a:lnTo>
                  <a:lnTo>
                    <a:pt x="1553794" y="112217"/>
                  </a:lnTo>
                  <a:lnTo>
                    <a:pt x="1541028" y="65916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E1ABDE2-7DFF-1BE6-5B64-7D0C2FB7F5D8}"/>
                </a:ext>
              </a:extLst>
            </p:cNvPr>
            <p:cNvSpPr/>
            <p:nvPr/>
          </p:nvSpPr>
          <p:spPr>
            <a:xfrm>
              <a:off x="4383975" y="3147312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3133DC4A-B67B-0E56-1D62-E1FC5D037A69}"/>
              </a:ext>
            </a:extLst>
          </p:cNvPr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4067D75-0A9F-3C61-C773-6D5BCEEDC922}"/>
                </a:ext>
              </a:extLst>
            </p:cNvPr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A743A8F-ED1C-2F6F-4379-DCDECEC58C2C}"/>
                </a:ext>
              </a:extLst>
            </p:cNvPr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4907A7CF-0528-AAEE-A73A-918DD193E68A}"/>
              </a:ext>
            </a:extLst>
          </p:cNvPr>
          <p:cNvSpPr txBox="1"/>
          <p:nvPr/>
        </p:nvSpPr>
        <p:spPr>
          <a:xfrm>
            <a:off x="4853570" y="670051"/>
            <a:ext cx="735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Arial"/>
                <a:cs typeface="Arial"/>
              </a:rPr>
              <a:t>Datos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09FEF617-D17E-0C4A-3291-4ACBC282BA19}"/>
              </a:ext>
            </a:extLst>
          </p:cNvPr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2E45931-349E-BDD9-AAF5-E48FAD1378A6}"/>
                </a:ext>
              </a:extLst>
            </p:cNvPr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BDF09AD-72D9-22C4-5ED2-91AB93A1BA57}"/>
                </a:ext>
              </a:extLst>
            </p:cNvPr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8931D224-0EA1-A320-1913-B35E7B7A97EC}"/>
              </a:ext>
            </a:extLst>
          </p:cNvPr>
          <p:cNvSpPr txBox="1"/>
          <p:nvPr/>
        </p:nvSpPr>
        <p:spPr>
          <a:xfrm>
            <a:off x="6806797" y="670051"/>
            <a:ext cx="1338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Arial"/>
                <a:cs typeface="Arial"/>
              </a:rPr>
              <a:t>Tecnología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85C718D-EDFF-3FA6-9A40-7E58FFEB3CB3}"/>
              </a:ext>
            </a:extLst>
          </p:cNvPr>
          <p:cNvSpPr txBox="1"/>
          <p:nvPr/>
        </p:nvSpPr>
        <p:spPr>
          <a:xfrm rot="21420000">
            <a:off x="4768102" y="3375109"/>
            <a:ext cx="8066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2100" spc="-135" baseline="1984" dirty="0">
                <a:solidFill>
                  <a:srgbClr val="FFFFFF"/>
                </a:solidFill>
                <a:latin typeface="Arial"/>
                <a:cs typeface="Arial"/>
              </a:rPr>
              <a:t>erad</a:t>
            </a:r>
            <a:r>
              <a:rPr sz="2100" spc="-135" baseline="3968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231A050-8F66-FC9B-818E-EB28927630B5}"/>
              </a:ext>
            </a:extLst>
          </p:cNvPr>
          <p:cNvSpPr txBox="1"/>
          <p:nvPr/>
        </p:nvSpPr>
        <p:spPr>
          <a:xfrm rot="21420000">
            <a:off x="4509125" y="3568541"/>
            <a:ext cx="1350966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exp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onen</a:t>
            </a:r>
            <a:r>
              <a:rPr sz="2100" spc="-89" baseline="3968" dirty="0">
                <a:solidFill>
                  <a:srgbClr val="FFFFFF"/>
                </a:solidFill>
                <a:latin typeface="Arial"/>
                <a:cs typeface="Arial"/>
              </a:rPr>
              <a:t>cialm</a:t>
            </a:r>
            <a:r>
              <a:rPr sz="2100" spc="-89" baseline="5952" dirty="0">
                <a:solidFill>
                  <a:srgbClr val="FFFFFF"/>
                </a:solidFill>
                <a:latin typeface="Arial"/>
                <a:cs typeface="Arial"/>
              </a:rPr>
              <a:t>ente</a:t>
            </a:r>
            <a:endParaRPr sz="2100" baseline="5952" dirty="0">
              <a:latin typeface="Arial"/>
              <a:cs typeface="Arial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D69C622B-7C71-FCC5-8589-D04CD8395366}"/>
              </a:ext>
            </a:extLst>
          </p:cNvPr>
          <p:cNvGrpSpPr/>
          <p:nvPr/>
        </p:nvGrpSpPr>
        <p:grpSpPr>
          <a:xfrm>
            <a:off x="4314904" y="2354085"/>
            <a:ext cx="1613535" cy="841375"/>
            <a:chOff x="4314904" y="2354085"/>
            <a:chExt cx="1613535" cy="841375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065AF679-95FA-90CA-0801-85313E00BCEA}"/>
                </a:ext>
              </a:extLst>
            </p:cNvPr>
            <p:cNvSpPr/>
            <p:nvPr/>
          </p:nvSpPr>
          <p:spPr>
            <a:xfrm>
              <a:off x="4327605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70"/>
                  </a:lnTo>
                  <a:lnTo>
                    <a:pt x="46511" y="749771"/>
                  </a:lnTo>
                  <a:lnTo>
                    <a:pt x="75050" y="786313"/>
                  </a:lnTo>
                  <a:lnTo>
                    <a:pt x="115209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A5F19E48-8B82-5E1C-C4AC-D785D07779CC}"/>
                </a:ext>
              </a:extLst>
            </p:cNvPr>
            <p:cNvSpPr/>
            <p:nvPr/>
          </p:nvSpPr>
          <p:spPr>
            <a:xfrm>
              <a:off x="4327604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267F37F1-1B47-64E7-724B-8C6EB3E74B06}"/>
              </a:ext>
            </a:extLst>
          </p:cNvPr>
          <p:cNvSpPr txBox="1"/>
          <p:nvPr/>
        </p:nvSpPr>
        <p:spPr>
          <a:xfrm rot="21420000">
            <a:off x="4619407" y="2595156"/>
            <a:ext cx="99143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165" dirty="0">
                <a:solidFill>
                  <a:srgbClr val="FFFFFF"/>
                </a:solidFill>
                <a:latin typeface="Arial"/>
                <a:cs typeface="Arial"/>
              </a:rPr>
              <a:t>Cad</a:t>
            </a:r>
            <a:r>
              <a:rPr sz="2100" spc="-247" baseline="198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209" baseline="1984" dirty="0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sz="2100" spc="-209" baseline="3968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44" baseline="3968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17B6FE8-777B-5C4C-B46D-9D2189BF5D2B}"/>
              </a:ext>
            </a:extLst>
          </p:cNvPr>
          <p:cNvSpPr txBox="1"/>
          <p:nvPr/>
        </p:nvSpPr>
        <p:spPr>
          <a:xfrm rot="21420000">
            <a:off x="4841298" y="2785052"/>
            <a:ext cx="5737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bar</a:t>
            </a:r>
            <a:r>
              <a:rPr sz="2100" spc="-97" baseline="1984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endParaRPr sz="2100" baseline="1984">
              <a:latin typeface="Arial"/>
              <a:cs typeface="Arial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0D7A6F54-8899-B2D2-C229-EF79FB97A8AD}"/>
              </a:ext>
            </a:extLst>
          </p:cNvPr>
          <p:cNvGrpSpPr/>
          <p:nvPr/>
        </p:nvGrpSpPr>
        <p:grpSpPr>
          <a:xfrm>
            <a:off x="6604447" y="2978506"/>
            <a:ext cx="1613535" cy="841375"/>
            <a:chOff x="6604447" y="2978506"/>
            <a:chExt cx="1613535" cy="841375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AAEB0DF-187B-2776-C01A-7135A12AD794}"/>
                </a:ext>
              </a:extLst>
            </p:cNvPr>
            <p:cNvSpPr/>
            <p:nvPr/>
          </p:nvSpPr>
          <p:spPr>
            <a:xfrm>
              <a:off x="6617146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3" y="749771"/>
                  </a:lnTo>
                  <a:lnTo>
                    <a:pt x="75051" y="786313"/>
                  </a:lnTo>
                  <a:lnTo>
                    <a:pt x="115211" y="809489"/>
                  </a:lnTo>
                  <a:lnTo>
                    <a:pt x="162838" y="815686"/>
                  </a:lnTo>
                  <a:lnTo>
                    <a:pt x="1475324" y="723908"/>
                  </a:lnTo>
                  <a:lnTo>
                    <a:pt x="1521625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4" y="112215"/>
                  </a:lnTo>
                  <a:lnTo>
                    <a:pt x="1541028" y="65915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700816BA-DEE2-4B1F-FF30-A1F8AD9E6A2A}"/>
                </a:ext>
              </a:extLst>
            </p:cNvPr>
            <p:cNvSpPr/>
            <p:nvPr/>
          </p:nvSpPr>
          <p:spPr>
            <a:xfrm>
              <a:off x="6617147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E7BA1299-F086-ADE3-CE50-60AC10AA509B}"/>
              </a:ext>
            </a:extLst>
          </p:cNvPr>
          <p:cNvSpPr txBox="1"/>
          <p:nvPr/>
        </p:nvSpPr>
        <p:spPr>
          <a:xfrm rot="21420000">
            <a:off x="6828288" y="3221085"/>
            <a:ext cx="115298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sarrolla</a:t>
            </a:r>
            <a:r>
              <a:rPr sz="2100" spc="-127" baseline="3968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100" spc="-2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7" baseline="5952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2100" baseline="5952">
              <a:latin typeface="Arial"/>
              <a:cs typeface="Aria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A7BF266-D62B-ACA9-3329-67E5F732A5E6}"/>
              </a:ext>
            </a:extLst>
          </p:cNvPr>
          <p:cNvSpPr txBox="1"/>
          <p:nvPr/>
        </p:nvSpPr>
        <p:spPr>
          <a:xfrm rot="21420000">
            <a:off x="6822192" y="3411920"/>
            <a:ext cx="119126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95" baseline="1984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100" spc="-195" baseline="3968" dirty="0">
                <a:solidFill>
                  <a:srgbClr val="FFFFFF"/>
                </a:solidFill>
                <a:latin typeface="Arial"/>
                <a:cs typeface="Arial"/>
              </a:rPr>
              <a:t>ás</a:t>
            </a:r>
            <a:r>
              <a:rPr sz="2100" spc="-104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0" baseline="3968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2100" spc="-30" baseline="5952" dirty="0">
                <a:solidFill>
                  <a:srgbClr val="FFFFFF"/>
                </a:solidFill>
                <a:latin typeface="Arial"/>
                <a:cs typeface="Arial"/>
              </a:rPr>
              <a:t>nta</a:t>
            </a:r>
            <a:endParaRPr sz="2100" baseline="5952">
              <a:latin typeface="Arial"/>
              <a:cs typeface="Arial"/>
            </a:endParaRPr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B5D90662-BC82-0059-DB5E-E28FF2E4070D}"/>
              </a:ext>
            </a:extLst>
          </p:cNvPr>
          <p:cNvGrpSpPr/>
          <p:nvPr/>
        </p:nvGrpSpPr>
        <p:grpSpPr>
          <a:xfrm>
            <a:off x="6548077" y="2197980"/>
            <a:ext cx="1613535" cy="841375"/>
            <a:chOff x="6548077" y="2197980"/>
            <a:chExt cx="1613535" cy="841375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A4C8811F-D8D8-34E9-1066-F2AE2EF0AF65}"/>
                </a:ext>
              </a:extLst>
            </p:cNvPr>
            <p:cNvSpPr/>
            <p:nvPr/>
          </p:nvSpPr>
          <p:spPr>
            <a:xfrm>
              <a:off x="6560776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69"/>
                  </a:lnTo>
                  <a:lnTo>
                    <a:pt x="46512" y="749770"/>
                  </a:lnTo>
                  <a:lnTo>
                    <a:pt x="75051" y="786313"/>
                  </a:lnTo>
                  <a:lnTo>
                    <a:pt x="115210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4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FC0641C-A19A-9F71-9989-8B5D494BCAB8}"/>
                </a:ext>
              </a:extLst>
            </p:cNvPr>
            <p:cNvSpPr/>
            <p:nvPr/>
          </p:nvSpPr>
          <p:spPr>
            <a:xfrm>
              <a:off x="6560777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895D76AA-4222-9EF5-E0BF-A591BB645E41}"/>
              </a:ext>
            </a:extLst>
          </p:cNvPr>
          <p:cNvSpPr txBox="1"/>
          <p:nvPr/>
        </p:nvSpPr>
        <p:spPr>
          <a:xfrm rot="21420000">
            <a:off x="7016421" y="2534879"/>
            <a:ext cx="67717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Má</a:t>
            </a:r>
            <a:r>
              <a:rPr sz="2100" spc="-142" baseline="198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car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100" baseline="3968">
              <a:latin typeface="Arial"/>
              <a:cs typeface="Arial"/>
            </a:endParaRPr>
          </a:p>
        </p:txBody>
      </p:sp>
      <p:pic>
        <p:nvPicPr>
          <p:cNvPr id="36" name="Picture 35" descr="A diagram of a company&#10;&#10;Description automatically generated">
            <a:extLst>
              <a:ext uri="{FF2B5EF4-FFF2-40B4-BE49-F238E27FC236}">
                <a16:creationId xmlns:a16="http://schemas.microsoft.com/office/drawing/2014/main" id="{BB44B7D2-4E6C-7F8A-CDB8-B17CADF2B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48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2451099"/>
            <a:ext cx="40487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Soluciones</a:t>
            </a:r>
            <a:r>
              <a:rPr sz="4000" b="1" spc="-5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4953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Las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tres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35" dirty="0">
                <a:solidFill>
                  <a:srgbClr val="FF0000"/>
                </a:solidFill>
              </a:rPr>
              <a:t>Vs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283967" y="416930"/>
            <a:ext cx="4860290" cy="4726940"/>
            <a:chOff x="4283967" y="416930"/>
            <a:chExt cx="4860290" cy="472694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3967" y="416930"/>
              <a:ext cx="4318000" cy="4140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8981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48895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  <a:p>
            <a:pPr marL="33401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¿Cuántas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spc="-25" dirty="0">
                <a:solidFill>
                  <a:srgbClr val="FF0000"/>
                </a:solidFill>
              </a:rPr>
              <a:t>Vs?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599507" y="0"/>
            <a:ext cx="5545013" cy="5143734"/>
            <a:chOff x="3599507" y="0"/>
            <a:chExt cx="5545013" cy="5143734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507" y="0"/>
              <a:ext cx="5054600" cy="4800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0426" y="1326387"/>
            <a:ext cx="141732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22542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Algunos enfoques: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84441" y="114176"/>
            <a:ext cx="2035810" cy="2171700"/>
            <a:chOff x="3784441" y="114176"/>
            <a:chExt cx="2035810" cy="2171700"/>
          </a:xfrm>
        </p:grpSpPr>
        <p:sp>
          <p:nvSpPr>
            <p:cNvPr id="6" name="object 6"/>
            <p:cNvSpPr/>
            <p:nvPr/>
          </p:nvSpPr>
          <p:spPr>
            <a:xfrm>
              <a:off x="3797141" y="126876"/>
              <a:ext cx="2010410" cy="1501140"/>
            </a:xfrm>
            <a:custGeom>
              <a:avLst/>
              <a:gdLst/>
              <a:ahLst/>
              <a:cxnLst/>
              <a:rect l="l" t="t" r="r" b="b"/>
              <a:pathLst>
                <a:path w="2010410" h="1501139">
                  <a:moveTo>
                    <a:pt x="120045" y="0"/>
                  </a:moveTo>
                  <a:lnTo>
                    <a:pt x="1890164" y="0"/>
                  </a:lnTo>
                  <a:lnTo>
                    <a:pt x="1936890" y="9433"/>
                  </a:lnTo>
                  <a:lnTo>
                    <a:pt x="1975048" y="35160"/>
                  </a:lnTo>
                  <a:lnTo>
                    <a:pt x="2000775" y="73318"/>
                  </a:lnTo>
                  <a:lnTo>
                    <a:pt x="2010209" y="120045"/>
                  </a:lnTo>
                  <a:lnTo>
                    <a:pt x="2010209" y="1500578"/>
                  </a:lnTo>
                  <a:lnTo>
                    <a:pt x="0" y="1500578"/>
                  </a:lnTo>
                  <a:lnTo>
                    <a:pt x="0" y="120045"/>
                  </a:lnTo>
                  <a:lnTo>
                    <a:pt x="9433" y="73318"/>
                  </a:lnTo>
                  <a:lnTo>
                    <a:pt x="35160" y="35160"/>
                  </a:lnTo>
                  <a:lnTo>
                    <a:pt x="73318" y="9433"/>
                  </a:lnTo>
                  <a:lnTo>
                    <a:pt x="120045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97141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10" h="645794">
                  <a:moveTo>
                    <a:pt x="2010208" y="0"/>
                  </a:moveTo>
                  <a:lnTo>
                    <a:pt x="0" y="0"/>
                  </a:lnTo>
                  <a:lnTo>
                    <a:pt x="0" y="645248"/>
                  </a:lnTo>
                  <a:lnTo>
                    <a:pt x="2010208" y="645248"/>
                  </a:lnTo>
                  <a:lnTo>
                    <a:pt x="201020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97141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10" h="645794">
                  <a:moveTo>
                    <a:pt x="0" y="0"/>
                  </a:moveTo>
                  <a:lnTo>
                    <a:pt x="2010209" y="0"/>
                  </a:lnTo>
                  <a:lnTo>
                    <a:pt x="2010209" y="645248"/>
                  </a:lnTo>
                  <a:lnTo>
                    <a:pt x="0" y="64524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49211" y="1661159"/>
            <a:ext cx="1249045" cy="5257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280"/>
              </a:spcBef>
            </a:pPr>
            <a:r>
              <a:rPr sz="1700" spc="-114" dirty="0">
                <a:solidFill>
                  <a:srgbClr val="FFFFFF"/>
                </a:solidFill>
                <a:latin typeface="Arial"/>
                <a:cs typeface="Arial"/>
              </a:rPr>
              <a:t>Almacenes</a:t>
            </a:r>
            <a:r>
              <a:rPr sz="17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60324" y="217153"/>
            <a:ext cx="2125980" cy="2229485"/>
            <a:chOff x="3860324" y="217153"/>
            <a:chExt cx="2125980" cy="22294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9646" y="1729948"/>
              <a:ext cx="703573" cy="7035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69646" y="1729948"/>
              <a:ext cx="703580" cy="703580"/>
            </a:xfrm>
            <a:custGeom>
              <a:avLst/>
              <a:gdLst/>
              <a:ahLst/>
              <a:cxnLst/>
              <a:rect l="l" t="t" r="r" b="b"/>
              <a:pathLst>
                <a:path w="703579" h="703580">
                  <a:moveTo>
                    <a:pt x="0" y="351786"/>
                  </a:moveTo>
                  <a:lnTo>
                    <a:pt x="3211" y="304051"/>
                  </a:lnTo>
                  <a:lnTo>
                    <a:pt x="12566" y="258267"/>
                  </a:lnTo>
                  <a:lnTo>
                    <a:pt x="27645" y="214855"/>
                  </a:lnTo>
                  <a:lnTo>
                    <a:pt x="48029" y="174233"/>
                  </a:lnTo>
                  <a:lnTo>
                    <a:pt x="73299" y="136820"/>
                  </a:lnTo>
                  <a:lnTo>
                    <a:pt x="103035" y="103035"/>
                  </a:lnTo>
                  <a:lnTo>
                    <a:pt x="136820" y="73299"/>
                  </a:lnTo>
                  <a:lnTo>
                    <a:pt x="174233" y="48029"/>
                  </a:lnTo>
                  <a:lnTo>
                    <a:pt x="214855" y="27645"/>
                  </a:lnTo>
                  <a:lnTo>
                    <a:pt x="258267" y="12566"/>
                  </a:lnTo>
                  <a:lnTo>
                    <a:pt x="304051" y="3211"/>
                  </a:lnTo>
                  <a:lnTo>
                    <a:pt x="351786" y="0"/>
                  </a:lnTo>
                  <a:lnTo>
                    <a:pt x="399521" y="3211"/>
                  </a:lnTo>
                  <a:lnTo>
                    <a:pt x="445305" y="12566"/>
                  </a:lnTo>
                  <a:lnTo>
                    <a:pt x="488717" y="27645"/>
                  </a:lnTo>
                  <a:lnTo>
                    <a:pt x="529339" y="48029"/>
                  </a:lnTo>
                  <a:lnTo>
                    <a:pt x="566752" y="73299"/>
                  </a:lnTo>
                  <a:lnTo>
                    <a:pt x="600537" y="103035"/>
                  </a:lnTo>
                  <a:lnTo>
                    <a:pt x="630273" y="136820"/>
                  </a:lnTo>
                  <a:lnTo>
                    <a:pt x="655543" y="174233"/>
                  </a:lnTo>
                  <a:lnTo>
                    <a:pt x="675927" y="214855"/>
                  </a:lnTo>
                  <a:lnTo>
                    <a:pt x="691006" y="258267"/>
                  </a:lnTo>
                  <a:lnTo>
                    <a:pt x="700361" y="304051"/>
                  </a:lnTo>
                  <a:lnTo>
                    <a:pt x="703573" y="351786"/>
                  </a:lnTo>
                  <a:lnTo>
                    <a:pt x="700361" y="399521"/>
                  </a:lnTo>
                  <a:lnTo>
                    <a:pt x="691006" y="445305"/>
                  </a:lnTo>
                  <a:lnTo>
                    <a:pt x="675927" y="488717"/>
                  </a:lnTo>
                  <a:lnTo>
                    <a:pt x="655543" y="529339"/>
                  </a:lnTo>
                  <a:lnTo>
                    <a:pt x="630273" y="566752"/>
                  </a:lnTo>
                  <a:lnTo>
                    <a:pt x="600537" y="600537"/>
                  </a:lnTo>
                  <a:lnTo>
                    <a:pt x="566752" y="630273"/>
                  </a:lnTo>
                  <a:lnTo>
                    <a:pt x="529339" y="655543"/>
                  </a:lnTo>
                  <a:lnTo>
                    <a:pt x="488717" y="675927"/>
                  </a:lnTo>
                  <a:lnTo>
                    <a:pt x="445305" y="691006"/>
                  </a:lnTo>
                  <a:lnTo>
                    <a:pt x="399521" y="700361"/>
                  </a:lnTo>
                  <a:lnTo>
                    <a:pt x="351786" y="703573"/>
                  </a:lnTo>
                  <a:lnTo>
                    <a:pt x="304051" y="700361"/>
                  </a:lnTo>
                  <a:lnTo>
                    <a:pt x="258267" y="691006"/>
                  </a:lnTo>
                  <a:lnTo>
                    <a:pt x="214855" y="675927"/>
                  </a:lnTo>
                  <a:lnTo>
                    <a:pt x="174233" y="655543"/>
                  </a:lnTo>
                  <a:lnTo>
                    <a:pt x="136820" y="630273"/>
                  </a:lnTo>
                  <a:lnTo>
                    <a:pt x="103035" y="600537"/>
                  </a:lnTo>
                  <a:lnTo>
                    <a:pt x="73299" y="566752"/>
                  </a:lnTo>
                  <a:lnTo>
                    <a:pt x="48029" y="529339"/>
                  </a:lnTo>
                  <a:lnTo>
                    <a:pt x="27645" y="488717"/>
                  </a:lnTo>
                  <a:lnTo>
                    <a:pt x="12566" y="445305"/>
                  </a:lnTo>
                  <a:lnTo>
                    <a:pt x="3211" y="399521"/>
                  </a:lnTo>
                  <a:lnTo>
                    <a:pt x="0" y="35178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0324" y="217153"/>
              <a:ext cx="1880237" cy="134906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134826" y="114176"/>
            <a:ext cx="2035810" cy="2171700"/>
            <a:chOff x="6134826" y="114176"/>
            <a:chExt cx="2035810" cy="2171700"/>
          </a:xfrm>
        </p:grpSpPr>
        <p:sp>
          <p:nvSpPr>
            <p:cNvPr id="15" name="object 15"/>
            <p:cNvSpPr/>
            <p:nvPr/>
          </p:nvSpPr>
          <p:spPr>
            <a:xfrm>
              <a:off x="6147526" y="126876"/>
              <a:ext cx="2010410" cy="1501140"/>
            </a:xfrm>
            <a:custGeom>
              <a:avLst/>
              <a:gdLst/>
              <a:ahLst/>
              <a:cxnLst/>
              <a:rect l="l" t="t" r="r" b="b"/>
              <a:pathLst>
                <a:path w="2010409" h="1501139">
                  <a:moveTo>
                    <a:pt x="120045" y="0"/>
                  </a:moveTo>
                  <a:lnTo>
                    <a:pt x="1890164" y="0"/>
                  </a:lnTo>
                  <a:lnTo>
                    <a:pt x="1936890" y="9433"/>
                  </a:lnTo>
                  <a:lnTo>
                    <a:pt x="1975048" y="35160"/>
                  </a:lnTo>
                  <a:lnTo>
                    <a:pt x="2000775" y="73318"/>
                  </a:lnTo>
                  <a:lnTo>
                    <a:pt x="2010209" y="120045"/>
                  </a:lnTo>
                  <a:lnTo>
                    <a:pt x="2010209" y="1500578"/>
                  </a:lnTo>
                  <a:lnTo>
                    <a:pt x="0" y="1500578"/>
                  </a:lnTo>
                  <a:lnTo>
                    <a:pt x="0" y="120045"/>
                  </a:lnTo>
                  <a:lnTo>
                    <a:pt x="9433" y="73318"/>
                  </a:lnTo>
                  <a:lnTo>
                    <a:pt x="35160" y="35160"/>
                  </a:lnTo>
                  <a:lnTo>
                    <a:pt x="73318" y="9433"/>
                  </a:lnTo>
                  <a:lnTo>
                    <a:pt x="120045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47526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4">
                  <a:moveTo>
                    <a:pt x="2010208" y="0"/>
                  </a:moveTo>
                  <a:lnTo>
                    <a:pt x="0" y="0"/>
                  </a:lnTo>
                  <a:lnTo>
                    <a:pt x="0" y="645248"/>
                  </a:lnTo>
                  <a:lnTo>
                    <a:pt x="2010208" y="645248"/>
                  </a:lnTo>
                  <a:lnTo>
                    <a:pt x="201020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47526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4">
                  <a:moveTo>
                    <a:pt x="0" y="0"/>
                  </a:moveTo>
                  <a:lnTo>
                    <a:pt x="2010209" y="0"/>
                  </a:lnTo>
                  <a:lnTo>
                    <a:pt x="2010209" y="645248"/>
                  </a:lnTo>
                  <a:lnTo>
                    <a:pt x="0" y="64524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99596" y="1661159"/>
            <a:ext cx="1324610" cy="5257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280"/>
              </a:spcBef>
            </a:pPr>
            <a:r>
              <a:rPr sz="1700" spc="-175" dirty="0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9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datos 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documentales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97028" y="181814"/>
            <a:ext cx="2139315" cy="2264410"/>
            <a:chOff x="6197028" y="181814"/>
            <a:chExt cx="2139315" cy="226441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031" y="1729948"/>
              <a:ext cx="703573" cy="7035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20031" y="1729948"/>
              <a:ext cx="703580" cy="703580"/>
            </a:xfrm>
            <a:custGeom>
              <a:avLst/>
              <a:gdLst/>
              <a:ahLst/>
              <a:cxnLst/>
              <a:rect l="l" t="t" r="r" b="b"/>
              <a:pathLst>
                <a:path w="703579" h="703580">
                  <a:moveTo>
                    <a:pt x="0" y="351786"/>
                  </a:moveTo>
                  <a:lnTo>
                    <a:pt x="3211" y="304051"/>
                  </a:lnTo>
                  <a:lnTo>
                    <a:pt x="12566" y="258267"/>
                  </a:lnTo>
                  <a:lnTo>
                    <a:pt x="27645" y="214855"/>
                  </a:lnTo>
                  <a:lnTo>
                    <a:pt x="48029" y="174233"/>
                  </a:lnTo>
                  <a:lnTo>
                    <a:pt x="73299" y="136820"/>
                  </a:lnTo>
                  <a:lnTo>
                    <a:pt x="103035" y="103035"/>
                  </a:lnTo>
                  <a:lnTo>
                    <a:pt x="136820" y="73299"/>
                  </a:lnTo>
                  <a:lnTo>
                    <a:pt x="174233" y="48029"/>
                  </a:lnTo>
                  <a:lnTo>
                    <a:pt x="214855" y="27645"/>
                  </a:lnTo>
                  <a:lnTo>
                    <a:pt x="258267" y="12566"/>
                  </a:lnTo>
                  <a:lnTo>
                    <a:pt x="304051" y="3211"/>
                  </a:lnTo>
                  <a:lnTo>
                    <a:pt x="351786" y="0"/>
                  </a:lnTo>
                  <a:lnTo>
                    <a:pt x="399521" y="3211"/>
                  </a:lnTo>
                  <a:lnTo>
                    <a:pt x="445305" y="12566"/>
                  </a:lnTo>
                  <a:lnTo>
                    <a:pt x="488717" y="27645"/>
                  </a:lnTo>
                  <a:lnTo>
                    <a:pt x="529339" y="48029"/>
                  </a:lnTo>
                  <a:lnTo>
                    <a:pt x="566752" y="73299"/>
                  </a:lnTo>
                  <a:lnTo>
                    <a:pt x="600537" y="103035"/>
                  </a:lnTo>
                  <a:lnTo>
                    <a:pt x="630273" y="136820"/>
                  </a:lnTo>
                  <a:lnTo>
                    <a:pt x="655543" y="174233"/>
                  </a:lnTo>
                  <a:lnTo>
                    <a:pt x="675927" y="214855"/>
                  </a:lnTo>
                  <a:lnTo>
                    <a:pt x="691006" y="258267"/>
                  </a:lnTo>
                  <a:lnTo>
                    <a:pt x="700361" y="304051"/>
                  </a:lnTo>
                  <a:lnTo>
                    <a:pt x="703573" y="351786"/>
                  </a:lnTo>
                  <a:lnTo>
                    <a:pt x="700361" y="399521"/>
                  </a:lnTo>
                  <a:lnTo>
                    <a:pt x="691006" y="445305"/>
                  </a:lnTo>
                  <a:lnTo>
                    <a:pt x="675927" y="488717"/>
                  </a:lnTo>
                  <a:lnTo>
                    <a:pt x="655543" y="529339"/>
                  </a:lnTo>
                  <a:lnTo>
                    <a:pt x="630273" y="566752"/>
                  </a:lnTo>
                  <a:lnTo>
                    <a:pt x="600537" y="600537"/>
                  </a:lnTo>
                  <a:lnTo>
                    <a:pt x="566752" y="630273"/>
                  </a:lnTo>
                  <a:lnTo>
                    <a:pt x="529339" y="655543"/>
                  </a:lnTo>
                  <a:lnTo>
                    <a:pt x="488717" y="675927"/>
                  </a:lnTo>
                  <a:lnTo>
                    <a:pt x="445305" y="691006"/>
                  </a:lnTo>
                  <a:lnTo>
                    <a:pt x="399521" y="700361"/>
                  </a:lnTo>
                  <a:lnTo>
                    <a:pt x="351786" y="703573"/>
                  </a:lnTo>
                  <a:lnTo>
                    <a:pt x="304051" y="700361"/>
                  </a:lnTo>
                  <a:lnTo>
                    <a:pt x="258267" y="691006"/>
                  </a:lnTo>
                  <a:lnTo>
                    <a:pt x="214855" y="675927"/>
                  </a:lnTo>
                  <a:lnTo>
                    <a:pt x="174233" y="655543"/>
                  </a:lnTo>
                  <a:lnTo>
                    <a:pt x="136820" y="630273"/>
                  </a:lnTo>
                  <a:lnTo>
                    <a:pt x="103035" y="600537"/>
                  </a:lnTo>
                  <a:lnTo>
                    <a:pt x="73299" y="566752"/>
                  </a:lnTo>
                  <a:lnTo>
                    <a:pt x="48029" y="529339"/>
                  </a:lnTo>
                  <a:lnTo>
                    <a:pt x="27645" y="488717"/>
                  </a:lnTo>
                  <a:lnTo>
                    <a:pt x="12566" y="445305"/>
                  </a:lnTo>
                  <a:lnTo>
                    <a:pt x="3211" y="399521"/>
                  </a:lnTo>
                  <a:lnTo>
                    <a:pt x="0" y="35178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7028" y="181814"/>
              <a:ext cx="708021" cy="7979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4247" y="195486"/>
              <a:ext cx="686189" cy="77536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8868" y="195486"/>
              <a:ext cx="581522" cy="8044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6295" y="843558"/>
              <a:ext cx="775365" cy="77536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6662" y="843558"/>
              <a:ext cx="816123" cy="816123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959633" y="2769285"/>
            <a:ext cx="2035810" cy="2171700"/>
            <a:chOff x="4959633" y="2769285"/>
            <a:chExt cx="2035810" cy="2171700"/>
          </a:xfrm>
        </p:grpSpPr>
        <p:sp>
          <p:nvSpPr>
            <p:cNvPr id="28" name="object 28"/>
            <p:cNvSpPr/>
            <p:nvPr/>
          </p:nvSpPr>
          <p:spPr>
            <a:xfrm>
              <a:off x="4972333" y="2781985"/>
              <a:ext cx="2010410" cy="1501140"/>
            </a:xfrm>
            <a:custGeom>
              <a:avLst/>
              <a:gdLst/>
              <a:ahLst/>
              <a:cxnLst/>
              <a:rect l="l" t="t" r="r" b="b"/>
              <a:pathLst>
                <a:path w="2010409" h="1501139">
                  <a:moveTo>
                    <a:pt x="120045" y="0"/>
                  </a:moveTo>
                  <a:lnTo>
                    <a:pt x="1890164" y="0"/>
                  </a:lnTo>
                  <a:lnTo>
                    <a:pt x="1936890" y="9433"/>
                  </a:lnTo>
                  <a:lnTo>
                    <a:pt x="1975048" y="35160"/>
                  </a:lnTo>
                  <a:lnTo>
                    <a:pt x="2000775" y="73318"/>
                  </a:lnTo>
                  <a:lnTo>
                    <a:pt x="2010209" y="120045"/>
                  </a:lnTo>
                  <a:lnTo>
                    <a:pt x="2010209" y="1500578"/>
                  </a:lnTo>
                  <a:lnTo>
                    <a:pt x="0" y="1500578"/>
                  </a:lnTo>
                  <a:lnTo>
                    <a:pt x="0" y="120045"/>
                  </a:lnTo>
                  <a:lnTo>
                    <a:pt x="9433" y="73318"/>
                  </a:lnTo>
                  <a:lnTo>
                    <a:pt x="35160" y="35160"/>
                  </a:lnTo>
                  <a:lnTo>
                    <a:pt x="73318" y="9433"/>
                  </a:lnTo>
                  <a:lnTo>
                    <a:pt x="120045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72333" y="4282564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5">
                  <a:moveTo>
                    <a:pt x="2010209" y="0"/>
                  </a:moveTo>
                  <a:lnTo>
                    <a:pt x="0" y="0"/>
                  </a:lnTo>
                  <a:lnTo>
                    <a:pt x="0" y="645247"/>
                  </a:lnTo>
                  <a:lnTo>
                    <a:pt x="2010209" y="645247"/>
                  </a:lnTo>
                  <a:lnTo>
                    <a:pt x="2010209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72333" y="4282564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5">
                  <a:moveTo>
                    <a:pt x="0" y="0"/>
                  </a:moveTo>
                  <a:lnTo>
                    <a:pt x="2010209" y="0"/>
                  </a:lnTo>
                  <a:lnTo>
                    <a:pt x="2010209" y="645248"/>
                  </a:lnTo>
                  <a:lnTo>
                    <a:pt x="0" y="64524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024403" y="4315967"/>
            <a:ext cx="1324610" cy="5283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260"/>
              </a:spcBef>
            </a:pPr>
            <a:r>
              <a:rPr sz="1700" spc="-175" dirty="0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9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datos 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sobre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grafos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004047" y="2803599"/>
            <a:ext cx="2157095" cy="2298065"/>
            <a:chOff x="5004047" y="2803599"/>
            <a:chExt cx="2157095" cy="2298065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44838" y="4385056"/>
              <a:ext cx="703573" cy="70357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444838" y="4385056"/>
              <a:ext cx="703580" cy="703580"/>
            </a:xfrm>
            <a:custGeom>
              <a:avLst/>
              <a:gdLst/>
              <a:ahLst/>
              <a:cxnLst/>
              <a:rect l="l" t="t" r="r" b="b"/>
              <a:pathLst>
                <a:path w="703579" h="703579">
                  <a:moveTo>
                    <a:pt x="0" y="351786"/>
                  </a:moveTo>
                  <a:lnTo>
                    <a:pt x="3211" y="304051"/>
                  </a:lnTo>
                  <a:lnTo>
                    <a:pt x="12566" y="258267"/>
                  </a:lnTo>
                  <a:lnTo>
                    <a:pt x="27645" y="214855"/>
                  </a:lnTo>
                  <a:lnTo>
                    <a:pt x="48029" y="174233"/>
                  </a:lnTo>
                  <a:lnTo>
                    <a:pt x="73299" y="136820"/>
                  </a:lnTo>
                  <a:lnTo>
                    <a:pt x="103035" y="103035"/>
                  </a:lnTo>
                  <a:lnTo>
                    <a:pt x="136820" y="73299"/>
                  </a:lnTo>
                  <a:lnTo>
                    <a:pt x="174233" y="48029"/>
                  </a:lnTo>
                  <a:lnTo>
                    <a:pt x="214855" y="27645"/>
                  </a:lnTo>
                  <a:lnTo>
                    <a:pt x="258267" y="12566"/>
                  </a:lnTo>
                  <a:lnTo>
                    <a:pt x="304051" y="3211"/>
                  </a:lnTo>
                  <a:lnTo>
                    <a:pt x="351786" y="0"/>
                  </a:lnTo>
                  <a:lnTo>
                    <a:pt x="399521" y="3211"/>
                  </a:lnTo>
                  <a:lnTo>
                    <a:pt x="445305" y="12566"/>
                  </a:lnTo>
                  <a:lnTo>
                    <a:pt x="488717" y="27645"/>
                  </a:lnTo>
                  <a:lnTo>
                    <a:pt x="529339" y="48029"/>
                  </a:lnTo>
                  <a:lnTo>
                    <a:pt x="566752" y="73299"/>
                  </a:lnTo>
                  <a:lnTo>
                    <a:pt x="600537" y="103035"/>
                  </a:lnTo>
                  <a:lnTo>
                    <a:pt x="630273" y="136820"/>
                  </a:lnTo>
                  <a:lnTo>
                    <a:pt x="655543" y="174233"/>
                  </a:lnTo>
                  <a:lnTo>
                    <a:pt x="675927" y="214855"/>
                  </a:lnTo>
                  <a:lnTo>
                    <a:pt x="691006" y="258267"/>
                  </a:lnTo>
                  <a:lnTo>
                    <a:pt x="700361" y="304051"/>
                  </a:lnTo>
                  <a:lnTo>
                    <a:pt x="703573" y="351786"/>
                  </a:lnTo>
                  <a:lnTo>
                    <a:pt x="700361" y="399521"/>
                  </a:lnTo>
                  <a:lnTo>
                    <a:pt x="691006" y="445305"/>
                  </a:lnTo>
                  <a:lnTo>
                    <a:pt x="675927" y="488717"/>
                  </a:lnTo>
                  <a:lnTo>
                    <a:pt x="655543" y="529339"/>
                  </a:lnTo>
                  <a:lnTo>
                    <a:pt x="630273" y="566752"/>
                  </a:lnTo>
                  <a:lnTo>
                    <a:pt x="600537" y="600537"/>
                  </a:lnTo>
                  <a:lnTo>
                    <a:pt x="566752" y="630273"/>
                  </a:lnTo>
                  <a:lnTo>
                    <a:pt x="529339" y="655543"/>
                  </a:lnTo>
                  <a:lnTo>
                    <a:pt x="488717" y="675927"/>
                  </a:lnTo>
                  <a:lnTo>
                    <a:pt x="445305" y="691006"/>
                  </a:lnTo>
                  <a:lnTo>
                    <a:pt x="399521" y="700361"/>
                  </a:lnTo>
                  <a:lnTo>
                    <a:pt x="351786" y="703573"/>
                  </a:lnTo>
                  <a:lnTo>
                    <a:pt x="304051" y="700361"/>
                  </a:lnTo>
                  <a:lnTo>
                    <a:pt x="258267" y="691006"/>
                  </a:lnTo>
                  <a:lnTo>
                    <a:pt x="214855" y="675927"/>
                  </a:lnTo>
                  <a:lnTo>
                    <a:pt x="174233" y="655543"/>
                  </a:lnTo>
                  <a:lnTo>
                    <a:pt x="136820" y="630273"/>
                  </a:lnTo>
                  <a:lnTo>
                    <a:pt x="103035" y="600537"/>
                  </a:lnTo>
                  <a:lnTo>
                    <a:pt x="73299" y="566752"/>
                  </a:lnTo>
                  <a:lnTo>
                    <a:pt x="48029" y="529339"/>
                  </a:lnTo>
                  <a:lnTo>
                    <a:pt x="27645" y="488717"/>
                  </a:lnTo>
                  <a:lnTo>
                    <a:pt x="12566" y="445305"/>
                  </a:lnTo>
                  <a:lnTo>
                    <a:pt x="3211" y="399521"/>
                  </a:lnTo>
                  <a:lnTo>
                    <a:pt x="0" y="35178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04047" y="2803599"/>
              <a:ext cx="1962134" cy="14963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714985-7E62-4849-5B68-28AEAEE4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4AFB52-D64A-F74F-6966-CBA8810FCF1A}"/>
              </a:ext>
            </a:extLst>
          </p:cNvPr>
          <p:cNvSpPr txBox="1"/>
          <p:nvPr/>
        </p:nvSpPr>
        <p:spPr>
          <a:xfrm>
            <a:off x="546284" y="253491"/>
            <a:ext cx="2291080" cy="18180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165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Soluciones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Almacenes</a:t>
            </a:r>
            <a:r>
              <a:rPr sz="2800" b="1" spc="-6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337A4A-B9CE-3E79-591B-76669D9495E1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A1CF97F-78D1-0DF1-D779-CE8A8319D0E5}"/>
              </a:ext>
            </a:extLst>
          </p:cNvPr>
          <p:cNvSpPr txBox="1"/>
          <p:nvPr/>
        </p:nvSpPr>
        <p:spPr>
          <a:xfrm>
            <a:off x="3344302" y="174243"/>
            <a:ext cx="50082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05" dirty="0">
                <a:latin typeface="Arial"/>
                <a:cs typeface="Arial"/>
              </a:rPr>
              <a:t>Inteligencia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negocio/Business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22D4446-C9B7-D3E6-5A61-07F98C63F541}"/>
              </a:ext>
            </a:extLst>
          </p:cNvPr>
          <p:cNvSpPr txBox="1"/>
          <p:nvPr/>
        </p:nvSpPr>
        <p:spPr>
          <a:xfrm>
            <a:off x="3630052" y="466851"/>
            <a:ext cx="22663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latin typeface="Arial"/>
                <a:cs typeface="Arial"/>
              </a:rPr>
              <a:t>Intelligence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(BI)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CE85DCE-A0AD-5B07-B2BA-6995EA457CAC}"/>
              </a:ext>
            </a:extLst>
          </p:cNvPr>
          <p:cNvSpPr txBox="1"/>
          <p:nvPr/>
        </p:nvSpPr>
        <p:spPr>
          <a:xfrm>
            <a:off x="3344302" y="924052"/>
            <a:ext cx="3564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Combina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tecnologías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6E8396D-28C8-E423-2424-4C7CBAD75660}"/>
              </a:ext>
            </a:extLst>
          </p:cNvPr>
          <p:cNvSpPr txBox="1"/>
          <p:nvPr/>
        </p:nvSpPr>
        <p:spPr>
          <a:xfrm>
            <a:off x="3630052" y="1213611"/>
            <a:ext cx="4509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componentes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optimizar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6903C4C-D048-80A6-33C0-52E6869D1E75}"/>
              </a:ext>
            </a:extLst>
          </p:cNvPr>
          <p:cNvSpPr txBox="1"/>
          <p:nvPr/>
        </p:nvSpPr>
        <p:spPr>
          <a:xfrm>
            <a:off x="3344302" y="1518411"/>
            <a:ext cx="508254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2800" spc="-175" dirty="0">
                <a:latin typeface="Arial"/>
                <a:cs typeface="Arial"/>
              </a:rPr>
              <a:t>uso</a:t>
            </a:r>
            <a:r>
              <a:rPr sz="2800" spc="-120" dirty="0">
                <a:latin typeface="Arial"/>
                <a:cs typeface="Arial"/>
              </a:rPr>
              <a:t> estratégico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Solución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integradas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que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combina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EA634FF-45FF-274F-7DE2-1EE9897ABA8A}"/>
              </a:ext>
            </a:extLst>
          </p:cNvPr>
          <p:cNvSpPr txBox="1"/>
          <p:nvPr/>
        </p:nvSpPr>
        <p:spPr>
          <a:xfrm>
            <a:off x="3630052" y="2268219"/>
            <a:ext cx="45021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5" dirty="0">
                <a:latin typeface="Arial"/>
                <a:cs typeface="Arial"/>
              </a:rPr>
              <a:t>capacidad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almacenamiento,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F88EE821-B632-B865-0DF4-3C4BF2F21FD0}"/>
              </a:ext>
            </a:extLst>
          </p:cNvPr>
          <p:cNvGrpSpPr/>
          <p:nvPr/>
        </p:nvGrpSpPr>
        <p:grpSpPr>
          <a:xfrm>
            <a:off x="4979617" y="3063105"/>
            <a:ext cx="2042160" cy="2042160"/>
            <a:chOff x="4979617" y="3063105"/>
            <a:chExt cx="2042160" cy="204216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A434577-93BC-B44D-CF57-B7C254594C49}"/>
                </a:ext>
              </a:extLst>
            </p:cNvPr>
            <p:cNvSpPr/>
            <p:nvPr/>
          </p:nvSpPr>
          <p:spPr>
            <a:xfrm>
              <a:off x="4992317" y="3075805"/>
              <a:ext cx="2016760" cy="2016760"/>
            </a:xfrm>
            <a:custGeom>
              <a:avLst/>
              <a:gdLst/>
              <a:ahLst/>
              <a:cxnLst/>
              <a:rect l="l" t="t" r="r" b="b"/>
              <a:pathLst>
                <a:path w="2016759" h="2016760">
                  <a:moveTo>
                    <a:pt x="1008112" y="0"/>
                  </a:moveTo>
                  <a:lnTo>
                    <a:pt x="959268" y="1162"/>
                  </a:lnTo>
                  <a:lnTo>
                    <a:pt x="911024" y="4614"/>
                  </a:lnTo>
                  <a:lnTo>
                    <a:pt x="863433" y="10304"/>
                  </a:lnTo>
                  <a:lnTo>
                    <a:pt x="816547" y="18177"/>
                  </a:lnTo>
                  <a:lnTo>
                    <a:pt x="770420" y="28182"/>
                  </a:lnTo>
                  <a:lnTo>
                    <a:pt x="725104" y="40266"/>
                  </a:lnTo>
                  <a:lnTo>
                    <a:pt x="680652" y="54375"/>
                  </a:lnTo>
                  <a:lnTo>
                    <a:pt x="637116" y="70458"/>
                  </a:lnTo>
                  <a:lnTo>
                    <a:pt x="594551" y="88460"/>
                  </a:lnTo>
                  <a:lnTo>
                    <a:pt x="553008" y="108330"/>
                  </a:lnTo>
                  <a:lnTo>
                    <a:pt x="512540" y="130014"/>
                  </a:lnTo>
                  <a:lnTo>
                    <a:pt x="473200" y="153460"/>
                  </a:lnTo>
                  <a:lnTo>
                    <a:pt x="435041" y="178616"/>
                  </a:lnTo>
                  <a:lnTo>
                    <a:pt x="398115" y="205427"/>
                  </a:lnTo>
                  <a:lnTo>
                    <a:pt x="362476" y="233841"/>
                  </a:lnTo>
                  <a:lnTo>
                    <a:pt x="328177" y="263806"/>
                  </a:lnTo>
                  <a:lnTo>
                    <a:pt x="295269" y="295269"/>
                  </a:lnTo>
                  <a:lnTo>
                    <a:pt x="263806" y="328177"/>
                  </a:lnTo>
                  <a:lnTo>
                    <a:pt x="233841" y="362476"/>
                  </a:lnTo>
                  <a:lnTo>
                    <a:pt x="205427" y="398115"/>
                  </a:lnTo>
                  <a:lnTo>
                    <a:pt x="178615" y="435041"/>
                  </a:lnTo>
                  <a:lnTo>
                    <a:pt x="153460" y="473200"/>
                  </a:lnTo>
                  <a:lnTo>
                    <a:pt x="130014" y="512540"/>
                  </a:lnTo>
                  <a:lnTo>
                    <a:pt x="108330" y="553008"/>
                  </a:lnTo>
                  <a:lnTo>
                    <a:pt x="88460" y="594551"/>
                  </a:lnTo>
                  <a:lnTo>
                    <a:pt x="70458" y="637117"/>
                  </a:lnTo>
                  <a:lnTo>
                    <a:pt x="54375" y="680652"/>
                  </a:lnTo>
                  <a:lnTo>
                    <a:pt x="40266" y="725104"/>
                  </a:lnTo>
                  <a:lnTo>
                    <a:pt x="28182" y="770420"/>
                  </a:lnTo>
                  <a:lnTo>
                    <a:pt x="18177" y="816547"/>
                  </a:lnTo>
                  <a:lnTo>
                    <a:pt x="10304" y="863433"/>
                  </a:lnTo>
                  <a:lnTo>
                    <a:pt x="4614" y="911024"/>
                  </a:lnTo>
                  <a:lnTo>
                    <a:pt x="1162" y="959268"/>
                  </a:lnTo>
                  <a:lnTo>
                    <a:pt x="0" y="1008112"/>
                  </a:lnTo>
                  <a:lnTo>
                    <a:pt x="1162" y="1056956"/>
                  </a:lnTo>
                  <a:lnTo>
                    <a:pt x="4614" y="1105200"/>
                  </a:lnTo>
                  <a:lnTo>
                    <a:pt x="10304" y="1152791"/>
                  </a:lnTo>
                  <a:lnTo>
                    <a:pt x="18177" y="1199677"/>
                  </a:lnTo>
                  <a:lnTo>
                    <a:pt x="28182" y="1245804"/>
                  </a:lnTo>
                  <a:lnTo>
                    <a:pt x="40266" y="1291120"/>
                  </a:lnTo>
                  <a:lnTo>
                    <a:pt x="54375" y="1335572"/>
                  </a:lnTo>
                  <a:lnTo>
                    <a:pt x="70458" y="1379107"/>
                  </a:lnTo>
                  <a:lnTo>
                    <a:pt x="88460" y="1421673"/>
                  </a:lnTo>
                  <a:lnTo>
                    <a:pt x="108330" y="1463216"/>
                  </a:lnTo>
                  <a:lnTo>
                    <a:pt x="130014" y="1503684"/>
                  </a:lnTo>
                  <a:lnTo>
                    <a:pt x="153460" y="1543024"/>
                  </a:lnTo>
                  <a:lnTo>
                    <a:pt x="178615" y="1581183"/>
                  </a:lnTo>
                  <a:lnTo>
                    <a:pt x="205427" y="1618109"/>
                  </a:lnTo>
                  <a:lnTo>
                    <a:pt x="233841" y="1653747"/>
                  </a:lnTo>
                  <a:lnTo>
                    <a:pt x="263806" y="1688047"/>
                  </a:lnTo>
                  <a:lnTo>
                    <a:pt x="295269" y="1720955"/>
                  </a:lnTo>
                  <a:lnTo>
                    <a:pt x="328177" y="1752417"/>
                  </a:lnTo>
                  <a:lnTo>
                    <a:pt x="362476" y="1782382"/>
                  </a:lnTo>
                  <a:lnTo>
                    <a:pt x="398115" y="1810797"/>
                  </a:lnTo>
                  <a:lnTo>
                    <a:pt x="435041" y="1837608"/>
                  </a:lnTo>
                  <a:lnTo>
                    <a:pt x="473200" y="1862763"/>
                  </a:lnTo>
                  <a:lnTo>
                    <a:pt x="512540" y="1886209"/>
                  </a:lnTo>
                  <a:lnTo>
                    <a:pt x="553008" y="1907894"/>
                  </a:lnTo>
                  <a:lnTo>
                    <a:pt x="594551" y="1927764"/>
                  </a:lnTo>
                  <a:lnTo>
                    <a:pt x="637116" y="1945766"/>
                  </a:lnTo>
                  <a:lnTo>
                    <a:pt x="680652" y="1961848"/>
                  </a:lnTo>
                  <a:lnTo>
                    <a:pt x="725104" y="1975958"/>
                  </a:lnTo>
                  <a:lnTo>
                    <a:pt x="770420" y="1988041"/>
                  </a:lnTo>
                  <a:lnTo>
                    <a:pt x="816547" y="1998046"/>
                  </a:lnTo>
                  <a:lnTo>
                    <a:pt x="863433" y="2005920"/>
                  </a:lnTo>
                  <a:lnTo>
                    <a:pt x="911024" y="2011609"/>
                  </a:lnTo>
                  <a:lnTo>
                    <a:pt x="959268" y="2015061"/>
                  </a:lnTo>
                  <a:lnTo>
                    <a:pt x="1008112" y="2016224"/>
                  </a:lnTo>
                  <a:lnTo>
                    <a:pt x="1056956" y="2015061"/>
                  </a:lnTo>
                  <a:lnTo>
                    <a:pt x="1105200" y="2011609"/>
                  </a:lnTo>
                  <a:lnTo>
                    <a:pt x="1152791" y="2005920"/>
                  </a:lnTo>
                  <a:lnTo>
                    <a:pt x="1199676" y="1998046"/>
                  </a:lnTo>
                  <a:lnTo>
                    <a:pt x="1245804" y="1988041"/>
                  </a:lnTo>
                  <a:lnTo>
                    <a:pt x="1291120" y="1975958"/>
                  </a:lnTo>
                  <a:lnTo>
                    <a:pt x="1335572" y="1961848"/>
                  </a:lnTo>
                  <a:lnTo>
                    <a:pt x="1379107" y="1945766"/>
                  </a:lnTo>
                  <a:lnTo>
                    <a:pt x="1421673" y="1927764"/>
                  </a:lnTo>
                  <a:lnTo>
                    <a:pt x="1463216" y="1907894"/>
                  </a:lnTo>
                  <a:lnTo>
                    <a:pt x="1503684" y="1886209"/>
                  </a:lnTo>
                  <a:lnTo>
                    <a:pt x="1543024" y="1862763"/>
                  </a:lnTo>
                  <a:lnTo>
                    <a:pt x="1581183" y="1837608"/>
                  </a:lnTo>
                  <a:lnTo>
                    <a:pt x="1618108" y="1810797"/>
                  </a:lnTo>
                  <a:lnTo>
                    <a:pt x="1653747" y="1782382"/>
                  </a:lnTo>
                  <a:lnTo>
                    <a:pt x="1688047" y="1752417"/>
                  </a:lnTo>
                  <a:lnTo>
                    <a:pt x="1720955" y="1720955"/>
                  </a:lnTo>
                  <a:lnTo>
                    <a:pt x="1752417" y="1688047"/>
                  </a:lnTo>
                  <a:lnTo>
                    <a:pt x="1782382" y="1653747"/>
                  </a:lnTo>
                  <a:lnTo>
                    <a:pt x="1810797" y="1618109"/>
                  </a:lnTo>
                  <a:lnTo>
                    <a:pt x="1837608" y="1581183"/>
                  </a:lnTo>
                  <a:lnTo>
                    <a:pt x="1862763" y="1543024"/>
                  </a:lnTo>
                  <a:lnTo>
                    <a:pt x="1886209" y="1503684"/>
                  </a:lnTo>
                  <a:lnTo>
                    <a:pt x="1907893" y="1463216"/>
                  </a:lnTo>
                  <a:lnTo>
                    <a:pt x="1927763" y="1421673"/>
                  </a:lnTo>
                  <a:lnTo>
                    <a:pt x="1945766" y="1379107"/>
                  </a:lnTo>
                  <a:lnTo>
                    <a:pt x="1961848" y="1335572"/>
                  </a:lnTo>
                  <a:lnTo>
                    <a:pt x="1975957" y="1291120"/>
                  </a:lnTo>
                  <a:lnTo>
                    <a:pt x="1988041" y="1245804"/>
                  </a:lnTo>
                  <a:lnTo>
                    <a:pt x="1998046" y="1199677"/>
                  </a:lnTo>
                  <a:lnTo>
                    <a:pt x="2005919" y="1152791"/>
                  </a:lnTo>
                  <a:lnTo>
                    <a:pt x="2011609" y="1105200"/>
                  </a:lnTo>
                  <a:lnTo>
                    <a:pt x="2015061" y="1056956"/>
                  </a:lnTo>
                  <a:lnTo>
                    <a:pt x="2016224" y="1008112"/>
                  </a:lnTo>
                  <a:lnTo>
                    <a:pt x="2015061" y="959268"/>
                  </a:lnTo>
                  <a:lnTo>
                    <a:pt x="2011609" y="911024"/>
                  </a:lnTo>
                  <a:lnTo>
                    <a:pt x="2005919" y="863433"/>
                  </a:lnTo>
                  <a:lnTo>
                    <a:pt x="1998046" y="816547"/>
                  </a:lnTo>
                  <a:lnTo>
                    <a:pt x="1988041" y="770420"/>
                  </a:lnTo>
                  <a:lnTo>
                    <a:pt x="1975957" y="725104"/>
                  </a:lnTo>
                  <a:lnTo>
                    <a:pt x="1961848" y="680652"/>
                  </a:lnTo>
                  <a:lnTo>
                    <a:pt x="1945766" y="637117"/>
                  </a:lnTo>
                  <a:lnTo>
                    <a:pt x="1927763" y="594551"/>
                  </a:lnTo>
                  <a:lnTo>
                    <a:pt x="1907893" y="553008"/>
                  </a:lnTo>
                  <a:lnTo>
                    <a:pt x="1886209" y="512540"/>
                  </a:lnTo>
                  <a:lnTo>
                    <a:pt x="1862763" y="473200"/>
                  </a:lnTo>
                  <a:lnTo>
                    <a:pt x="1837608" y="435041"/>
                  </a:lnTo>
                  <a:lnTo>
                    <a:pt x="1810797" y="398115"/>
                  </a:lnTo>
                  <a:lnTo>
                    <a:pt x="1782382" y="362476"/>
                  </a:lnTo>
                  <a:lnTo>
                    <a:pt x="1752417" y="328177"/>
                  </a:lnTo>
                  <a:lnTo>
                    <a:pt x="1720955" y="295269"/>
                  </a:lnTo>
                  <a:lnTo>
                    <a:pt x="1688047" y="263806"/>
                  </a:lnTo>
                  <a:lnTo>
                    <a:pt x="1653747" y="233841"/>
                  </a:lnTo>
                  <a:lnTo>
                    <a:pt x="1618108" y="205427"/>
                  </a:lnTo>
                  <a:lnTo>
                    <a:pt x="1581183" y="178616"/>
                  </a:lnTo>
                  <a:lnTo>
                    <a:pt x="1543024" y="153460"/>
                  </a:lnTo>
                  <a:lnTo>
                    <a:pt x="1503684" y="130014"/>
                  </a:lnTo>
                  <a:lnTo>
                    <a:pt x="1463216" y="108330"/>
                  </a:lnTo>
                  <a:lnTo>
                    <a:pt x="1421673" y="88460"/>
                  </a:lnTo>
                  <a:lnTo>
                    <a:pt x="1379107" y="70458"/>
                  </a:lnTo>
                  <a:lnTo>
                    <a:pt x="1335572" y="54375"/>
                  </a:lnTo>
                  <a:lnTo>
                    <a:pt x="1291120" y="40266"/>
                  </a:lnTo>
                  <a:lnTo>
                    <a:pt x="1245804" y="28182"/>
                  </a:lnTo>
                  <a:lnTo>
                    <a:pt x="1199676" y="18177"/>
                  </a:lnTo>
                  <a:lnTo>
                    <a:pt x="1152791" y="10304"/>
                  </a:lnTo>
                  <a:lnTo>
                    <a:pt x="1105200" y="4614"/>
                  </a:lnTo>
                  <a:lnTo>
                    <a:pt x="1056956" y="1162"/>
                  </a:lnTo>
                  <a:lnTo>
                    <a:pt x="100811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29E63FC-15A7-9B23-8DC0-E705B0A13542}"/>
                </a:ext>
              </a:extLst>
            </p:cNvPr>
            <p:cNvSpPr/>
            <p:nvPr/>
          </p:nvSpPr>
          <p:spPr>
            <a:xfrm>
              <a:off x="4992317" y="3075805"/>
              <a:ext cx="2016760" cy="2016760"/>
            </a:xfrm>
            <a:custGeom>
              <a:avLst/>
              <a:gdLst/>
              <a:ahLst/>
              <a:cxnLst/>
              <a:rect l="l" t="t" r="r" b="b"/>
              <a:pathLst>
                <a:path w="2016759" h="2016760">
                  <a:moveTo>
                    <a:pt x="0" y="1008112"/>
                  </a:moveTo>
                  <a:lnTo>
                    <a:pt x="1162" y="959268"/>
                  </a:lnTo>
                  <a:lnTo>
                    <a:pt x="4614" y="911024"/>
                  </a:lnTo>
                  <a:lnTo>
                    <a:pt x="10304" y="863432"/>
                  </a:lnTo>
                  <a:lnTo>
                    <a:pt x="18177" y="816547"/>
                  </a:lnTo>
                  <a:lnTo>
                    <a:pt x="28182" y="770420"/>
                  </a:lnTo>
                  <a:lnTo>
                    <a:pt x="40266" y="725103"/>
                  </a:lnTo>
                  <a:lnTo>
                    <a:pt x="54375" y="680651"/>
                  </a:lnTo>
                  <a:lnTo>
                    <a:pt x="70457" y="637116"/>
                  </a:lnTo>
                  <a:lnTo>
                    <a:pt x="88460" y="594551"/>
                  </a:lnTo>
                  <a:lnTo>
                    <a:pt x="108330" y="553007"/>
                  </a:lnTo>
                  <a:lnTo>
                    <a:pt x="130014" y="512539"/>
                  </a:lnTo>
                  <a:lnTo>
                    <a:pt x="153460" y="473199"/>
                  </a:lnTo>
                  <a:lnTo>
                    <a:pt x="178615" y="435040"/>
                  </a:lnTo>
                  <a:lnTo>
                    <a:pt x="205426" y="398115"/>
                  </a:lnTo>
                  <a:lnTo>
                    <a:pt x="233841" y="362476"/>
                  </a:lnTo>
                  <a:lnTo>
                    <a:pt x="263806" y="328176"/>
                  </a:lnTo>
                  <a:lnTo>
                    <a:pt x="295269" y="295269"/>
                  </a:lnTo>
                  <a:lnTo>
                    <a:pt x="328176" y="263806"/>
                  </a:lnTo>
                  <a:lnTo>
                    <a:pt x="362476" y="233841"/>
                  </a:lnTo>
                  <a:lnTo>
                    <a:pt x="398115" y="205426"/>
                  </a:lnTo>
                  <a:lnTo>
                    <a:pt x="435040" y="178615"/>
                  </a:lnTo>
                  <a:lnTo>
                    <a:pt x="473199" y="153460"/>
                  </a:lnTo>
                  <a:lnTo>
                    <a:pt x="512539" y="130014"/>
                  </a:lnTo>
                  <a:lnTo>
                    <a:pt x="553007" y="108330"/>
                  </a:lnTo>
                  <a:lnTo>
                    <a:pt x="594551" y="88460"/>
                  </a:lnTo>
                  <a:lnTo>
                    <a:pt x="637116" y="70457"/>
                  </a:lnTo>
                  <a:lnTo>
                    <a:pt x="680651" y="54375"/>
                  </a:lnTo>
                  <a:lnTo>
                    <a:pt x="725103" y="40266"/>
                  </a:lnTo>
                  <a:lnTo>
                    <a:pt x="770420" y="28182"/>
                  </a:lnTo>
                  <a:lnTo>
                    <a:pt x="816547" y="18177"/>
                  </a:lnTo>
                  <a:lnTo>
                    <a:pt x="863432" y="10304"/>
                  </a:lnTo>
                  <a:lnTo>
                    <a:pt x="911024" y="4614"/>
                  </a:lnTo>
                  <a:lnTo>
                    <a:pt x="959268" y="1162"/>
                  </a:lnTo>
                  <a:lnTo>
                    <a:pt x="1008112" y="0"/>
                  </a:lnTo>
                  <a:lnTo>
                    <a:pt x="1056955" y="1162"/>
                  </a:lnTo>
                  <a:lnTo>
                    <a:pt x="1105199" y="4614"/>
                  </a:lnTo>
                  <a:lnTo>
                    <a:pt x="1152791" y="10304"/>
                  </a:lnTo>
                  <a:lnTo>
                    <a:pt x="1199676" y="18177"/>
                  </a:lnTo>
                  <a:lnTo>
                    <a:pt x="1245804" y="28182"/>
                  </a:lnTo>
                  <a:lnTo>
                    <a:pt x="1291120" y="40266"/>
                  </a:lnTo>
                  <a:lnTo>
                    <a:pt x="1335572" y="54375"/>
                  </a:lnTo>
                  <a:lnTo>
                    <a:pt x="1379107" y="70457"/>
                  </a:lnTo>
                  <a:lnTo>
                    <a:pt x="1421673" y="88460"/>
                  </a:lnTo>
                  <a:lnTo>
                    <a:pt x="1463216" y="108330"/>
                  </a:lnTo>
                  <a:lnTo>
                    <a:pt x="1503684" y="130014"/>
                  </a:lnTo>
                  <a:lnTo>
                    <a:pt x="1543024" y="153460"/>
                  </a:lnTo>
                  <a:lnTo>
                    <a:pt x="1581183" y="178615"/>
                  </a:lnTo>
                  <a:lnTo>
                    <a:pt x="1618108" y="205426"/>
                  </a:lnTo>
                  <a:lnTo>
                    <a:pt x="1653747" y="233841"/>
                  </a:lnTo>
                  <a:lnTo>
                    <a:pt x="1688047" y="263806"/>
                  </a:lnTo>
                  <a:lnTo>
                    <a:pt x="1720954" y="295269"/>
                  </a:lnTo>
                  <a:lnTo>
                    <a:pt x="1752417" y="328176"/>
                  </a:lnTo>
                  <a:lnTo>
                    <a:pt x="1782382" y="362476"/>
                  </a:lnTo>
                  <a:lnTo>
                    <a:pt x="1810797" y="398115"/>
                  </a:lnTo>
                  <a:lnTo>
                    <a:pt x="1837608" y="435040"/>
                  </a:lnTo>
                  <a:lnTo>
                    <a:pt x="1862763" y="473199"/>
                  </a:lnTo>
                  <a:lnTo>
                    <a:pt x="1886209" y="512539"/>
                  </a:lnTo>
                  <a:lnTo>
                    <a:pt x="1907893" y="553007"/>
                  </a:lnTo>
                  <a:lnTo>
                    <a:pt x="1927763" y="594551"/>
                  </a:lnTo>
                  <a:lnTo>
                    <a:pt x="1945766" y="637116"/>
                  </a:lnTo>
                  <a:lnTo>
                    <a:pt x="1961848" y="680651"/>
                  </a:lnTo>
                  <a:lnTo>
                    <a:pt x="1975957" y="725103"/>
                  </a:lnTo>
                  <a:lnTo>
                    <a:pt x="1988041" y="770420"/>
                  </a:lnTo>
                  <a:lnTo>
                    <a:pt x="1998046" y="816547"/>
                  </a:lnTo>
                  <a:lnTo>
                    <a:pt x="2005919" y="863432"/>
                  </a:lnTo>
                  <a:lnTo>
                    <a:pt x="2011609" y="911024"/>
                  </a:lnTo>
                  <a:lnTo>
                    <a:pt x="2015061" y="959268"/>
                  </a:lnTo>
                  <a:lnTo>
                    <a:pt x="2016224" y="1008112"/>
                  </a:lnTo>
                  <a:lnTo>
                    <a:pt x="2015061" y="1056955"/>
                  </a:lnTo>
                  <a:lnTo>
                    <a:pt x="2011609" y="1105199"/>
                  </a:lnTo>
                  <a:lnTo>
                    <a:pt x="2005919" y="1152791"/>
                  </a:lnTo>
                  <a:lnTo>
                    <a:pt x="1998046" y="1199676"/>
                  </a:lnTo>
                  <a:lnTo>
                    <a:pt x="1988041" y="1245804"/>
                  </a:lnTo>
                  <a:lnTo>
                    <a:pt x="1975957" y="1291120"/>
                  </a:lnTo>
                  <a:lnTo>
                    <a:pt x="1961848" y="1335572"/>
                  </a:lnTo>
                  <a:lnTo>
                    <a:pt x="1945766" y="1379107"/>
                  </a:lnTo>
                  <a:lnTo>
                    <a:pt x="1927763" y="1421673"/>
                  </a:lnTo>
                  <a:lnTo>
                    <a:pt x="1907893" y="1463216"/>
                  </a:lnTo>
                  <a:lnTo>
                    <a:pt x="1886209" y="1503684"/>
                  </a:lnTo>
                  <a:lnTo>
                    <a:pt x="1862763" y="1543024"/>
                  </a:lnTo>
                  <a:lnTo>
                    <a:pt x="1837608" y="1581183"/>
                  </a:lnTo>
                  <a:lnTo>
                    <a:pt x="1810797" y="1618108"/>
                  </a:lnTo>
                  <a:lnTo>
                    <a:pt x="1782382" y="1653747"/>
                  </a:lnTo>
                  <a:lnTo>
                    <a:pt x="1752417" y="1688047"/>
                  </a:lnTo>
                  <a:lnTo>
                    <a:pt x="1720954" y="1720954"/>
                  </a:lnTo>
                  <a:lnTo>
                    <a:pt x="1688047" y="1752417"/>
                  </a:lnTo>
                  <a:lnTo>
                    <a:pt x="1653747" y="1782382"/>
                  </a:lnTo>
                  <a:lnTo>
                    <a:pt x="1618108" y="1810797"/>
                  </a:lnTo>
                  <a:lnTo>
                    <a:pt x="1581183" y="1837608"/>
                  </a:lnTo>
                  <a:lnTo>
                    <a:pt x="1543024" y="1862763"/>
                  </a:lnTo>
                  <a:lnTo>
                    <a:pt x="1503684" y="1886209"/>
                  </a:lnTo>
                  <a:lnTo>
                    <a:pt x="1463216" y="1907893"/>
                  </a:lnTo>
                  <a:lnTo>
                    <a:pt x="1421673" y="1927763"/>
                  </a:lnTo>
                  <a:lnTo>
                    <a:pt x="1379107" y="1945766"/>
                  </a:lnTo>
                  <a:lnTo>
                    <a:pt x="1335572" y="1961848"/>
                  </a:lnTo>
                  <a:lnTo>
                    <a:pt x="1291120" y="1975957"/>
                  </a:lnTo>
                  <a:lnTo>
                    <a:pt x="1245804" y="1988041"/>
                  </a:lnTo>
                  <a:lnTo>
                    <a:pt x="1199676" y="1998046"/>
                  </a:lnTo>
                  <a:lnTo>
                    <a:pt x="1152791" y="2005919"/>
                  </a:lnTo>
                  <a:lnTo>
                    <a:pt x="1105199" y="2011609"/>
                  </a:lnTo>
                  <a:lnTo>
                    <a:pt x="1056955" y="2015061"/>
                  </a:lnTo>
                  <a:lnTo>
                    <a:pt x="1008112" y="2016224"/>
                  </a:lnTo>
                  <a:lnTo>
                    <a:pt x="959268" y="2015061"/>
                  </a:lnTo>
                  <a:lnTo>
                    <a:pt x="911024" y="2011609"/>
                  </a:lnTo>
                  <a:lnTo>
                    <a:pt x="863432" y="2005919"/>
                  </a:lnTo>
                  <a:lnTo>
                    <a:pt x="816547" y="1998046"/>
                  </a:lnTo>
                  <a:lnTo>
                    <a:pt x="770420" y="1988041"/>
                  </a:lnTo>
                  <a:lnTo>
                    <a:pt x="725103" y="1975957"/>
                  </a:lnTo>
                  <a:lnTo>
                    <a:pt x="680651" y="1961848"/>
                  </a:lnTo>
                  <a:lnTo>
                    <a:pt x="637116" y="1945766"/>
                  </a:lnTo>
                  <a:lnTo>
                    <a:pt x="594551" y="1927763"/>
                  </a:lnTo>
                  <a:lnTo>
                    <a:pt x="553007" y="1907893"/>
                  </a:lnTo>
                  <a:lnTo>
                    <a:pt x="512539" y="1886209"/>
                  </a:lnTo>
                  <a:lnTo>
                    <a:pt x="473199" y="1862763"/>
                  </a:lnTo>
                  <a:lnTo>
                    <a:pt x="435040" y="1837608"/>
                  </a:lnTo>
                  <a:lnTo>
                    <a:pt x="398115" y="1810797"/>
                  </a:lnTo>
                  <a:lnTo>
                    <a:pt x="362476" y="1782382"/>
                  </a:lnTo>
                  <a:lnTo>
                    <a:pt x="328176" y="1752417"/>
                  </a:lnTo>
                  <a:lnTo>
                    <a:pt x="295269" y="1720954"/>
                  </a:lnTo>
                  <a:lnTo>
                    <a:pt x="263806" y="1688047"/>
                  </a:lnTo>
                  <a:lnTo>
                    <a:pt x="233841" y="1653747"/>
                  </a:lnTo>
                  <a:lnTo>
                    <a:pt x="205426" y="1618108"/>
                  </a:lnTo>
                  <a:lnTo>
                    <a:pt x="178615" y="1581183"/>
                  </a:lnTo>
                  <a:lnTo>
                    <a:pt x="153460" y="1543024"/>
                  </a:lnTo>
                  <a:lnTo>
                    <a:pt x="130014" y="1503684"/>
                  </a:lnTo>
                  <a:lnTo>
                    <a:pt x="108330" y="1463216"/>
                  </a:lnTo>
                  <a:lnTo>
                    <a:pt x="88460" y="1421673"/>
                  </a:lnTo>
                  <a:lnTo>
                    <a:pt x="70457" y="1379107"/>
                  </a:lnTo>
                  <a:lnTo>
                    <a:pt x="54375" y="1335572"/>
                  </a:lnTo>
                  <a:lnTo>
                    <a:pt x="40266" y="1291120"/>
                  </a:lnTo>
                  <a:lnTo>
                    <a:pt x="28182" y="1245804"/>
                  </a:lnTo>
                  <a:lnTo>
                    <a:pt x="18177" y="1199676"/>
                  </a:lnTo>
                  <a:lnTo>
                    <a:pt x="10304" y="1152791"/>
                  </a:lnTo>
                  <a:lnTo>
                    <a:pt x="4614" y="1105199"/>
                  </a:lnTo>
                  <a:lnTo>
                    <a:pt x="1162" y="1056955"/>
                  </a:lnTo>
                  <a:lnTo>
                    <a:pt x="0" y="100811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AF996A11-C1C5-342E-CD24-273AECC91DAA}"/>
              </a:ext>
            </a:extLst>
          </p:cNvPr>
          <p:cNvSpPr txBox="1"/>
          <p:nvPr/>
        </p:nvSpPr>
        <p:spPr>
          <a:xfrm>
            <a:off x="3630052" y="2560827"/>
            <a:ext cx="3554729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Arial"/>
                <a:cs typeface="Arial"/>
              </a:rPr>
              <a:t>procesamiento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análisis</a:t>
            </a:r>
            <a:endParaRPr sz="2800">
              <a:latin typeface="Arial"/>
              <a:cs typeface="Arial"/>
            </a:endParaRPr>
          </a:p>
          <a:p>
            <a:pPr marL="1964055" marR="762000" indent="-9525">
              <a:lnSpc>
                <a:spcPts val="1490"/>
              </a:lnSpc>
              <a:spcBef>
                <a:spcPts val="1605"/>
              </a:spcBef>
            </a:pP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Inteligencia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Negocio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2753EFBB-2981-2C77-CA31-94240DA7F617}"/>
              </a:ext>
            </a:extLst>
          </p:cNvPr>
          <p:cNvGrpSpPr/>
          <p:nvPr/>
        </p:nvGrpSpPr>
        <p:grpSpPr>
          <a:xfrm>
            <a:off x="5231645" y="3567160"/>
            <a:ext cx="1537970" cy="1537970"/>
            <a:chOff x="5231645" y="3567160"/>
            <a:chExt cx="1537970" cy="1537970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12E3EE2-472C-FC6A-B5C1-FE39E00BCD90}"/>
                </a:ext>
              </a:extLst>
            </p:cNvPr>
            <p:cNvSpPr/>
            <p:nvPr/>
          </p:nvSpPr>
          <p:spPr>
            <a:xfrm>
              <a:off x="5244345" y="3579860"/>
              <a:ext cx="1512570" cy="1512570"/>
            </a:xfrm>
            <a:custGeom>
              <a:avLst/>
              <a:gdLst/>
              <a:ahLst/>
              <a:cxnLst/>
              <a:rect l="l" t="t" r="r" b="b"/>
              <a:pathLst>
                <a:path w="1512570" h="1512570">
                  <a:moveTo>
                    <a:pt x="756084" y="0"/>
                  </a:moveTo>
                  <a:lnTo>
                    <a:pt x="708268" y="1487"/>
                  </a:lnTo>
                  <a:lnTo>
                    <a:pt x="661242" y="5890"/>
                  </a:lnTo>
                  <a:lnTo>
                    <a:pt x="615096" y="13121"/>
                  </a:lnTo>
                  <a:lnTo>
                    <a:pt x="569916" y="23091"/>
                  </a:lnTo>
                  <a:lnTo>
                    <a:pt x="525793" y="35711"/>
                  </a:lnTo>
                  <a:lnTo>
                    <a:pt x="482814" y="50893"/>
                  </a:lnTo>
                  <a:lnTo>
                    <a:pt x="441069" y="68547"/>
                  </a:lnTo>
                  <a:lnTo>
                    <a:pt x="400645" y="88587"/>
                  </a:lnTo>
                  <a:lnTo>
                    <a:pt x="361631" y="110922"/>
                  </a:lnTo>
                  <a:lnTo>
                    <a:pt x="324117" y="135465"/>
                  </a:lnTo>
                  <a:lnTo>
                    <a:pt x="288190" y="162126"/>
                  </a:lnTo>
                  <a:lnTo>
                    <a:pt x="253938" y="190818"/>
                  </a:lnTo>
                  <a:lnTo>
                    <a:pt x="221452" y="221452"/>
                  </a:lnTo>
                  <a:lnTo>
                    <a:pt x="190818" y="253938"/>
                  </a:lnTo>
                  <a:lnTo>
                    <a:pt x="162126" y="288189"/>
                  </a:lnTo>
                  <a:lnTo>
                    <a:pt x="135465" y="324117"/>
                  </a:lnTo>
                  <a:lnTo>
                    <a:pt x="110922" y="361631"/>
                  </a:lnTo>
                  <a:lnTo>
                    <a:pt x="88587" y="400645"/>
                  </a:lnTo>
                  <a:lnTo>
                    <a:pt x="68547" y="441069"/>
                  </a:lnTo>
                  <a:lnTo>
                    <a:pt x="50893" y="482814"/>
                  </a:lnTo>
                  <a:lnTo>
                    <a:pt x="35711" y="525793"/>
                  </a:lnTo>
                  <a:lnTo>
                    <a:pt x="23091" y="569916"/>
                  </a:lnTo>
                  <a:lnTo>
                    <a:pt x="13121" y="615095"/>
                  </a:lnTo>
                  <a:lnTo>
                    <a:pt x="5890" y="661242"/>
                  </a:lnTo>
                  <a:lnTo>
                    <a:pt x="1487" y="708268"/>
                  </a:lnTo>
                  <a:lnTo>
                    <a:pt x="0" y="756084"/>
                  </a:lnTo>
                  <a:lnTo>
                    <a:pt x="1487" y="803900"/>
                  </a:lnTo>
                  <a:lnTo>
                    <a:pt x="5890" y="850925"/>
                  </a:lnTo>
                  <a:lnTo>
                    <a:pt x="13121" y="897072"/>
                  </a:lnTo>
                  <a:lnTo>
                    <a:pt x="23091" y="942251"/>
                  </a:lnTo>
                  <a:lnTo>
                    <a:pt x="35711" y="986375"/>
                  </a:lnTo>
                  <a:lnTo>
                    <a:pt x="50893" y="1029353"/>
                  </a:lnTo>
                  <a:lnTo>
                    <a:pt x="68547" y="1071099"/>
                  </a:lnTo>
                  <a:lnTo>
                    <a:pt x="88587" y="1111523"/>
                  </a:lnTo>
                  <a:lnTo>
                    <a:pt x="110922" y="1150536"/>
                  </a:lnTo>
                  <a:lnTo>
                    <a:pt x="135465" y="1188051"/>
                  </a:lnTo>
                  <a:lnTo>
                    <a:pt x="162126" y="1223978"/>
                  </a:lnTo>
                  <a:lnTo>
                    <a:pt x="190818" y="1258229"/>
                  </a:lnTo>
                  <a:lnTo>
                    <a:pt x="221452" y="1290716"/>
                  </a:lnTo>
                  <a:lnTo>
                    <a:pt x="253938" y="1321349"/>
                  </a:lnTo>
                  <a:lnTo>
                    <a:pt x="288190" y="1350041"/>
                  </a:lnTo>
                  <a:lnTo>
                    <a:pt x="324117" y="1376703"/>
                  </a:lnTo>
                  <a:lnTo>
                    <a:pt x="361631" y="1401245"/>
                  </a:lnTo>
                  <a:lnTo>
                    <a:pt x="400645" y="1423581"/>
                  </a:lnTo>
                  <a:lnTo>
                    <a:pt x="441069" y="1443620"/>
                  </a:lnTo>
                  <a:lnTo>
                    <a:pt x="482814" y="1461275"/>
                  </a:lnTo>
                  <a:lnTo>
                    <a:pt x="525793" y="1476456"/>
                  </a:lnTo>
                  <a:lnTo>
                    <a:pt x="569916" y="1489076"/>
                  </a:lnTo>
                  <a:lnTo>
                    <a:pt x="615096" y="1499046"/>
                  </a:lnTo>
                  <a:lnTo>
                    <a:pt x="661242" y="1506277"/>
                  </a:lnTo>
                  <a:lnTo>
                    <a:pt x="708268" y="1510680"/>
                  </a:lnTo>
                  <a:lnTo>
                    <a:pt x="756084" y="1512168"/>
                  </a:lnTo>
                  <a:lnTo>
                    <a:pt x="803900" y="1510680"/>
                  </a:lnTo>
                  <a:lnTo>
                    <a:pt x="850925" y="1506277"/>
                  </a:lnTo>
                  <a:lnTo>
                    <a:pt x="897072" y="1499046"/>
                  </a:lnTo>
                  <a:lnTo>
                    <a:pt x="942251" y="1489076"/>
                  </a:lnTo>
                  <a:lnTo>
                    <a:pt x="986375" y="1476456"/>
                  </a:lnTo>
                  <a:lnTo>
                    <a:pt x="1029353" y="1461275"/>
                  </a:lnTo>
                  <a:lnTo>
                    <a:pt x="1071099" y="1443620"/>
                  </a:lnTo>
                  <a:lnTo>
                    <a:pt x="1111523" y="1423581"/>
                  </a:lnTo>
                  <a:lnTo>
                    <a:pt x="1150536" y="1401245"/>
                  </a:lnTo>
                  <a:lnTo>
                    <a:pt x="1188051" y="1376703"/>
                  </a:lnTo>
                  <a:lnTo>
                    <a:pt x="1223978" y="1350041"/>
                  </a:lnTo>
                  <a:lnTo>
                    <a:pt x="1258229" y="1321349"/>
                  </a:lnTo>
                  <a:lnTo>
                    <a:pt x="1290716" y="1290716"/>
                  </a:lnTo>
                  <a:lnTo>
                    <a:pt x="1321350" y="1258229"/>
                  </a:lnTo>
                  <a:lnTo>
                    <a:pt x="1350041" y="1223978"/>
                  </a:lnTo>
                  <a:lnTo>
                    <a:pt x="1376703" y="1188051"/>
                  </a:lnTo>
                  <a:lnTo>
                    <a:pt x="1401246" y="1150536"/>
                  </a:lnTo>
                  <a:lnTo>
                    <a:pt x="1423581" y="1111523"/>
                  </a:lnTo>
                  <a:lnTo>
                    <a:pt x="1443620" y="1071099"/>
                  </a:lnTo>
                  <a:lnTo>
                    <a:pt x="1461275" y="1029353"/>
                  </a:lnTo>
                  <a:lnTo>
                    <a:pt x="1476457" y="986375"/>
                  </a:lnTo>
                  <a:lnTo>
                    <a:pt x="1489077" y="942251"/>
                  </a:lnTo>
                  <a:lnTo>
                    <a:pt x="1499046" y="897072"/>
                  </a:lnTo>
                  <a:lnTo>
                    <a:pt x="1506277" y="850925"/>
                  </a:lnTo>
                  <a:lnTo>
                    <a:pt x="1510681" y="803900"/>
                  </a:lnTo>
                  <a:lnTo>
                    <a:pt x="1512168" y="756084"/>
                  </a:lnTo>
                  <a:lnTo>
                    <a:pt x="1510681" y="708268"/>
                  </a:lnTo>
                  <a:lnTo>
                    <a:pt x="1506277" y="661242"/>
                  </a:lnTo>
                  <a:lnTo>
                    <a:pt x="1499046" y="615095"/>
                  </a:lnTo>
                  <a:lnTo>
                    <a:pt x="1489077" y="569916"/>
                  </a:lnTo>
                  <a:lnTo>
                    <a:pt x="1476457" y="525793"/>
                  </a:lnTo>
                  <a:lnTo>
                    <a:pt x="1461275" y="482814"/>
                  </a:lnTo>
                  <a:lnTo>
                    <a:pt x="1443620" y="441069"/>
                  </a:lnTo>
                  <a:lnTo>
                    <a:pt x="1423581" y="400645"/>
                  </a:lnTo>
                  <a:lnTo>
                    <a:pt x="1401246" y="361631"/>
                  </a:lnTo>
                  <a:lnTo>
                    <a:pt x="1376703" y="324117"/>
                  </a:lnTo>
                  <a:lnTo>
                    <a:pt x="1350041" y="288189"/>
                  </a:lnTo>
                  <a:lnTo>
                    <a:pt x="1321350" y="253938"/>
                  </a:lnTo>
                  <a:lnTo>
                    <a:pt x="1290716" y="221452"/>
                  </a:lnTo>
                  <a:lnTo>
                    <a:pt x="1258229" y="190818"/>
                  </a:lnTo>
                  <a:lnTo>
                    <a:pt x="1223978" y="162126"/>
                  </a:lnTo>
                  <a:lnTo>
                    <a:pt x="1188051" y="135465"/>
                  </a:lnTo>
                  <a:lnTo>
                    <a:pt x="1150536" y="110922"/>
                  </a:lnTo>
                  <a:lnTo>
                    <a:pt x="1111523" y="88587"/>
                  </a:lnTo>
                  <a:lnTo>
                    <a:pt x="1071099" y="68547"/>
                  </a:lnTo>
                  <a:lnTo>
                    <a:pt x="1029353" y="50893"/>
                  </a:lnTo>
                  <a:lnTo>
                    <a:pt x="986375" y="35711"/>
                  </a:lnTo>
                  <a:lnTo>
                    <a:pt x="942251" y="23091"/>
                  </a:lnTo>
                  <a:lnTo>
                    <a:pt x="897072" y="13121"/>
                  </a:lnTo>
                  <a:lnTo>
                    <a:pt x="850925" y="5890"/>
                  </a:lnTo>
                  <a:lnTo>
                    <a:pt x="803900" y="1487"/>
                  </a:lnTo>
                  <a:lnTo>
                    <a:pt x="756084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CB0D3711-F814-B317-7230-9C2087009495}"/>
                </a:ext>
              </a:extLst>
            </p:cNvPr>
            <p:cNvSpPr/>
            <p:nvPr/>
          </p:nvSpPr>
          <p:spPr>
            <a:xfrm>
              <a:off x="5244345" y="3579860"/>
              <a:ext cx="1512570" cy="1512570"/>
            </a:xfrm>
            <a:custGeom>
              <a:avLst/>
              <a:gdLst/>
              <a:ahLst/>
              <a:cxnLst/>
              <a:rect l="l" t="t" r="r" b="b"/>
              <a:pathLst>
                <a:path w="1512570" h="1512570">
                  <a:moveTo>
                    <a:pt x="0" y="756084"/>
                  </a:moveTo>
                  <a:lnTo>
                    <a:pt x="1487" y="708268"/>
                  </a:lnTo>
                  <a:lnTo>
                    <a:pt x="5890" y="661242"/>
                  </a:lnTo>
                  <a:lnTo>
                    <a:pt x="13121" y="615095"/>
                  </a:lnTo>
                  <a:lnTo>
                    <a:pt x="23091" y="569916"/>
                  </a:lnTo>
                  <a:lnTo>
                    <a:pt x="35711" y="525793"/>
                  </a:lnTo>
                  <a:lnTo>
                    <a:pt x="50893" y="482814"/>
                  </a:lnTo>
                  <a:lnTo>
                    <a:pt x="68547" y="441068"/>
                  </a:lnTo>
                  <a:lnTo>
                    <a:pt x="88587" y="400645"/>
                  </a:lnTo>
                  <a:lnTo>
                    <a:pt x="110922" y="361631"/>
                  </a:lnTo>
                  <a:lnTo>
                    <a:pt x="135465" y="324116"/>
                  </a:lnTo>
                  <a:lnTo>
                    <a:pt x="162126" y="288189"/>
                  </a:lnTo>
                  <a:lnTo>
                    <a:pt x="190818" y="253938"/>
                  </a:lnTo>
                  <a:lnTo>
                    <a:pt x="221451" y="221451"/>
                  </a:lnTo>
                  <a:lnTo>
                    <a:pt x="253938" y="190818"/>
                  </a:lnTo>
                  <a:lnTo>
                    <a:pt x="288189" y="162126"/>
                  </a:lnTo>
                  <a:lnTo>
                    <a:pt x="324116" y="135465"/>
                  </a:lnTo>
                  <a:lnTo>
                    <a:pt x="361631" y="110922"/>
                  </a:lnTo>
                  <a:lnTo>
                    <a:pt x="400645" y="88587"/>
                  </a:lnTo>
                  <a:lnTo>
                    <a:pt x="441068" y="68547"/>
                  </a:lnTo>
                  <a:lnTo>
                    <a:pt x="482814" y="50893"/>
                  </a:lnTo>
                  <a:lnTo>
                    <a:pt x="525793" y="35711"/>
                  </a:lnTo>
                  <a:lnTo>
                    <a:pt x="569916" y="23091"/>
                  </a:lnTo>
                  <a:lnTo>
                    <a:pt x="615095" y="13121"/>
                  </a:lnTo>
                  <a:lnTo>
                    <a:pt x="661242" y="5890"/>
                  </a:lnTo>
                  <a:lnTo>
                    <a:pt x="708268" y="1487"/>
                  </a:lnTo>
                  <a:lnTo>
                    <a:pt x="756084" y="0"/>
                  </a:lnTo>
                  <a:lnTo>
                    <a:pt x="803899" y="1487"/>
                  </a:lnTo>
                  <a:lnTo>
                    <a:pt x="850925" y="5890"/>
                  </a:lnTo>
                  <a:lnTo>
                    <a:pt x="897072" y="13121"/>
                  </a:lnTo>
                  <a:lnTo>
                    <a:pt x="942251" y="23091"/>
                  </a:lnTo>
                  <a:lnTo>
                    <a:pt x="986375" y="35711"/>
                  </a:lnTo>
                  <a:lnTo>
                    <a:pt x="1029353" y="50893"/>
                  </a:lnTo>
                  <a:lnTo>
                    <a:pt x="1071099" y="68547"/>
                  </a:lnTo>
                  <a:lnTo>
                    <a:pt x="1111523" y="88587"/>
                  </a:lnTo>
                  <a:lnTo>
                    <a:pt x="1150536" y="110922"/>
                  </a:lnTo>
                  <a:lnTo>
                    <a:pt x="1188051" y="135465"/>
                  </a:lnTo>
                  <a:lnTo>
                    <a:pt x="1223978" y="162126"/>
                  </a:lnTo>
                  <a:lnTo>
                    <a:pt x="1258229" y="190818"/>
                  </a:lnTo>
                  <a:lnTo>
                    <a:pt x="1290716" y="221451"/>
                  </a:lnTo>
                  <a:lnTo>
                    <a:pt x="1321349" y="253938"/>
                  </a:lnTo>
                  <a:lnTo>
                    <a:pt x="1350041" y="288189"/>
                  </a:lnTo>
                  <a:lnTo>
                    <a:pt x="1376703" y="324116"/>
                  </a:lnTo>
                  <a:lnTo>
                    <a:pt x="1401245" y="361631"/>
                  </a:lnTo>
                  <a:lnTo>
                    <a:pt x="1423580" y="400645"/>
                  </a:lnTo>
                  <a:lnTo>
                    <a:pt x="1443620" y="441068"/>
                  </a:lnTo>
                  <a:lnTo>
                    <a:pt x="1461275" y="482814"/>
                  </a:lnTo>
                  <a:lnTo>
                    <a:pt x="1476456" y="525793"/>
                  </a:lnTo>
                  <a:lnTo>
                    <a:pt x="1489076" y="569916"/>
                  </a:lnTo>
                  <a:lnTo>
                    <a:pt x="1499046" y="615095"/>
                  </a:lnTo>
                  <a:lnTo>
                    <a:pt x="1506277" y="661242"/>
                  </a:lnTo>
                  <a:lnTo>
                    <a:pt x="1510680" y="708268"/>
                  </a:lnTo>
                  <a:lnTo>
                    <a:pt x="1512168" y="756084"/>
                  </a:lnTo>
                  <a:lnTo>
                    <a:pt x="1510680" y="803899"/>
                  </a:lnTo>
                  <a:lnTo>
                    <a:pt x="1506277" y="850925"/>
                  </a:lnTo>
                  <a:lnTo>
                    <a:pt x="1499046" y="897072"/>
                  </a:lnTo>
                  <a:lnTo>
                    <a:pt x="1489076" y="942251"/>
                  </a:lnTo>
                  <a:lnTo>
                    <a:pt x="1476456" y="986375"/>
                  </a:lnTo>
                  <a:lnTo>
                    <a:pt x="1461275" y="1029353"/>
                  </a:lnTo>
                  <a:lnTo>
                    <a:pt x="1443620" y="1071099"/>
                  </a:lnTo>
                  <a:lnTo>
                    <a:pt x="1423580" y="1111523"/>
                  </a:lnTo>
                  <a:lnTo>
                    <a:pt x="1401245" y="1150536"/>
                  </a:lnTo>
                  <a:lnTo>
                    <a:pt x="1376703" y="1188051"/>
                  </a:lnTo>
                  <a:lnTo>
                    <a:pt x="1350041" y="1223978"/>
                  </a:lnTo>
                  <a:lnTo>
                    <a:pt x="1321349" y="1258229"/>
                  </a:lnTo>
                  <a:lnTo>
                    <a:pt x="1290716" y="1290716"/>
                  </a:lnTo>
                  <a:lnTo>
                    <a:pt x="1258229" y="1321349"/>
                  </a:lnTo>
                  <a:lnTo>
                    <a:pt x="1223978" y="1350041"/>
                  </a:lnTo>
                  <a:lnTo>
                    <a:pt x="1188051" y="1376703"/>
                  </a:lnTo>
                  <a:lnTo>
                    <a:pt x="1150536" y="1401245"/>
                  </a:lnTo>
                  <a:lnTo>
                    <a:pt x="1111523" y="1423580"/>
                  </a:lnTo>
                  <a:lnTo>
                    <a:pt x="1071099" y="1443620"/>
                  </a:lnTo>
                  <a:lnTo>
                    <a:pt x="1029353" y="1461275"/>
                  </a:lnTo>
                  <a:lnTo>
                    <a:pt x="986375" y="1476456"/>
                  </a:lnTo>
                  <a:lnTo>
                    <a:pt x="942251" y="1489076"/>
                  </a:lnTo>
                  <a:lnTo>
                    <a:pt x="897072" y="1499046"/>
                  </a:lnTo>
                  <a:lnTo>
                    <a:pt x="850925" y="1506277"/>
                  </a:lnTo>
                  <a:lnTo>
                    <a:pt x="803899" y="1510680"/>
                  </a:lnTo>
                  <a:lnTo>
                    <a:pt x="756084" y="1512168"/>
                  </a:lnTo>
                  <a:lnTo>
                    <a:pt x="708268" y="1510680"/>
                  </a:lnTo>
                  <a:lnTo>
                    <a:pt x="661242" y="1506277"/>
                  </a:lnTo>
                  <a:lnTo>
                    <a:pt x="615095" y="1499046"/>
                  </a:lnTo>
                  <a:lnTo>
                    <a:pt x="569916" y="1489076"/>
                  </a:lnTo>
                  <a:lnTo>
                    <a:pt x="525793" y="1476456"/>
                  </a:lnTo>
                  <a:lnTo>
                    <a:pt x="482814" y="1461275"/>
                  </a:lnTo>
                  <a:lnTo>
                    <a:pt x="441068" y="1443620"/>
                  </a:lnTo>
                  <a:lnTo>
                    <a:pt x="400645" y="1423580"/>
                  </a:lnTo>
                  <a:lnTo>
                    <a:pt x="361631" y="1401245"/>
                  </a:lnTo>
                  <a:lnTo>
                    <a:pt x="324116" y="1376703"/>
                  </a:lnTo>
                  <a:lnTo>
                    <a:pt x="288189" y="1350041"/>
                  </a:lnTo>
                  <a:lnTo>
                    <a:pt x="253938" y="1321349"/>
                  </a:lnTo>
                  <a:lnTo>
                    <a:pt x="221451" y="1290716"/>
                  </a:lnTo>
                  <a:lnTo>
                    <a:pt x="190818" y="1258229"/>
                  </a:lnTo>
                  <a:lnTo>
                    <a:pt x="162126" y="1223978"/>
                  </a:lnTo>
                  <a:lnTo>
                    <a:pt x="135465" y="1188051"/>
                  </a:lnTo>
                  <a:lnTo>
                    <a:pt x="110922" y="1150536"/>
                  </a:lnTo>
                  <a:lnTo>
                    <a:pt x="88587" y="1111523"/>
                  </a:lnTo>
                  <a:lnTo>
                    <a:pt x="68547" y="1071099"/>
                  </a:lnTo>
                  <a:lnTo>
                    <a:pt x="50893" y="1029353"/>
                  </a:lnTo>
                  <a:lnTo>
                    <a:pt x="35711" y="986375"/>
                  </a:lnTo>
                  <a:lnTo>
                    <a:pt x="23091" y="942251"/>
                  </a:lnTo>
                  <a:lnTo>
                    <a:pt x="13121" y="897072"/>
                  </a:lnTo>
                  <a:lnTo>
                    <a:pt x="5890" y="850925"/>
                  </a:lnTo>
                  <a:lnTo>
                    <a:pt x="1487" y="803899"/>
                  </a:lnTo>
                  <a:lnTo>
                    <a:pt x="0" y="756084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1A1DA8A6-EA99-E405-D2FB-7702462081EC}"/>
              </a:ext>
            </a:extLst>
          </p:cNvPr>
          <p:cNvSpPr txBox="1"/>
          <p:nvPr/>
        </p:nvSpPr>
        <p:spPr>
          <a:xfrm>
            <a:off x="5594758" y="4101084"/>
            <a:ext cx="810895" cy="4311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86995" marR="5080" indent="-74930">
              <a:lnSpc>
                <a:spcPts val="1510"/>
              </a:lnSpc>
              <a:spcBef>
                <a:spcPts val="290"/>
              </a:spcBef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Almacenes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81C380-D175-764D-DD90-83A0E54EE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1" y="2696255"/>
            <a:ext cx="2049980" cy="221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31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45665" y="595154"/>
            <a:ext cx="4998720" cy="4548505"/>
            <a:chOff x="4145665" y="595154"/>
            <a:chExt cx="4998720" cy="454850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58365" y="607854"/>
              <a:ext cx="4316095" cy="2230755"/>
            </a:xfrm>
            <a:custGeom>
              <a:avLst/>
              <a:gdLst/>
              <a:ahLst/>
              <a:cxnLst/>
              <a:rect l="l" t="t" r="r" b="b"/>
              <a:pathLst>
                <a:path w="4316095" h="2230755">
                  <a:moveTo>
                    <a:pt x="4315653" y="0"/>
                  </a:moveTo>
                  <a:lnTo>
                    <a:pt x="0" y="0"/>
                  </a:lnTo>
                  <a:lnTo>
                    <a:pt x="0" y="2230302"/>
                  </a:lnTo>
                  <a:lnTo>
                    <a:pt x="4315653" y="2230302"/>
                  </a:lnTo>
                  <a:lnTo>
                    <a:pt x="431565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58365" y="607854"/>
              <a:ext cx="4316095" cy="2230755"/>
            </a:xfrm>
            <a:custGeom>
              <a:avLst/>
              <a:gdLst/>
              <a:ahLst/>
              <a:cxnLst/>
              <a:rect l="l" t="t" r="r" b="b"/>
              <a:pathLst>
                <a:path w="4316095" h="2230755">
                  <a:moveTo>
                    <a:pt x="0" y="0"/>
                  </a:moveTo>
                  <a:lnTo>
                    <a:pt x="4315653" y="0"/>
                  </a:lnTo>
                  <a:lnTo>
                    <a:pt x="4315653" y="2230303"/>
                  </a:lnTo>
                  <a:lnTo>
                    <a:pt x="0" y="22303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4301" y="1326387"/>
            <a:ext cx="216344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4615" marR="5080" indent="-8255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Bases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datos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documentales: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7979" y="722883"/>
            <a:ext cx="39319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600"/>
              </a:lnSpc>
              <a:spcBef>
                <a:spcPts val="100"/>
              </a:spcBef>
              <a:tabLst>
                <a:tab pos="2061210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Consistencia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Escalabilidad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Fiabilidad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Rendimiento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99219" y="148822"/>
            <a:ext cx="4986020" cy="4949825"/>
            <a:chOff x="3699219" y="148822"/>
            <a:chExt cx="4986020" cy="4949825"/>
          </a:xfrm>
        </p:grpSpPr>
        <p:sp>
          <p:nvSpPr>
            <p:cNvPr id="10" name="object 10"/>
            <p:cNvSpPr/>
            <p:nvPr/>
          </p:nvSpPr>
          <p:spPr>
            <a:xfrm>
              <a:off x="3711918" y="161289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79" h="843280">
                  <a:moveTo>
                    <a:pt x="843280" y="276860"/>
                  </a:moveTo>
                  <a:lnTo>
                    <a:pt x="566597" y="276860"/>
                  </a:lnTo>
                  <a:lnTo>
                    <a:pt x="566597" y="0"/>
                  </a:lnTo>
                  <a:lnTo>
                    <a:pt x="276682" y="0"/>
                  </a:lnTo>
                  <a:lnTo>
                    <a:pt x="276682" y="276860"/>
                  </a:lnTo>
                  <a:lnTo>
                    <a:pt x="0" y="276860"/>
                  </a:lnTo>
                  <a:lnTo>
                    <a:pt x="0" y="566420"/>
                  </a:lnTo>
                  <a:lnTo>
                    <a:pt x="276682" y="566420"/>
                  </a:lnTo>
                  <a:lnTo>
                    <a:pt x="276682" y="843280"/>
                  </a:lnTo>
                  <a:lnTo>
                    <a:pt x="566597" y="843280"/>
                  </a:lnTo>
                  <a:lnTo>
                    <a:pt x="566597" y="566420"/>
                  </a:lnTo>
                  <a:lnTo>
                    <a:pt x="843280" y="566420"/>
                  </a:lnTo>
                  <a:lnTo>
                    <a:pt x="843280" y="27686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11919" y="161522"/>
              <a:ext cx="843915" cy="843915"/>
            </a:xfrm>
            <a:custGeom>
              <a:avLst/>
              <a:gdLst/>
              <a:ahLst/>
              <a:cxnLst/>
              <a:rect l="l" t="t" r="r" b="b"/>
              <a:pathLst>
                <a:path w="843914" h="843915">
                  <a:moveTo>
                    <a:pt x="0" y="276683"/>
                  </a:moveTo>
                  <a:lnTo>
                    <a:pt x="276683" y="276683"/>
                  </a:lnTo>
                  <a:lnTo>
                    <a:pt x="276683" y="0"/>
                  </a:lnTo>
                  <a:lnTo>
                    <a:pt x="566604" y="0"/>
                  </a:lnTo>
                  <a:lnTo>
                    <a:pt x="566604" y="276683"/>
                  </a:lnTo>
                  <a:lnTo>
                    <a:pt x="843288" y="276683"/>
                  </a:lnTo>
                  <a:lnTo>
                    <a:pt x="843288" y="566604"/>
                  </a:lnTo>
                  <a:lnTo>
                    <a:pt x="566604" y="566604"/>
                  </a:lnTo>
                  <a:lnTo>
                    <a:pt x="566604" y="843288"/>
                  </a:lnTo>
                  <a:lnTo>
                    <a:pt x="276683" y="843288"/>
                  </a:lnTo>
                  <a:lnTo>
                    <a:pt x="276683" y="566604"/>
                  </a:lnTo>
                  <a:lnTo>
                    <a:pt x="0" y="566604"/>
                  </a:lnTo>
                  <a:lnTo>
                    <a:pt x="0" y="27668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78757" y="464789"/>
              <a:ext cx="793750" cy="272415"/>
            </a:xfrm>
            <a:custGeom>
              <a:avLst/>
              <a:gdLst/>
              <a:ahLst/>
              <a:cxnLst/>
              <a:rect l="l" t="t" r="r" b="b"/>
              <a:pathLst>
                <a:path w="793750" h="272415">
                  <a:moveTo>
                    <a:pt x="793682" y="0"/>
                  </a:moveTo>
                  <a:lnTo>
                    <a:pt x="0" y="0"/>
                  </a:lnTo>
                  <a:lnTo>
                    <a:pt x="0" y="271987"/>
                  </a:lnTo>
                  <a:lnTo>
                    <a:pt x="793682" y="271987"/>
                  </a:lnTo>
                  <a:lnTo>
                    <a:pt x="79368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78757" y="464789"/>
              <a:ext cx="793750" cy="272415"/>
            </a:xfrm>
            <a:custGeom>
              <a:avLst/>
              <a:gdLst/>
              <a:ahLst/>
              <a:cxnLst/>
              <a:rect l="l" t="t" r="r" b="b"/>
              <a:pathLst>
                <a:path w="793750" h="272415">
                  <a:moveTo>
                    <a:pt x="0" y="0"/>
                  </a:moveTo>
                  <a:lnTo>
                    <a:pt x="793683" y="0"/>
                  </a:lnTo>
                  <a:lnTo>
                    <a:pt x="793683" y="271988"/>
                  </a:lnTo>
                  <a:lnTo>
                    <a:pt x="0" y="27198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16192" y="872771"/>
              <a:ext cx="635" cy="1822450"/>
            </a:xfrm>
            <a:custGeom>
              <a:avLst/>
              <a:gdLst/>
              <a:ahLst/>
              <a:cxnLst/>
              <a:rect l="l" t="t" r="r" b="b"/>
              <a:pathLst>
                <a:path w="635" h="1822450">
                  <a:moveTo>
                    <a:pt x="0" y="0"/>
                  </a:moveTo>
                  <a:lnTo>
                    <a:pt x="496" y="1822320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04520" y="2796428"/>
              <a:ext cx="4430395" cy="2289810"/>
            </a:xfrm>
            <a:custGeom>
              <a:avLst/>
              <a:gdLst/>
              <a:ahLst/>
              <a:cxnLst/>
              <a:rect l="l" t="t" r="r" b="b"/>
              <a:pathLst>
                <a:path w="4430395" h="2289810">
                  <a:moveTo>
                    <a:pt x="4429909" y="0"/>
                  </a:moveTo>
                  <a:lnTo>
                    <a:pt x="0" y="0"/>
                  </a:lnTo>
                  <a:lnTo>
                    <a:pt x="0" y="2289350"/>
                  </a:lnTo>
                  <a:lnTo>
                    <a:pt x="4429909" y="2289350"/>
                  </a:lnTo>
                  <a:lnTo>
                    <a:pt x="4429909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4520" y="2796428"/>
              <a:ext cx="4430395" cy="2289810"/>
            </a:xfrm>
            <a:custGeom>
              <a:avLst/>
              <a:gdLst/>
              <a:ahLst/>
              <a:cxnLst/>
              <a:rect l="l" t="t" r="r" b="b"/>
              <a:pathLst>
                <a:path w="4430395" h="2289810">
                  <a:moveTo>
                    <a:pt x="0" y="0"/>
                  </a:moveTo>
                  <a:lnTo>
                    <a:pt x="4429910" y="0"/>
                  </a:lnTo>
                  <a:lnTo>
                    <a:pt x="4429910" y="2289350"/>
                  </a:lnTo>
                  <a:lnTo>
                    <a:pt x="0" y="22893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77549" y="4133595"/>
            <a:ext cx="18599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35" dirty="0">
                <a:solidFill>
                  <a:srgbClr val="FFFFFF"/>
                </a:solidFill>
                <a:latin typeface="Arial"/>
                <a:cs typeface="Arial"/>
              </a:rPr>
              <a:t>Sin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esquema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7549" y="3042411"/>
            <a:ext cx="3930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5185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Escalabilidad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60" dirty="0">
                <a:solidFill>
                  <a:srgbClr val="FFFFFF"/>
                </a:solidFill>
                <a:latin typeface="Arial"/>
                <a:cs typeface="Arial"/>
              </a:rPr>
              <a:t>Consistencia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7549" y="3588003"/>
            <a:ext cx="3520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5185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Rendimiento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Fiabilidad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33553" y="2325579"/>
            <a:ext cx="5117465" cy="2626360"/>
            <a:chOff x="3633553" y="2325579"/>
            <a:chExt cx="5117465" cy="2626360"/>
          </a:xfrm>
        </p:grpSpPr>
        <p:sp>
          <p:nvSpPr>
            <p:cNvPr id="21" name="object 21"/>
            <p:cNvSpPr/>
            <p:nvPr/>
          </p:nvSpPr>
          <p:spPr>
            <a:xfrm>
              <a:off x="3646246" y="2338069"/>
              <a:ext cx="866140" cy="866140"/>
            </a:xfrm>
            <a:custGeom>
              <a:avLst/>
              <a:gdLst/>
              <a:ahLst/>
              <a:cxnLst/>
              <a:rect l="l" t="t" r="r" b="b"/>
              <a:pathLst>
                <a:path w="866139" h="866139">
                  <a:moveTo>
                    <a:pt x="865619" y="284480"/>
                  </a:moveTo>
                  <a:lnTo>
                    <a:pt x="581609" y="284480"/>
                  </a:lnTo>
                  <a:lnTo>
                    <a:pt x="581609" y="0"/>
                  </a:lnTo>
                  <a:lnTo>
                    <a:pt x="284010" y="0"/>
                  </a:lnTo>
                  <a:lnTo>
                    <a:pt x="284010" y="284480"/>
                  </a:lnTo>
                  <a:lnTo>
                    <a:pt x="0" y="284480"/>
                  </a:lnTo>
                  <a:lnTo>
                    <a:pt x="0" y="581660"/>
                  </a:lnTo>
                  <a:lnTo>
                    <a:pt x="284010" y="581660"/>
                  </a:lnTo>
                  <a:lnTo>
                    <a:pt x="284010" y="866140"/>
                  </a:lnTo>
                  <a:lnTo>
                    <a:pt x="581609" y="866140"/>
                  </a:lnTo>
                  <a:lnTo>
                    <a:pt x="581609" y="581660"/>
                  </a:lnTo>
                  <a:lnTo>
                    <a:pt x="865619" y="581660"/>
                  </a:lnTo>
                  <a:lnTo>
                    <a:pt x="865619" y="28448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46253" y="2338279"/>
              <a:ext cx="866140" cy="866140"/>
            </a:xfrm>
            <a:custGeom>
              <a:avLst/>
              <a:gdLst/>
              <a:ahLst/>
              <a:cxnLst/>
              <a:rect l="l" t="t" r="r" b="b"/>
              <a:pathLst>
                <a:path w="866139" h="866139">
                  <a:moveTo>
                    <a:pt x="0" y="284008"/>
                  </a:moveTo>
                  <a:lnTo>
                    <a:pt x="284008" y="284008"/>
                  </a:lnTo>
                  <a:lnTo>
                    <a:pt x="284008" y="0"/>
                  </a:lnTo>
                  <a:lnTo>
                    <a:pt x="581605" y="0"/>
                  </a:lnTo>
                  <a:lnTo>
                    <a:pt x="581605" y="284008"/>
                  </a:lnTo>
                  <a:lnTo>
                    <a:pt x="865614" y="284008"/>
                  </a:lnTo>
                  <a:lnTo>
                    <a:pt x="865614" y="581605"/>
                  </a:lnTo>
                  <a:lnTo>
                    <a:pt x="581605" y="581605"/>
                  </a:lnTo>
                  <a:lnTo>
                    <a:pt x="581605" y="865614"/>
                  </a:lnTo>
                  <a:lnTo>
                    <a:pt x="284008" y="865614"/>
                  </a:lnTo>
                  <a:lnTo>
                    <a:pt x="284008" y="581605"/>
                  </a:lnTo>
                  <a:lnTo>
                    <a:pt x="0" y="581605"/>
                  </a:lnTo>
                  <a:lnTo>
                    <a:pt x="0" y="28400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23409" y="2649575"/>
              <a:ext cx="814705" cy="279400"/>
            </a:xfrm>
            <a:custGeom>
              <a:avLst/>
              <a:gdLst/>
              <a:ahLst/>
              <a:cxnLst/>
              <a:rect l="l" t="t" r="r" b="b"/>
              <a:pathLst>
                <a:path w="814704" h="279400">
                  <a:moveTo>
                    <a:pt x="814696" y="0"/>
                  </a:moveTo>
                  <a:lnTo>
                    <a:pt x="0" y="0"/>
                  </a:lnTo>
                  <a:lnTo>
                    <a:pt x="0" y="279189"/>
                  </a:lnTo>
                  <a:lnTo>
                    <a:pt x="814696" y="279189"/>
                  </a:lnTo>
                  <a:lnTo>
                    <a:pt x="814696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23409" y="2649575"/>
              <a:ext cx="814705" cy="279400"/>
            </a:xfrm>
            <a:custGeom>
              <a:avLst/>
              <a:gdLst/>
              <a:ahLst/>
              <a:cxnLst/>
              <a:rect l="l" t="t" r="r" b="b"/>
              <a:pathLst>
                <a:path w="814704" h="279400">
                  <a:moveTo>
                    <a:pt x="0" y="0"/>
                  </a:moveTo>
                  <a:lnTo>
                    <a:pt x="814696" y="0"/>
                  </a:lnTo>
                  <a:lnTo>
                    <a:pt x="814696" y="279189"/>
                  </a:lnTo>
                  <a:lnTo>
                    <a:pt x="0" y="27918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19475" y="3068359"/>
              <a:ext cx="635" cy="1870710"/>
            </a:xfrm>
            <a:custGeom>
              <a:avLst/>
              <a:gdLst/>
              <a:ahLst/>
              <a:cxnLst/>
              <a:rect l="l" t="t" r="r" b="b"/>
              <a:pathLst>
                <a:path w="635" h="1870710">
                  <a:moveTo>
                    <a:pt x="0" y="0"/>
                  </a:moveTo>
                  <a:lnTo>
                    <a:pt x="509" y="1870566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21956" y="1212356"/>
            <a:ext cx="112144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38100" algn="just">
              <a:lnSpc>
                <a:spcPct val="99600"/>
              </a:lnSpc>
              <a:spcBef>
                <a:spcPts val="110"/>
              </a:spcBef>
            </a:pPr>
            <a:r>
              <a:rPr sz="2800" b="1" spc="-595" dirty="0">
                <a:latin typeface="Arial"/>
                <a:cs typeface="Arial"/>
              </a:rPr>
              <a:t>S</a:t>
            </a:r>
            <a:r>
              <a:rPr sz="2800" b="1" spc="-315" dirty="0">
                <a:latin typeface="Arial"/>
                <a:cs typeface="Arial"/>
              </a:rPr>
              <a:t> Q </a:t>
            </a:r>
            <a:r>
              <a:rPr sz="2800" b="1" spc="-585" dirty="0">
                <a:latin typeface="Arial"/>
                <a:cs typeface="Arial"/>
              </a:rPr>
              <a:t>L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17157" y="3642867"/>
            <a:ext cx="1121443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38100" algn="just">
              <a:lnSpc>
                <a:spcPct val="99600"/>
              </a:lnSpc>
              <a:spcBef>
                <a:spcPts val="110"/>
              </a:spcBef>
            </a:pPr>
            <a:r>
              <a:rPr lang="es-ES" sz="2800" b="1" spc="-595" dirty="0">
                <a:latin typeface="Arial"/>
                <a:cs typeface="Arial"/>
              </a:rPr>
              <a:t>No</a:t>
            </a:r>
            <a:r>
              <a:rPr sz="2800" b="1" spc="-595" dirty="0">
                <a:latin typeface="Arial"/>
                <a:cs typeface="Arial"/>
              </a:rPr>
              <a:t>S</a:t>
            </a:r>
            <a:r>
              <a:rPr sz="2800" b="1" spc="-315" dirty="0">
                <a:latin typeface="Arial"/>
                <a:cs typeface="Arial"/>
              </a:rPr>
              <a:t> Q </a:t>
            </a:r>
            <a:r>
              <a:rPr sz="2800" b="1" spc="-585" dirty="0">
                <a:latin typeface="Arial"/>
                <a:cs typeface="Arial"/>
              </a:rPr>
              <a:t>L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BB0852E-D609-1AFB-A898-D8C853D03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1" y="2696255"/>
            <a:ext cx="2049980" cy="22122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21228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165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Soluciones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Bases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datos</a:t>
            </a:r>
            <a:endParaRPr sz="2800" dirty="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orientadas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endParaRPr sz="2800" dirty="0">
              <a:latin typeface="Arial Narrow"/>
              <a:cs typeface="Arial Narrow"/>
            </a:endParaRPr>
          </a:p>
          <a:p>
            <a:pPr marR="5715" algn="r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grafos:</a:t>
            </a:r>
            <a:endParaRPr sz="28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46703" y="2334767"/>
            <a:ext cx="5797550" cy="2809240"/>
            <a:chOff x="3346703" y="2334767"/>
            <a:chExt cx="5797550" cy="280924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6703" y="2926079"/>
              <a:ext cx="2822448" cy="18806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6103" y="2334767"/>
              <a:ext cx="2225040" cy="25420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344302" y="244347"/>
            <a:ext cx="4389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Sistema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335" dirty="0">
                <a:latin typeface="Arial"/>
                <a:cs typeface="Arial"/>
              </a:rPr>
              <a:t>BBDD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0052" y="536955"/>
            <a:ext cx="43122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85" dirty="0">
                <a:latin typeface="Arial"/>
                <a:cs typeface="Arial"/>
              </a:rPr>
              <a:t>expresados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forma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grafo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4302" y="994155"/>
            <a:ext cx="3006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Almacenamiento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0052" y="1286763"/>
            <a:ext cx="4839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Arial"/>
                <a:cs typeface="Arial"/>
              </a:rPr>
              <a:t>procesamiento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nativo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no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nativo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4302" y="1743963"/>
            <a:ext cx="3387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Ágiles,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flexibles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alto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30052" y="2036571"/>
            <a:ext cx="18059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65" dirty="0">
                <a:latin typeface="Arial"/>
                <a:cs typeface="Arial"/>
              </a:rPr>
              <a:t>rendimiento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332466-F2C0-FABD-CAE8-26E744159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21" y="2696255"/>
            <a:ext cx="2049980" cy="22122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1963419"/>
            <a:ext cx="4213860" cy="11169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11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Almacenes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Datos.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Warehouses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Necesidad: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55975" y="1635646"/>
            <a:ext cx="4788535" cy="3508375"/>
            <a:chOff x="4355975" y="1635646"/>
            <a:chExt cx="4788535" cy="350837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975" y="1635646"/>
              <a:ext cx="4031833" cy="336383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44302" y="174243"/>
            <a:ext cx="21653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 err="1">
                <a:latin typeface="Arial"/>
                <a:cs typeface="Arial"/>
              </a:rPr>
              <a:t>Rendimiento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7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06FCF4EC-26B4-A2EA-B286-1D05D04B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75360"/>
            <a:ext cx="3657600" cy="21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0D6F7A-5409-7606-B4B3-8A97E643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CB7186-A0C2-1B9F-90E2-EBF48947C991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Necesidad: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18F848A-36EB-FD14-E494-03CCB83CF8C5}"/>
              </a:ext>
            </a:extLst>
          </p:cNvPr>
          <p:cNvGrpSpPr/>
          <p:nvPr/>
        </p:nvGrpSpPr>
        <p:grpSpPr>
          <a:xfrm>
            <a:off x="4355975" y="1635646"/>
            <a:ext cx="4788535" cy="3508375"/>
            <a:chOff x="4355975" y="1635646"/>
            <a:chExt cx="4788535" cy="35083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D171E45-0A81-D288-843B-FC34713CB20F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A3F2434-8A01-7B57-62E1-C965AA544A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975" y="1635646"/>
              <a:ext cx="4031833" cy="3363837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77A341D-6452-D76D-A220-A2D8F5A37F9B}"/>
              </a:ext>
            </a:extLst>
          </p:cNvPr>
          <p:cNvSpPr txBox="1"/>
          <p:nvPr/>
        </p:nvSpPr>
        <p:spPr>
          <a:xfrm>
            <a:off x="3344302" y="174243"/>
            <a:ext cx="216535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Rendimiento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50" dirty="0" err="1">
                <a:latin typeface="Arial"/>
                <a:cs typeface="Arial"/>
              </a:rPr>
              <a:t>Escalabilidad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7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241A151C-72C1-3CD8-71A7-60CC4F00F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75360"/>
            <a:ext cx="3657600" cy="21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615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3D4B46-E526-1159-C290-57E17200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BF9CE2-7CD5-25B3-F13E-9630E29B6D93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Necesidad: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1B7D119-0B54-1663-6F4D-AB1186DD2525}"/>
              </a:ext>
            </a:extLst>
          </p:cNvPr>
          <p:cNvGrpSpPr/>
          <p:nvPr/>
        </p:nvGrpSpPr>
        <p:grpSpPr>
          <a:xfrm>
            <a:off x="4355975" y="1635646"/>
            <a:ext cx="4788535" cy="3508375"/>
            <a:chOff x="4355975" y="1635646"/>
            <a:chExt cx="4788535" cy="35083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A6ED727-0478-9EF0-3D64-A8F40D8AE945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4A19997-19D9-596D-1807-D1AB4CF07BF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975" y="1635646"/>
              <a:ext cx="4031833" cy="3363837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79EE795-64A9-8704-3F1A-192508140226}"/>
              </a:ext>
            </a:extLst>
          </p:cNvPr>
          <p:cNvSpPr txBox="1"/>
          <p:nvPr/>
        </p:nvSpPr>
        <p:spPr>
          <a:xfrm>
            <a:off x="3344302" y="174243"/>
            <a:ext cx="2165350" cy="135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Rendimiento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Escalabilidad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35" dirty="0">
                <a:latin typeface="Arial"/>
                <a:cs typeface="Arial"/>
              </a:rPr>
              <a:t>Flexibilidad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A08BA5BD-F8EE-4B8F-8906-EC3A25DF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75360"/>
            <a:ext cx="3657600" cy="21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403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Almacenes </a:t>
            </a:r>
            <a:r>
              <a:rPr dirty="0"/>
              <a:t>de</a:t>
            </a:r>
            <a:r>
              <a:rPr spc="-10" dirty="0"/>
              <a:t> 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713" y="1326387"/>
            <a:ext cx="229171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969644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Business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Intelligence</a:t>
            </a:r>
            <a:r>
              <a:rPr sz="2800" b="1" spc="-6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(BI):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7188" y="655345"/>
            <a:ext cx="5781099" cy="4488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70966" y="2737612"/>
            <a:ext cx="3390265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6020" marR="5080" indent="-252729">
              <a:lnSpc>
                <a:spcPct val="1264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Almacenamiento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095"/>
              </a:lnSpc>
            </a:pPr>
            <a:r>
              <a:rPr sz="2800" spc="-55" dirty="0">
                <a:latin typeface="Arial"/>
                <a:cs typeface="Arial"/>
              </a:rPr>
              <a:t>heterogéneos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 rot="20460000">
            <a:off x="5086499" y="1315204"/>
            <a:ext cx="21880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2800" spc="-145" dirty="0">
                <a:latin typeface="Arial"/>
                <a:cs typeface="Arial"/>
              </a:rPr>
              <a:t>Procesami</a:t>
            </a:r>
            <a:r>
              <a:rPr sz="4200" spc="-217" baseline="1984" dirty="0">
                <a:latin typeface="Arial"/>
                <a:cs typeface="Arial"/>
              </a:rPr>
              <a:t>en</a:t>
            </a:r>
            <a:r>
              <a:rPr sz="4200" spc="-217" baseline="2976" dirty="0">
                <a:latin typeface="Arial"/>
                <a:cs typeface="Arial"/>
              </a:rPr>
              <a:t>to</a:t>
            </a:r>
            <a:endParaRPr sz="4200" baseline="297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9771" y="2234691"/>
            <a:ext cx="1534160" cy="84581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139065">
              <a:lnSpc>
                <a:spcPts val="3100"/>
              </a:lnSpc>
              <a:spcBef>
                <a:spcPts val="420"/>
              </a:spcBef>
            </a:pPr>
            <a:r>
              <a:rPr sz="2800" spc="-270" dirty="0">
                <a:latin typeface="Arial"/>
                <a:cs typeface="Arial"/>
              </a:rPr>
              <a:t>Toma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spc="-150" dirty="0">
                <a:latin typeface="Arial"/>
                <a:cs typeface="Arial"/>
              </a:rPr>
              <a:t>decisiones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1423670">
              <a:lnSpc>
                <a:spcPct val="100000"/>
              </a:lnSpc>
              <a:spcBef>
                <a:spcPts val="240"/>
              </a:spcBef>
            </a:pP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OLTP: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629741" y="1275605"/>
            <a:ext cx="2894965" cy="2063750"/>
            <a:chOff x="4629741" y="1275605"/>
            <a:chExt cx="2894965" cy="2063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0516" y="2067694"/>
              <a:ext cx="2235337" cy="12716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29734" y="1275613"/>
              <a:ext cx="2894965" cy="1425575"/>
            </a:xfrm>
            <a:custGeom>
              <a:avLst/>
              <a:gdLst/>
              <a:ahLst/>
              <a:cxnLst/>
              <a:rect l="l" t="t" r="r" b="b"/>
              <a:pathLst>
                <a:path w="2894965" h="1425575">
                  <a:moveTo>
                    <a:pt x="944486" y="1330718"/>
                  </a:moveTo>
                  <a:lnTo>
                    <a:pt x="114300" y="1330718"/>
                  </a:lnTo>
                  <a:lnTo>
                    <a:pt x="114300" y="1292618"/>
                  </a:lnTo>
                  <a:lnTo>
                    <a:pt x="0" y="1349768"/>
                  </a:lnTo>
                  <a:lnTo>
                    <a:pt x="114300" y="1406918"/>
                  </a:lnTo>
                  <a:lnTo>
                    <a:pt x="114300" y="1368818"/>
                  </a:lnTo>
                  <a:lnTo>
                    <a:pt x="944486" y="1368818"/>
                  </a:lnTo>
                  <a:lnTo>
                    <a:pt x="944486" y="1330718"/>
                  </a:lnTo>
                  <a:close/>
                </a:path>
                <a:path w="2894965" h="1425575">
                  <a:moveTo>
                    <a:pt x="1538643" y="114300"/>
                  </a:moveTo>
                  <a:lnTo>
                    <a:pt x="1529118" y="95250"/>
                  </a:lnTo>
                  <a:lnTo>
                    <a:pt x="1481493" y="0"/>
                  </a:lnTo>
                  <a:lnTo>
                    <a:pt x="1424343" y="114300"/>
                  </a:lnTo>
                  <a:lnTo>
                    <a:pt x="1462443" y="114300"/>
                  </a:lnTo>
                  <a:lnTo>
                    <a:pt x="1462443" y="785660"/>
                  </a:lnTo>
                  <a:lnTo>
                    <a:pt x="1500543" y="785660"/>
                  </a:lnTo>
                  <a:lnTo>
                    <a:pt x="1500543" y="114300"/>
                  </a:lnTo>
                  <a:lnTo>
                    <a:pt x="1538643" y="114300"/>
                  </a:lnTo>
                  <a:close/>
                </a:path>
                <a:path w="2894965" h="1425575">
                  <a:moveTo>
                    <a:pt x="2894584" y="1368145"/>
                  </a:moveTo>
                  <a:lnTo>
                    <a:pt x="2856484" y="1349095"/>
                  </a:lnTo>
                  <a:lnTo>
                    <a:pt x="2780284" y="1310995"/>
                  </a:lnTo>
                  <a:lnTo>
                    <a:pt x="2780284" y="1349095"/>
                  </a:lnTo>
                  <a:lnTo>
                    <a:pt x="2030488" y="1349095"/>
                  </a:lnTo>
                  <a:lnTo>
                    <a:pt x="2030488" y="1387195"/>
                  </a:lnTo>
                  <a:lnTo>
                    <a:pt x="2780284" y="1387195"/>
                  </a:lnTo>
                  <a:lnTo>
                    <a:pt x="2780284" y="1425295"/>
                  </a:lnTo>
                  <a:lnTo>
                    <a:pt x="2856484" y="1387195"/>
                  </a:lnTo>
                  <a:lnTo>
                    <a:pt x="2894584" y="1368145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49618" y="3347211"/>
            <a:ext cx="154559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395" dirty="0">
                <a:latin typeface="Arial"/>
                <a:cs typeface="Arial"/>
              </a:rPr>
              <a:t>BBDD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2800" b="1" spc="-200" dirty="0">
                <a:latin typeface="Arial"/>
                <a:cs typeface="Arial"/>
              </a:rPr>
              <a:t>Relacional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119057" y="381507"/>
            <a:ext cx="2073910" cy="8820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85470" marR="5080" indent="-573405">
              <a:lnSpc>
                <a:spcPct val="100699"/>
              </a:lnSpc>
              <a:spcBef>
                <a:spcPts val="75"/>
              </a:spcBef>
            </a:pPr>
            <a:r>
              <a:rPr sz="2800" spc="-295" dirty="0">
                <a:solidFill>
                  <a:srgbClr val="FF0000"/>
                </a:solidFill>
                <a:latin typeface="Arial"/>
                <a:cs typeface="Arial"/>
              </a:rPr>
              <a:t>Transacciones </a:t>
            </a:r>
            <a:r>
              <a:rPr sz="2800" spc="-70" dirty="0">
                <a:solidFill>
                  <a:srgbClr val="FF0000"/>
                </a:solidFill>
                <a:latin typeface="Arial"/>
                <a:cs typeface="Arial"/>
              </a:rPr>
              <a:t>cortas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7840" y="2097531"/>
            <a:ext cx="1452245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67640" marR="5080" indent="-155575">
              <a:lnSpc>
                <a:spcPct val="101400"/>
              </a:lnSpc>
              <a:spcBef>
                <a:spcPts val="50"/>
              </a:spcBef>
            </a:pPr>
            <a:r>
              <a:rPr sz="2800" b="1" spc="-285" dirty="0">
                <a:solidFill>
                  <a:srgbClr val="FF0000"/>
                </a:solidFill>
                <a:latin typeface="Arial"/>
                <a:cs typeface="Arial"/>
              </a:rPr>
              <a:t>Consultas </a:t>
            </a:r>
            <a:r>
              <a:rPr sz="2800" b="1" spc="-110" dirty="0">
                <a:solidFill>
                  <a:srgbClr val="FF0000"/>
                </a:solidFill>
                <a:latin typeface="Arial"/>
                <a:cs typeface="Arial"/>
              </a:rPr>
              <a:t>simples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5280" y="2155443"/>
            <a:ext cx="193548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508000" marR="5080" indent="-495934">
              <a:lnSpc>
                <a:spcPct val="101400"/>
              </a:lnSpc>
              <a:spcBef>
                <a:spcPts val="50"/>
              </a:spcBef>
            </a:pP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Visualización </a:t>
            </a:r>
            <a:r>
              <a:rPr sz="2800" b="1" spc="-270" dirty="0">
                <a:solidFill>
                  <a:srgbClr val="FF0000"/>
                </a:solidFill>
                <a:latin typeface="Arial"/>
                <a:cs typeface="Arial"/>
              </a:rPr>
              <a:t>básica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313DB9-2028-E309-A727-A63DC6E7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148F0E-C1F4-BD87-8327-93702BE4872D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1423670">
              <a:lnSpc>
                <a:spcPct val="100000"/>
              </a:lnSpc>
              <a:spcBef>
                <a:spcPts val="240"/>
              </a:spcBef>
            </a:pP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OLTP: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A756EED-CE7F-6EA7-2556-AEFBBA464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data #ai #sql #theravitshow | Ravit Jain | 18 comments">
            <a:extLst>
              <a:ext uri="{FF2B5EF4-FFF2-40B4-BE49-F238E27FC236}">
                <a16:creationId xmlns:a16="http://schemas.microsoft.com/office/drawing/2014/main" id="{2EF53377-63B3-47A8-0F5D-03CA1649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67266"/>
            <a:ext cx="3047523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883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136906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OLAP: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20596" y="3347211"/>
            <a:ext cx="1706245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93395">
              <a:lnSpc>
                <a:spcPct val="101400"/>
              </a:lnSpc>
              <a:spcBef>
                <a:spcPts val="50"/>
              </a:spcBef>
            </a:pPr>
            <a:r>
              <a:rPr sz="2800" b="1" spc="-20" dirty="0">
                <a:latin typeface="Arial"/>
                <a:cs typeface="Arial"/>
              </a:rPr>
              <a:t>Data </a:t>
            </a:r>
            <a:r>
              <a:rPr sz="2800" b="1" spc="-220" dirty="0">
                <a:latin typeface="Arial"/>
                <a:cs typeface="Arial"/>
              </a:rPr>
              <a:t>Warehouse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29734" y="1275613"/>
            <a:ext cx="2894965" cy="1425575"/>
          </a:xfrm>
          <a:custGeom>
            <a:avLst/>
            <a:gdLst/>
            <a:ahLst/>
            <a:cxnLst/>
            <a:rect l="l" t="t" r="r" b="b"/>
            <a:pathLst>
              <a:path w="2894965" h="1425575">
                <a:moveTo>
                  <a:pt x="944486" y="1330718"/>
                </a:moveTo>
                <a:lnTo>
                  <a:pt x="114300" y="1330718"/>
                </a:lnTo>
                <a:lnTo>
                  <a:pt x="114300" y="1292618"/>
                </a:lnTo>
                <a:lnTo>
                  <a:pt x="0" y="1349768"/>
                </a:lnTo>
                <a:lnTo>
                  <a:pt x="114300" y="1406918"/>
                </a:lnTo>
                <a:lnTo>
                  <a:pt x="114300" y="1368818"/>
                </a:lnTo>
                <a:lnTo>
                  <a:pt x="944486" y="1368818"/>
                </a:lnTo>
                <a:lnTo>
                  <a:pt x="944486" y="1330718"/>
                </a:lnTo>
                <a:close/>
              </a:path>
              <a:path w="2894965" h="1425575">
                <a:moveTo>
                  <a:pt x="1538643" y="114300"/>
                </a:moveTo>
                <a:lnTo>
                  <a:pt x="1529118" y="95250"/>
                </a:lnTo>
                <a:lnTo>
                  <a:pt x="1481493" y="0"/>
                </a:lnTo>
                <a:lnTo>
                  <a:pt x="1424343" y="114300"/>
                </a:lnTo>
                <a:lnTo>
                  <a:pt x="1462443" y="114300"/>
                </a:lnTo>
                <a:lnTo>
                  <a:pt x="1462443" y="785660"/>
                </a:lnTo>
                <a:lnTo>
                  <a:pt x="1500543" y="785660"/>
                </a:lnTo>
                <a:lnTo>
                  <a:pt x="1500543" y="114300"/>
                </a:lnTo>
                <a:lnTo>
                  <a:pt x="1538643" y="114300"/>
                </a:lnTo>
                <a:close/>
              </a:path>
              <a:path w="2894965" h="1425575">
                <a:moveTo>
                  <a:pt x="2894584" y="1368145"/>
                </a:moveTo>
                <a:lnTo>
                  <a:pt x="2856484" y="1349095"/>
                </a:lnTo>
                <a:lnTo>
                  <a:pt x="2780284" y="1310995"/>
                </a:lnTo>
                <a:lnTo>
                  <a:pt x="2780284" y="1349095"/>
                </a:lnTo>
                <a:lnTo>
                  <a:pt x="2030488" y="1349095"/>
                </a:lnTo>
                <a:lnTo>
                  <a:pt x="2030488" y="1387195"/>
                </a:lnTo>
                <a:lnTo>
                  <a:pt x="2780284" y="1387195"/>
                </a:lnTo>
                <a:lnTo>
                  <a:pt x="2780284" y="1425295"/>
                </a:lnTo>
                <a:lnTo>
                  <a:pt x="2856484" y="1387195"/>
                </a:lnTo>
                <a:lnTo>
                  <a:pt x="2894584" y="1368145"/>
                </a:lnTo>
                <a:close/>
              </a:path>
            </a:pathLst>
          </a:custGeom>
          <a:solidFill>
            <a:srgbClr val="0442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90265" y="381507"/>
            <a:ext cx="1533525" cy="8820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89230">
              <a:lnSpc>
                <a:spcPct val="100699"/>
              </a:lnSpc>
              <a:spcBef>
                <a:spcPts val="75"/>
              </a:spcBef>
            </a:pPr>
            <a:r>
              <a:rPr sz="2800" spc="-125" dirty="0">
                <a:solidFill>
                  <a:srgbClr val="FF0000"/>
                </a:solidFill>
                <a:latin typeface="Arial"/>
                <a:cs typeface="Arial"/>
              </a:rPr>
              <a:t>Análisis </a:t>
            </a:r>
            <a:r>
              <a:rPr sz="2800" spc="-235" dirty="0">
                <a:solidFill>
                  <a:srgbClr val="FF0000"/>
                </a:solidFill>
                <a:latin typeface="Arial"/>
                <a:cs typeface="Arial"/>
              </a:rPr>
              <a:t>complejos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7605" y="2128011"/>
            <a:ext cx="1654175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99695">
              <a:lnSpc>
                <a:spcPct val="101400"/>
              </a:lnSpc>
              <a:spcBef>
                <a:spcPts val="50"/>
              </a:spcBef>
            </a:pPr>
            <a:r>
              <a:rPr sz="2800" b="1" spc="-285" dirty="0">
                <a:solidFill>
                  <a:srgbClr val="FF0000"/>
                </a:solidFill>
                <a:latin typeface="Arial"/>
                <a:cs typeface="Arial"/>
              </a:rPr>
              <a:t>Consultas </a:t>
            </a:r>
            <a:r>
              <a:rPr sz="2800" b="1" spc="-210" dirty="0">
                <a:solidFill>
                  <a:srgbClr val="FF0000"/>
                </a:solidFill>
                <a:latin typeface="Arial"/>
                <a:cs typeface="Arial"/>
              </a:rPr>
              <a:t>elaboradas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5280" y="2155443"/>
            <a:ext cx="193548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76860" marR="5080" indent="-264795">
              <a:lnSpc>
                <a:spcPct val="101400"/>
              </a:lnSpc>
              <a:spcBef>
                <a:spcPts val="50"/>
              </a:spcBef>
            </a:pP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Visualización </a:t>
            </a:r>
            <a:r>
              <a:rPr sz="2800" b="1" spc="-114" dirty="0">
                <a:solidFill>
                  <a:srgbClr val="FF0000"/>
                </a:solidFill>
                <a:latin typeface="Arial"/>
                <a:cs typeface="Arial"/>
              </a:rPr>
              <a:t>avanzada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7679" y="1985363"/>
            <a:ext cx="1448577" cy="145048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C45C13-C32B-FC56-546D-8067A5CF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3AE138-3AFF-9747-5BF7-8D7F4DDCA0AC}"/>
              </a:ext>
            </a:extLst>
          </p:cNvPr>
          <p:cNvSpPr txBox="1"/>
          <p:nvPr/>
        </p:nvSpPr>
        <p:spPr>
          <a:xfrm>
            <a:off x="546284" y="253491"/>
            <a:ext cx="2577916" cy="1521699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 dirty="0">
              <a:latin typeface="Arial Narrow"/>
              <a:cs typeface="Arial Narrow"/>
            </a:endParaRPr>
          </a:p>
          <a:p>
            <a:pPr marL="1423670">
              <a:lnSpc>
                <a:spcPct val="100000"/>
              </a:lnSpc>
              <a:spcBef>
                <a:spcPts val="240"/>
              </a:spcBef>
            </a:pP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OL</a:t>
            </a:r>
            <a:r>
              <a:rPr lang="es-ES"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P: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A0D1133-FBD1-98C3-E7CA-337DB3DE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datawarehouse #ai #datalake | Chris Darriet-Jones">
            <a:extLst>
              <a:ext uri="{FF2B5EF4-FFF2-40B4-BE49-F238E27FC236}">
                <a16:creationId xmlns:a16="http://schemas.microsoft.com/office/drawing/2014/main" id="{304F5E59-A734-9C1C-CD3B-49754D0CB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201" y="752474"/>
            <a:ext cx="6275799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2141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0485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8375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Concepto: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0981" y="3219822"/>
            <a:ext cx="1732394" cy="173467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251274" y="253206"/>
            <a:ext cx="5429250" cy="2706370"/>
            <a:chOff x="3251274" y="253206"/>
            <a:chExt cx="5429250" cy="2706370"/>
          </a:xfrm>
        </p:grpSpPr>
        <p:sp>
          <p:nvSpPr>
            <p:cNvPr id="6" name="object 6"/>
            <p:cNvSpPr/>
            <p:nvPr/>
          </p:nvSpPr>
          <p:spPr>
            <a:xfrm>
              <a:off x="3265562" y="267493"/>
              <a:ext cx="5400675" cy="2677795"/>
            </a:xfrm>
            <a:custGeom>
              <a:avLst/>
              <a:gdLst/>
              <a:ahLst/>
              <a:cxnLst/>
              <a:rect l="l" t="t" r="r" b="b"/>
              <a:pathLst>
                <a:path w="5400675" h="2677795">
                  <a:moveTo>
                    <a:pt x="5400600" y="0"/>
                  </a:moveTo>
                  <a:lnTo>
                    <a:pt x="0" y="0"/>
                  </a:lnTo>
                  <a:lnTo>
                    <a:pt x="0" y="2677656"/>
                  </a:lnTo>
                  <a:lnTo>
                    <a:pt x="5400600" y="2677656"/>
                  </a:lnTo>
                  <a:lnTo>
                    <a:pt x="540060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5562" y="267493"/>
              <a:ext cx="5400675" cy="2677795"/>
            </a:xfrm>
            <a:custGeom>
              <a:avLst/>
              <a:gdLst/>
              <a:ahLst/>
              <a:cxnLst/>
              <a:rect l="l" t="t" r="r" b="b"/>
              <a:pathLst>
                <a:path w="5400675" h="2677795">
                  <a:moveTo>
                    <a:pt x="0" y="0"/>
                  </a:moveTo>
                  <a:lnTo>
                    <a:pt x="5400600" y="0"/>
                  </a:lnTo>
                  <a:lnTo>
                    <a:pt x="5400600" y="2677656"/>
                  </a:lnTo>
                  <a:lnTo>
                    <a:pt x="0" y="2677656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664469" y="274827"/>
            <a:ext cx="492379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715" indent="-285115" algn="r">
              <a:lnSpc>
                <a:spcPct val="100000"/>
              </a:lnSpc>
              <a:spcBef>
                <a:spcPts val="100"/>
              </a:spcBef>
              <a:buChar char="■"/>
              <a:tabLst>
                <a:tab pos="285115" algn="l"/>
              </a:tabLst>
            </a:pPr>
            <a:r>
              <a:rPr sz="2800" spc="-150" dirty="0">
                <a:solidFill>
                  <a:srgbClr val="FFFFFF"/>
                </a:solidFill>
                <a:latin typeface="Arial"/>
                <a:cs typeface="Arial"/>
              </a:rPr>
              <a:t>Solución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Arial"/>
                <a:cs typeface="Arial"/>
              </a:rPr>
              <a:t>BI</a:t>
            </a: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ofrece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endParaRPr sz="2800">
              <a:latin typeface="Arial"/>
              <a:cs typeface="Arial"/>
            </a:endParaRPr>
          </a:p>
          <a:p>
            <a:pPr marL="170180" marR="5080" indent="1394460" algn="r">
              <a:lnSpc>
                <a:spcPct val="99600"/>
              </a:lnSpc>
              <a:spcBef>
                <a:spcPts val="60"/>
              </a:spcBef>
            </a:pP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integrada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FFFFFF"/>
                </a:solidFill>
                <a:latin typeface="Arial"/>
                <a:cs typeface="Arial"/>
              </a:rPr>
              <a:t>capacidad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almacenamiento,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procesamiento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85" dirty="0">
                <a:solidFill>
                  <a:srgbClr val="FFFFFF"/>
                </a:solidFill>
                <a:latin typeface="Arial"/>
                <a:cs typeface="Arial"/>
              </a:rPr>
              <a:t>masivos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optimizar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proceso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toma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800" spc="-150" dirty="0">
                <a:solidFill>
                  <a:srgbClr val="FFFFFF"/>
                </a:solidFill>
                <a:latin typeface="Arial"/>
                <a:cs typeface="Arial"/>
              </a:rPr>
              <a:t>decisiones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organización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38354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Aplicaciones: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54595" y="244347"/>
            <a:ext cx="4127500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280" dirty="0">
                <a:latin typeface="Arial"/>
                <a:cs typeface="Arial"/>
              </a:rPr>
              <a:t>¡TODAS!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55" dirty="0">
                <a:latin typeface="Arial"/>
                <a:cs typeface="Arial"/>
              </a:rPr>
              <a:t>Requisitos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755015" algn="l"/>
              </a:tabLst>
            </a:pPr>
            <a:r>
              <a:rPr sz="2800" spc="-204" dirty="0">
                <a:latin typeface="Arial"/>
                <a:cs typeface="Arial"/>
              </a:rPr>
              <a:t>Gran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volumen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755015" algn="l"/>
              </a:tabLst>
            </a:pPr>
            <a:r>
              <a:rPr sz="2800" spc="-160" dirty="0">
                <a:latin typeface="Arial"/>
                <a:cs typeface="Arial"/>
              </a:rPr>
              <a:t>Análisis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complejos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755015" algn="l"/>
              </a:tabLst>
            </a:pPr>
            <a:r>
              <a:rPr sz="2800" spc="-150" dirty="0">
                <a:latin typeface="Arial"/>
                <a:cs typeface="Arial"/>
              </a:rPr>
              <a:t>Visualización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avanzada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6032" y="2663951"/>
            <a:ext cx="3608832" cy="247802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spc="-10" dirty="0"/>
              <a:t>EXTENSIVE MARKUP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10" dirty="0"/>
              <a:t>(XML)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XML</a:t>
            </a:r>
            <a:endParaRPr sz="4000">
              <a:latin typeface="Arial Narrow"/>
              <a:cs typeface="Arial Narrow"/>
            </a:endParaRPr>
          </a:p>
          <a:p>
            <a:pPr marL="92710">
              <a:lnSpc>
                <a:spcPct val="100000"/>
              </a:lnSpc>
              <a:spcBef>
                <a:spcPts val="36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Características: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174243"/>
            <a:ext cx="4222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Lenguaje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00" dirty="0">
                <a:latin typeface="Arial"/>
                <a:cs typeface="Arial"/>
              </a:rPr>
              <a:t>marcas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436371"/>
            <a:ext cx="4090035" cy="13817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130" dirty="0">
                <a:latin typeface="Arial"/>
                <a:cs typeface="Arial"/>
              </a:rPr>
              <a:t>gestión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documentos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Derivado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SGML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14" dirty="0">
                <a:latin typeface="Arial"/>
                <a:cs typeface="Arial"/>
              </a:rPr>
              <a:t>Permite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representar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0052" y="1670811"/>
            <a:ext cx="2985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5" dirty="0">
                <a:latin typeface="Arial"/>
                <a:cs typeface="Arial"/>
              </a:rPr>
              <a:t>estructurados,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semi-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963419"/>
            <a:ext cx="4875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latin typeface="Arial"/>
                <a:cs typeface="Arial"/>
              </a:rPr>
              <a:t>estructurados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10" dirty="0">
                <a:latin typeface="Arial"/>
                <a:cs typeface="Arial"/>
              </a:rPr>
              <a:t> desestructurados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2420619"/>
            <a:ext cx="4114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Comunicación/Integración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4047" y="3271292"/>
            <a:ext cx="1800199" cy="180019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69504" y="693191"/>
          <a:ext cx="5472430" cy="2879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28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b="1" spc="-360" dirty="0">
                          <a:latin typeface="Arial"/>
                          <a:cs typeface="Arial"/>
                        </a:rPr>
                        <a:t>PELÍCULAS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65" dirty="0">
                          <a:latin typeface="Arial"/>
                          <a:cs typeface="Arial"/>
                        </a:rPr>
                        <a:t>Id_Pelicula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Título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Año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Octopussy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1983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105" dirty="0">
                          <a:latin typeface="Arial"/>
                          <a:cs typeface="Arial"/>
                        </a:rPr>
                        <a:t>Hable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ella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2002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130" dirty="0">
                          <a:latin typeface="Arial"/>
                          <a:cs typeface="Arial"/>
                        </a:rPr>
                        <a:t>Ocho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apellidos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vascos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346297"/>
            <a:ext cx="6156325" cy="4797425"/>
            <a:chOff x="2987823" y="346297"/>
            <a:chExt cx="6156325" cy="479742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346297"/>
              <a:ext cx="6120765" cy="4457700"/>
            </a:xfrm>
            <a:custGeom>
              <a:avLst/>
              <a:gdLst/>
              <a:ahLst/>
              <a:cxnLst/>
              <a:rect l="l" t="t" r="r" b="b"/>
              <a:pathLst>
                <a:path w="6120765" h="4457700">
                  <a:moveTo>
                    <a:pt x="6120679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4741604" y="4457700"/>
                  </a:lnTo>
                  <a:lnTo>
                    <a:pt x="4723909" y="4432300"/>
                  </a:lnTo>
                  <a:lnTo>
                    <a:pt x="4710954" y="4406900"/>
                  </a:lnTo>
                  <a:lnTo>
                    <a:pt x="4702995" y="4381500"/>
                  </a:lnTo>
                  <a:lnTo>
                    <a:pt x="4700285" y="4343400"/>
                  </a:lnTo>
                  <a:lnTo>
                    <a:pt x="4701816" y="4330700"/>
                  </a:lnTo>
                  <a:lnTo>
                    <a:pt x="4706339" y="4305300"/>
                  </a:lnTo>
                  <a:lnTo>
                    <a:pt x="4713744" y="4279900"/>
                  </a:lnTo>
                  <a:lnTo>
                    <a:pt x="4723923" y="4267200"/>
                  </a:lnTo>
                  <a:lnTo>
                    <a:pt x="4695200" y="4229100"/>
                  </a:lnTo>
                  <a:lnTo>
                    <a:pt x="4668759" y="4178300"/>
                  </a:lnTo>
                  <a:lnTo>
                    <a:pt x="4644644" y="4140200"/>
                  </a:lnTo>
                  <a:lnTo>
                    <a:pt x="4622893" y="4102100"/>
                  </a:lnTo>
                  <a:lnTo>
                    <a:pt x="4603548" y="4051300"/>
                  </a:lnTo>
                  <a:lnTo>
                    <a:pt x="4586650" y="4000500"/>
                  </a:lnTo>
                  <a:lnTo>
                    <a:pt x="4572239" y="3949700"/>
                  </a:lnTo>
                  <a:lnTo>
                    <a:pt x="4560357" y="3911600"/>
                  </a:lnTo>
                  <a:lnTo>
                    <a:pt x="4551045" y="3860800"/>
                  </a:lnTo>
                  <a:lnTo>
                    <a:pt x="4544342" y="3810000"/>
                  </a:lnTo>
                  <a:lnTo>
                    <a:pt x="4540291" y="3759200"/>
                  </a:lnTo>
                  <a:lnTo>
                    <a:pt x="4538931" y="3708400"/>
                  </a:lnTo>
                  <a:lnTo>
                    <a:pt x="4540294" y="3657600"/>
                  </a:lnTo>
                  <a:lnTo>
                    <a:pt x="4544358" y="3606800"/>
                  </a:lnTo>
                  <a:lnTo>
                    <a:pt x="4551087" y="3556000"/>
                  </a:lnTo>
                  <a:lnTo>
                    <a:pt x="4560446" y="3505200"/>
                  </a:lnTo>
                  <a:lnTo>
                    <a:pt x="4572397" y="3454400"/>
                  </a:lnTo>
                  <a:lnTo>
                    <a:pt x="4586906" y="3416300"/>
                  </a:lnTo>
                  <a:lnTo>
                    <a:pt x="4603937" y="3365500"/>
                  </a:lnTo>
                  <a:lnTo>
                    <a:pt x="4623452" y="3314700"/>
                  </a:lnTo>
                  <a:lnTo>
                    <a:pt x="4645416" y="3276600"/>
                  </a:lnTo>
                  <a:lnTo>
                    <a:pt x="4669794" y="3225799"/>
                  </a:lnTo>
                  <a:lnTo>
                    <a:pt x="4696549" y="3187699"/>
                  </a:lnTo>
                  <a:lnTo>
                    <a:pt x="4725644" y="3149599"/>
                  </a:lnTo>
                  <a:lnTo>
                    <a:pt x="4757045" y="3111499"/>
                  </a:lnTo>
                  <a:lnTo>
                    <a:pt x="4790715" y="3073399"/>
                  </a:lnTo>
                  <a:lnTo>
                    <a:pt x="4826312" y="3035299"/>
                  </a:lnTo>
                  <a:lnTo>
                    <a:pt x="4863460" y="2997199"/>
                  </a:lnTo>
                  <a:lnTo>
                    <a:pt x="4902073" y="2971799"/>
                  </a:lnTo>
                  <a:lnTo>
                    <a:pt x="4942063" y="2946399"/>
                  </a:lnTo>
                  <a:lnTo>
                    <a:pt x="4983343" y="2920999"/>
                  </a:lnTo>
                  <a:lnTo>
                    <a:pt x="5025827" y="2895599"/>
                  </a:lnTo>
                  <a:lnTo>
                    <a:pt x="5069427" y="2870199"/>
                  </a:lnTo>
                  <a:lnTo>
                    <a:pt x="5253251" y="2819399"/>
                  </a:lnTo>
                  <a:lnTo>
                    <a:pt x="5301128" y="2819399"/>
                  </a:lnTo>
                  <a:lnTo>
                    <a:pt x="5349599" y="2806699"/>
                  </a:lnTo>
                  <a:lnTo>
                    <a:pt x="6120679" y="2806699"/>
                  </a:lnTo>
                  <a:lnTo>
                    <a:pt x="6120679" y="0"/>
                  </a:lnTo>
                  <a:close/>
                </a:path>
                <a:path w="6120765" h="4457700">
                  <a:moveTo>
                    <a:pt x="5006284" y="4203700"/>
                  </a:moveTo>
                  <a:lnTo>
                    <a:pt x="4869050" y="4203700"/>
                  </a:lnTo>
                  <a:lnTo>
                    <a:pt x="4895322" y="4216400"/>
                  </a:lnTo>
                  <a:lnTo>
                    <a:pt x="4919526" y="4229100"/>
                  </a:lnTo>
                  <a:lnTo>
                    <a:pt x="4958744" y="4267200"/>
                  </a:lnTo>
                  <a:lnTo>
                    <a:pt x="4979649" y="4318000"/>
                  </a:lnTo>
                  <a:lnTo>
                    <a:pt x="4982357" y="4343400"/>
                  </a:lnTo>
                  <a:lnTo>
                    <a:pt x="4979649" y="4381500"/>
                  </a:lnTo>
                  <a:lnTo>
                    <a:pt x="4971694" y="4406900"/>
                  </a:lnTo>
                  <a:lnTo>
                    <a:pt x="4958744" y="4432300"/>
                  </a:lnTo>
                  <a:lnTo>
                    <a:pt x="4941050" y="4457700"/>
                  </a:lnTo>
                  <a:lnTo>
                    <a:pt x="5721492" y="4457700"/>
                  </a:lnTo>
                  <a:lnTo>
                    <a:pt x="5841359" y="4394200"/>
                  </a:lnTo>
                  <a:lnTo>
                    <a:pt x="5882547" y="4368800"/>
                  </a:lnTo>
                  <a:lnTo>
                    <a:pt x="5908647" y="4343400"/>
                  </a:lnTo>
                  <a:lnTo>
                    <a:pt x="5269846" y="4343400"/>
                  </a:lnTo>
                  <a:lnTo>
                    <a:pt x="5262647" y="4330700"/>
                  </a:lnTo>
                  <a:lnTo>
                    <a:pt x="5260007" y="4318000"/>
                  </a:lnTo>
                  <a:lnTo>
                    <a:pt x="5260007" y="4254500"/>
                  </a:lnTo>
                  <a:lnTo>
                    <a:pt x="5064273" y="4254500"/>
                  </a:lnTo>
                  <a:lnTo>
                    <a:pt x="5057691" y="4241800"/>
                  </a:lnTo>
                  <a:lnTo>
                    <a:pt x="5040532" y="4241800"/>
                  </a:lnTo>
                  <a:lnTo>
                    <a:pt x="5006284" y="4203700"/>
                  </a:lnTo>
                  <a:close/>
                </a:path>
                <a:path w="6120765" h="4457700">
                  <a:moveTo>
                    <a:pt x="6120679" y="4191000"/>
                  </a:moveTo>
                  <a:lnTo>
                    <a:pt x="6089967" y="4241800"/>
                  </a:lnTo>
                  <a:lnTo>
                    <a:pt x="6063874" y="4279900"/>
                  </a:lnTo>
                  <a:lnTo>
                    <a:pt x="6036023" y="4318000"/>
                  </a:lnTo>
                  <a:lnTo>
                    <a:pt x="6006439" y="4343400"/>
                  </a:lnTo>
                  <a:lnTo>
                    <a:pt x="5975378" y="4381500"/>
                  </a:lnTo>
                  <a:lnTo>
                    <a:pt x="5943121" y="4406900"/>
                  </a:lnTo>
                  <a:lnTo>
                    <a:pt x="5909726" y="4432300"/>
                  </a:lnTo>
                  <a:lnTo>
                    <a:pt x="5875252" y="4457700"/>
                  </a:lnTo>
                  <a:lnTo>
                    <a:pt x="6120679" y="4457700"/>
                  </a:lnTo>
                  <a:lnTo>
                    <a:pt x="6120679" y="4191000"/>
                  </a:lnTo>
                  <a:close/>
                </a:path>
                <a:path w="6120765" h="4457700">
                  <a:moveTo>
                    <a:pt x="4882283" y="4406900"/>
                  </a:moveTo>
                  <a:lnTo>
                    <a:pt x="4800364" y="4406900"/>
                  </a:lnTo>
                  <a:lnTo>
                    <a:pt x="4813040" y="4419600"/>
                  </a:lnTo>
                  <a:lnTo>
                    <a:pt x="4869606" y="4419600"/>
                  </a:lnTo>
                  <a:lnTo>
                    <a:pt x="4882283" y="4406900"/>
                  </a:lnTo>
                  <a:close/>
                </a:path>
                <a:path w="6120765" h="4457700">
                  <a:moveTo>
                    <a:pt x="4882278" y="4279900"/>
                  </a:moveTo>
                  <a:lnTo>
                    <a:pt x="4800358" y="4279900"/>
                  </a:lnTo>
                  <a:lnTo>
                    <a:pt x="4789088" y="4292600"/>
                  </a:lnTo>
                  <a:lnTo>
                    <a:pt x="4779819" y="4305300"/>
                  </a:lnTo>
                  <a:lnTo>
                    <a:pt x="4773033" y="4318000"/>
                  </a:lnTo>
                  <a:lnTo>
                    <a:pt x="4768864" y="4330700"/>
                  </a:lnTo>
                  <a:lnTo>
                    <a:pt x="4767445" y="4343400"/>
                  </a:lnTo>
                  <a:lnTo>
                    <a:pt x="4768864" y="4368800"/>
                  </a:lnTo>
                  <a:lnTo>
                    <a:pt x="4773033" y="4381500"/>
                  </a:lnTo>
                  <a:lnTo>
                    <a:pt x="4779819" y="4394200"/>
                  </a:lnTo>
                  <a:lnTo>
                    <a:pt x="4789088" y="4406900"/>
                  </a:lnTo>
                  <a:lnTo>
                    <a:pt x="4893552" y="4406900"/>
                  </a:lnTo>
                  <a:lnTo>
                    <a:pt x="4902823" y="4394200"/>
                  </a:lnTo>
                  <a:lnTo>
                    <a:pt x="4909609" y="4381500"/>
                  </a:lnTo>
                  <a:lnTo>
                    <a:pt x="4913778" y="4368800"/>
                  </a:lnTo>
                  <a:lnTo>
                    <a:pt x="4915197" y="4343400"/>
                  </a:lnTo>
                  <a:lnTo>
                    <a:pt x="4913778" y="4330700"/>
                  </a:lnTo>
                  <a:lnTo>
                    <a:pt x="4909609" y="4318000"/>
                  </a:lnTo>
                  <a:lnTo>
                    <a:pt x="4902823" y="4305300"/>
                  </a:lnTo>
                  <a:lnTo>
                    <a:pt x="4893552" y="4292600"/>
                  </a:lnTo>
                  <a:lnTo>
                    <a:pt x="4882278" y="4279900"/>
                  </a:lnTo>
                  <a:close/>
                </a:path>
                <a:path w="6120765" h="4457700">
                  <a:moveTo>
                    <a:pt x="5663163" y="4191000"/>
                  </a:moveTo>
                  <a:lnTo>
                    <a:pt x="5632946" y="4203700"/>
                  </a:lnTo>
                  <a:lnTo>
                    <a:pt x="5601831" y="4216400"/>
                  </a:lnTo>
                  <a:lnTo>
                    <a:pt x="5537133" y="4241800"/>
                  </a:lnTo>
                  <a:lnTo>
                    <a:pt x="5537133" y="4318000"/>
                  </a:lnTo>
                  <a:lnTo>
                    <a:pt x="5534495" y="4330700"/>
                  </a:lnTo>
                  <a:lnTo>
                    <a:pt x="5527299" y="4343400"/>
                  </a:lnTo>
                  <a:lnTo>
                    <a:pt x="5908647" y="4343400"/>
                  </a:lnTo>
                  <a:lnTo>
                    <a:pt x="5921697" y="4330700"/>
                  </a:lnTo>
                  <a:lnTo>
                    <a:pt x="5958689" y="4292600"/>
                  </a:lnTo>
                  <a:lnTo>
                    <a:pt x="5993406" y="4254500"/>
                  </a:lnTo>
                  <a:lnTo>
                    <a:pt x="5732881" y="4254500"/>
                  </a:lnTo>
                  <a:lnTo>
                    <a:pt x="5726291" y="4241800"/>
                  </a:lnTo>
                  <a:lnTo>
                    <a:pt x="5709126" y="4241800"/>
                  </a:lnTo>
                  <a:lnTo>
                    <a:pt x="5663163" y="4191000"/>
                  </a:lnTo>
                  <a:close/>
                </a:path>
                <a:path w="6120765" h="4457700">
                  <a:moveTo>
                    <a:pt x="4855842" y="4267200"/>
                  </a:moveTo>
                  <a:lnTo>
                    <a:pt x="4826797" y="4267200"/>
                  </a:lnTo>
                  <a:lnTo>
                    <a:pt x="4813035" y="4279900"/>
                  </a:lnTo>
                  <a:lnTo>
                    <a:pt x="4869601" y="4279900"/>
                  </a:lnTo>
                  <a:lnTo>
                    <a:pt x="4855842" y="4267200"/>
                  </a:lnTo>
                  <a:close/>
                </a:path>
                <a:path w="6120765" h="4457700">
                  <a:moveTo>
                    <a:pt x="5477431" y="4191000"/>
                  </a:moveTo>
                  <a:lnTo>
                    <a:pt x="5319705" y="4191000"/>
                  </a:lnTo>
                  <a:lnTo>
                    <a:pt x="5325199" y="4203700"/>
                  </a:lnTo>
                  <a:lnTo>
                    <a:pt x="5327168" y="4216400"/>
                  </a:lnTo>
                  <a:lnTo>
                    <a:pt x="5327168" y="4279900"/>
                  </a:lnTo>
                  <a:lnTo>
                    <a:pt x="5469973" y="4279900"/>
                  </a:lnTo>
                  <a:lnTo>
                    <a:pt x="5469973" y="4216400"/>
                  </a:lnTo>
                  <a:lnTo>
                    <a:pt x="5471941" y="4203700"/>
                  </a:lnTo>
                  <a:lnTo>
                    <a:pt x="5477431" y="4191000"/>
                  </a:lnTo>
                  <a:close/>
                </a:path>
                <a:path w="6120765" h="4457700">
                  <a:moveTo>
                    <a:pt x="5133977" y="4191000"/>
                  </a:moveTo>
                  <a:lnTo>
                    <a:pt x="5088028" y="4241800"/>
                  </a:lnTo>
                  <a:lnTo>
                    <a:pt x="5070868" y="4241800"/>
                  </a:lnTo>
                  <a:lnTo>
                    <a:pt x="5064273" y="4254500"/>
                  </a:lnTo>
                  <a:lnTo>
                    <a:pt x="5260007" y="4254500"/>
                  </a:lnTo>
                  <a:lnTo>
                    <a:pt x="5260007" y="4241800"/>
                  </a:lnTo>
                  <a:lnTo>
                    <a:pt x="5195320" y="4216400"/>
                  </a:lnTo>
                  <a:lnTo>
                    <a:pt x="5164202" y="4203700"/>
                  </a:lnTo>
                  <a:lnTo>
                    <a:pt x="5133977" y="4191000"/>
                  </a:lnTo>
                  <a:close/>
                </a:path>
                <a:path w="6120765" h="4457700">
                  <a:moveTo>
                    <a:pt x="5847256" y="3162299"/>
                  </a:moveTo>
                  <a:lnTo>
                    <a:pt x="5732505" y="3162299"/>
                  </a:lnTo>
                  <a:lnTo>
                    <a:pt x="5745139" y="3174999"/>
                  </a:lnTo>
                  <a:lnTo>
                    <a:pt x="5756243" y="3174999"/>
                  </a:lnTo>
                  <a:lnTo>
                    <a:pt x="5904768" y="3327400"/>
                  </a:lnTo>
                  <a:lnTo>
                    <a:pt x="5908962" y="3340100"/>
                  </a:lnTo>
                  <a:lnTo>
                    <a:pt x="5912050" y="3340100"/>
                  </a:lnTo>
                  <a:lnTo>
                    <a:pt x="5913960" y="3352800"/>
                  </a:lnTo>
                  <a:lnTo>
                    <a:pt x="5914618" y="3352800"/>
                  </a:lnTo>
                  <a:lnTo>
                    <a:pt x="5913966" y="3365500"/>
                  </a:lnTo>
                  <a:lnTo>
                    <a:pt x="5912061" y="3365500"/>
                  </a:lnTo>
                  <a:lnTo>
                    <a:pt x="5908975" y="3378200"/>
                  </a:lnTo>
                  <a:lnTo>
                    <a:pt x="5904782" y="3378200"/>
                  </a:lnTo>
                  <a:lnTo>
                    <a:pt x="5859120" y="3429000"/>
                  </a:lnTo>
                  <a:lnTo>
                    <a:pt x="5875248" y="3467100"/>
                  </a:lnTo>
                  <a:lnTo>
                    <a:pt x="5889342" y="3492500"/>
                  </a:lnTo>
                  <a:lnTo>
                    <a:pt x="5901380" y="3530600"/>
                  </a:lnTo>
                  <a:lnTo>
                    <a:pt x="5911340" y="3568700"/>
                  </a:lnTo>
                  <a:lnTo>
                    <a:pt x="5999949" y="3568700"/>
                  </a:lnTo>
                  <a:lnTo>
                    <a:pt x="6007146" y="3581400"/>
                  </a:lnTo>
                  <a:lnTo>
                    <a:pt x="6009784" y="3594100"/>
                  </a:lnTo>
                  <a:lnTo>
                    <a:pt x="6009784" y="3822700"/>
                  </a:lnTo>
                  <a:lnTo>
                    <a:pt x="6007146" y="3835400"/>
                  </a:lnTo>
                  <a:lnTo>
                    <a:pt x="5999949" y="3848100"/>
                  </a:lnTo>
                  <a:lnTo>
                    <a:pt x="5911352" y="3848100"/>
                  </a:lnTo>
                  <a:lnTo>
                    <a:pt x="5901390" y="3886200"/>
                  </a:lnTo>
                  <a:lnTo>
                    <a:pt x="5889348" y="3924300"/>
                  </a:lnTo>
                  <a:lnTo>
                    <a:pt x="5875250" y="3949700"/>
                  </a:lnTo>
                  <a:lnTo>
                    <a:pt x="5859120" y="3987800"/>
                  </a:lnTo>
                  <a:lnTo>
                    <a:pt x="5905030" y="4038600"/>
                  </a:lnTo>
                  <a:lnTo>
                    <a:pt x="5912401" y="4038600"/>
                  </a:lnTo>
                  <a:lnTo>
                    <a:pt x="5914858" y="4051300"/>
                  </a:lnTo>
                  <a:lnTo>
                    <a:pt x="5912401" y="4076700"/>
                  </a:lnTo>
                  <a:lnTo>
                    <a:pt x="5905030" y="4076700"/>
                  </a:lnTo>
                  <a:lnTo>
                    <a:pt x="5756622" y="4241800"/>
                  </a:lnTo>
                  <a:lnTo>
                    <a:pt x="5739457" y="4241800"/>
                  </a:lnTo>
                  <a:lnTo>
                    <a:pt x="5732881" y="4254500"/>
                  </a:lnTo>
                  <a:lnTo>
                    <a:pt x="5993406" y="4254500"/>
                  </a:lnTo>
                  <a:lnTo>
                    <a:pt x="6025728" y="4216400"/>
                  </a:lnTo>
                  <a:lnTo>
                    <a:pt x="6055536" y="4165600"/>
                  </a:lnTo>
                  <a:lnTo>
                    <a:pt x="6120679" y="4051300"/>
                  </a:lnTo>
                  <a:lnTo>
                    <a:pt x="6120679" y="3378200"/>
                  </a:lnTo>
                  <a:lnTo>
                    <a:pt x="6095361" y="3314700"/>
                  </a:lnTo>
                  <a:lnTo>
                    <a:pt x="6079182" y="3289300"/>
                  </a:lnTo>
                  <a:lnTo>
                    <a:pt x="6061814" y="3251199"/>
                  </a:lnTo>
                  <a:lnTo>
                    <a:pt x="6043272" y="3225799"/>
                  </a:lnTo>
                  <a:lnTo>
                    <a:pt x="6033421" y="3213099"/>
                  </a:lnTo>
                  <a:lnTo>
                    <a:pt x="5928103" y="3213099"/>
                  </a:lnTo>
                  <a:lnTo>
                    <a:pt x="5901831" y="3200399"/>
                  </a:lnTo>
                  <a:lnTo>
                    <a:pt x="5877627" y="3187699"/>
                  </a:lnTo>
                  <a:lnTo>
                    <a:pt x="5856103" y="3174999"/>
                  </a:lnTo>
                  <a:lnTo>
                    <a:pt x="5847256" y="3162299"/>
                  </a:lnTo>
                  <a:close/>
                </a:path>
                <a:path w="6120765" h="4457700">
                  <a:moveTo>
                    <a:pt x="5674852" y="2895599"/>
                  </a:moveTo>
                  <a:lnTo>
                    <a:pt x="5217086" y="2895599"/>
                  </a:lnTo>
                  <a:lnTo>
                    <a:pt x="5131580" y="2920999"/>
                  </a:lnTo>
                  <a:lnTo>
                    <a:pt x="5090398" y="2946399"/>
                  </a:lnTo>
                  <a:lnTo>
                    <a:pt x="5050365" y="2959099"/>
                  </a:lnTo>
                  <a:lnTo>
                    <a:pt x="5011554" y="2984499"/>
                  </a:lnTo>
                  <a:lnTo>
                    <a:pt x="4974042" y="3009899"/>
                  </a:lnTo>
                  <a:lnTo>
                    <a:pt x="4937901" y="3035299"/>
                  </a:lnTo>
                  <a:lnTo>
                    <a:pt x="4903208" y="3060699"/>
                  </a:lnTo>
                  <a:lnTo>
                    <a:pt x="4870038" y="3086099"/>
                  </a:lnTo>
                  <a:lnTo>
                    <a:pt x="4838464" y="3124199"/>
                  </a:lnTo>
                  <a:lnTo>
                    <a:pt x="4808563" y="3149599"/>
                  </a:lnTo>
                  <a:lnTo>
                    <a:pt x="4780409" y="3187699"/>
                  </a:lnTo>
                  <a:lnTo>
                    <a:pt x="4754077" y="3225799"/>
                  </a:lnTo>
                  <a:lnTo>
                    <a:pt x="4729641" y="3263900"/>
                  </a:lnTo>
                  <a:lnTo>
                    <a:pt x="4707178" y="3302000"/>
                  </a:lnTo>
                  <a:lnTo>
                    <a:pt x="4686761" y="3340100"/>
                  </a:lnTo>
                  <a:lnTo>
                    <a:pt x="4668465" y="3390900"/>
                  </a:lnTo>
                  <a:lnTo>
                    <a:pt x="4652366" y="3429000"/>
                  </a:lnTo>
                  <a:lnTo>
                    <a:pt x="4638538" y="3467100"/>
                  </a:lnTo>
                  <a:lnTo>
                    <a:pt x="4627057" y="3517900"/>
                  </a:lnTo>
                  <a:lnTo>
                    <a:pt x="4617996" y="3568700"/>
                  </a:lnTo>
                  <a:lnTo>
                    <a:pt x="4611432" y="3606800"/>
                  </a:lnTo>
                  <a:lnTo>
                    <a:pt x="4607438" y="3657600"/>
                  </a:lnTo>
                  <a:lnTo>
                    <a:pt x="4606090" y="3708400"/>
                  </a:lnTo>
                  <a:lnTo>
                    <a:pt x="4607554" y="3759200"/>
                  </a:lnTo>
                  <a:lnTo>
                    <a:pt x="4611913" y="3810000"/>
                  </a:lnTo>
                  <a:lnTo>
                    <a:pt x="4619120" y="3860800"/>
                  </a:lnTo>
                  <a:lnTo>
                    <a:pt x="4629128" y="3911600"/>
                  </a:lnTo>
                  <a:lnTo>
                    <a:pt x="4641888" y="3949700"/>
                  </a:lnTo>
                  <a:lnTo>
                    <a:pt x="4657353" y="4000500"/>
                  </a:lnTo>
                  <a:lnTo>
                    <a:pt x="4675475" y="4051300"/>
                  </a:lnTo>
                  <a:lnTo>
                    <a:pt x="4696207" y="4089400"/>
                  </a:lnTo>
                  <a:lnTo>
                    <a:pt x="4719501" y="4140200"/>
                  </a:lnTo>
                  <a:lnTo>
                    <a:pt x="4745309" y="4178300"/>
                  </a:lnTo>
                  <a:lnTo>
                    <a:pt x="4773584" y="4216400"/>
                  </a:lnTo>
                  <a:lnTo>
                    <a:pt x="4789443" y="4216400"/>
                  </a:lnTo>
                  <a:lnTo>
                    <a:pt x="4806124" y="4203700"/>
                  </a:lnTo>
                  <a:lnTo>
                    <a:pt x="5006284" y="4203700"/>
                  </a:lnTo>
                  <a:lnTo>
                    <a:pt x="4892123" y="4076700"/>
                  </a:lnTo>
                  <a:lnTo>
                    <a:pt x="4884747" y="4076700"/>
                  </a:lnTo>
                  <a:lnTo>
                    <a:pt x="4882291" y="4051300"/>
                  </a:lnTo>
                  <a:lnTo>
                    <a:pt x="4884751" y="4038600"/>
                  </a:lnTo>
                  <a:lnTo>
                    <a:pt x="4892123" y="4038600"/>
                  </a:lnTo>
                  <a:lnTo>
                    <a:pt x="4938034" y="3987800"/>
                  </a:lnTo>
                  <a:lnTo>
                    <a:pt x="4921903" y="3949700"/>
                  </a:lnTo>
                  <a:lnTo>
                    <a:pt x="4907805" y="3924300"/>
                  </a:lnTo>
                  <a:lnTo>
                    <a:pt x="4895762" y="3886200"/>
                  </a:lnTo>
                  <a:lnTo>
                    <a:pt x="4885801" y="3848100"/>
                  </a:lnTo>
                  <a:lnTo>
                    <a:pt x="4797195" y="3848100"/>
                  </a:lnTo>
                  <a:lnTo>
                    <a:pt x="4793002" y="3835400"/>
                  </a:lnTo>
                  <a:lnTo>
                    <a:pt x="4789916" y="3835400"/>
                  </a:lnTo>
                  <a:lnTo>
                    <a:pt x="4788014" y="3822700"/>
                  </a:lnTo>
                  <a:lnTo>
                    <a:pt x="4787370" y="3822700"/>
                  </a:lnTo>
                  <a:lnTo>
                    <a:pt x="4787488" y="3594100"/>
                  </a:lnTo>
                  <a:lnTo>
                    <a:pt x="4790127" y="3581400"/>
                  </a:lnTo>
                  <a:lnTo>
                    <a:pt x="4797322" y="3568700"/>
                  </a:lnTo>
                  <a:lnTo>
                    <a:pt x="4885801" y="3568700"/>
                  </a:lnTo>
                  <a:lnTo>
                    <a:pt x="4895762" y="3530600"/>
                  </a:lnTo>
                  <a:lnTo>
                    <a:pt x="4907805" y="3492500"/>
                  </a:lnTo>
                  <a:lnTo>
                    <a:pt x="4921903" y="3467100"/>
                  </a:lnTo>
                  <a:lnTo>
                    <a:pt x="4938034" y="3429000"/>
                  </a:lnTo>
                  <a:lnTo>
                    <a:pt x="4892372" y="3378200"/>
                  </a:lnTo>
                  <a:lnTo>
                    <a:pt x="4888179" y="3378200"/>
                  </a:lnTo>
                  <a:lnTo>
                    <a:pt x="4885092" y="3365500"/>
                  </a:lnTo>
                  <a:lnTo>
                    <a:pt x="4883186" y="3365500"/>
                  </a:lnTo>
                  <a:lnTo>
                    <a:pt x="4882534" y="3352800"/>
                  </a:lnTo>
                  <a:lnTo>
                    <a:pt x="4883186" y="3352800"/>
                  </a:lnTo>
                  <a:lnTo>
                    <a:pt x="4885094" y="3340100"/>
                  </a:lnTo>
                  <a:lnTo>
                    <a:pt x="4888185" y="3340100"/>
                  </a:lnTo>
                  <a:lnTo>
                    <a:pt x="4892386" y="3327400"/>
                  </a:lnTo>
                  <a:lnTo>
                    <a:pt x="5040899" y="3174999"/>
                  </a:lnTo>
                  <a:lnTo>
                    <a:pt x="5052009" y="3174999"/>
                  </a:lnTo>
                  <a:lnTo>
                    <a:pt x="5064645" y="3162299"/>
                  </a:lnTo>
                  <a:lnTo>
                    <a:pt x="5260007" y="3162299"/>
                  </a:lnTo>
                  <a:lnTo>
                    <a:pt x="5260007" y="3098799"/>
                  </a:lnTo>
                  <a:lnTo>
                    <a:pt x="5262647" y="3086099"/>
                  </a:lnTo>
                  <a:lnTo>
                    <a:pt x="5269846" y="3073399"/>
                  </a:lnTo>
                  <a:lnTo>
                    <a:pt x="5814797" y="3073399"/>
                  </a:lnTo>
                  <a:lnTo>
                    <a:pt x="5817505" y="3035299"/>
                  </a:lnTo>
                  <a:lnTo>
                    <a:pt x="5825460" y="3009899"/>
                  </a:lnTo>
                  <a:lnTo>
                    <a:pt x="5838410" y="2984499"/>
                  </a:lnTo>
                  <a:lnTo>
                    <a:pt x="5856103" y="2959099"/>
                  </a:lnTo>
                  <a:lnTo>
                    <a:pt x="5877627" y="2946399"/>
                  </a:lnTo>
                  <a:lnTo>
                    <a:pt x="5701203" y="2946399"/>
                  </a:lnTo>
                  <a:lnTo>
                    <a:pt x="5694925" y="2933699"/>
                  </a:lnTo>
                  <a:lnTo>
                    <a:pt x="5684045" y="2933699"/>
                  </a:lnTo>
                  <a:lnTo>
                    <a:pt x="5679865" y="2920999"/>
                  </a:lnTo>
                  <a:lnTo>
                    <a:pt x="5676772" y="2920999"/>
                  </a:lnTo>
                  <a:lnTo>
                    <a:pt x="5674852" y="2908299"/>
                  </a:lnTo>
                  <a:lnTo>
                    <a:pt x="5674193" y="2908299"/>
                  </a:lnTo>
                  <a:lnTo>
                    <a:pt x="5674852" y="2895599"/>
                  </a:lnTo>
                  <a:close/>
                </a:path>
                <a:path w="6120765" h="4457700">
                  <a:moveTo>
                    <a:pt x="5649993" y="4114800"/>
                  </a:moveTo>
                  <a:lnTo>
                    <a:pt x="5147147" y="4114800"/>
                  </a:lnTo>
                  <a:lnTo>
                    <a:pt x="5183311" y="4140200"/>
                  </a:lnTo>
                  <a:lnTo>
                    <a:pt x="5221038" y="4152900"/>
                  </a:lnTo>
                  <a:lnTo>
                    <a:pt x="5260194" y="4165600"/>
                  </a:lnTo>
                  <a:lnTo>
                    <a:pt x="5300644" y="4178300"/>
                  </a:lnTo>
                  <a:lnTo>
                    <a:pt x="5311313" y="4191000"/>
                  </a:lnTo>
                  <a:lnTo>
                    <a:pt x="5485822" y="4191000"/>
                  </a:lnTo>
                  <a:lnTo>
                    <a:pt x="5496496" y="4178300"/>
                  </a:lnTo>
                  <a:lnTo>
                    <a:pt x="5536947" y="4165600"/>
                  </a:lnTo>
                  <a:lnTo>
                    <a:pt x="5576103" y="4152900"/>
                  </a:lnTo>
                  <a:lnTo>
                    <a:pt x="5613829" y="4140200"/>
                  </a:lnTo>
                  <a:lnTo>
                    <a:pt x="5649993" y="4114800"/>
                  </a:lnTo>
                  <a:close/>
                </a:path>
                <a:path w="6120765" h="4457700">
                  <a:moveTo>
                    <a:pt x="5353630" y="3416300"/>
                  </a:moveTo>
                  <a:lnTo>
                    <a:pt x="5013844" y="3416300"/>
                  </a:lnTo>
                  <a:lnTo>
                    <a:pt x="5013157" y="3429000"/>
                  </a:lnTo>
                  <a:lnTo>
                    <a:pt x="5008656" y="3441700"/>
                  </a:lnTo>
                  <a:lnTo>
                    <a:pt x="4987526" y="3479800"/>
                  </a:lnTo>
                  <a:lnTo>
                    <a:pt x="4969844" y="3517900"/>
                  </a:lnTo>
                  <a:lnTo>
                    <a:pt x="4945051" y="3606800"/>
                  </a:lnTo>
                  <a:lnTo>
                    <a:pt x="4940742" y="3619500"/>
                  </a:lnTo>
                  <a:lnTo>
                    <a:pt x="4933323" y="3619500"/>
                  </a:lnTo>
                  <a:lnTo>
                    <a:pt x="4923560" y="3632200"/>
                  </a:lnTo>
                  <a:lnTo>
                    <a:pt x="4854620" y="3632200"/>
                  </a:lnTo>
                  <a:lnTo>
                    <a:pt x="4854543" y="3784600"/>
                  </a:lnTo>
                  <a:lnTo>
                    <a:pt x="4933323" y="3784600"/>
                  </a:lnTo>
                  <a:lnTo>
                    <a:pt x="4940742" y="3797300"/>
                  </a:lnTo>
                  <a:lnTo>
                    <a:pt x="4945051" y="3810000"/>
                  </a:lnTo>
                  <a:lnTo>
                    <a:pt x="4969844" y="3898900"/>
                  </a:lnTo>
                  <a:lnTo>
                    <a:pt x="4987526" y="3937000"/>
                  </a:lnTo>
                  <a:lnTo>
                    <a:pt x="5008656" y="3975100"/>
                  </a:lnTo>
                  <a:lnTo>
                    <a:pt x="5013157" y="3987800"/>
                  </a:lnTo>
                  <a:lnTo>
                    <a:pt x="5013844" y="3987800"/>
                  </a:lnTo>
                  <a:lnTo>
                    <a:pt x="5010822" y="4000500"/>
                  </a:lnTo>
                  <a:lnTo>
                    <a:pt x="5004196" y="4013200"/>
                  </a:lnTo>
                  <a:lnTo>
                    <a:pt x="4963349" y="4051300"/>
                  </a:lnTo>
                  <a:lnTo>
                    <a:pt x="5064286" y="4165600"/>
                  </a:lnTo>
                  <a:lnTo>
                    <a:pt x="5105172" y="4114800"/>
                  </a:lnTo>
                  <a:lnTo>
                    <a:pt x="5777715" y="4114800"/>
                  </a:lnTo>
                  <a:lnTo>
                    <a:pt x="5833791" y="4051300"/>
                  </a:lnTo>
                  <a:lnTo>
                    <a:pt x="5792944" y="4013200"/>
                  </a:lnTo>
                  <a:lnTo>
                    <a:pt x="5786319" y="4000500"/>
                  </a:lnTo>
                  <a:lnTo>
                    <a:pt x="5353630" y="4000500"/>
                  </a:lnTo>
                  <a:lnTo>
                    <a:pt x="5310969" y="3987800"/>
                  </a:lnTo>
                  <a:lnTo>
                    <a:pt x="5271172" y="3962400"/>
                  </a:lnTo>
                  <a:lnTo>
                    <a:pt x="5234813" y="3937000"/>
                  </a:lnTo>
                  <a:lnTo>
                    <a:pt x="5202469" y="3911600"/>
                  </a:lnTo>
                  <a:lnTo>
                    <a:pt x="5174714" y="3873500"/>
                  </a:lnTo>
                  <a:lnTo>
                    <a:pt x="5152126" y="3835400"/>
                  </a:lnTo>
                  <a:lnTo>
                    <a:pt x="5135278" y="3797300"/>
                  </a:lnTo>
                  <a:lnTo>
                    <a:pt x="5124748" y="3759200"/>
                  </a:lnTo>
                  <a:lnTo>
                    <a:pt x="5121109" y="3708400"/>
                  </a:lnTo>
                  <a:lnTo>
                    <a:pt x="5124748" y="3657600"/>
                  </a:lnTo>
                  <a:lnTo>
                    <a:pt x="5135278" y="3619500"/>
                  </a:lnTo>
                  <a:lnTo>
                    <a:pt x="5152126" y="3568700"/>
                  </a:lnTo>
                  <a:lnTo>
                    <a:pt x="5174714" y="3530600"/>
                  </a:lnTo>
                  <a:lnTo>
                    <a:pt x="5234813" y="3479800"/>
                  </a:lnTo>
                  <a:lnTo>
                    <a:pt x="5271172" y="3454400"/>
                  </a:lnTo>
                  <a:lnTo>
                    <a:pt x="5310969" y="3429000"/>
                  </a:lnTo>
                  <a:lnTo>
                    <a:pt x="5353630" y="3416300"/>
                  </a:lnTo>
                  <a:close/>
                </a:path>
                <a:path w="6120765" h="4457700">
                  <a:moveTo>
                    <a:pt x="5777715" y="4114800"/>
                  </a:moveTo>
                  <a:lnTo>
                    <a:pt x="5691968" y="4114800"/>
                  </a:lnTo>
                  <a:lnTo>
                    <a:pt x="5732854" y="4165600"/>
                  </a:lnTo>
                  <a:lnTo>
                    <a:pt x="5777715" y="4114800"/>
                  </a:lnTo>
                  <a:close/>
                </a:path>
                <a:path w="6120765" h="4457700">
                  <a:moveTo>
                    <a:pt x="5783292" y="3416300"/>
                  </a:moveTo>
                  <a:lnTo>
                    <a:pt x="5443525" y="3416300"/>
                  </a:lnTo>
                  <a:lnTo>
                    <a:pt x="5486185" y="3429000"/>
                  </a:lnTo>
                  <a:lnTo>
                    <a:pt x="5525982" y="3454400"/>
                  </a:lnTo>
                  <a:lnTo>
                    <a:pt x="5562340" y="3479800"/>
                  </a:lnTo>
                  <a:lnTo>
                    <a:pt x="5594684" y="3505200"/>
                  </a:lnTo>
                  <a:lnTo>
                    <a:pt x="5645027" y="3568700"/>
                  </a:lnTo>
                  <a:lnTo>
                    <a:pt x="5661875" y="3619500"/>
                  </a:lnTo>
                  <a:lnTo>
                    <a:pt x="5672405" y="3657600"/>
                  </a:lnTo>
                  <a:lnTo>
                    <a:pt x="5676044" y="3708400"/>
                  </a:lnTo>
                  <a:lnTo>
                    <a:pt x="5672405" y="3759200"/>
                  </a:lnTo>
                  <a:lnTo>
                    <a:pt x="5661875" y="3797300"/>
                  </a:lnTo>
                  <a:lnTo>
                    <a:pt x="5645027" y="3835400"/>
                  </a:lnTo>
                  <a:lnTo>
                    <a:pt x="5622439" y="3873500"/>
                  </a:lnTo>
                  <a:lnTo>
                    <a:pt x="5594684" y="3911600"/>
                  </a:lnTo>
                  <a:lnTo>
                    <a:pt x="5562340" y="3937000"/>
                  </a:lnTo>
                  <a:lnTo>
                    <a:pt x="5525982" y="3962400"/>
                  </a:lnTo>
                  <a:lnTo>
                    <a:pt x="5486185" y="3987800"/>
                  </a:lnTo>
                  <a:lnTo>
                    <a:pt x="5443525" y="4000500"/>
                  </a:lnTo>
                  <a:lnTo>
                    <a:pt x="5786319" y="4000500"/>
                  </a:lnTo>
                  <a:lnTo>
                    <a:pt x="5783296" y="3987800"/>
                  </a:lnTo>
                  <a:lnTo>
                    <a:pt x="5783983" y="3987800"/>
                  </a:lnTo>
                  <a:lnTo>
                    <a:pt x="5788484" y="3975100"/>
                  </a:lnTo>
                  <a:lnTo>
                    <a:pt x="5809614" y="3937000"/>
                  </a:lnTo>
                  <a:lnTo>
                    <a:pt x="5827296" y="3898900"/>
                  </a:lnTo>
                  <a:lnTo>
                    <a:pt x="5852090" y="3810000"/>
                  </a:lnTo>
                  <a:lnTo>
                    <a:pt x="5856398" y="3797300"/>
                  </a:lnTo>
                  <a:lnTo>
                    <a:pt x="5863817" y="3784600"/>
                  </a:lnTo>
                  <a:lnTo>
                    <a:pt x="5942624" y="3784600"/>
                  </a:lnTo>
                  <a:lnTo>
                    <a:pt x="5942624" y="3632200"/>
                  </a:lnTo>
                  <a:lnTo>
                    <a:pt x="5873579" y="3632200"/>
                  </a:lnTo>
                  <a:lnTo>
                    <a:pt x="5863813" y="3619500"/>
                  </a:lnTo>
                  <a:lnTo>
                    <a:pt x="5856393" y="3619500"/>
                  </a:lnTo>
                  <a:lnTo>
                    <a:pt x="5852090" y="3606800"/>
                  </a:lnTo>
                  <a:lnTo>
                    <a:pt x="5827292" y="3517900"/>
                  </a:lnTo>
                  <a:lnTo>
                    <a:pt x="5809612" y="3479800"/>
                  </a:lnTo>
                  <a:lnTo>
                    <a:pt x="5788484" y="3441700"/>
                  </a:lnTo>
                  <a:lnTo>
                    <a:pt x="5783981" y="3429000"/>
                  </a:lnTo>
                  <a:lnTo>
                    <a:pt x="5783292" y="3416300"/>
                  </a:lnTo>
                  <a:close/>
                </a:path>
                <a:path w="6120765" h="4457700">
                  <a:moveTo>
                    <a:pt x="5446742" y="3492500"/>
                  </a:moveTo>
                  <a:lnTo>
                    <a:pt x="5350413" y="3492500"/>
                  </a:lnTo>
                  <a:lnTo>
                    <a:pt x="5306168" y="3505200"/>
                  </a:lnTo>
                  <a:lnTo>
                    <a:pt x="5267116" y="3530600"/>
                  </a:lnTo>
                  <a:lnTo>
                    <a:pt x="5234528" y="3568700"/>
                  </a:lnTo>
                  <a:lnTo>
                    <a:pt x="5209676" y="3606800"/>
                  </a:lnTo>
                  <a:lnTo>
                    <a:pt x="5193832" y="3657600"/>
                  </a:lnTo>
                  <a:lnTo>
                    <a:pt x="5188268" y="3708400"/>
                  </a:lnTo>
                  <a:lnTo>
                    <a:pt x="5193832" y="3759200"/>
                  </a:lnTo>
                  <a:lnTo>
                    <a:pt x="5209676" y="3810000"/>
                  </a:lnTo>
                  <a:lnTo>
                    <a:pt x="5234528" y="3848100"/>
                  </a:lnTo>
                  <a:lnTo>
                    <a:pt x="5267116" y="3873500"/>
                  </a:lnTo>
                  <a:lnTo>
                    <a:pt x="5306168" y="3911600"/>
                  </a:lnTo>
                  <a:lnTo>
                    <a:pt x="5350413" y="3924300"/>
                  </a:lnTo>
                  <a:lnTo>
                    <a:pt x="5446742" y="3924300"/>
                  </a:lnTo>
                  <a:lnTo>
                    <a:pt x="5490986" y="3911600"/>
                  </a:lnTo>
                  <a:lnTo>
                    <a:pt x="5530038" y="3873500"/>
                  </a:lnTo>
                  <a:lnTo>
                    <a:pt x="5562625" y="3848100"/>
                  </a:lnTo>
                  <a:lnTo>
                    <a:pt x="5587477" y="3810000"/>
                  </a:lnTo>
                  <a:lnTo>
                    <a:pt x="5603321" y="3759200"/>
                  </a:lnTo>
                  <a:lnTo>
                    <a:pt x="5608885" y="3708400"/>
                  </a:lnTo>
                  <a:lnTo>
                    <a:pt x="5603321" y="3657600"/>
                  </a:lnTo>
                  <a:lnTo>
                    <a:pt x="5587477" y="3606800"/>
                  </a:lnTo>
                  <a:lnTo>
                    <a:pt x="5562625" y="3568700"/>
                  </a:lnTo>
                  <a:lnTo>
                    <a:pt x="5530038" y="3530600"/>
                  </a:lnTo>
                  <a:lnTo>
                    <a:pt x="5490986" y="3505200"/>
                  </a:lnTo>
                  <a:lnTo>
                    <a:pt x="5446742" y="3492500"/>
                  </a:lnTo>
                  <a:close/>
                </a:path>
                <a:path w="6120765" h="4457700">
                  <a:moveTo>
                    <a:pt x="5064627" y="3251199"/>
                  </a:moveTo>
                  <a:lnTo>
                    <a:pt x="4963612" y="3352800"/>
                  </a:lnTo>
                  <a:lnTo>
                    <a:pt x="5004196" y="3403600"/>
                  </a:lnTo>
                  <a:lnTo>
                    <a:pt x="5010822" y="3416300"/>
                  </a:lnTo>
                  <a:lnTo>
                    <a:pt x="5786313" y="3416300"/>
                  </a:lnTo>
                  <a:lnTo>
                    <a:pt x="5792944" y="3403600"/>
                  </a:lnTo>
                  <a:lnTo>
                    <a:pt x="5833529" y="3352800"/>
                  </a:lnTo>
                  <a:lnTo>
                    <a:pt x="5783021" y="3302000"/>
                  </a:lnTo>
                  <a:lnTo>
                    <a:pt x="5114586" y="3302000"/>
                  </a:lnTo>
                  <a:lnTo>
                    <a:pt x="5105172" y="3289300"/>
                  </a:lnTo>
                  <a:lnTo>
                    <a:pt x="5064627" y="3251199"/>
                  </a:lnTo>
                  <a:close/>
                </a:path>
                <a:path w="6120765" h="4457700">
                  <a:moveTo>
                    <a:pt x="5536949" y="3238499"/>
                  </a:moveTo>
                  <a:lnTo>
                    <a:pt x="5260186" y="3238499"/>
                  </a:lnTo>
                  <a:lnTo>
                    <a:pt x="5221028" y="3263900"/>
                  </a:lnTo>
                  <a:lnTo>
                    <a:pt x="5183304" y="3276600"/>
                  </a:lnTo>
                  <a:lnTo>
                    <a:pt x="5147147" y="3302000"/>
                  </a:lnTo>
                  <a:lnTo>
                    <a:pt x="5649993" y="3302000"/>
                  </a:lnTo>
                  <a:lnTo>
                    <a:pt x="5613835" y="3276600"/>
                  </a:lnTo>
                  <a:lnTo>
                    <a:pt x="5576107" y="3263900"/>
                  </a:lnTo>
                  <a:lnTo>
                    <a:pt x="5536949" y="3238499"/>
                  </a:lnTo>
                  <a:close/>
                </a:path>
                <a:path w="6120765" h="4457700">
                  <a:moveTo>
                    <a:pt x="5732513" y="3251199"/>
                  </a:moveTo>
                  <a:lnTo>
                    <a:pt x="5691955" y="3289300"/>
                  </a:lnTo>
                  <a:lnTo>
                    <a:pt x="5682547" y="3302000"/>
                  </a:lnTo>
                  <a:lnTo>
                    <a:pt x="5783021" y="3302000"/>
                  </a:lnTo>
                  <a:lnTo>
                    <a:pt x="5732513" y="3251199"/>
                  </a:lnTo>
                  <a:close/>
                </a:path>
                <a:path w="6120765" h="4457700">
                  <a:moveTo>
                    <a:pt x="5485822" y="3225799"/>
                  </a:moveTo>
                  <a:lnTo>
                    <a:pt x="5311313" y="3225799"/>
                  </a:lnTo>
                  <a:lnTo>
                    <a:pt x="5300644" y="3238499"/>
                  </a:lnTo>
                  <a:lnTo>
                    <a:pt x="5496496" y="3238499"/>
                  </a:lnTo>
                  <a:lnTo>
                    <a:pt x="5485822" y="3225799"/>
                  </a:lnTo>
                  <a:close/>
                </a:path>
                <a:path w="6120765" h="4457700">
                  <a:moveTo>
                    <a:pt x="5227274" y="3174999"/>
                  </a:moveTo>
                  <a:lnTo>
                    <a:pt x="5088383" y="3174999"/>
                  </a:lnTo>
                  <a:lnTo>
                    <a:pt x="5133991" y="3225799"/>
                  </a:lnTo>
                  <a:lnTo>
                    <a:pt x="5164208" y="3213099"/>
                  </a:lnTo>
                  <a:lnTo>
                    <a:pt x="5195322" y="3187699"/>
                  </a:lnTo>
                  <a:lnTo>
                    <a:pt x="5227274" y="3174999"/>
                  </a:lnTo>
                  <a:close/>
                </a:path>
                <a:path w="6120765" h="4457700">
                  <a:moveTo>
                    <a:pt x="5469973" y="3136899"/>
                  </a:moveTo>
                  <a:lnTo>
                    <a:pt x="5327168" y="3136899"/>
                  </a:lnTo>
                  <a:lnTo>
                    <a:pt x="5327168" y="3200399"/>
                  </a:lnTo>
                  <a:lnTo>
                    <a:pt x="5325199" y="3213099"/>
                  </a:lnTo>
                  <a:lnTo>
                    <a:pt x="5319705" y="3225799"/>
                  </a:lnTo>
                  <a:lnTo>
                    <a:pt x="5477431" y="3225799"/>
                  </a:lnTo>
                  <a:lnTo>
                    <a:pt x="5471941" y="3213099"/>
                  </a:lnTo>
                  <a:lnTo>
                    <a:pt x="5469973" y="3200399"/>
                  </a:lnTo>
                  <a:lnTo>
                    <a:pt x="5469973" y="3136899"/>
                  </a:lnTo>
                  <a:close/>
                </a:path>
                <a:path w="6120765" h="4457700">
                  <a:moveTo>
                    <a:pt x="5708759" y="3174999"/>
                  </a:moveTo>
                  <a:lnTo>
                    <a:pt x="5569875" y="3174999"/>
                  </a:lnTo>
                  <a:lnTo>
                    <a:pt x="5601831" y="3187699"/>
                  </a:lnTo>
                  <a:lnTo>
                    <a:pt x="5632946" y="3213099"/>
                  </a:lnTo>
                  <a:lnTo>
                    <a:pt x="5663163" y="3225799"/>
                  </a:lnTo>
                  <a:lnTo>
                    <a:pt x="5708759" y="3174999"/>
                  </a:lnTo>
                  <a:close/>
                </a:path>
                <a:path w="6120765" h="4457700">
                  <a:moveTo>
                    <a:pt x="6120679" y="2870200"/>
                  </a:moveTo>
                  <a:lnTo>
                    <a:pt x="5726415" y="2870199"/>
                  </a:lnTo>
                  <a:lnTo>
                    <a:pt x="5731515" y="2882899"/>
                  </a:lnTo>
                  <a:lnTo>
                    <a:pt x="5735692" y="2882899"/>
                  </a:lnTo>
                  <a:lnTo>
                    <a:pt x="5738781" y="2895599"/>
                  </a:lnTo>
                  <a:lnTo>
                    <a:pt x="5740696" y="2895599"/>
                  </a:lnTo>
                  <a:lnTo>
                    <a:pt x="5741353" y="2908299"/>
                  </a:lnTo>
                  <a:lnTo>
                    <a:pt x="5740694" y="2908299"/>
                  </a:lnTo>
                  <a:lnTo>
                    <a:pt x="5738776" y="2920999"/>
                  </a:lnTo>
                  <a:lnTo>
                    <a:pt x="5983563" y="2920999"/>
                  </a:lnTo>
                  <a:lnTo>
                    <a:pt x="6009835" y="2933699"/>
                  </a:lnTo>
                  <a:lnTo>
                    <a:pt x="6034039" y="2946399"/>
                  </a:lnTo>
                  <a:lnTo>
                    <a:pt x="6055563" y="2959099"/>
                  </a:lnTo>
                  <a:lnTo>
                    <a:pt x="6083823" y="3009899"/>
                  </a:lnTo>
                  <a:lnTo>
                    <a:pt x="6096179" y="3060699"/>
                  </a:lnTo>
                  <a:lnTo>
                    <a:pt x="6092638" y="3098799"/>
                  </a:lnTo>
                  <a:lnTo>
                    <a:pt x="6073204" y="3149599"/>
                  </a:lnTo>
                  <a:lnTo>
                    <a:pt x="6120679" y="3225799"/>
                  </a:lnTo>
                  <a:lnTo>
                    <a:pt x="6120679" y="2870200"/>
                  </a:lnTo>
                  <a:close/>
                </a:path>
                <a:path w="6120765" h="4457700">
                  <a:moveTo>
                    <a:pt x="6023570" y="3200399"/>
                  </a:moveTo>
                  <a:lnTo>
                    <a:pt x="6007711" y="3200399"/>
                  </a:lnTo>
                  <a:lnTo>
                    <a:pt x="5991030" y="3213099"/>
                  </a:lnTo>
                  <a:lnTo>
                    <a:pt x="6033421" y="3213099"/>
                  </a:lnTo>
                  <a:lnTo>
                    <a:pt x="6023570" y="3200399"/>
                  </a:lnTo>
                  <a:close/>
                </a:path>
                <a:path w="6120765" h="4457700">
                  <a:moveTo>
                    <a:pt x="5260007" y="3162299"/>
                  </a:moveTo>
                  <a:lnTo>
                    <a:pt x="5064645" y="3162299"/>
                  </a:lnTo>
                  <a:lnTo>
                    <a:pt x="5077279" y="3174999"/>
                  </a:lnTo>
                  <a:lnTo>
                    <a:pt x="5260007" y="3174999"/>
                  </a:lnTo>
                  <a:lnTo>
                    <a:pt x="5260007" y="3162299"/>
                  </a:lnTo>
                  <a:close/>
                </a:path>
                <a:path w="6120765" h="4457700">
                  <a:moveTo>
                    <a:pt x="5814797" y="3073399"/>
                  </a:moveTo>
                  <a:lnTo>
                    <a:pt x="5527299" y="3073399"/>
                  </a:lnTo>
                  <a:lnTo>
                    <a:pt x="5534495" y="3086099"/>
                  </a:lnTo>
                  <a:lnTo>
                    <a:pt x="5537133" y="3098799"/>
                  </a:lnTo>
                  <a:lnTo>
                    <a:pt x="5537133" y="3174999"/>
                  </a:lnTo>
                  <a:lnTo>
                    <a:pt x="5719869" y="3174999"/>
                  </a:lnTo>
                  <a:lnTo>
                    <a:pt x="5732505" y="3162299"/>
                  </a:lnTo>
                  <a:lnTo>
                    <a:pt x="5847256" y="3162299"/>
                  </a:lnTo>
                  <a:lnTo>
                    <a:pt x="5838410" y="3149599"/>
                  </a:lnTo>
                  <a:lnTo>
                    <a:pt x="5825460" y="3124199"/>
                  </a:lnTo>
                  <a:lnTo>
                    <a:pt x="5817505" y="3098799"/>
                  </a:lnTo>
                  <a:lnTo>
                    <a:pt x="5814797" y="3073399"/>
                  </a:lnTo>
                  <a:close/>
                </a:path>
                <a:path w="6120765" h="4457700">
                  <a:moveTo>
                    <a:pt x="5984120" y="3136899"/>
                  </a:moveTo>
                  <a:lnTo>
                    <a:pt x="5927542" y="3136899"/>
                  </a:lnTo>
                  <a:lnTo>
                    <a:pt x="5941304" y="3149599"/>
                  </a:lnTo>
                  <a:lnTo>
                    <a:pt x="5970356" y="3149599"/>
                  </a:lnTo>
                  <a:lnTo>
                    <a:pt x="5984120" y="3136899"/>
                  </a:lnTo>
                  <a:close/>
                </a:path>
                <a:path w="6120765" h="4457700">
                  <a:moveTo>
                    <a:pt x="6008079" y="3009899"/>
                  </a:moveTo>
                  <a:lnTo>
                    <a:pt x="5903600" y="3009899"/>
                  </a:lnTo>
                  <a:lnTo>
                    <a:pt x="5894330" y="3022599"/>
                  </a:lnTo>
                  <a:lnTo>
                    <a:pt x="5887544" y="3035299"/>
                  </a:lnTo>
                  <a:lnTo>
                    <a:pt x="5883375" y="3047999"/>
                  </a:lnTo>
                  <a:lnTo>
                    <a:pt x="5881956" y="3073399"/>
                  </a:lnTo>
                  <a:lnTo>
                    <a:pt x="5883375" y="3086099"/>
                  </a:lnTo>
                  <a:lnTo>
                    <a:pt x="5887544" y="3098799"/>
                  </a:lnTo>
                  <a:lnTo>
                    <a:pt x="5894330" y="3111499"/>
                  </a:lnTo>
                  <a:lnTo>
                    <a:pt x="5903600" y="3124199"/>
                  </a:lnTo>
                  <a:lnTo>
                    <a:pt x="5914868" y="3136899"/>
                  </a:lnTo>
                  <a:lnTo>
                    <a:pt x="5996801" y="3136899"/>
                  </a:lnTo>
                  <a:lnTo>
                    <a:pt x="6008079" y="3124199"/>
                  </a:lnTo>
                  <a:lnTo>
                    <a:pt x="6024274" y="3098799"/>
                  </a:lnTo>
                  <a:lnTo>
                    <a:pt x="6029673" y="3073399"/>
                  </a:lnTo>
                  <a:lnTo>
                    <a:pt x="6024274" y="3035299"/>
                  </a:lnTo>
                  <a:lnTo>
                    <a:pt x="6008079" y="3009899"/>
                  </a:lnTo>
                  <a:close/>
                </a:path>
                <a:path w="6120765" h="4457700">
                  <a:moveTo>
                    <a:pt x="5984120" y="2997199"/>
                  </a:moveTo>
                  <a:lnTo>
                    <a:pt x="5927548" y="2997199"/>
                  </a:lnTo>
                  <a:lnTo>
                    <a:pt x="5914870" y="3009899"/>
                  </a:lnTo>
                  <a:lnTo>
                    <a:pt x="5996801" y="3009899"/>
                  </a:lnTo>
                  <a:lnTo>
                    <a:pt x="5984120" y="2997199"/>
                  </a:lnTo>
                  <a:close/>
                </a:path>
                <a:path w="6120765" h="4457700">
                  <a:moveTo>
                    <a:pt x="5928103" y="2920999"/>
                  </a:moveTo>
                  <a:lnTo>
                    <a:pt x="5735686" y="2920999"/>
                  </a:lnTo>
                  <a:lnTo>
                    <a:pt x="5731515" y="2933699"/>
                  </a:lnTo>
                  <a:lnTo>
                    <a:pt x="5720619" y="2933699"/>
                  </a:lnTo>
                  <a:lnTo>
                    <a:pt x="5714335" y="2946399"/>
                  </a:lnTo>
                  <a:lnTo>
                    <a:pt x="5877627" y="2946399"/>
                  </a:lnTo>
                  <a:lnTo>
                    <a:pt x="5901831" y="2933699"/>
                  </a:lnTo>
                  <a:lnTo>
                    <a:pt x="5928103" y="2920999"/>
                  </a:lnTo>
                  <a:close/>
                </a:path>
                <a:path w="6120765" h="4457700">
                  <a:moveTo>
                    <a:pt x="5517443" y="2882899"/>
                  </a:moveTo>
                  <a:lnTo>
                    <a:pt x="5306285" y="2882899"/>
                  </a:lnTo>
                  <a:lnTo>
                    <a:pt x="5261261" y="2895599"/>
                  </a:lnTo>
                  <a:lnTo>
                    <a:pt x="5556403" y="2895599"/>
                  </a:lnTo>
                  <a:lnTo>
                    <a:pt x="5517443" y="2882899"/>
                  </a:lnTo>
                  <a:close/>
                </a:path>
                <a:path w="6120765" h="4457700">
                  <a:moveTo>
                    <a:pt x="6120679" y="2806699"/>
                  </a:moveTo>
                  <a:lnTo>
                    <a:pt x="5484745" y="2806699"/>
                  </a:lnTo>
                  <a:lnTo>
                    <a:pt x="5527450" y="2819399"/>
                  </a:lnTo>
                  <a:lnTo>
                    <a:pt x="5569704" y="2819399"/>
                  </a:lnTo>
                  <a:lnTo>
                    <a:pt x="5581993" y="2832099"/>
                  </a:lnTo>
                  <a:lnTo>
                    <a:pt x="5591029" y="2844799"/>
                  </a:lnTo>
                  <a:lnTo>
                    <a:pt x="5595967" y="2857499"/>
                  </a:lnTo>
                  <a:lnTo>
                    <a:pt x="5595964" y="2870199"/>
                  </a:lnTo>
                  <a:lnTo>
                    <a:pt x="5590786" y="2882899"/>
                  </a:lnTo>
                  <a:lnTo>
                    <a:pt x="5581614" y="2895599"/>
                  </a:lnTo>
                  <a:lnTo>
                    <a:pt x="5676772" y="2895599"/>
                  </a:lnTo>
                  <a:lnTo>
                    <a:pt x="5679865" y="2882899"/>
                  </a:lnTo>
                  <a:lnTo>
                    <a:pt x="5684045" y="2882899"/>
                  </a:lnTo>
                  <a:lnTo>
                    <a:pt x="5689139" y="2870199"/>
                  </a:lnTo>
                  <a:lnTo>
                    <a:pt x="6120679" y="2870200"/>
                  </a:lnTo>
                  <a:lnTo>
                    <a:pt x="6120679" y="28066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267715"/>
            <a:ext cx="6032500" cy="450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&lt;Tabla_Peliculas&gt;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&lt;Pelicula&gt;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&lt;id&gt;1&lt;/id&gt;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&lt;titulo&gt;Octopussy&lt;/titulo&gt;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&lt;Pelicula&gt;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&lt;id&gt;2&lt;/id&gt;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&lt;titulo&gt;Hable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&lt;año&gt;2002&lt;/año&gt;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&lt;Pelicula&gt;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&lt;id&gt;3&lt;/id&gt;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&lt;titulo&gt;Ocho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&lt;año&gt;2014&lt;/año&gt;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75"/>
              </a:lnSpc>
            </a:pPr>
            <a:r>
              <a:rPr sz="1800" b="1" spc="-10" dirty="0">
                <a:latin typeface="Courier New"/>
                <a:cs typeface="Courier New"/>
              </a:rPr>
              <a:t>&lt;/Tabla_Peliculas&gt;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23478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0258" y="2327149"/>
            <a:ext cx="6163945" cy="2816860"/>
            <a:chOff x="2980258" y="2327149"/>
            <a:chExt cx="6163945" cy="28168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4" y="800754"/>
                  </a:lnTo>
                  <a:lnTo>
                    <a:pt x="1521430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3197" y="2562860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81765" y="485415"/>
            <a:ext cx="2267585" cy="2267585"/>
            <a:chOff x="4581765" y="485415"/>
            <a:chExt cx="2267585" cy="2267585"/>
          </a:xfrm>
        </p:grpSpPr>
        <p:sp>
          <p:nvSpPr>
            <p:cNvPr id="10" name="object 10"/>
            <p:cNvSpPr/>
            <p:nvPr/>
          </p:nvSpPr>
          <p:spPr>
            <a:xfrm>
              <a:off x="4594465" y="898492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1841733"/>
                  </a:moveTo>
                  <a:lnTo>
                    <a:pt x="640602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94733" y="721867"/>
            <a:ext cx="682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Remite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23876" y="24983"/>
            <a:ext cx="2267585" cy="886460"/>
            <a:chOff x="6823876" y="24983"/>
            <a:chExt cx="2267585" cy="886460"/>
          </a:xfrm>
        </p:grpSpPr>
        <p:sp>
          <p:nvSpPr>
            <p:cNvPr id="15" name="object 15"/>
            <p:cNvSpPr/>
            <p:nvPr/>
          </p:nvSpPr>
          <p:spPr>
            <a:xfrm>
              <a:off x="6836576" y="438059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73560" y="136651"/>
            <a:ext cx="140906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23850" marR="5080" indent="-311785">
              <a:lnSpc>
                <a:spcPts val="1989"/>
              </a:lnSpc>
              <a:spcBef>
                <a:spcPts val="305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Nombre: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Nuria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Delgado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3877" y="885793"/>
            <a:ext cx="2267585" cy="886460"/>
            <a:chOff x="6823877" y="885793"/>
            <a:chExt cx="2267585" cy="886460"/>
          </a:xfrm>
        </p:grpSpPr>
        <p:sp>
          <p:nvSpPr>
            <p:cNvPr id="20" name="object 20"/>
            <p:cNvSpPr/>
            <p:nvPr/>
          </p:nvSpPr>
          <p:spPr>
            <a:xfrm>
              <a:off x="6836577" y="8984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12949" y="932179"/>
            <a:ext cx="1529080" cy="7937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1270" algn="ctr">
              <a:lnSpc>
                <a:spcPct val="90000"/>
              </a:lnSpc>
              <a:spcBef>
                <a:spcPts val="31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Nuriadel@gmail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c.om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81766" y="2327149"/>
            <a:ext cx="2267585" cy="826769"/>
            <a:chOff x="4581766" y="2327149"/>
            <a:chExt cx="2267585" cy="826769"/>
          </a:xfrm>
        </p:grpSpPr>
        <p:sp>
          <p:nvSpPr>
            <p:cNvPr id="25" name="object 25"/>
            <p:cNvSpPr/>
            <p:nvPr/>
          </p:nvSpPr>
          <p:spPr>
            <a:xfrm>
              <a:off x="4594466" y="2740226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6" y="800754"/>
                  </a:lnTo>
                  <a:lnTo>
                    <a:pt x="1521432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56290" y="2562860"/>
            <a:ext cx="115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Destinatario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23876" y="1866717"/>
            <a:ext cx="2267585" cy="886460"/>
            <a:chOff x="6823876" y="1866717"/>
            <a:chExt cx="2267585" cy="886460"/>
          </a:xfrm>
        </p:grpSpPr>
        <p:sp>
          <p:nvSpPr>
            <p:cNvPr id="30" name="object 30"/>
            <p:cNvSpPr/>
            <p:nvPr/>
          </p:nvSpPr>
          <p:spPr>
            <a:xfrm>
              <a:off x="6836576" y="22797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537207" y="1977644"/>
            <a:ext cx="147764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316230">
              <a:lnSpc>
                <a:spcPts val="1989"/>
              </a:lnSpc>
              <a:spcBef>
                <a:spcPts val="30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Nombre: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Roberto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Cuadra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23877" y="2727526"/>
            <a:ext cx="2267585" cy="886460"/>
            <a:chOff x="6823877" y="2727526"/>
            <a:chExt cx="2267585" cy="886460"/>
          </a:xfrm>
        </p:grpSpPr>
        <p:sp>
          <p:nvSpPr>
            <p:cNvPr id="35" name="object 35"/>
            <p:cNvSpPr/>
            <p:nvPr/>
          </p:nvSpPr>
          <p:spPr>
            <a:xfrm>
              <a:off x="6836577" y="2740226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04472" y="2773172"/>
            <a:ext cx="1547495" cy="7969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635" algn="ctr">
              <a:lnSpc>
                <a:spcPct val="906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RoberCuadra@g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mail.com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81765" y="2727527"/>
            <a:ext cx="2267585" cy="1346835"/>
            <a:chOff x="4581765" y="2727527"/>
            <a:chExt cx="2267585" cy="1346835"/>
          </a:xfrm>
        </p:grpSpPr>
        <p:sp>
          <p:nvSpPr>
            <p:cNvPr id="40" name="object 40"/>
            <p:cNvSpPr/>
            <p:nvPr/>
          </p:nvSpPr>
          <p:spPr>
            <a:xfrm>
              <a:off x="4594465" y="2740227"/>
              <a:ext cx="640715" cy="921385"/>
            </a:xfrm>
            <a:custGeom>
              <a:avLst/>
              <a:gdLst/>
              <a:ahLst/>
              <a:cxnLst/>
              <a:rect l="l" t="t" r="r" b="b"/>
              <a:pathLst>
                <a:path w="640714" h="921385">
                  <a:moveTo>
                    <a:pt x="0" y="0"/>
                  </a:moveTo>
                  <a:lnTo>
                    <a:pt x="640602" y="920866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8"/>
                  </a:lnTo>
                  <a:lnTo>
                    <a:pt x="48906" y="794459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59"/>
                  </a:lnTo>
                  <a:lnTo>
                    <a:pt x="1578053" y="777298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639583" y="3358388"/>
            <a:ext cx="793115" cy="5562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indent="25400">
              <a:lnSpc>
                <a:spcPts val="2020"/>
              </a:lnSpc>
              <a:spcBef>
                <a:spcPts val="284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Asunto: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Reunión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81765" y="2727526"/>
            <a:ext cx="2267585" cy="2267585"/>
            <a:chOff x="4581765" y="2727526"/>
            <a:chExt cx="2267585" cy="2267585"/>
          </a:xfrm>
        </p:grpSpPr>
        <p:sp>
          <p:nvSpPr>
            <p:cNvPr id="45" name="object 45"/>
            <p:cNvSpPr/>
            <p:nvPr/>
          </p:nvSpPr>
          <p:spPr>
            <a:xfrm>
              <a:off x="4594465" y="2740226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0"/>
                  </a:moveTo>
                  <a:lnTo>
                    <a:pt x="640602" y="1841733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775156" y="4406900"/>
            <a:ext cx="52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36576" y="4168883"/>
            <a:ext cx="2254885" cy="826769"/>
            <a:chOff x="6836576" y="4168883"/>
            <a:chExt cx="2254885" cy="826769"/>
          </a:xfrm>
        </p:grpSpPr>
        <p:sp>
          <p:nvSpPr>
            <p:cNvPr id="50" name="object 50"/>
            <p:cNvSpPr/>
            <p:nvPr/>
          </p:nvSpPr>
          <p:spPr>
            <a:xfrm>
              <a:off x="6836576" y="4581960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5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19172" y="4197603"/>
            <a:ext cx="1518285" cy="7112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90600"/>
              </a:lnSpc>
              <a:spcBef>
                <a:spcPts val="280"/>
              </a:spcBef>
            </a:pP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Párrafo: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¿Nos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reunimos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mañana 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13:00?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346297"/>
            <a:ext cx="6156325" cy="4797425"/>
            <a:chOff x="2987823" y="346297"/>
            <a:chExt cx="6156325" cy="479742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346297"/>
              <a:ext cx="6120765" cy="4457700"/>
            </a:xfrm>
            <a:custGeom>
              <a:avLst/>
              <a:gdLst/>
              <a:ahLst/>
              <a:cxnLst/>
              <a:rect l="l" t="t" r="r" b="b"/>
              <a:pathLst>
                <a:path w="6120765" h="4457700">
                  <a:moveTo>
                    <a:pt x="6120679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4741604" y="4457700"/>
                  </a:lnTo>
                  <a:lnTo>
                    <a:pt x="4723909" y="4432300"/>
                  </a:lnTo>
                  <a:lnTo>
                    <a:pt x="4710954" y="4406900"/>
                  </a:lnTo>
                  <a:lnTo>
                    <a:pt x="4702995" y="4381500"/>
                  </a:lnTo>
                  <a:lnTo>
                    <a:pt x="4700285" y="4343400"/>
                  </a:lnTo>
                  <a:lnTo>
                    <a:pt x="4701816" y="4330700"/>
                  </a:lnTo>
                  <a:lnTo>
                    <a:pt x="4706339" y="4305300"/>
                  </a:lnTo>
                  <a:lnTo>
                    <a:pt x="4713744" y="4279900"/>
                  </a:lnTo>
                  <a:lnTo>
                    <a:pt x="4723923" y="4267200"/>
                  </a:lnTo>
                  <a:lnTo>
                    <a:pt x="4695200" y="4229100"/>
                  </a:lnTo>
                  <a:lnTo>
                    <a:pt x="4668759" y="4178300"/>
                  </a:lnTo>
                  <a:lnTo>
                    <a:pt x="4644644" y="4140200"/>
                  </a:lnTo>
                  <a:lnTo>
                    <a:pt x="4622893" y="4102100"/>
                  </a:lnTo>
                  <a:lnTo>
                    <a:pt x="4603548" y="4051300"/>
                  </a:lnTo>
                  <a:lnTo>
                    <a:pt x="4586650" y="4000500"/>
                  </a:lnTo>
                  <a:lnTo>
                    <a:pt x="4572239" y="3949700"/>
                  </a:lnTo>
                  <a:lnTo>
                    <a:pt x="4560357" y="3911600"/>
                  </a:lnTo>
                  <a:lnTo>
                    <a:pt x="4551045" y="3860800"/>
                  </a:lnTo>
                  <a:lnTo>
                    <a:pt x="4544342" y="3810000"/>
                  </a:lnTo>
                  <a:lnTo>
                    <a:pt x="4540291" y="3759200"/>
                  </a:lnTo>
                  <a:lnTo>
                    <a:pt x="4538931" y="3708400"/>
                  </a:lnTo>
                  <a:lnTo>
                    <a:pt x="4540294" y="3657600"/>
                  </a:lnTo>
                  <a:lnTo>
                    <a:pt x="4544358" y="3606800"/>
                  </a:lnTo>
                  <a:lnTo>
                    <a:pt x="4551087" y="3556000"/>
                  </a:lnTo>
                  <a:lnTo>
                    <a:pt x="4560446" y="3505200"/>
                  </a:lnTo>
                  <a:lnTo>
                    <a:pt x="4572397" y="3454400"/>
                  </a:lnTo>
                  <a:lnTo>
                    <a:pt x="4586906" y="3416300"/>
                  </a:lnTo>
                  <a:lnTo>
                    <a:pt x="4603937" y="3365500"/>
                  </a:lnTo>
                  <a:lnTo>
                    <a:pt x="4623452" y="3314700"/>
                  </a:lnTo>
                  <a:lnTo>
                    <a:pt x="4645416" y="3276600"/>
                  </a:lnTo>
                  <a:lnTo>
                    <a:pt x="4669794" y="3225799"/>
                  </a:lnTo>
                  <a:lnTo>
                    <a:pt x="4696549" y="3187699"/>
                  </a:lnTo>
                  <a:lnTo>
                    <a:pt x="4725644" y="3149599"/>
                  </a:lnTo>
                  <a:lnTo>
                    <a:pt x="4757045" y="3111499"/>
                  </a:lnTo>
                  <a:lnTo>
                    <a:pt x="4790715" y="3073399"/>
                  </a:lnTo>
                  <a:lnTo>
                    <a:pt x="4826312" y="3035299"/>
                  </a:lnTo>
                  <a:lnTo>
                    <a:pt x="4863460" y="2997199"/>
                  </a:lnTo>
                  <a:lnTo>
                    <a:pt x="4902073" y="2971799"/>
                  </a:lnTo>
                  <a:lnTo>
                    <a:pt x="4942063" y="2946399"/>
                  </a:lnTo>
                  <a:lnTo>
                    <a:pt x="4983343" y="2920999"/>
                  </a:lnTo>
                  <a:lnTo>
                    <a:pt x="5025827" y="2895599"/>
                  </a:lnTo>
                  <a:lnTo>
                    <a:pt x="5069427" y="2870199"/>
                  </a:lnTo>
                  <a:lnTo>
                    <a:pt x="5253251" y="2819399"/>
                  </a:lnTo>
                  <a:lnTo>
                    <a:pt x="5301128" y="2819399"/>
                  </a:lnTo>
                  <a:lnTo>
                    <a:pt x="5349599" y="2806699"/>
                  </a:lnTo>
                  <a:lnTo>
                    <a:pt x="6120679" y="2806699"/>
                  </a:lnTo>
                  <a:lnTo>
                    <a:pt x="6120679" y="0"/>
                  </a:lnTo>
                  <a:close/>
                </a:path>
                <a:path w="6120765" h="4457700">
                  <a:moveTo>
                    <a:pt x="5006284" y="4203700"/>
                  </a:moveTo>
                  <a:lnTo>
                    <a:pt x="4869050" y="4203700"/>
                  </a:lnTo>
                  <a:lnTo>
                    <a:pt x="4895322" y="4216400"/>
                  </a:lnTo>
                  <a:lnTo>
                    <a:pt x="4919526" y="4229100"/>
                  </a:lnTo>
                  <a:lnTo>
                    <a:pt x="4958744" y="4267200"/>
                  </a:lnTo>
                  <a:lnTo>
                    <a:pt x="4979649" y="4318000"/>
                  </a:lnTo>
                  <a:lnTo>
                    <a:pt x="4982357" y="4343400"/>
                  </a:lnTo>
                  <a:lnTo>
                    <a:pt x="4979649" y="4381500"/>
                  </a:lnTo>
                  <a:lnTo>
                    <a:pt x="4971694" y="4406900"/>
                  </a:lnTo>
                  <a:lnTo>
                    <a:pt x="4958744" y="4432300"/>
                  </a:lnTo>
                  <a:lnTo>
                    <a:pt x="4941050" y="4457700"/>
                  </a:lnTo>
                  <a:lnTo>
                    <a:pt x="5721492" y="4457700"/>
                  </a:lnTo>
                  <a:lnTo>
                    <a:pt x="5841359" y="4394200"/>
                  </a:lnTo>
                  <a:lnTo>
                    <a:pt x="5882547" y="4368800"/>
                  </a:lnTo>
                  <a:lnTo>
                    <a:pt x="5908647" y="4343400"/>
                  </a:lnTo>
                  <a:lnTo>
                    <a:pt x="5269846" y="4343400"/>
                  </a:lnTo>
                  <a:lnTo>
                    <a:pt x="5262647" y="4330700"/>
                  </a:lnTo>
                  <a:lnTo>
                    <a:pt x="5260007" y="4318000"/>
                  </a:lnTo>
                  <a:lnTo>
                    <a:pt x="5260007" y="4254500"/>
                  </a:lnTo>
                  <a:lnTo>
                    <a:pt x="5064273" y="4254500"/>
                  </a:lnTo>
                  <a:lnTo>
                    <a:pt x="5057691" y="4241800"/>
                  </a:lnTo>
                  <a:lnTo>
                    <a:pt x="5040532" y="4241800"/>
                  </a:lnTo>
                  <a:lnTo>
                    <a:pt x="5006284" y="4203700"/>
                  </a:lnTo>
                  <a:close/>
                </a:path>
                <a:path w="6120765" h="4457700">
                  <a:moveTo>
                    <a:pt x="6120679" y="4191000"/>
                  </a:moveTo>
                  <a:lnTo>
                    <a:pt x="6089967" y="4241800"/>
                  </a:lnTo>
                  <a:lnTo>
                    <a:pt x="6063874" y="4279900"/>
                  </a:lnTo>
                  <a:lnTo>
                    <a:pt x="6036023" y="4318000"/>
                  </a:lnTo>
                  <a:lnTo>
                    <a:pt x="6006439" y="4343400"/>
                  </a:lnTo>
                  <a:lnTo>
                    <a:pt x="5975378" y="4381500"/>
                  </a:lnTo>
                  <a:lnTo>
                    <a:pt x="5943121" y="4406900"/>
                  </a:lnTo>
                  <a:lnTo>
                    <a:pt x="5909726" y="4432300"/>
                  </a:lnTo>
                  <a:lnTo>
                    <a:pt x="5875252" y="4457700"/>
                  </a:lnTo>
                  <a:lnTo>
                    <a:pt x="6120679" y="4457700"/>
                  </a:lnTo>
                  <a:lnTo>
                    <a:pt x="6120679" y="4191000"/>
                  </a:lnTo>
                  <a:close/>
                </a:path>
                <a:path w="6120765" h="4457700">
                  <a:moveTo>
                    <a:pt x="4882283" y="4406900"/>
                  </a:moveTo>
                  <a:lnTo>
                    <a:pt x="4800364" y="4406900"/>
                  </a:lnTo>
                  <a:lnTo>
                    <a:pt x="4813040" y="4419600"/>
                  </a:lnTo>
                  <a:lnTo>
                    <a:pt x="4869606" y="4419600"/>
                  </a:lnTo>
                  <a:lnTo>
                    <a:pt x="4882283" y="4406900"/>
                  </a:lnTo>
                  <a:close/>
                </a:path>
                <a:path w="6120765" h="4457700">
                  <a:moveTo>
                    <a:pt x="4882278" y="4279900"/>
                  </a:moveTo>
                  <a:lnTo>
                    <a:pt x="4800358" y="4279900"/>
                  </a:lnTo>
                  <a:lnTo>
                    <a:pt x="4789088" y="4292600"/>
                  </a:lnTo>
                  <a:lnTo>
                    <a:pt x="4779819" y="4305300"/>
                  </a:lnTo>
                  <a:lnTo>
                    <a:pt x="4773033" y="4318000"/>
                  </a:lnTo>
                  <a:lnTo>
                    <a:pt x="4768864" y="4330700"/>
                  </a:lnTo>
                  <a:lnTo>
                    <a:pt x="4767445" y="4343400"/>
                  </a:lnTo>
                  <a:lnTo>
                    <a:pt x="4768864" y="4368800"/>
                  </a:lnTo>
                  <a:lnTo>
                    <a:pt x="4773033" y="4381500"/>
                  </a:lnTo>
                  <a:lnTo>
                    <a:pt x="4779819" y="4394200"/>
                  </a:lnTo>
                  <a:lnTo>
                    <a:pt x="4789088" y="4406900"/>
                  </a:lnTo>
                  <a:lnTo>
                    <a:pt x="4893552" y="4406900"/>
                  </a:lnTo>
                  <a:lnTo>
                    <a:pt x="4902823" y="4394200"/>
                  </a:lnTo>
                  <a:lnTo>
                    <a:pt x="4909609" y="4381500"/>
                  </a:lnTo>
                  <a:lnTo>
                    <a:pt x="4913778" y="4368800"/>
                  </a:lnTo>
                  <a:lnTo>
                    <a:pt x="4915197" y="4343400"/>
                  </a:lnTo>
                  <a:lnTo>
                    <a:pt x="4913778" y="4330700"/>
                  </a:lnTo>
                  <a:lnTo>
                    <a:pt x="4909609" y="4318000"/>
                  </a:lnTo>
                  <a:lnTo>
                    <a:pt x="4902823" y="4305300"/>
                  </a:lnTo>
                  <a:lnTo>
                    <a:pt x="4893552" y="4292600"/>
                  </a:lnTo>
                  <a:lnTo>
                    <a:pt x="4882278" y="4279900"/>
                  </a:lnTo>
                  <a:close/>
                </a:path>
                <a:path w="6120765" h="4457700">
                  <a:moveTo>
                    <a:pt x="5663163" y="4191000"/>
                  </a:moveTo>
                  <a:lnTo>
                    <a:pt x="5632946" y="4203700"/>
                  </a:lnTo>
                  <a:lnTo>
                    <a:pt x="5601831" y="4216400"/>
                  </a:lnTo>
                  <a:lnTo>
                    <a:pt x="5537133" y="4241800"/>
                  </a:lnTo>
                  <a:lnTo>
                    <a:pt x="5537133" y="4318000"/>
                  </a:lnTo>
                  <a:lnTo>
                    <a:pt x="5534495" y="4330700"/>
                  </a:lnTo>
                  <a:lnTo>
                    <a:pt x="5527299" y="4343400"/>
                  </a:lnTo>
                  <a:lnTo>
                    <a:pt x="5908647" y="4343400"/>
                  </a:lnTo>
                  <a:lnTo>
                    <a:pt x="5921697" y="4330700"/>
                  </a:lnTo>
                  <a:lnTo>
                    <a:pt x="5958689" y="4292600"/>
                  </a:lnTo>
                  <a:lnTo>
                    <a:pt x="5993406" y="4254500"/>
                  </a:lnTo>
                  <a:lnTo>
                    <a:pt x="5732881" y="4254500"/>
                  </a:lnTo>
                  <a:lnTo>
                    <a:pt x="5726291" y="4241800"/>
                  </a:lnTo>
                  <a:lnTo>
                    <a:pt x="5709126" y="4241800"/>
                  </a:lnTo>
                  <a:lnTo>
                    <a:pt x="5663163" y="4191000"/>
                  </a:lnTo>
                  <a:close/>
                </a:path>
                <a:path w="6120765" h="4457700">
                  <a:moveTo>
                    <a:pt x="4855842" y="4267200"/>
                  </a:moveTo>
                  <a:lnTo>
                    <a:pt x="4826797" y="4267200"/>
                  </a:lnTo>
                  <a:lnTo>
                    <a:pt x="4813035" y="4279900"/>
                  </a:lnTo>
                  <a:lnTo>
                    <a:pt x="4869601" y="4279900"/>
                  </a:lnTo>
                  <a:lnTo>
                    <a:pt x="4855842" y="4267200"/>
                  </a:lnTo>
                  <a:close/>
                </a:path>
                <a:path w="6120765" h="4457700">
                  <a:moveTo>
                    <a:pt x="5477431" y="4191000"/>
                  </a:moveTo>
                  <a:lnTo>
                    <a:pt x="5319705" y="4191000"/>
                  </a:lnTo>
                  <a:lnTo>
                    <a:pt x="5325199" y="4203700"/>
                  </a:lnTo>
                  <a:lnTo>
                    <a:pt x="5327168" y="4216400"/>
                  </a:lnTo>
                  <a:lnTo>
                    <a:pt x="5327168" y="4279900"/>
                  </a:lnTo>
                  <a:lnTo>
                    <a:pt x="5469973" y="4279900"/>
                  </a:lnTo>
                  <a:lnTo>
                    <a:pt x="5469973" y="4216400"/>
                  </a:lnTo>
                  <a:lnTo>
                    <a:pt x="5471941" y="4203700"/>
                  </a:lnTo>
                  <a:lnTo>
                    <a:pt x="5477431" y="4191000"/>
                  </a:lnTo>
                  <a:close/>
                </a:path>
                <a:path w="6120765" h="4457700">
                  <a:moveTo>
                    <a:pt x="5133977" y="4191000"/>
                  </a:moveTo>
                  <a:lnTo>
                    <a:pt x="5088028" y="4241800"/>
                  </a:lnTo>
                  <a:lnTo>
                    <a:pt x="5070868" y="4241800"/>
                  </a:lnTo>
                  <a:lnTo>
                    <a:pt x="5064273" y="4254500"/>
                  </a:lnTo>
                  <a:lnTo>
                    <a:pt x="5260007" y="4254500"/>
                  </a:lnTo>
                  <a:lnTo>
                    <a:pt x="5260007" y="4241800"/>
                  </a:lnTo>
                  <a:lnTo>
                    <a:pt x="5195320" y="4216400"/>
                  </a:lnTo>
                  <a:lnTo>
                    <a:pt x="5164202" y="4203700"/>
                  </a:lnTo>
                  <a:lnTo>
                    <a:pt x="5133977" y="4191000"/>
                  </a:lnTo>
                  <a:close/>
                </a:path>
                <a:path w="6120765" h="4457700">
                  <a:moveTo>
                    <a:pt x="5847256" y="3162299"/>
                  </a:moveTo>
                  <a:lnTo>
                    <a:pt x="5732505" y="3162299"/>
                  </a:lnTo>
                  <a:lnTo>
                    <a:pt x="5745139" y="3174999"/>
                  </a:lnTo>
                  <a:lnTo>
                    <a:pt x="5756243" y="3174999"/>
                  </a:lnTo>
                  <a:lnTo>
                    <a:pt x="5904768" y="3327400"/>
                  </a:lnTo>
                  <a:lnTo>
                    <a:pt x="5908962" y="3340100"/>
                  </a:lnTo>
                  <a:lnTo>
                    <a:pt x="5912050" y="3340100"/>
                  </a:lnTo>
                  <a:lnTo>
                    <a:pt x="5913960" y="3352800"/>
                  </a:lnTo>
                  <a:lnTo>
                    <a:pt x="5914618" y="3352800"/>
                  </a:lnTo>
                  <a:lnTo>
                    <a:pt x="5913966" y="3365500"/>
                  </a:lnTo>
                  <a:lnTo>
                    <a:pt x="5912061" y="3365500"/>
                  </a:lnTo>
                  <a:lnTo>
                    <a:pt x="5908975" y="3378200"/>
                  </a:lnTo>
                  <a:lnTo>
                    <a:pt x="5904782" y="3378200"/>
                  </a:lnTo>
                  <a:lnTo>
                    <a:pt x="5859120" y="3429000"/>
                  </a:lnTo>
                  <a:lnTo>
                    <a:pt x="5875248" y="3467100"/>
                  </a:lnTo>
                  <a:lnTo>
                    <a:pt x="5889342" y="3492500"/>
                  </a:lnTo>
                  <a:lnTo>
                    <a:pt x="5901380" y="3530600"/>
                  </a:lnTo>
                  <a:lnTo>
                    <a:pt x="5911340" y="3568700"/>
                  </a:lnTo>
                  <a:lnTo>
                    <a:pt x="5999949" y="3568700"/>
                  </a:lnTo>
                  <a:lnTo>
                    <a:pt x="6007146" y="3581400"/>
                  </a:lnTo>
                  <a:lnTo>
                    <a:pt x="6009784" y="3594100"/>
                  </a:lnTo>
                  <a:lnTo>
                    <a:pt x="6009784" y="3822700"/>
                  </a:lnTo>
                  <a:lnTo>
                    <a:pt x="6007146" y="3835400"/>
                  </a:lnTo>
                  <a:lnTo>
                    <a:pt x="5999949" y="3848100"/>
                  </a:lnTo>
                  <a:lnTo>
                    <a:pt x="5911352" y="3848100"/>
                  </a:lnTo>
                  <a:lnTo>
                    <a:pt x="5901390" y="3886200"/>
                  </a:lnTo>
                  <a:lnTo>
                    <a:pt x="5889348" y="3924300"/>
                  </a:lnTo>
                  <a:lnTo>
                    <a:pt x="5875250" y="3949700"/>
                  </a:lnTo>
                  <a:lnTo>
                    <a:pt x="5859120" y="3987800"/>
                  </a:lnTo>
                  <a:lnTo>
                    <a:pt x="5905030" y="4038600"/>
                  </a:lnTo>
                  <a:lnTo>
                    <a:pt x="5912401" y="4038600"/>
                  </a:lnTo>
                  <a:lnTo>
                    <a:pt x="5914858" y="4051300"/>
                  </a:lnTo>
                  <a:lnTo>
                    <a:pt x="5912401" y="4076700"/>
                  </a:lnTo>
                  <a:lnTo>
                    <a:pt x="5905030" y="4076700"/>
                  </a:lnTo>
                  <a:lnTo>
                    <a:pt x="5756622" y="4241800"/>
                  </a:lnTo>
                  <a:lnTo>
                    <a:pt x="5739457" y="4241800"/>
                  </a:lnTo>
                  <a:lnTo>
                    <a:pt x="5732881" y="4254500"/>
                  </a:lnTo>
                  <a:lnTo>
                    <a:pt x="5993406" y="4254500"/>
                  </a:lnTo>
                  <a:lnTo>
                    <a:pt x="6025728" y="4216400"/>
                  </a:lnTo>
                  <a:lnTo>
                    <a:pt x="6055536" y="4165600"/>
                  </a:lnTo>
                  <a:lnTo>
                    <a:pt x="6120679" y="4051300"/>
                  </a:lnTo>
                  <a:lnTo>
                    <a:pt x="6120679" y="3378200"/>
                  </a:lnTo>
                  <a:lnTo>
                    <a:pt x="6095361" y="3314700"/>
                  </a:lnTo>
                  <a:lnTo>
                    <a:pt x="6079182" y="3289300"/>
                  </a:lnTo>
                  <a:lnTo>
                    <a:pt x="6061814" y="3251199"/>
                  </a:lnTo>
                  <a:lnTo>
                    <a:pt x="6043272" y="3225799"/>
                  </a:lnTo>
                  <a:lnTo>
                    <a:pt x="6033421" y="3213099"/>
                  </a:lnTo>
                  <a:lnTo>
                    <a:pt x="5928103" y="3213099"/>
                  </a:lnTo>
                  <a:lnTo>
                    <a:pt x="5901831" y="3200399"/>
                  </a:lnTo>
                  <a:lnTo>
                    <a:pt x="5877627" y="3187699"/>
                  </a:lnTo>
                  <a:lnTo>
                    <a:pt x="5856103" y="3174999"/>
                  </a:lnTo>
                  <a:lnTo>
                    <a:pt x="5847256" y="3162299"/>
                  </a:lnTo>
                  <a:close/>
                </a:path>
                <a:path w="6120765" h="4457700">
                  <a:moveTo>
                    <a:pt x="5674852" y="2895599"/>
                  </a:moveTo>
                  <a:lnTo>
                    <a:pt x="5217086" y="2895599"/>
                  </a:lnTo>
                  <a:lnTo>
                    <a:pt x="5131580" y="2920999"/>
                  </a:lnTo>
                  <a:lnTo>
                    <a:pt x="5090398" y="2946399"/>
                  </a:lnTo>
                  <a:lnTo>
                    <a:pt x="5050365" y="2959099"/>
                  </a:lnTo>
                  <a:lnTo>
                    <a:pt x="5011554" y="2984499"/>
                  </a:lnTo>
                  <a:lnTo>
                    <a:pt x="4974042" y="3009899"/>
                  </a:lnTo>
                  <a:lnTo>
                    <a:pt x="4937901" y="3035299"/>
                  </a:lnTo>
                  <a:lnTo>
                    <a:pt x="4903208" y="3060699"/>
                  </a:lnTo>
                  <a:lnTo>
                    <a:pt x="4870038" y="3086099"/>
                  </a:lnTo>
                  <a:lnTo>
                    <a:pt x="4838464" y="3124199"/>
                  </a:lnTo>
                  <a:lnTo>
                    <a:pt x="4808563" y="3149599"/>
                  </a:lnTo>
                  <a:lnTo>
                    <a:pt x="4780409" y="3187699"/>
                  </a:lnTo>
                  <a:lnTo>
                    <a:pt x="4754077" y="3225799"/>
                  </a:lnTo>
                  <a:lnTo>
                    <a:pt x="4729641" y="3263900"/>
                  </a:lnTo>
                  <a:lnTo>
                    <a:pt x="4707178" y="3302000"/>
                  </a:lnTo>
                  <a:lnTo>
                    <a:pt x="4686761" y="3340100"/>
                  </a:lnTo>
                  <a:lnTo>
                    <a:pt x="4668465" y="3390900"/>
                  </a:lnTo>
                  <a:lnTo>
                    <a:pt x="4652366" y="3429000"/>
                  </a:lnTo>
                  <a:lnTo>
                    <a:pt x="4638538" y="3467100"/>
                  </a:lnTo>
                  <a:lnTo>
                    <a:pt x="4627057" y="3517900"/>
                  </a:lnTo>
                  <a:lnTo>
                    <a:pt x="4617996" y="3568700"/>
                  </a:lnTo>
                  <a:lnTo>
                    <a:pt x="4611432" y="3606800"/>
                  </a:lnTo>
                  <a:lnTo>
                    <a:pt x="4607438" y="3657600"/>
                  </a:lnTo>
                  <a:lnTo>
                    <a:pt x="4606090" y="3708400"/>
                  </a:lnTo>
                  <a:lnTo>
                    <a:pt x="4607554" y="3759200"/>
                  </a:lnTo>
                  <a:lnTo>
                    <a:pt x="4611913" y="3810000"/>
                  </a:lnTo>
                  <a:lnTo>
                    <a:pt x="4619120" y="3860800"/>
                  </a:lnTo>
                  <a:lnTo>
                    <a:pt x="4629128" y="3911600"/>
                  </a:lnTo>
                  <a:lnTo>
                    <a:pt x="4641888" y="3949700"/>
                  </a:lnTo>
                  <a:lnTo>
                    <a:pt x="4657353" y="4000500"/>
                  </a:lnTo>
                  <a:lnTo>
                    <a:pt x="4675475" y="4051300"/>
                  </a:lnTo>
                  <a:lnTo>
                    <a:pt x="4696207" y="4089400"/>
                  </a:lnTo>
                  <a:lnTo>
                    <a:pt x="4719501" y="4140200"/>
                  </a:lnTo>
                  <a:lnTo>
                    <a:pt x="4745309" y="4178300"/>
                  </a:lnTo>
                  <a:lnTo>
                    <a:pt x="4773584" y="4216400"/>
                  </a:lnTo>
                  <a:lnTo>
                    <a:pt x="4789443" y="4216400"/>
                  </a:lnTo>
                  <a:lnTo>
                    <a:pt x="4806124" y="4203700"/>
                  </a:lnTo>
                  <a:lnTo>
                    <a:pt x="5006284" y="4203700"/>
                  </a:lnTo>
                  <a:lnTo>
                    <a:pt x="4892123" y="4076700"/>
                  </a:lnTo>
                  <a:lnTo>
                    <a:pt x="4884747" y="4076700"/>
                  </a:lnTo>
                  <a:lnTo>
                    <a:pt x="4882291" y="4051300"/>
                  </a:lnTo>
                  <a:lnTo>
                    <a:pt x="4884751" y="4038600"/>
                  </a:lnTo>
                  <a:lnTo>
                    <a:pt x="4892123" y="4038600"/>
                  </a:lnTo>
                  <a:lnTo>
                    <a:pt x="4938034" y="3987800"/>
                  </a:lnTo>
                  <a:lnTo>
                    <a:pt x="4921903" y="3949700"/>
                  </a:lnTo>
                  <a:lnTo>
                    <a:pt x="4907805" y="3924300"/>
                  </a:lnTo>
                  <a:lnTo>
                    <a:pt x="4895762" y="3886200"/>
                  </a:lnTo>
                  <a:lnTo>
                    <a:pt x="4885801" y="3848100"/>
                  </a:lnTo>
                  <a:lnTo>
                    <a:pt x="4797195" y="3848100"/>
                  </a:lnTo>
                  <a:lnTo>
                    <a:pt x="4793002" y="3835400"/>
                  </a:lnTo>
                  <a:lnTo>
                    <a:pt x="4789916" y="3835400"/>
                  </a:lnTo>
                  <a:lnTo>
                    <a:pt x="4788014" y="3822700"/>
                  </a:lnTo>
                  <a:lnTo>
                    <a:pt x="4787370" y="3822700"/>
                  </a:lnTo>
                  <a:lnTo>
                    <a:pt x="4787488" y="3594100"/>
                  </a:lnTo>
                  <a:lnTo>
                    <a:pt x="4790127" y="3581400"/>
                  </a:lnTo>
                  <a:lnTo>
                    <a:pt x="4797322" y="3568700"/>
                  </a:lnTo>
                  <a:lnTo>
                    <a:pt x="4885801" y="3568700"/>
                  </a:lnTo>
                  <a:lnTo>
                    <a:pt x="4895762" y="3530600"/>
                  </a:lnTo>
                  <a:lnTo>
                    <a:pt x="4907805" y="3492500"/>
                  </a:lnTo>
                  <a:lnTo>
                    <a:pt x="4921903" y="3467100"/>
                  </a:lnTo>
                  <a:lnTo>
                    <a:pt x="4938034" y="3429000"/>
                  </a:lnTo>
                  <a:lnTo>
                    <a:pt x="4892372" y="3378200"/>
                  </a:lnTo>
                  <a:lnTo>
                    <a:pt x="4888179" y="3378200"/>
                  </a:lnTo>
                  <a:lnTo>
                    <a:pt x="4885092" y="3365500"/>
                  </a:lnTo>
                  <a:lnTo>
                    <a:pt x="4883186" y="3365500"/>
                  </a:lnTo>
                  <a:lnTo>
                    <a:pt x="4882534" y="3352800"/>
                  </a:lnTo>
                  <a:lnTo>
                    <a:pt x="4883186" y="3352800"/>
                  </a:lnTo>
                  <a:lnTo>
                    <a:pt x="4885094" y="3340100"/>
                  </a:lnTo>
                  <a:lnTo>
                    <a:pt x="4888185" y="3340100"/>
                  </a:lnTo>
                  <a:lnTo>
                    <a:pt x="4892386" y="3327400"/>
                  </a:lnTo>
                  <a:lnTo>
                    <a:pt x="5040899" y="3174999"/>
                  </a:lnTo>
                  <a:lnTo>
                    <a:pt x="5052009" y="3174999"/>
                  </a:lnTo>
                  <a:lnTo>
                    <a:pt x="5064645" y="3162299"/>
                  </a:lnTo>
                  <a:lnTo>
                    <a:pt x="5260007" y="3162299"/>
                  </a:lnTo>
                  <a:lnTo>
                    <a:pt x="5260007" y="3098799"/>
                  </a:lnTo>
                  <a:lnTo>
                    <a:pt x="5262647" y="3086099"/>
                  </a:lnTo>
                  <a:lnTo>
                    <a:pt x="5269846" y="3073399"/>
                  </a:lnTo>
                  <a:lnTo>
                    <a:pt x="5814797" y="3073399"/>
                  </a:lnTo>
                  <a:lnTo>
                    <a:pt x="5817505" y="3035299"/>
                  </a:lnTo>
                  <a:lnTo>
                    <a:pt x="5825460" y="3009899"/>
                  </a:lnTo>
                  <a:lnTo>
                    <a:pt x="5838410" y="2984499"/>
                  </a:lnTo>
                  <a:lnTo>
                    <a:pt x="5856103" y="2959099"/>
                  </a:lnTo>
                  <a:lnTo>
                    <a:pt x="5877627" y="2946399"/>
                  </a:lnTo>
                  <a:lnTo>
                    <a:pt x="5701203" y="2946399"/>
                  </a:lnTo>
                  <a:lnTo>
                    <a:pt x="5694925" y="2933699"/>
                  </a:lnTo>
                  <a:lnTo>
                    <a:pt x="5684045" y="2933699"/>
                  </a:lnTo>
                  <a:lnTo>
                    <a:pt x="5679865" y="2920999"/>
                  </a:lnTo>
                  <a:lnTo>
                    <a:pt x="5676772" y="2920999"/>
                  </a:lnTo>
                  <a:lnTo>
                    <a:pt x="5674852" y="2908299"/>
                  </a:lnTo>
                  <a:lnTo>
                    <a:pt x="5674193" y="2908299"/>
                  </a:lnTo>
                  <a:lnTo>
                    <a:pt x="5674852" y="2895599"/>
                  </a:lnTo>
                  <a:close/>
                </a:path>
                <a:path w="6120765" h="4457700">
                  <a:moveTo>
                    <a:pt x="5649993" y="4114800"/>
                  </a:moveTo>
                  <a:lnTo>
                    <a:pt x="5147147" y="4114800"/>
                  </a:lnTo>
                  <a:lnTo>
                    <a:pt x="5183311" y="4140200"/>
                  </a:lnTo>
                  <a:lnTo>
                    <a:pt x="5221038" y="4152900"/>
                  </a:lnTo>
                  <a:lnTo>
                    <a:pt x="5260194" y="4165600"/>
                  </a:lnTo>
                  <a:lnTo>
                    <a:pt x="5300644" y="4178300"/>
                  </a:lnTo>
                  <a:lnTo>
                    <a:pt x="5311313" y="4191000"/>
                  </a:lnTo>
                  <a:lnTo>
                    <a:pt x="5485822" y="4191000"/>
                  </a:lnTo>
                  <a:lnTo>
                    <a:pt x="5496496" y="4178300"/>
                  </a:lnTo>
                  <a:lnTo>
                    <a:pt x="5536947" y="4165600"/>
                  </a:lnTo>
                  <a:lnTo>
                    <a:pt x="5576103" y="4152900"/>
                  </a:lnTo>
                  <a:lnTo>
                    <a:pt x="5613829" y="4140200"/>
                  </a:lnTo>
                  <a:lnTo>
                    <a:pt x="5649993" y="4114800"/>
                  </a:lnTo>
                  <a:close/>
                </a:path>
                <a:path w="6120765" h="4457700">
                  <a:moveTo>
                    <a:pt x="5353630" y="3416300"/>
                  </a:moveTo>
                  <a:lnTo>
                    <a:pt x="5013844" y="3416300"/>
                  </a:lnTo>
                  <a:lnTo>
                    <a:pt x="5013157" y="3429000"/>
                  </a:lnTo>
                  <a:lnTo>
                    <a:pt x="5008656" y="3441700"/>
                  </a:lnTo>
                  <a:lnTo>
                    <a:pt x="4987526" y="3479800"/>
                  </a:lnTo>
                  <a:lnTo>
                    <a:pt x="4969844" y="3517900"/>
                  </a:lnTo>
                  <a:lnTo>
                    <a:pt x="4945051" y="3606800"/>
                  </a:lnTo>
                  <a:lnTo>
                    <a:pt x="4940742" y="3619500"/>
                  </a:lnTo>
                  <a:lnTo>
                    <a:pt x="4933323" y="3619500"/>
                  </a:lnTo>
                  <a:lnTo>
                    <a:pt x="4923560" y="3632200"/>
                  </a:lnTo>
                  <a:lnTo>
                    <a:pt x="4854620" y="3632200"/>
                  </a:lnTo>
                  <a:lnTo>
                    <a:pt x="4854543" y="3784600"/>
                  </a:lnTo>
                  <a:lnTo>
                    <a:pt x="4933323" y="3784600"/>
                  </a:lnTo>
                  <a:lnTo>
                    <a:pt x="4940742" y="3797300"/>
                  </a:lnTo>
                  <a:lnTo>
                    <a:pt x="4945051" y="3810000"/>
                  </a:lnTo>
                  <a:lnTo>
                    <a:pt x="4969844" y="3898900"/>
                  </a:lnTo>
                  <a:lnTo>
                    <a:pt x="4987526" y="3937000"/>
                  </a:lnTo>
                  <a:lnTo>
                    <a:pt x="5008656" y="3975100"/>
                  </a:lnTo>
                  <a:lnTo>
                    <a:pt x="5013157" y="3987800"/>
                  </a:lnTo>
                  <a:lnTo>
                    <a:pt x="5013844" y="3987800"/>
                  </a:lnTo>
                  <a:lnTo>
                    <a:pt x="5010822" y="4000500"/>
                  </a:lnTo>
                  <a:lnTo>
                    <a:pt x="5004196" y="4013200"/>
                  </a:lnTo>
                  <a:lnTo>
                    <a:pt x="4963349" y="4051300"/>
                  </a:lnTo>
                  <a:lnTo>
                    <a:pt x="5064286" y="4165600"/>
                  </a:lnTo>
                  <a:lnTo>
                    <a:pt x="5105172" y="4114800"/>
                  </a:lnTo>
                  <a:lnTo>
                    <a:pt x="5777715" y="4114800"/>
                  </a:lnTo>
                  <a:lnTo>
                    <a:pt x="5833791" y="4051300"/>
                  </a:lnTo>
                  <a:lnTo>
                    <a:pt x="5792944" y="4013200"/>
                  </a:lnTo>
                  <a:lnTo>
                    <a:pt x="5786319" y="4000500"/>
                  </a:lnTo>
                  <a:lnTo>
                    <a:pt x="5353630" y="4000500"/>
                  </a:lnTo>
                  <a:lnTo>
                    <a:pt x="5310969" y="3987800"/>
                  </a:lnTo>
                  <a:lnTo>
                    <a:pt x="5271172" y="3962400"/>
                  </a:lnTo>
                  <a:lnTo>
                    <a:pt x="5234813" y="3937000"/>
                  </a:lnTo>
                  <a:lnTo>
                    <a:pt x="5202469" y="3911600"/>
                  </a:lnTo>
                  <a:lnTo>
                    <a:pt x="5174714" y="3873500"/>
                  </a:lnTo>
                  <a:lnTo>
                    <a:pt x="5152126" y="3835400"/>
                  </a:lnTo>
                  <a:lnTo>
                    <a:pt x="5135278" y="3797300"/>
                  </a:lnTo>
                  <a:lnTo>
                    <a:pt x="5124748" y="3759200"/>
                  </a:lnTo>
                  <a:lnTo>
                    <a:pt x="5121109" y="3708400"/>
                  </a:lnTo>
                  <a:lnTo>
                    <a:pt x="5124748" y="3657600"/>
                  </a:lnTo>
                  <a:lnTo>
                    <a:pt x="5135278" y="3619500"/>
                  </a:lnTo>
                  <a:lnTo>
                    <a:pt x="5152126" y="3568700"/>
                  </a:lnTo>
                  <a:lnTo>
                    <a:pt x="5174714" y="3530600"/>
                  </a:lnTo>
                  <a:lnTo>
                    <a:pt x="5234813" y="3479800"/>
                  </a:lnTo>
                  <a:lnTo>
                    <a:pt x="5271172" y="3454400"/>
                  </a:lnTo>
                  <a:lnTo>
                    <a:pt x="5310969" y="3429000"/>
                  </a:lnTo>
                  <a:lnTo>
                    <a:pt x="5353630" y="3416300"/>
                  </a:lnTo>
                  <a:close/>
                </a:path>
                <a:path w="6120765" h="4457700">
                  <a:moveTo>
                    <a:pt x="5777715" y="4114800"/>
                  </a:moveTo>
                  <a:lnTo>
                    <a:pt x="5691968" y="4114800"/>
                  </a:lnTo>
                  <a:lnTo>
                    <a:pt x="5732854" y="4165600"/>
                  </a:lnTo>
                  <a:lnTo>
                    <a:pt x="5777715" y="4114800"/>
                  </a:lnTo>
                  <a:close/>
                </a:path>
                <a:path w="6120765" h="4457700">
                  <a:moveTo>
                    <a:pt x="5783292" y="3416300"/>
                  </a:moveTo>
                  <a:lnTo>
                    <a:pt x="5443525" y="3416300"/>
                  </a:lnTo>
                  <a:lnTo>
                    <a:pt x="5486185" y="3429000"/>
                  </a:lnTo>
                  <a:lnTo>
                    <a:pt x="5525982" y="3454400"/>
                  </a:lnTo>
                  <a:lnTo>
                    <a:pt x="5562340" y="3479800"/>
                  </a:lnTo>
                  <a:lnTo>
                    <a:pt x="5594684" y="3505200"/>
                  </a:lnTo>
                  <a:lnTo>
                    <a:pt x="5645027" y="3568700"/>
                  </a:lnTo>
                  <a:lnTo>
                    <a:pt x="5661875" y="3619500"/>
                  </a:lnTo>
                  <a:lnTo>
                    <a:pt x="5672405" y="3657600"/>
                  </a:lnTo>
                  <a:lnTo>
                    <a:pt x="5676044" y="3708400"/>
                  </a:lnTo>
                  <a:lnTo>
                    <a:pt x="5672405" y="3759200"/>
                  </a:lnTo>
                  <a:lnTo>
                    <a:pt x="5661875" y="3797300"/>
                  </a:lnTo>
                  <a:lnTo>
                    <a:pt x="5645027" y="3835400"/>
                  </a:lnTo>
                  <a:lnTo>
                    <a:pt x="5622439" y="3873500"/>
                  </a:lnTo>
                  <a:lnTo>
                    <a:pt x="5594684" y="3911600"/>
                  </a:lnTo>
                  <a:lnTo>
                    <a:pt x="5562340" y="3937000"/>
                  </a:lnTo>
                  <a:lnTo>
                    <a:pt x="5525982" y="3962400"/>
                  </a:lnTo>
                  <a:lnTo>
                    <a:pt x="5486185" y="3987800"/>
                  </a:lnTo>
                  <a:lnTo>
                    <a:pt x="5443525" y="4000500"/>
                  </a:lnTo>
                  <a:lnTo>
                    <a:pt x="5786319" y="4000500"/>
                  </a:lnTo>
                  <a:lnTo>
                    <a:pt x="5783296" y="3987800"/>
                  </a:lnTo>
                  <a:lnTo>
                    <a:pt x="5783983" y="3987800"/>
                  </a:lnTo>
                  <a:lnTo>
                    <a:pt x="5788484" y="3975100"/>
                  </a:lnTo>
                  <a:lnTo>
                    <a:pt x="5809614" y="3937000"/>
                  </a:lnTo>
                  <a:lnTo>
                    <a:pt x="5827296" y="3898900"/>
                  </a:lnTo>
                  <a:lnTo>
                    <a:pt x="5852090" y="3810000"/>
                  </a:lnTo>
                  <a:lnTo>
                    <a:pt x="5856398" y="3797300"/>
                  </a:lnTo>
                  <a:lnTo>
                    <a:pt x="5863817" y="3784600"/>
                  </a:lnTo>
                  <a:lnTo>
                    <a:pt x="5942624" y="3784600"/>
                  </a:lnTo>
                  <a:lnTo>
                    <a:pt x="5942624" y="3632200"/>
                  </a:lnTo>
                  <a:lnTo>
                    <a:pt x="5873579" y="3632200"/>
                  </a:lnTo>
                  <a:lnTo>
                    <a:pt x="5863813" y="3619500"/>
                  </a:lnTo>
                  <a:lnTo>
                    <a:pt x="5856393" y="3619500"/>
                  </a:lnTo>
                  <a:lnTo>
                    <a:pt x="5852090" y="3606800"/>
                  </a:lnTo>
                  <a:lnTo>
                    <a:pt x="5827292" y="3517900"/>
                  </a:lnTo>
                  <a:lnTo>
                    <a:pt x="5809612" y="3479800"/>
                  </a:lnTo>
                  <a:lnTo>
                    <a:pt x="5788484" y="3441700"/>
                  </a:lnTo>
                  <a:lnTo>
                    <a:pt x="5783981" y="3429000"/>
                  </a:lnTo>
                  <a:lnTo>
                    <a:pt x="5783292" y="3416300"/>
                  </a:lnTo>
                  <a:close/>
                </a:path>
                <a:path w="6120765" h="4457700">
                  <a:moveTo>
                    <a:pt x="5446742" y="3492500"/>
                  </a:moveTo>
                  <a:lnTo>
                    <a:pt x="5350413" y="3492500"/>
                  </a:lnTo>
                  <a:lnTo>
                    <a:pt x="5306168" y="3505200"/>
                  </a:lnTo>
                  <a:lnTo>
                    <a:pt x="5267116" y="3530600"/>
                  </a:lnTo>
                  <a:lnTo>
                    <a:pt x="5234528" y="3568700"/>
                  </a:lnTo>
                  <a:lnTo>
                    <a:pt x="5209676" y="3606800"/>
                  </a:lnTo>
                  <a:lnTo>
                    <a:pt x="5193832" y="3657600"/>
                  </a:lnTo>
                  <a:lnTo>
                    <a:pt x="5188268" y="3708400"/>
                  </a:lnTo>
                  <a:lnTo>
                    <a:pt x="5193832" y="3759200"/>
                  </a:lnTo>
                  <a:lnTo>
                    <a:pt x="5209676" y="3810000"/>
                  </a:lnTo>
                  <a:lnTo>
                    <a:pt x="5234528" y="3848100"/>
                  </a:lnTo>
                  <a:lnTo>
                    <a:pt x="5267116" y="3873500"/>
                  </a:lnTo>
                  <a:lnTo>
                    <a:pt x="5306168" y="3911600"/>
                  </a:lnTo>
                  <a:lnTo>
                    <a:pt x="5350413" y="3924300"/>
                  </a:lnTo>
                  <a:lnTo>
                    <a:pt x="5446742" y="3924300"/>
                  </a:lnTo>
                  <a:lnTo>
                    <a:pt x="5490986" y="3911600"/>
                  </a:lnTo>
                  <a:lnTo>
                    <a:pt x="5530038" y="3873500"/>
                  </a:lnTo>
                  <a:lnTo>
                    <a:pt x="5562625" y="3848100"/>
                  </a:lnTo>
                  <a:lnTo>
                    <a:pt x="5587477" y="3810000"/>
                  </a:lnTo>
                  <a:lnTo>
                    <a:pt x="5603321" y="3759200"/>
                  </a:lnTo>
                  <a:lnTo>
                    <a:pt x="5608885" y="3708400"/>
                  </a:lnTo>
                  <a:lnTo>
                    <a:pt x="5603321" y="3657600"/>
                  </a:lnTo>
                  <a:lnTo>
                    <a:pt x="5587477" y="3606800"/>
                  </a:lnTo>
                  <a:lnTo>
                    <a:pt x="5562625" y="3568700"/>
                  </a:lnTo>
                  <a:lnTo>
                    <a:pt x="5530038" y="3530600"/>
                  </a:lnTo>
                  <a:lnTo>
                    <a:pt x="5490986" y="3505200"/>
                  </a:lnTo>
                  <a:lnTo>
                    <a:pt x="5446742" y="3492500"/>
                  </a:lnTo>
                  <a:close/>
                </a:path>
                <a:path w="6120765" h="4457700">
                  <a:moveTo>
                    <a:pt x="5064627" y="3251199"/>
                  </a:moveTo>
                  <a:lnTo>
                    <a:pt x="4963612" y="3352800"/>
                  </a:lnTo>
                  <a:lnTo>
                    <a:pt x="5004196" y="3403600"/>
                  </a:lnTo>
                  <a:lnTo>
                    <a:pt x="5010822" y="3416300"/>
                  </a:lnTo>
                  <a:lnTo>
                    <a:pt x="5786313" y="3416300"/>
                  </a:lnTo>
                  <a:lnTo>
                    <a:pt x="5792944" y="3403600"/>
                  </a:lnTo>
                  <a:lnTo>
                    <a:pt x="5833529" y="3352800"/>
                  </a:lnTo>
                  <a:lnTo>
                    <a:pt x="5783021" y="3302000"/>
                  </a:lnTo>
                  <a:lnTo>
                    <a:pt x="5114586" y="3302000"/>
                  </a:lnTo>
                  <a:lnTo>
                    <a:pt x="5105172" y="3289300"/>
                  </a:lnTo>
                  <a:lnTo>
                    <a:pt x="5064627" y="3251199"/>
                  </a:lnTo>
                  <a:close/>
                </a:path>
                <a:path w="6120765" h="4457700">
                  <a:moveTo>
                    <a:pt x="5536949" y="3238499"/>
                  </a:moveTo>
                  <a:lnTo>
                    <a:pt x="5260186" y="3238499"/>
                  </a:lnTo>
                  <a:lnTo>
                    <a:pt x="5221028" y="3263900"/>
                  </a:lnTo>
                  <a:lnTo>
                    <a:pt x="5183304" y="3276600"/>
                  </a:lnTo>
                  <a:lnTo>
                    <a:pt x="5147147" y="3302000"/>
                  </a:lnTo>
                  <a:lnTo>
                    <a:pt x="5649993" y="3302000"/>
                  </a:lnTo>
                  <a:lnTo>
                    <a:pt x="5613835" y="3276600"/>
                  </a:lnTo>
                  <a:lnTo>
                    <a:pt x="5576107" y="3263900"/>
                  </a:lnTo>
                  <a:lnTo>
                    <a:pt x="5536949" y="3238499"/>
                  </a:lnTo>
                  <a:close/>
                </a:path>
                <a:path w="6120765" h="4457700">
                  <a:moveTo>
                    <a:pt x="5732513" y="3251199"/>
                  </a:moveTo>
                  <a:lnTo>
                    <a:pt x="5691955" y="3289300"/>
                  </a:lnTo>
                  <a:lnTo>
                    <a:pt x="5682547" y="3302000"/>
                  </a:lnTo>
                  <a:lnTo>
                    <a:pt x="5783021" y="3302000"/>
                  </a:lnTo>
                  <a:lnTo>
                    <a:pt x="5732513" y="3251199"/>
                  </a:lnTo>
                  <a:close/>
                </a:path>
                <a:path w="6120765" h="4457700">
                  <a:moveTo>
                    <a:pt x="5485822" y="3225799"/>
                  </a:moveTo>
                  <a:lnTo>
                    <a:pt x="5311313" y="3225799"/>
                  </a:lnTo>
                  <a:lnTo>
                    <a:pt x="5300644" y="3238499"/>
                  </a:lnTo>
                  <a:lnTo>
                    <a:pt x="5496496" y="3238499"/>
                  </a:lnTo>
                  <a:lnTo>
                    <a:pt x="5485822" y="3225799"/>
                  </a:lnTo>
                  <a:close/>
                </a:path>
                <a:path w="6120765" h="4457700">
                  <a:moveTo>
                    <a:pt x="5227274" y="3174999"/>
                  </a:moveTo>
                  <a:lnTo>
                    <a:pt x="5088383" y="3174999"/>
                  </a:lnTo>
                  <a:lnTo>
                    <a:pt x="5133991" y="3225799"/>
                  </a:lnTo>
                  <a:lnTo>
                    <a:pt x="5164208" y="3213099"/>
                  </a:lnTo>
                  <a:lnTo>
                    <a:pt x="5195322" y="3187699"/>
                  </a:lnTo>
                  <a:lnTo>
                    <a:pt x="5227274" y="3174999"/>
                  </a:lnTo>
                  <a:close/>
                </a:path>
                <a:path w="6120765" h="4457700">
                  <a:moveTo>
                    <a:pt x="5469973" y="3136899"/>
                  </a:moveTo>
                  <a:lnTo>
                    <a:pt x="5327168" y="3136899"/>
                  </a:lnTo>
                  <a:lnTo>
                    <a:pt x="5327168" y="3200399"/>
                  </a:lnTo>
                  <a:lnTo>
                    <a:pt x="5325199" y="3213099"/>
                  </a:lnTo>
                  <a:lnTo>
                    <a:pt x="5319705" y="3225799"/>
                  </a:lnTo>
                  <a:lnTo>
                    <a:pt x="5477431" y="3225799"/>
                  </a:lnTo>
                  <a:lnTo>
                    <a:pt x="5471941" y="3213099"/>
                  </a:lnTo>
                  <a:lnTo>
                    <a:pt x="5469973" y="3200399"/>
                  </a:lnTo>
                  <a:lnTo>
                    <a:pt x="5469973" y="3136899"/>
                  </a:lnTo>
                  <a:close/>
                </a:path>
                <a:path w="6120765" h="4457700">
                  <a:moveTo>
                    <a:pt x="5708759" y="3174999"/>
                  </a:moveTo>
                  <a:lnTo>
                    <a:pt x="5569875" y="3174999"/>
                  </a:lnTo>
                  <a:lnTo>
                    <a:pt x="5601831" y="3187699"/>
                  </a:lnTo>
                  <a:lnTo>
                    <a:pt x="5632946" y="3213099"/>
                  </a:lnTo>
                  <a:lnTo>
                    <a:pt x="5663163" y="3225799"/>
                  </a:lnTo>
                  <a:lnTo>
                    <a:pt x="5708759" y="3174999"/>
                  </a:lnTo>
                  <a:close/>
                </a:path>
                <a:path w="6120765" h="4457700">
                  <a:moveTo>
                    <a:pt x="6120679" y="2870200"/>
                  </a:moveTo>
                  <a:lnTo>
                    <a:pt x="5726415" y="2870199"/>
                  </a:lnTo>
                  <a:lnTo>
                    <a:pt x="5731515" y="2882899"/>
                  </a:lnTo>
                  <a:lnTo>
                    <a:pt x="5735692" y="2882899"/>
                  </a:lnTo>
                  <a:lnTo>
                    <a:pt x="5738781" y="2895599"/>
                  </a:lnTo>
                  <a:lnTo>
                    <a:pt x="5740696" y="2895599"/>
                  </a:lnTo>
                  <a:lnTo>
                    <a:pt x="5741353" y="2908299"/>
                  </a:lnTo>
                  <a:lnTo>
                    <a:pt x="5740694" y="2908299"/>
                  </a:lnTo>
                  <a:lnTo>
                    <a:pt x="5738776" y="2920999"/>
                  </a:lnTo>
                  <a:lnTo>
                    <a:pt x="5983563" y="2920999"/>
                  </a:lnTo>
                  <a:lnTo>
                    <a:pt x="6009835" y="2933699"/>
                  </a:lnTo>
                  <a:lnTo>
                    <a:pt x="6034039" y="2946399"/>
                  </a:lnTo>
                  <a:lnTo>
                    <a:pt x="6055563" y="2959099"/>
                  </a:lnTo>
                  <a:lnTo>
                    <a:pt x="6083823" y="3009899"/>
                  </a:lnTo>
                  <a:lnTo>
                    <a:pt x="6096179" y="3060699"/>
                  </a:lnTo>
                  <a:lnTo>
                    <a:pt x="6092638" y="3098799"/>
                  </a:lnTo>
                  <a:lnTo>
                    <a:pt x="6073204" y="3149599"/>
                  </a:lnTo>
                  <a:lnTo>
                    <a:pt x="6120679" y="3225799"/>
                  </a:lnTo>
                  <a:lnTo>
                    <a:pt x="6120679" y="2870200"/>
                  </a:lnTo>
                  <a:close/>
                </a:path>
                <a:path w="6120765" h="4457700">
                  <a:moveTo>
                    <a:pt x="6023570" y="3200399"/>
                  </a:moveTo>
                  <a:lnTo>
                    <a:pt x="6007711" y="3200399"/>
                  </a:lnTo>
                  <a:lnTo>
                    <a:pt x="5991030" y="3213099"/>
                  </a:lnTo>
                  <a:lnTo>
                    <a:pt x="6033421" y="3213099"/>
                  </a:lnTo>
                  <a:lnTo>
                    <a:pt x="6023570" y="3200399"/>
                  </a:lnTo>
                  <a:close/>
                </a:path>
                <a:path w="6120765" h="4457700">
                  <a:moveTo>
                    <a:pt x="5260007" y="3162299"/>
                  </a:moveTo>
                  <a:lnTo>
                    <a:pt x="5064645" y="3162299"/>
                  </a:lnTo>
                  <a:lnTo>
                    <a:pt x="5077279" y="3174999"/>
                  </a:lnTo>
                  <a:lnTo>
                    <a:pt x="5260007" y="3174999"/>
                  </a:lnTo>
                  <a:lnTo>
                    <a:pt x="5260007" y="3162299"/>
                  </a:lnTo>
                  <a:close/>
                </a:path>
                <a:path w="6120765" h="4457700">
                  <a:moveTo>
                    <a:pt x="5814797" y="3073399"/>
                  </a:moveTo>
                  <a:lnTo>
                    <a:pt x="5527299" y="3073399"/>
                  </a:lnTo>
                  <a:lnTo>
                    <a:pt x="5534495" y="3086099"/>
                  </a:lnTo>
                  <a:lnTo>
                    <a:pt x="5537133" y="3098799"/>
                  </a:lnTo>
                  <a:lnTo>
                    <a:pt x="5537133" y="3174999"/>
                  </a:lnTo>
                  <a:lnTo>
                    <a:pt x="5719869" y="3174999"/>
                  </a:lnTo>
                  <a:lnTo>
                    <a:pt x="5732505" y="3162299"/>
                  </a:lnTo>
                  <a:lnTo>
                    <a:pt x="5847256" y="3162299"/>
                  </a:lnTo>
                  <a:lnTo>
                    <a:pt x="5838410" y="3149599"/>
                  </a:lnTo>
                  <a:lnTo>
                    <a:pt x="5825460" y="3124199"/>
                  </a:lnTo>
                  <a:lnTo>
                    <a:pt x="5817505" y="3098799"/>
                  </a:lnTo>
                  <a:lnTo>
                    <a:pt x="5814797" y="3073399"/>
                  </a:lnTo>
                  <a:close/>
                </a:path>
                <a:path w="6120765" h="4457700">
                  <a:moveTo>
                    <a:pt x="5984120" y="3136899"/>
                  </a:moveTo>
                  <a:lnTo>
                    <a:pt x="5927542" y="3136899"/>
                  </a:lnTo>
                  <a:lnTo>
                    <a:pt x="5941304" y="3149599"/>
                  </a:lnTo>
                  <a:lnTo>
                    <a:pt x="5970356" y="3149599"/>
                  </a:lnTo>
                  <a:lnTo>
                    <a:pt x="5984120" y="3136899"/>
                  </a:lnTo>
                  <a:close/>
                </a:path>
                <a:path w="6120765" h="4457700">
                  <a:moveTo>
                    <a:pt x="6008079" y="3009899"/>
                  </a:moveTo>
                  <a:lnTo>
                    <a:pt x="5903600" y="3009899"/>
                  </a:lnTo>
                  <a:lnTo>
                    <a:pt x="5894330" y="3022599"/>
                  </a:lnTo>
                  <a:lnTo>
                    <a:pt x="5887544" y="3035299"/>
                  </a:lnTo>
                  <a:lnTo>
                    <a:pt x="5883375" y="3047999"/>
                  </a:lnTo>
                  <a:lnTo>
                    <a:pt x="5881956" y="3073399"/>
                  </a:lnTo>
                  <a:lnTo>
                    <a:pt x="5883375" y="3086099"/>
                  </a:lnTo>
                  <a:lnTo>
                    <a:pt x="5887544" y="3098799"/>
                  </a:lnTo>
                  <a:lnTo>
                    <a:pt x="5894330" y="3111499"/>
                  </a:lnTo>
                  <a:lnTo>
                    <a:pt x="5903600" y="3124199"/>
                  </a:lnTo>
                  <a:lnTo>
                    <a:pt x="5914868" y="3136899"/>
                  </a:lnTo>
                  <a:lnTo>
                    <a:pt x="5996801" y="3136899"/>
                  </a:lnTo>
                  <a:lnTo>
                    <a:pt x="6008079" y="3124199"/>
                  </a:lnTo>
                  <a:lnTo>
                    <a:pt x="6024274" y="3098799"/>
                  </a:lnTo>
                  <a:lnTo>
                    <a:pt x="6029673" y="3073399"/>
                  </a:lnTo>
                  <a:lnTo>
                    <a:pt x="6024274" y="3035299"/>
                  </a:lnTo>
                  <a:lnTo>
                    <a:pt x="6008079" y="3009899"/>
                  </a:lnTo>
                  <a:close/>
                </a:path>
                <a:path w="6120765" h="4457700">
                  <a:moveTo>
                    <a:pt x="5984120" y="2997199"/>
                  </a:moveTo>
                  <a:lnTo>
                    <a:pt x="5927548" y="2997199"/>
                  </a:lnTo>
                  <a:lnTo>
                    <a:pt x="5914870" y="3009899"/>
                  </a:lnTo>
                  <a:lnTo>
                    <a:pt x="5996801" y="3009899"/>
                  </a:lnTo>
                  <a:lnTo>
                    <a:pt x="5984120" y="2997199"/>
                  </a:lnTo>
                  <a:close/>
                </a:path>
                <a:path w="6120765" h="4457700">
                  <a:moveTo>
                    <a:pt x="5928103" y="2920999"/>
                  </a:moveTo>
                  <a:lnTo>
                    <a:pt x="5735686" y="2920999"/>
                  </a:lnTo>
                  <a:lnTo>
                    <a:pt x="5731515" y="2933699"/>
                  </a:lnTo>
                  <a:lnTo>
                    <a:pt x="5720619" y="2933699"/>
                  </a:lnTo>
                  <a:lnTo>
                    <a:pt x="5714335" y="2946399"/>
                  </a:lnTo>
                  <a:lnTo>
                    <a:pt x="5877627" y="2946399"/>
                  </a:lnTo>
                  <a:lnTo>
                    <a:pt x="5901831" y="2933699"/>
                  </a:lnTo>
                  <a:lnTo>
                    <a:pt x="5928103" y="2920999"/>
                  </a:lnTo>
                  <a:close/>
                </a:path>
                <a:path w="6120765" h="4457700">
                  <a:moveTo>
                    <a:pt x="5517443" y="2882899"/>
                  </a:moveTo>
                  <a:lnTo>
                    <a:pt x="5306285" y="2882899"/>
                  </a:lnTo>
                  <a:lnTo>
                    <a:pt x="5261261" y="2895599"/>
                  </a:lnTo>
                  <a:lnTo>
                    <a:pt x="5556403" y="2895599"/>
                  </a:lnTo>
                  <a:lnTo>
                    <a:pt x="5517443" y="2882899"/>
                  </a:lnTo>
                  <a:close/>
                </a:path>
                <a:path w="6120765" h="4457700">
                  <a:moveTo>
                    <a:pt x="6120679" y="2806699"/>
                  </a:moveTo>
                  <a:lnTo>
                    <a:pt x="5484745" y="2806699"/>
                  </a:lnTo>
                  <a:lnTo>
                    <a:pt x="5527450" y="2819399"/>
                  </a:lnTo>
                  <a:lnTo>
                    <a:pt x="5569704" y="2819399"/>
                  </a:lnTo>
                  <a:lnTo>
                    <a:pt x="5581993" y="2832099"/>
                  </a:lnTo>
                  <a:lnTo>
                    <a:pt x="5591029" y="2844799"/>
                  </a:lnTo>
                  <a:lnTo>
                    <a:pt x="5595967" y="2857499"/>
                  </a:lnTo>
                  <a:lnTo>
                    <a:pt x="5595964" y="2870199"/>
                  </a:lnTo>
                  <a:lnTo>
                    <a:pt x="5590786" y="2882899"/>
                  </a:lnTo>
                  <a:lnTo>
                    <a:pt x="5581614" y="2895599"/>
                  </a:lnTo>
                  <a:lnTo>
                    <a:pt x="5676772" y="2895599"/>
                  </a:lnTo>
                  <a:lnTo>
                    <a:pt x="5679865" y="2882899"/>
                  </a:lnTo>
                  <a:lnTo>
                    <a:pt x="5684045" y="2882899"/>
                  </a:lnTo>
                  <a:lnTo>
                    <a:pt x="5689139" y="2870199"/>
                  </a:lnTo>
                  <a:lnTo>
                    <a:pt x="6120679" y="2870200"/>
                  </a:lnTo>
                  <a:lnTo>
                    <a:pt x="6120679" y="28066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267715"/>
            <a:ext cx="5622925" cy="450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&lt;E-MAIL&gt;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&lt;Remitente&gt;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&lt;Nombre&gt;Nuria</a:t>
            </a:r>
            <a:r>
              <a:rPr sz="1800" b="1" spc="-1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Delgado&lt;/Nombre&gt;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&lt;Direccion&gt;</a:t>
            </a:r>
            <a:r>
              <a:rPr sz="1800" b="1" spc="-10" dirty="0">
                <a:latin typeface="Courier New"/>
                <a:cs typeface="Courier New"/>
                <a:hlinkClick r:id="rId2"/>
              </a:rPr>
              <a:t>Nuriadel@gmail.com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&lt;/Direccion&gt;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&lt;/Remitente&gt;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&lt;Destinatario&gt;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&lt;Nombre&gt;Roberto</a:t>
            </a:r>
            <a:r>
              <a:rPr sz="1800" b="1" spc="-1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Cuadra&lt;/Nombre&gt;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&lt;Direccion&gt;</a:t>
            </a:r>
            <a:r>
              <a:rPr sz="1800" b="1" spc="-10" dirty="0">
                <a:latin typeface="Courier New"/>
                <a:cs typeface="Courier New"/>
                <a:hlinkClick r:id="rId3"/>
              </a:rPr>
              <a:t>Robercuadra@gmail.com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&lt;/Direccion&gt;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&lt;/Destinatario&gt;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&lt;Asunto&gt;Reunión&lt;/Asunto&gt;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&lt;Texto&gt;</a:t>
            </a:r>
            <a:endParaRPr sz="1800">
              <a:latin typeface="Courier New"/>
              <a:cs typeface="Courier New"/>
            </a:endParaRPr>
          </a:p>
          <a:p>
            <a:pPr marL="2060575" marR="5080" indent="-1228725">
              <a:lnSpc>
                <a:spcPts val="2020"/>
              </a:lnSpc>
              <a:spcBef>
                <a:spcPts val="50"/>
              </a:spcBef>
            </a:pPr>
            <a:r>
              <a:rPr sz="1800" b="1" dirty="0">
                <a:latin typeface="Courier New"/>
                <a:cs typeface="Courier New"/>
              </a:rPr>
              <a:t>&lt;Parrafo&gt;¿Nos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reunimos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mañana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las </a:t>
            </a:r>
            <a:r>
              <a:rPr sz="1800" b="1" spc="-10" dirty="0">
                <a:latin typeface="Courier New"/>
                <a:cs typeface="Courier New"/>
              </a:rPr>
              <a:t>13:00?&lt;/Parrafo&gt;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64"/>
              </a:lnSpc>
            </a:pPr>
            <a:r>
              <a:rPr sz="1800" b="1" spc="-10" dirty="0">
                <a:latin typeface="Courier New"/>
                <a:cs typeface="Courier New"/>
              </a:rPr>
              <a:t>&lt;/Texto&gt;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75"/>
              </a:lnSpc>
            </a:pPr>
            <a:r>
              <a:rPr sz="1800" b="1" spc="-10" dirty="0">
                <a:latin typeface="Courier New"/>
                <a:cs typeface="Courier New"/>
              </a:rPr>
              <a:t>&lt;/E-Mail&gt;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60431" y="123478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9640" y="274827"/>
            <a:ext cx="4699000" cy="3436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32740" algn="r">
              <a:lnSpc>
                <a:spcPct val="100200"/>
              </a:lnSpc>
              <a:spcBef>
                <a:spcPts val="90"/>
              </a:spcBef>
              <a:buChar char="■"/>
              <a:tabLst>
                <a:tab pos="345440" algn="l"/>
              </a:tabLst>
            </a:pPr>
            <a:r>
              <a:rPr sz="2800" spc="-195" dirty="0">
                <a:latin typeface="Arial"/>
                <a:cs typeface="Arial"/>
              </a:rPr>
              <a:t>Nueva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suscripción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Netflix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de </a:t>
            </a:r>
            <a:r>
              <a:rPr sz="2800" spc="-114" dirty="0">
                <a:latin typeface="Arial"/>
                <a:cs typeface="Arial"/>
              </a:rPr>
              <a:t>María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25" dirty="0">
                <a:latin typeface="Arial"/>
                <a:cs typeface="Arial"/>
              </a:rPr>
              <a:t>Ramírez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Izquierdo. </a:t>
            </a:r>
            <a:r>
              <a:rPr sz="2800" spc="-110" dirty="0">
                <a:latin typeface="Arial"/>
                <a:cs typeface="Arial"/>
              </a:rPr>
              <a:t>Inscripción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estándar.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Coste </a:t>
            </a:r>
            <a:r>
              <a:rPr sz="2800" spc="-155" dirty="0">
                <a:latin typeface="Arial"/>
                <a:cs typeface="Arial"/>
              </a:rPr>
              <a:t>mensual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11,99€.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Incluye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 </a:t>
            </a:r>
            <a:r>
              <a:rPr sz="2800" spc="-95" dirty="0">
                <a:latin typeface="Arial"/>
                <a:cs typeface="Arial"/>
              </a:rPr>
              <a:t>posibilidad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contenidos </a:t>
            </a:r>
            <a:r>
              <a:rPr sz="2800" spc="-35" dirty="0">
                <a:latin typeface="Arial"/>
                <a:cs typeface="Arial"/>
              </a:rPr>
              <a:t>en </a:t>
            </a:r>
            <a:r>
              <a:rPr sz="2800" spc="-175" dirty="0">
                <a:latin typeface="Arial"/>
                <a:cs typeface="Arial"/>
              </a:rPr>
              <a:t>dos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pantallas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mismo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tiempo, </a:t>
            </a:r>
            <a:r>
              <a:rPr sz="2800" spc="-235" dirty="0">
                <a:latin typeface="Arial"/>
                <a:cs typeface="Arial"/>
              </a:rPr>
              <a:t>así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como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tener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descargas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dos</a:t>
            </a:r>
            <a:endParaRPr sz="2800">
              <a:latin typeface="Arial"/>
              <a:cs typeface="Arial"/>
            </a:endParaRPr>
          </a:p>
          <a:p>
            <a:pPr marR="5715" algn="r">
              <a:lnSpc>
                <a:spcPts val="3290"/>
              </a:lnSpc>
            </a:pPr>
            <a:r>
              <a:rPr sz="2800" spc="-95" dirty="0">
                <a:latin typeface="Arial"/>
                <a:cs typeface="Arial"/>
              </a:rPr>
              <a:t>teléfonos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tabletas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60204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413989"/>
            <a:ext cx="6156325" cy="4730115"/>
            <a:chOff x="2987823" y="413989"/>
            <a:chExt cx="6156325" cy="47301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413989"/>
              <a:ext cx="5977255" cy="4318000"/>
            </a:xfrm>
            <a:custGeom>
              <a:avLst/>
              <a:gdLst/>
              <a:ahLst/>
              <a:cxnLst/>
              <a:rect l="l" t="t" r="r" b="b"/>
              <a:pathLst>
                <a:path w="5977255" h="4318000">
                  <a:moveTo>
                    <a:pt x="5976664" y="0"/>
                  </a:moveTo>
                  <a:lnTo>
                    <a:pt x="0" y="0"/>
                  </a:lnTo>
                  <a:lnTo>
                    <a:pt x="0" y="4318000"/>
                  </a:lnTo>
                  <a:lnTo>
                    <a:pt x="4630037" y="4318000"/>
                  </a:lnTo>
                  <a:lnTo>
                    <a:pt x="4612758" y="4292600"/>
                  </a:lnTo>
                  <a:lnTo>
                    <a:pt x="4600108" y="4267200"/>
                  </a:lnTo>
                  <a:lnTo>
                    <a:pt x="4592335" y="4241800"/>
                  </a:lnTo>
                  <a:lnTo>
                    <a:pt x="4589689" y="4216400"/>
                  </a:lnTo>
                  <a:lnTo>
                    <a:pt x="4591185" y="4191000"/>
                  </a:lnTo>
                  <a:lnTo>
                    <a:pt x="4595601" y="4165600"/>
                  </a:lnTo>
                  <a:lnTo>
                    <a:pt x="4602832" y="4152900"/>
                  </a:lnTo>
                  <a:lnTo>
                    <a:pt x="4612772" y="4127500"/>
                  </a:lnTo>
                  <a:lnTo>
                    <a:pt x="4584724" y="4089400"/>
                  </a:lnTo>
                  <a:lnTo>
                    <a:pt x="4558906" y="4051300"/>
                  </a:lnTo>
                  <a:lnTo>
                    <a:pt x="4535358" y="4013200"/>
                  </a:lnTo>
                  <a:lnTo>
                    <a:pt x="4514119" y="3962400"/>
                  </a:lnTo>
                  <a:lnTo>
                    <a:pt x="4495229" y="3924300"/>
                  </a:lnTo>
                  <a:lnTo>
                    <a:pt x="4478729" y="3873500"/>
                  </a:lnTo>
                  <a:lnTo>
                    <a:pt x="4464657" y="3835400"/>
                  </a:lnTo>
                  <a:lnTo>
                    <a:pt x="4453055" y="3784600"/>
                  </a:lnTo>
                  <a:lnTo>
                    <a:pt x="4443962" y="3733800"/>
                  </a:lnTo>
                  <a:lnTo>
                    <a:pt x="4437417" y="3695700"/>
                  </a:lnTo>
                  <a:lnTo>
                    <a:pt x="4433461" y="3644900"/>
                  </a:lnTo>
                  <a:lnTo>
                    <a:pt x="4432133" y="3594100"/>
                  </a:lnTo>
                  <a:lnTo>
                    <a:pt x="4433464" y="3543300"/>
                  </a:lnTo>
                  <a:lnTo>
                    <a:pt x="4437432" y="3492500"/>
                  </a:lnTo>
                  <a:lnTo>
                    <a:pt x="4444003" y="3441700"/>
                  </a:lnTo>
                  <a:lnTo>
                    <a:pt x="4453141" y="3403600"/>
                  </a:lnTo>
                  <a:lnTo>
                    <a:pt x="4464812" y="3352800"/>
                  </a:lnTo>
                  <a:lnTo>
                    <a:pt x="4478979" y="3302000"/>
                  </a:lnTo>
                  <a:lnTo>
                    <a:pt x="4495609" y="3263900"/>
                  </a:lnTo>
                  <a:lnTo>
                    <a:pt x="4514665" y="3213100"/>
                  </a:lnTo>
                  <a:lnTo>
                    <a:pt x="4536112" y="3175000"/>
                  </a:lnTo>
                  <a:lnTo>
                    <a:pt x="4559916" y="3124200"/>
                  </a:lnTo>
                  <a:lnTo>
                    <a:pt x="4586042" y="3086100"/>
                  </a:lnTo>
                  <a:lnTo>
                    <a:pt x="4614453" y="3048000"/>
                  </a:lnTo>
                  <a:lnTo>
                    <a:pt x="4645115" y="3009900"/>
                  </a:lnTo>
                  <a:lnTo>
                    <a:pt x="4677992" y="2971800"/>
                  </a:lnTo>
                  <a:lnTo>
                    <a:pt x="4715489" y="2946400"/>
                  </a:lnTo>
                  <a:lnTo>
                    <a:pt x="4754735" y="2908300"/>
                  </a:lnTo>
                  <a:lnTo>
                    <a:pt x="4795625" y="2870200"/>
                  </a:lnTo>
                  <a:lnTo>
                    <a:pt x="4838051" y="2844800"/>
                  </a:lnTo>
                  <a:lnTo>
                    <a:pt x="4881909" y="2819400"/>
                  </a:lnTo>
                  <a:lnTo>
                    <a:pt x="4927091" y="2794000"/>
                  </a:lnTo>
                  <a:lnTo>
                    <a:pt x="4973492" y="2781300"/>
                  </a:lnTo>
                  <a:lnTo>
                    <a:pt x="5021006" y="2755900"/>
                  </a:lnTo>
                  <a:lnTo>
                    <a:pt x="5118947" y="2730500"/>
                  </a:lnTo>
                  <a:lnTo>
                    <a:pt x="5169162" y="2730500"/>
                  </a:lnTo>
                  <a:lnTo>
                    <a:pt x="5220066" y="2717800"/>
                  </a:lnTo>
                  <a:lnTo>
                    <a:pt x="5976664" y="2717800"/>
                  </a:lnTo>
                  <a:lnTo>
                    <a:pt x="5976664" y="0"/>
                  </a:lnTo>
                  <a:close/>
                </a:path>
                <a:path w="5977255" h="4318000">
                  <a:moveTo>
                    <a:pt x="4881597" y="4064000"/>
                  </a:moveTo>
                  <a:lnTo>
                    <a:pt x="4727407" y="4064000"/>
                  </a:lnTo>
                  <a:lnTo>
                    <a:pt x="4754484" y="4076700"/>
                  </a:lnTo>
                  <a:lnTo>
                    <a:pt x="4780138" y="4076700"/>
                  </a:lnTo>
                  <a:lnTo>
                    <a:pt x="4803772" y="4089400"/>
                  </a:lnTo>
                  <a:lnTo>
                    <a:pt x="4824790" y="4114800"/>
                  </a:lnTo>
                  <a:lnTo>
                    <a:pt x="4842068" y="4127500"/>
                  </a:lnTo>
                  <a:lnTo>
                    <a:pt x="4854713" y="4152900"/>
                  </a:lnTo>
                  <a:lnTo>
                    <a:pt x="4862481" y="4178300"/>
                  </a:lnTo>
                  <a:lnTo>
                    <a:pt x="4865124" y="4216400"/>
                  </a:lnTo>
                  <a:lnTo>
                    <a:pt x="4862481" y="4241800"/>
                  </a:lnTo>
                  <a:lnTo>
                    <a:pt x="4854713" y="4267200"/>
                  </a:lnTo>
                  <a:lnTo>
                    <a:pt x="4842068" y="4292600"/>
                  </a:lnTo>
                  <a:lnTo>
                    <a:pt x="4824790" y="4318000"/>
                  </a:lnTo>
                  <a:lnTo>
                    <a:pt x="5586869" y="4318000"/>
                  </a:lnTo>
                  <a:lnTo>
                    <a:pt x="5703915" y="4254500"/>
                  </a:lnTo>
                  <a:lnTo>
                    <a:pt x="5744134" y="4229100"/>
                  </a:lnTo>
                  <a:lnTo>
                    <a:pt x="5756877" y="4216400"/>
                  </a:lnTo>
                  <a:lnTo>
                    <a:pt x="5169032" y="4216400"/>
                  </a:lnTo>
                  <a:lnTo>
                    <a:pt x="5156273" y="4203700"/>
                  </a:lnTo>
                  <a:lnTo>
                    <a:pt x="5145851" y="4203700"/>
                  </a:lnTo>
                  <a:lnTo>
                    <a:pt x="5138821" y="4191000"/>
                  </a:lnTo>
                  <a:lnTo>
                    <a:pt x="5136243" y="4178300"/>
                  </a:lnTo>
                  <a:lnTo>
                    <a:pt x="5136243" y="4114800"/>
                  </a:lnTo>
                  <a:lnTo>
                    <a:pt x="4928078" y="4114800"/>
                  </a:lnTo>
                  <a:lnTo>
                    <a:pt x="4881597" y="4064000"/>
                  </a:lnTo>
                  <a:close/>
                </a:path>
                <a:path w="5977255" h="4318000">
                  <a:moveTo>
                    <a:pt x="5976664" y="4064000"/>
                  </a:moveTo>
                  <a:lnTo>
                    <a:pt x="5970413" y="4076700"/>
                  </a:lnTo>
                  <a:lnTo>
                    <a:pt x="5946674" y="4114800"/>
                  </a:lnTo>
                  <a:lnTo>
                    <a:pt x="5921195" y="4140200"/>
                  </a:lnTo>
                  <a:lnTo>
                    <a:pt x="5893999" y="4178300"/>
                  </a:lnTo>
                  <a:lnTo>
                    <a:pt x="5865111" y="4203700"/>
                  </a:lnTo>
                  <a:lnTo>
                    <a:pt x="5834781" y="4241800"/>
                  </a:lnTo>
                  <a:lnTo>
                    <a:pt x="5803283" y="4267200"/>
                  </a:lnTo>
                  <a:lnTo>
                    <a:pt x="5770674" y="4292600"/>
                  </a:lnTo>
                  <a:lnTo>
                    <a:pt x="5737011" y="4318000"/>
                  </a:lnTo>
                  <a:lnTo>
                    <a:pt x="5976664" y="4318000"/>
                  </a:lnTo>
                  <a:lnTo>
                    <a:pt x="5976664" y="4064000"/>
                  </a:lnTo>
                  <a:close/>
                </a:path>
                <a:path w="5977255" h="4318000">
                  <a:moveTo>
                    <a:pt x="4741589" y="4279900"/>
                  </a:moveTo>
                  <a:lnTo>
                    <a:pt x="4713227" y="4279900"/>
                  </a:lnTo>
                  <a:lnTo>
                    <a:pt x="4727407" y="4292600"/>
                  </a:lnTo>
                  <a:lnTo>
                    <a:pt x="4741589" y="4279900"/>
                  </a:lnTo>
                  <a:close/>
                </a:path>
                <a:path w="5977255" h="4318000">
                  <a:moveTo>
                    <a:pt x="4778410" y="4152900"/>
                  </a:moveTo>
                  <a:lnTo>
                    <a:pt x="4676404" y="4152900"/>
                  </a:lnTo>
                  <a:lnTo>
                    <a:pt x="4667352" y="4165600"/>
                  </a:lnTo>
                  <a:lnTo>
                    <a:pt x="4660726" y="4178300"/>
                  </a:lnTo>
                  <a:lnTo>
                    <a:pt x="4656655" y="4191000"/>
                  </a:lnTo>
                  <a:lnTo>
                    <a:pt x="4655270" y="4216400"/>
                  </a:lnTo>
                  <a:lnTo>
                    <a:pt x="4656655" y="4229100"/>
                  </a:lnTo>
                  <a:lnTo>
                    <a:pt x="4660726" y="4241800"/>
                  </a:lnTo>
                  <a:lnTo>
                    <a:pt x="4667352" y="4254500"/>
                  </a:lnTo>
                  <a:lnTo>
                    <a:pt x="4676404" y="4267200"/>
                  </a:lnTo>
                  <a:lnTo>
                    <a:pt x="4687413" y="4279900"/>
                  </a:lnTo>
                  <a:lnTo>
                    <a:pt x="4767406" y="4279900"/>
                  </a:lnTo>
                  <a:lnTo>
                    <a:pt x="4794088" y="4241800"/>
                  </a:lnTo>
                  <a:lnTo>
                    <a:pt x="4799544" y="4216400"/>
                  </a:lnTo>
                  <a:lnTo>
                    <a:pt x="4798159" y="4191000"/>
                  </a:lnTo>
                  <a:lnTo>
                    <a:pt x="4794088" y="4178300"/>
                  </a:lnTo>
                  <a:lnTo>
                    <a:pt x="4787462" y="4165600"/>
                  </a:lnTo>
                  <a:lnTo>
                    <a:pt x="4778410" y="4152900"/>
                  </a:lnTo>
                  <a:close/>
                </a:path>
                <a:path w="5977255" h="4318000">
                  <a:moveTo>
                    <a:pt x="5529912" y="4064000"/>
                  </a:moveTo>
                  <a:lnTo>
                    <a:pt x="5500406" y="4076700"/>
                  </a:lnTo>
                  <a:lnTo>
                    <a:pt x="5470023" y="4089400"/>
                  </a:lnTo>
                  <a:lnTo>
                    <a:pt x="5406848" y="4114800"/>
                  </a:lnTo>
                  <a:lnTo>
                    <a:pt x="5406848" y="4178300"/>
                  </a:lnTo>
                  <a:lnTo>
                    <a:pt x="5404271" y="4191000"/>
                  </a:lnTo>
                  <a:lnTo>
                    <a:pt x="5397245" y="4203700"/>
                  </a:lnTo>
                  <a:lnTo>
                    <a:pt x="5386823" y="4203700"/>
                  </a:lnTo>
                  <a:lnTo>
                    <a:pt x="5374059" y="4216400"/>
                  </a:lnTo>
                  <a:lnTo>
                    <a:pt x="5756877" y="4216400"/>
                  </a:lnTo>
                  <a:lnTo>
                    <a:pt x="5782363" y="4191000"/>
                  </a:lnTo>
                  <a:lnTo>
                    <a:pt x="5818485" y="4165600"/>
                  </a:lnTo>
                  <a:lnTo>
                    <a:pt x="5852385" y="4127500"/>
                  </a:lnTo>
                  <a:lnTo>
                    <a:pt x="5862906" y="4114800"/>
                  </a:lnTo>
                  <a:lnTo>
                    <a:pt x="5580941" y="4114800"/>
                  </a:lnTo>
                  <a:lnTo>
                    <a:pt x="5529912" y="4064000"/>
                  </a:lnTo>
                  <a:close/>
                </a:path>
                <a:path w="5977255" h="4318000">
                  <a:moveTo>
                    <a:pt x="4755023" y="4140200"/>
                  </a:moveTo>
                  <a:lnTo>
                    <a:pt x="4699787" y="4140200"/>
                  </a:lnTo>
                  <a:lnTo>
                    <a:pt x="4687408" y="4152900"/>
                  </a:lnTo>
                  <a:lnTo>
                    <a:pt x="4767401" y="4152900"/>
                  </a:lnTo>
                  <a:lnTo>
                    <a:pt x="4755023" y="4140200"/>
                  </a:lnTo>
                  <a:close/>
                </a:path>
                <a:path w="5977255" h="4318000">
                  <a:moveTo>
                    <a:pt x="5356744" y="4051300"/>
                  </a:moveTo>
                  <a:lnTo>
                    <a:pt x="5186341" y="4051300"/>
                  </a:lnTo>
                  <a:lnTo>
                    <a:pt x="5194535" y="4064000"/>
                  </a:lnTo>
                  <a:lnTo>
                    <a:pt x="5199899" y="4076700"/>
                  </a:lnTo>
                  <a:lnTo>
                    <a:pt x="5201822" y="4089400"/>
                  </a:lnTo>
                  <a:lnTo>
                    <a:pt x="5201822" y="4140200"/>
                  </a:lnTo>
                  <a:lnTo>
                    <a:pt x="5341268" y="4140200"/>
                  </a:lnTo>
                  <a:lnTo>
                    <a:pt x="5341268" y="4089400"/>
                  </a:lnTo>
                  <a:lnTo>
                    <a:pt x="5343189" y="4076700"/>
                  </a:lnTo>
                  <a:lnTo>
                    <a:pt x="5348549" y="4064000"/>
                  </a:lnTo>
                  <a:lnTo>
                    <a:pt x="5356744" y="4051300"/>
                  </a:lnTo>
                  <a:close/>
                </a:path>
                <a:path w="5977255" h="4318000">
                  <a:moveTo>
                    <a:pt x="5013178" y="4064000"/>
                  </a:moveTo>
                  <a:lnTo>
                    <a:pt x="4962163" y="4114800"/>
                  </a:lnTo>
                  <a:lnTo>
                    <a:pt x="5136243" y="4114800"/>
                  </a:lnTo>
                  <a:lnTo>
                    <a:pt x="5073077" y="4089400"/>
                  </a:lnTo>
                  <a:lnTo>
                    <a:pt x="5042692" y="4076700"/>
                  </a:lnTo>
                  <a:lnTo>
                    <a:pt x="5013178" y="4064000"/>
                  </a:lnTo>
                  <a:close/>
                </a:path>
                <a:path w="5977255" h="4318000">
                  <a:moveTo>
                    <a:pt x="5718313" y="3073400"/>
                  </a:moveTo>
                  <a:lnTo>
                    <a:pt x="5620801" y="3073400"/>
                  </a:lnTo>
                  <a:lnTo>
                    <a:pt x="5765833" y="3225800"/>
                  </a:lnTo>
                  <a:lnTo>
                    <a:pt x="5769927" y="3238500"/>
                  </a:lnTo>
                  <a:lnTo>
                    <a:pt x="5772943" y="3238500"/>
                  </a:lnTo>
                  <a:lnTo>
                    <a:pt x="5774808" y="3251200"/>
                  </a:lnTo>
                  <a:lnTo>
                    <a:pt x="5775452" y="3251200"/>
                  </a:lnTo>
                  <a:lnTo>
                    <a:pt x="5774815" y="3263900"/>
                  </a:lnTo>
                  <a:lnTo>
                    <a:pt x="5772954" y="3263900"/>
                  </a:lnTo>
                  <a:lnTo>
                    <a:pt x="5769940" y="3276600"/>
                  </a:lnTo>
                  <a:lnTo>
                    <a:pt x="5765845" y="3276600"/>
                  </a:lnTo>
                  <a:lnTo>
                    <a:pt x="5721258" y="3327400"/>
                  </a:lnTo>
                  <a:lnTo>
                    <a:pt x="5737007" y="3352800"/>
                  </a:lnTo>
                  <a:lnTo>
                    <a:pt x="5750769" y="3390900"/>
                  </a:lnTo>
                  <a:lnTo>
                    <a:pt x="5762524" y="3416300"/>
                  </a:lnTo>
                  <a:lnTo>
                    <a:pt x="5772250" y="3454400"/>
                  </a:lnTo>
                  <a:lnTo>
                    <a:pt x="5848352" y="3454400"/>
                  </a:lnTo>
                  <a:lnTo>
                    <a:pt x="5858774" y="3467100"/>
                  </a:lnTo>
                  <a:lnTo>
                    <a:pt x="5865801" y="3467100"/>
                  </a:lnTo>
                  <a:lnTo>
                    <a:pt x="5868377" y="3479800"/>
                  </a:lnTo>
                  <a:lnTo>
                    <a:pt x="5868377" y="3695700"/>
                  </a:lnTo>
                  <a:lnTo>
                    <a:pt x="5865801" y="3708400"/>
                  </a:lnTo>
                  <a:lnTo>
                    <a:pt x="5858774" y="3721100"/>
                  </a:lnTo>
                  <a:lnTo>
                    <a:pt x="5848352" y="3733800"/>
                  </a:lnTo>
                  <a:lnTo>
                    <a:pt x="5772261" y="3733800"/>
                  </a:lnTo>
                  <a:lnTo>
                    <a:pt x="5762534" y="3771900"/>
                  </a:lnTo>
                  <a:lnTo>
                    <a:pt x="5750775" y="3797300"/>
                  </a:lnTo>
                  <a:lnTo>
                    <a:pt x="5737009" y="3835400"/>
                  </a:lnTo>
                  <a:lnTo>
                    <a:pt x="5721258" y="3860800"/>
                  </a:lnTo>
                  <a:lnTo>
                    <a:pt x="5766088" y="3911600"/>
                  </a:lnTo>
                  <a:lnTo>
                    <a:pt x="5773286" y="3924300"/>
                  </a:lnTo>
                  <a:lnTo>
                    <a:pt x="5775685" y="3937000"/>
                  </a:lnTo>
                  <a:lnTo>
                    <a:pt x="5773286" y="3949700"/>
                  </a:lnTo>
                  <a:lnTo>
                    <a:pt x="5766088" y="3949700"/>
                  </a:lnTo>
                  <a:lnTo>
                    <a:pt x="5615024" y="4114800"/>
                  </a:lnTo>
                  <a:lnTo>
                    <a:pt x="5862906" y="4114800"/>
                  </a:lnTo>
                  <a:lnTo>
                    <a:pt x="5883947" y="4089400"/>
                  </a:lnTo>
                  <a:lnTo>
                    <a:pt x="5913053" y="4038600"/>
                  </a:lnTo>
                  <a:lnTo>
                    <a:pt x="5976664" y="3924300"/>
                  </a:lnTo>
                  <a:lnTo>
                    <a:pt x="5976664" y="3263900"/>
                  </a:lnTo>
                  <a:lnTo>
                    <a:pt x="5951941" y="3213100"/>
                  </a:lnTo>
                  <a:lnTo>
                    <a:pt x="5936143" y="3187700"/>
                  </a:lnTo>
                  <a:lnTo>
                    <a:pt x="5919183" y="3149600"/>
                  </a:lnTo>
                  <a:lnTo>
                    <a:pt x="5901077" y="3124200"/>
                  </a:lnTo>
                  <a:lnTo>
                    <a:pt x="5891457" y="3111500"/>
                  </a:lnTo>
                  <a:lnTo>
                    <a:pt x="5762965" y="3111500"/>
                  </a:lnTo>
                  <a:lnTo>
                    <a:pt x="5739330" y="3098800"/>
                  </a:lnTo>
                  <a:lnTo>
                    <a:pt x="5718313" y="3073400"/>
                  </a:lnTo>
                  <a:close/>
                </a:path>
                <a:path w="5977255" h="4318000">
                  <a:moveTo>
                    <a:pt x="5541327" y="2806700"/>
                  </a:moveTo>
                  <a:lnTo>
                    <a:pt x="5088015" y="2806700"/>
                  </a:lnTo>
                  <a:lnTo>
                    <a:pt x="5044379" y="2819400"/>
                  </a:lnTo>
                  <a:lnTo>
                    <a:pt x="5001807" y="2844800"/>
                  </a:lnTo>
                  <a:lnTo>
                    <a:pt x="4960378" y="2857500"/>
                  </a:lnTo>
                  <a:lnTo>
                    <a:pt x="4920176" y="2882900"/>
                  </a:lnTo>
                  <a:lnTo>
                    <a:pt x="4881281" y="2895600"/>
                  </a:lnTo>
                  <a:lnTo>
                    <a:pt x="4843775" y="2921000"/>
                  </a:lnTo>
                  <a:lnTo>
                    <a:pt x="4807739" y="2946400"/>
                  </a:lnTo>
                  <a:lnTo>
                    <a:pt x="4773255" y="2984500"/>
                  </a:lnTo>
                  <a:lnTo>
                    <a:pt x="4740405" y="3009900"/>
                  </a:lnTo>
                  <a:lnTo>
                    <a:pt x="4709270" y="3035300"/>
                  </a:lnTo>
                  <a:lnTo>
                    <a:pt x="4679932" y="3073400"/>
                  </a:lnTo>
                  <a:lnTo>
                    <a:pt x="4652473" y="3111500"/>
                  </a:lnTo>
                  <a:lnTo>
                    <a:pt x="4626973" y="3149600"/>
                  </a:lnTo>
                  <a:lnTo>
                    <a:pt x="4603514" y="3187700"/>
                  </a:lnTo>
                  <a:lnTo>
                    <a:pt x="4582179" y="3225800"/>
                  </a:lnTo>
                  <a:lnTo>
                    <a:pt x="4563048" y="3263900"/>
                  </a:lnTo>
                  <a:lnTo>
                    <a:pt x="4546203" y="3314700"/>
                  </a:lnTo>
                  <a:lnTo>
                    <a:pt x="4531727" y="3352800"/>
                  </a:lnTo>
                  <a:lnTo>
                    <a:pt x="4519699" y="3403600"/>
                  </a:lnTo>
                  <a:lnTo>
                    <a:pt x="4510202" y="3454400"/>
                  </a:lnTo>
                  <a:lnTo>
                    <a:pt x="4503318" y="3492500"/>
                  </a:lnTo>
                  <a:lnTo>
                    <a:pt x="4499127" y="3543300"/>
                  </a:lnTo>
                  <a:lnTo>
                    <a:pt x="4497712" y="3594100"/>
                  </a:lnTo>
                  <a:lnTo>
                    <a:pt x="4499141" y="3644900"/>
                  </a:lnTo>
                  <a:lnTo>
                    <a:pt x="4503398" y="3695700"/>
                  </a:lnTo>
                  <a:lnTo>
                    <a:pt x="4510436" y="3733800"/>
                  </a:lnTo>
                  <a:lnTo>
                    <a:pt x="4520208" y="3784600"/>
                  </a:lnTo>
                  <a:lnTo>
                    <a:pt x="4532667" y="3835400"/>
                  </a:lnTo>
                  <a:lnTo>
                    <a:pt x="4547769" y="3873500"/>
                  </a:lnTo>
                  <a:lnTo>
                    <a:pt x="4565464" y="3924300"/>
                  </a:lnTo>
                  <a:lnTo>
                    <a:pt x="4585708" y="3962400"/>
                  </a:lnTo>
                  <a:lnTo>
                    <a:pt x="4608454" y="4000500"/>
                  </a:lnTo>
                  <a:lnTo>
                    <a:pt x="4633655" y="4051300"/>
                  </a:lnTo>
                  <a:lnTo>
                    <a:pt x="4661264" y="4089400"/>
                  </a:lnTo>
                  <a:lnTo>
                    <a:pt x="4676751" y="4076700"/>
                  </a:lnTo>
                  <a:lnTo>
                    <a:pt x="4693039" y="4076700"/>
                  </a:lnTo>
                  <a:lnTo>
                    <a:pt x="4709976" y="4064000"/>
                  </a:lnTo>
                  <a:lnTo>
                    <a:pt x="4881597" y="4064000"/>
                  </a:lnTo>
                  <a:lnTo>
                    <a:pt x="4777014" y="3949700"/>
                  </a:lnTo>
                  <a:lnTo>
                    <a:pt x="4769812" y="3949700"/>
                  </a:lnTo>
                  <a:lnTo>
                    <a:pt x="4767413" y="3937000"/>
                  </a:lnTo>
                  <a:lnTo>
                    <a:pt x="4769815" y="3924300"/>
                  </a:lnTo>
                  <a:lnTo>
                    <a:pt x="4777014" y="3911600"/>
                  </a:lnTo>
                  <a:lnTo>
                    <a:pt x="4821844" y="3860800"/>
                  </a:lnTo>
                  <a:lnTo>
                    <a:pt x="4806094" y="3835400"/>
                  </a:lnTo>
                  <a:lnTo>
                    <a:pt x="4792327" y="3797300"/>
                  </a:lnTo>
                  <a:lnTo>
                    <a:pt x="4780568" y="3771900"/>
                  </a:lnTo>
                  <a:lnTo>
                    <a:pt x="4770841" y="3733800"/>
                  </a:lnTo>
                  <a:lnTo>
                    <a:pt x="4690468" y="3733800"/>
                  </a:lnTo>
                  <a:lnTo>
                    <a:pt x="4684320" y="3721100"/>
                  </a:lnTo>
                  <a:lnTo>
                    <a:pt x="4680225" y="3721100"/>
                  </a:lnTo>
                  <a:lnTo>
                    <a:pt x="4677212" y="3708400"/>
                  </a:lnTo>
                  <a:lnTo>
                    <a:pt x="4675355" y="3708400"/>
                  </a:lnTo>
                  <a:lnTo>
                    <a:pt x="4674726" y="3695700"/>
                  </a:lnTo>
                  <a:lnTo>
                    <a:pt x="4674842" y="3479800"/>
                  </a:lnTo>
                  <a:lnTo>
                    <a:pt x="4677418" y="3467100"/>
                  </a:lnTo>
                  <a:lnTo>
                    <a:pt x="4684444" y="3467100"/>
                  </a:lnTo>
                  <a:lnTo>
                    <a:pt x="4694867" y="3454400"/>
                  </a:lnTo>
                  <a:lnTo>
                    <a:pt x="4770841" y="3454400"/>
                  </a:lnTo>
                  <a:lnTo>
                    <a:pt x="4780568" y="3416300"/>
                  </a:lnTo>
                  <a:lnTo>
                    <a:pt x="4792327" y="3390900"/>
                  </a:lnTo>
                  <a:lnTo>
                    <a:pt x="4806094" y="3352800"/>
                  </a:lnTo>
                  <a:lnTo>
                    <a:pt x="4821844" y="3327400"/>
                  </a:lnTo>
                  <a:lnTo>
                    <a:pt x="4777258" y="3276600"/>
                  </a:lnTo>
                  <a:lnTo>
                    <a:pt x="4773163" y="3276600"/>
                  </a:lnTo>
                  <a:lnTo>
                    <a:pt x="4770149" y="3263900"/>
                  </a:lnTo>
                  <a:lnTo>
                    <a:pt x="4768287" y="3263900"/>
                  </a:lnTo>
                  <a:lnTo>
                    <a:pt x="4767651" y="3251200"/>
                  </a:lnTo>
                  <a:lnTo>
                    <a:pt x="4768287" y="3251200"/>
                  </a:lnTo>
                  <a:lnTo>
                    <a:pt x="4770150" y="3238500"/>
                  </a:lnTo>
                  <a:lnTo>
                    <a:pt x="4773169" y="3238500"/>
                  </a:lnTo>
                  <a:lnTo>
                    <a:pt x="4777271" y="3225800"/>
                  </a:lnTo>
                  <a:lnTo>
                    <a:pt x="4922288" y="3073400"/>
                  </a:lnTo>
                  <a:lnTo>
                    <a:pt x="5136243" y="3073400"/>
                  </a:lnTo>
                  <a:lnTo>
                    <a:pt x="5136243" y="3009900"/>
                  </a:lnTo>
                  <a:lnTo>
                    <a:pt x="5138821" y="2997200"/>
                  </a:lnTo>
                  <a:lnTo>
                    <a:pt x="5145851" y="2984500"/>
                  </a:lnTo>
                  <a:lnTo>
                    <a:pt x="5156273" y="2971800"/>
                  </a:lnTo>
                  <a:lnTo>
                    <a:pt x="5677978" y="2971800"/>
                  </a:lnTo>
                  <a:lnTo>
                    <a:pt x="5680622" y="2946400"/>
                  </a:lnTo>
                  <a:lnTo>
                    <a:pt x="5701036" y="2895600"/>
                  </a:lnTo>
                  <a:lnTo>
                    <a:pt x="5739330" y="2857500"/>
                  </a:lnTo>
                  <a:lnTo>
                    <a:pt x="5762965" y="2844800"/>
                  </a:lnTo>
                  <a:lnTo>
                    <a:pt x="5550303" y="2844800"/>
                  </a:lnTo>
                  <a:lnTo>
                    <a:pt x="5546222" y="2832100"/>
                  </a:lnTo>
                  <a:lnTo>
                    <a:pt x="5543202" y="2832100"/>
                  </a:lnTo>
                  <a:lnTo>
                    <a:pt x="5541327" y="2819400"/>
                  </a:lnTo>
                  <a:lnTo>
                    <a:pt x="5540683" y="2819400"/>
                  </a:lnTo>
                  <a:lnTo>
                    <a:pt x="5541327" y="2806700"/>
                  </a:lnTo>
                  <a:close/>
                </a:path>
                <a:path w="5977255" h="4318000">
                  <a:moveTo>
                    <a:pt x="5517052" y="3987800"/>
                  </a:moveTo>
                  <a:lnTo>
                    <a:pt x="5026037" y="3987800"/>
                  </a:lnTo>
                  <a:lnTo>
                    <a:pt x="5061350" y="4013200"/>
                  </a:lnTo>
                  <a:lnTo>
                    <a:pt x="5098190" y="4025900"/>
                  </a:lnTo>
                  <a:lnTo>
                    <a:pt x="5136425" y="4038600"/>
                  </a:lnTo>
                  <a:lnTo>
                    <a:pt x="5175924" y="4051300"/>
                  </a:lnTo>
                  <a:lnTo>
                    <a:pt x="5367167" y="4051300"/>
                  </a:lnTo>
                  <a:lnTo>
                    <a:pt x="5406666" y="4038600"/>
                  </a:lnTo>
                  <a:lnTo>
                    <a:pt x="5444900" y="4025900"/>
                  </a:lnTo>
                  <a:lnTo>
                    <a:pt x="5481740" y="4013200"/>
                  </a:lnTo>
                  <a:lnTo>
                    <a:pt x="5517052" y="3987800"/>
                  </a:lnTo>
                  <a:close/>
                </a:path>
                <a:path w="5977255" h="4318000">
                  <a:moveTo>
                    <a:pt x="5656639" y="3886200"/>
                  </a:moveTo>
                  <a:lnTo>
                    <a:pt x="4886450" y="3886200"/>
                  </a:lnTo>
                  <a:lnTo>
                    <a:pt x="4846565" y="3937000"/>
                  </a:lnTo>
                  <a:lnTo>
                    <a:pt x="4945127" y="4038600"/>
                  </a:lnTo>
                  <a:lnTo>
                    <a:pt x="4985050" y="3987800"/>
                  </a:lnTo>
                  <a:lnTo>
                    <a:pt x="5647245" y="3987800"/>
                  </a:lnTo>
                  <a:lnTo>
                    <a:pt x="5696526" y="3937000"/>
                  </a:lnTo>
                  <a:lnTo>
                    <a:pt x="5656639" y="3886200"/>
                  </a:lnTo>
                  <a:close/>
                </a:path>
                <a:path w="5977255" h="4318000">
                  <a:moveTo>
                    <a:pt x="5647245" y="3987800"/>
                  </a:moveTo>
                  <a:lnTo>
                    <a:pt x="5558040" y="3987800"/>
                  </a:lnTo>
                  <a:lnTo>
                    <a:pt x="5597964" y="4038600"/>
                  </a:lnTo>
                  <a:lnTo>
                    <a:pt x="5647245" y="3987800"/>
                  </a:lnTo>
                  <a:close/>
                </a:path>
                <a:path w="5977255" h="4318000">
                  <a:moveTo>
                    <a:pt x="4945460" y="3149600"/>
                  </a:moveTo>
                  <a:lnTo>
                    <a:pt x="4846821" y="3251200"/>
                  </a:lnTo>
                  <a:lnTo>
                    <a:pt x="4886450" y="3289300"/>
                  </a:lnTo>
                  <a:lnTo>
                    <a:pt x="4892920" y="3302000"/>
                  </a:lnTo>
                  <a:lnTo>
                    <a:pt x="4895871" y="3314700"/>
                  </a:lnTo>
                  <a:lnTo>
                    <a:pt x="4895200" y="3327400"/>
                  </a:lnTo>
                  <a:lnTo>
                    <a:pt x="4890805" y="3340100"/>
                  </a:lnTo>
                  <a:lnTo>
                    <a:pt x="4870173" y="3378200"/>
                  </a:lnTo>
                  <a:lnTo>
                    <a:pt x="4852907" y="3416300"/>
                  </a:lnTo>
                  <a:lnTo>
                    <a:pt x="4839063" y="3454400"/>
                  </a:lnTo>
                  <a:lnTo>
                    <a:pt x="4828697" y="3492500"/>
                  </a:lnTo>
                  <a:lnTo>
                    <a:pt x="4824489" y="3505200"/>
                  </a:lnTo>
                  <a:lnTo>
                    <a:pt x="4817244" y="3517900"/>
                  </a:lnTo>
                  <a:lnTo>
                    <a:pt x="4740395" y="3517900"/>
                  </a:lnTo>
                  <a:lnTo>
                    <a:pt x="4740318" y="3670300"/>
                  </a:lnTo>
                  <a:lnTo>
                    <a:pt x="4817244" y="3670300"/>
                  </a:lnTo>
                  <a:lnTo>
                    <a:pt x="4824489" y="3683000"/>
                  </a:lnTo>
                  <a:lnTo>
                    <a:pt x="4828697" y="3695700"/>
                  </a:lnTo>
                  <a:lnTo>
                    <a:pt x="4839063" y="3733800"/>
                  </a:lnTo>
                  <a:lnTo>
                    <a:pt x="4852907" y="3771900"/>
                  </a:lnTo>
                  <a:lnTo>
                    <a:pt x="4870173" y="3810000"/>
                  </a:lnTo>
                  <a:lnTo>
                    <a:pt x="4890805" y="3848100"/>
                  </a:lnTo>
                  <a:lnTo>
                    <a:pt x="4895200" y="3860800"/>
                  </a:lnTo>
                  <a:lnTo>
                    <a:pt x="4895871" y="3873500"/>
                  </a:lnTo>
                  <a:lnTo>
                    <a:pt x="4892920" y="3886200"/>
                  </a:lnTo>
                  <a:lnTo>
                    <a:pt x="5650170" y="3886200"/>
                  </a:lnTo>
                  <a:lnTo>
                    <a:pt x="5647218" y="3873500"/>
                  </a:lnTo>
                  <a:lnTo>
                    <a:pt x="5222912" y="3873500"/>
                  </a:lnTo>
                  <a:lnTo>
                    <a:pt x="5177107" y="3860800"/>
                  </a:lnTo>
                  <a:lnTo>
                    <a:pt x="5134908" y="3835400"/>
                  </a:lnTo>
                  <a:lnTo>
                    <a:pt x="5097086" y="3810000"/>
                  </a:lnTo>
                  <a:lnTo>
                    <a:pt x="5064412" y="3771900"/>
                  </a:lnTo>
                  <a:lnTo>
                    <a:pt x="5037656" y="3733800"/>
                  </a:lnTo>
                  <a:lnTo>
                    <a:pt x="5017591" y="3695700"/>
                  </a:lnTo>
                  <a:lnTo>
                    <a:pt x="5004986" y="3644900"/>
                  </a:lnTo>
                  <a:lnTo>
                    <a:pt x="5000613" y="3594100"/>
                  </a:lnTo>
                  <a:lnTo>
                    <a:pt x="5004986" y="3543300"/>
                  </a:lnTo>
                  <a:lnTo>
                    <a:pt x="5017591" y="3492500"/>
                  </a:lnTo>
                  <a:lnTo>
                    <a:pt x="5037656" y="3454400"/>
                  </a:lnTo>
                  <a:lnTo>
                    <a:pt x="5064412" y="3416300"/>
                  </a:lnTo>
                  <a:lnTo>
                    <a:pt x="5097086" y="3378200"/>
                  </a:lnTo>
                  <a:lnTo>
                    <a:pt x="5134908" y="3352800"/>
                  </a:lnTo>
                  <a:lnTo>
                    <a:pt x="5177107" y="3327400"/>
                  </a:lnTo>
                  <a:lnTo>
                    <a:pt x="5222912" y="3314700"/>
                  </a:lnTo>
                  <a:lnTo>
                    <a:pt x="5647214" y="3314700"/>
                  </a:lnTo>
                  <a:lnTo>
                    <a:pt x="5650164" y="3302000"/>
                  </a:lnTo>
                  <a:lnTo>
                    <a:pt x="5656639" y="3289300"/>
                  </a:lnTo>
                  <a:lnTo>
                    <a:pt x="5696270" y="3251200"/>
                  </a:lnTo>
                  <a:lnTo>
                    <a:pt x="5646950" y="3200400"/>
                  </a:lnTo>
                  <a:lnTo>
                    <a:pt x="4994243" y="3200400"/>
                  </a:lnTo>
                  <a:lnTo>
                    <a:pt x="4985050" y="3187700"/>
                  </a:lnTo>
                  <a:lnTo>
                    <a:pt x="4945460" y="3149600"/>
                  </a:lnTo>
                  <a:close/>
                </a:path>
                <a:path w="5977255" h="4318000">
                  <a:moveTo>
                    <a:pt x="5647214" y="3314700"/>
                  </a:moveTo>
                  <a:lnTo>
                    <a:pt x="5320190" y="3314700"/>
                  </a:lnTo>
                  <a:lnTo>
                    <a:pt x="5365995" y="3327400"/>
                  </a:lnTo>
                  <a:lnTo>
                    <a:pt x="5408194" y="3352800"/>
                  </a:lnTo>
                  <a:lnTo>
                    <a:pt x="5446016" y="3378200"/>
                  </a:lnTo>
                  <a:lnTo>
                    <a:pt x="5478690" y="3416300"/>
                  </a:lnTo>
                  <a:lnTo>
                    <a:pt x="5505446" y="3454400"/>
                  </a:lnTo>
                  <a:lnTo>
                    <a:pt x="5525511" y="3492500"/>
                  </a:lnTo>
                  <a:lnTo>
                    <a:pt x="5538116" y="3543300"/>
                  </a:lnTo>
                  <a:lnTo>
                    <a:pt x="5542489" y="3594100"/>
                  </a:lnTo>
                  <a:lnTo>
                    <a:pt x="5538116" y="3644900"/>
                  </a:lnTo>
                  <a:lnTo>
                    <a:pt x="5525511" y="3695700"/>
                  </a:lnTo>
                  <a:lnTo>
                    <a:pt x="5505446" y="3733800"/>
                  </a:lnTo>
                  <a:lnTo>
                    <a:pt x="5478690" y="3771900"/>
                  </a:lnTo>
                  <a:lnTo>
                    <a:pt x="5446016" y="3810000"/>
                  </a:lnTo>
                  <a:lnTo>
                    <a:pt x="5408194" y="3835400"/>
                  </a:lnTo>
                  <a:lnTo>
                    <a:pt x="5365995" y="3860800"/>
                  </a:lnTo>
                  <a:lnTo>
                    <a:pt x="5320190" y="3873500"/>
                  </a:lnTo>
                  <a:lnTo>
                    <a:pt x="5647218" y="3873500"/>
                  </a:lnTo>
                  <a:lnTo>
                    <a:pt x="5647889" y="3860800"/>
                  </a:lnTo>
                  <a:lnTo>
                    <a:pt x="5652284" y="3848100"/>
                  </a:lnTo>
                  <a:lnTo>
                    <a:pt x="5672917" y="3810000"/>
                  </a:lnTo>
                  <a:lnTo>
                    <a:pt x="5690184" y="3771900"/>
                  </a:lnTo>
                  <a:lnTo>
                    <a:pt x="5704028" y="3733800"/>
                  </a:lnTo>
                  <a:lnTo>
                    <a:pt x="5714394" y="3695700"/>
                  </a:lnTo>
                  <a:lnTo>
                    <a:pt x="5718601" y="3683000"/>
                  </a:lnTo>
                  <a:lnTo>
                    <a:pt x="5725845" y="3670300"/>
                  </a:lnTo>
                  <a:lnTo>
                    <a:pt x="5802797" y="3670300"/>
                  </a:lnTo>
                  <a:lnTo>
                    <a:pt x="5802797" y="3517900"/>
                  </a:lnTo>
                  <a:lnTo>
                    <a:pt x="5725841" y="3517900"/>
                  </a:lnTo>
                  <a:lnTo>
                    <a:pt x="5718596" y="3505200"/>
                  </a:lnTo>
                  <a:lnTo>
                    <a:pt x="5714394" y="3492500"/>
                  </a:lnTo>
                  <a:lnTo>
                    <a:pt x="5704023" y="3454400"/>
                  </a:lnTo>
                  <a:lnTo>
                    <a:pt x="5690179" y="3416300"/>
                  </a:lnTo>
                  <a:lnTo>
                    <a:pt x="5672915" y="3378200"/>
                  </a:lnTo>
                  <a:lnTo>
                    <a:pt x="5652284" y="3340100"/>
                  </a:lnTo>
                  <a:lnTo>
                    <a:pt x="5647887" y="3327400"/>
                  </a:lnTo>
                  <a:lnTo>
                    <a:pt x="5647214" y="3314700"/>
                  </a:lnTo>
                  <a:close/>
                </a:path>
                <a:path w="5977255" h="4318000">
                  <a:moveTo>
                    <a:pt x="5271551" y="3378200"/>
                  </a:moveTo>
                  <a:lnTo>
                    <a:pt x="5224519" y="3390900"/>
                  </a:lnTo>
                  <a:lnTo>
                    <a:pt x="5181316" y="3403600"/>
                  </a:lnTo>
                  <a:lnTo>
                    <a:pt x="5143183" y="3429000"/>
                  </a:lnTo>
                  <a:lnTo>
                    <a:pt x="5111362" y="3454400"/>
                  </a:lnTo>
                  <a:lnTo>
                    <a:pt x="5087096" y="3505200"/>
                  </a:lnTo>
                  <a:lnTo>
                    <a:pt x="5071625" y="3543300"/>
                  </a:lnTo>
                  <a:lnTo>
                    <a:pt x="5066192" y="3594100"/>
                  </a:lnTo>
                  <a:lnTo>
                    <a:pt x="5071625" y="3644900"/>
                  </a:lnTo>
                  <a:lnTo>
                    <a:pt x="5087096" y="3683000"/>
                  </a:lnTo>
                  <a:lnTo>
                    <a:pt x="5111362" y="3721100"/>
                  </a:lnTo>
                  <a:lnTo>
                    <a:pt x="5143183" y="3759200"/>
                  </a:lnTo>
                  <a:lnTo>
                    <a:pt x="5181316" y="3784600"/>
                  </a:lnTo>
                  <a:lnTo>
                    <a:pt x="5224519" y="3797300"/>
                  </a:lnTo>
                  <a:lnTo>
                    <a:pt x="5271551" y="3810000"/>
                  </a:lnTo>
                  <a:lnTo>
                    <a:pt x="5318583" y="3797300"/>
                  </a:lnTo>
                  <a:lnTo>
                    <a:pt x="5361786" y="3784600"/>
                  </a:lnTo>
                  <a:lnTo>
                    <a:pt x="5399919" y="3759200"/>
                  </a:lnTo>
                  <a:lnTo>
                    <a:pt x="5431740" y="3721100"/>
                  </a:lnTo>
                  <a:lnTo>
                    <a:pt x="5456006" y="3683000"/>
                  </a:lnTo>
                  <a:lnTo>
                    <a:pt x="5471477" y="3644900"/>
                  </a:lnTo>
                  <a:lnTo>
                    <a:pt x="5476910" y="3594100"/>
                  </a:lnTo>
                  <a:lnTo>
                    <a:pt x="5471477" y="3543300"/>
                  </a:lnTo>
                  <a:lnTo>
                    <a:pt x="5456006" y="3505200"/>
                  </a:lnTo>
                  <a:lnTo>
                    <a:pt x="5431740" y="3454400"/>
                  </a:lnTo>
                  <a:lnTo>
                    <a:pt x="5399919" y="3429000"/>
                  </a:lnTo>
                  <a:lnTo>
                    <a:pt x="5361786" y="3403600"/>
                  </a:lnTo>
                  <a:lnTo>
                    <a:pt x="5318583" y="3390900"/>
                  </a:lnTo>
                  <a:lnTo>
                    <a:pt x="5271551" y="3378200"/>
                  </a:lnTo>
                  <a:close/>
                </a:path>
                <a:path w="5977255" h="4318000">
                  <a:moveTo>
                    <a:pt x="5356744" y="3124200"/>
                  </a:moveTo>
                  <a:lnTo>
                    <a:pt x="5186341" y="3124200"/>
                  </a:lnTo>
                  <a:lnTo>
                    <a:pt x="5175924" y="3136900"/>
                  </a:lnTo>
                  <a:lnTo>
                    <a:pt x="5136418" y="3149600"/>
                  </a:lnTo>
                  <a:lnTo>
                    <a:pt x="5098181" y="3162300"/>
                  </a:lnTo>
                  <a:lnTo>
                    <a:pt x="5061344" y="3175000"/>
                  </a:lnTo>
                  <a:lnTo>
                    <a:pt x="5026037" y="3200400"/>
                  </a:lnTo>
                  <a:lnTo>
                    <a:pt x="5517052" y="3200400"/>
                  </a:lnTo>
                  <a:lnTo>
                    <a:pt x="5481745" y="3175000"/>
                  </a:lnTo>
                  <a:lnTo>
                    <a:pt x="5444905" y="3162300"/>
                  </a:lnTo>
                  <a:lnTo>
                    <a:pt x="5406667" y="3149600"/>
                  </a:lnTo>
                  <a:lnTo>
                    <a:pt x="5367167" y="3136900"/>
                  </a:lnTo>
                  <a:lnTo>
                    <a:pt x="5356744" y="3124200"/>
                  </a:lnTo>
                  <a:close/>
                </a:path>
                <a:path w="5977255" h="4318000">
                  <a:moveTo>
                    <a:pt x="5597631" y="3149600"/>
                  </a:moveTo>
                  <a:lnTo>
                    <a:pt x="5558026" y="3187700"/>
                  </a:lnTo>
                  <a:lnTo>
                    <a:pt x="5548840" y="3200400"/>
                  </a:lnTo>
                  <a:lnTo>
                    <a:pt x="5646950" y="3200400"/>
                  </a:lnTo>
                  <a:lnTo>
                    <a:pt x="5597631" y="3149600"/>
                  </a:lnTo>
                  <a:close/>
                </a:path>
                <a:path w="5977255" h="4318000">
                  <a:moveTo>
                    <a:pt x="5136243" y="3073400"/>
                  </a:moveTo>
                  <a:lnTo>
                    <a:pt x="4968656" y="3073400"/>
                  </a:lnTo>
                  <a:lnTo>
                    <a:pt x="5013191" y="3124200"/>
                  </a:lnTo>
                  <a:lnTo>
                    <a:pt x="5042697" y="3111500"/>
                  </a:lnTo>
                  <a:lnTo>
                    <a:pt x="5073079" y="3098800"/>
                  </a:lnTo>
                  <a:lnTo>
                    <a:pt x="5136243" y="3073400"/>
                  </a:lnTo>
                  <a:close/>
                </a:path>
                <a:path w="5977255" h="4318000">
                  <a:moveTo>
                    <a:pt x="5341268" y="3035300"/>
                  </a:moveTo>
                  <a:lnTo>
                    <a:pt x="5201822" y="3035300"/>
                  </a:lnTo>
                  <a:lnTo>
                    <a:pt x="5201822" y="3098800"/>
                  </a:lnTo>
                  <a:lnTo>
                    <a:pt x="5199899" y="3111500"/>
                  </a:lnTo>
                  <a:lnTo>
                    <a:pt x="5194535" y="3124200"/>
                  </a:lnTo>
                  <a:lnTo>
                    <a:pt x="5348549" y="3124200"/>
                  </a:lnTo>
                  <a:lnTo>
                    <a:pt x="5343189" y="3111500"/>
                  </a:lnTo>
                  <a:lnTo>
                    <a:pt x="5341268" y="3098800"/>
                  </a:lnTo>
                  <a:lnTo>
                    <a:pt x="5341268" y="3035300"/>
                  </a:lnTo>
                  <a:close/>
                </a:path>
                <a:path w="5977255" h="4318000">
                  <a:moveTo>
                    <a:pt x="5677978" y="2971800"/>
                  </a:moveTo>
                  <a:lnTo>
                    <a:pt x="5386823" y="2971800"/>
                  </a:lnTo>
                  <a:lnTo>
                    <a:pt x="5397245" y="2984500"/>
                  </a:lnTo>
                  <a:lnTo>
                    <a:pt x="5404271" y="2997200"/>
                  </a:lnTo>
                  <a:lnTo>
                    <a:pt x="5406848" y="3009900"/>
                  </a:lnTo>
                  <a:lnTo>
                    <a:pt x="5406848" y="3073400"/>
                  </a:lnTo>
                  <a:lnTo>
                    <a:pt x="5470023" y="3098800"/>
                  </a:lnTo>
                  <a:lnTo>
                    <a:pt x="5500406" y="3111500"/>
                  </a:lnTo>
                  <a:lnTo>
                    <a:pt x="5529912" y="3124200"/>
                  </a:lnTo>
                  <a:lnTo>
                    <a:pt x="5574435" y="3073400"/>
                  </a:lnTo>
                  <a:lnTo>
                    <a:pt x="5718313" y="3073400"/>
                  </a:lnTo>
                  <a:lnTo>
                    <a:pt x="5701036" y="3048000"/>
                  </a:lnTo>
                  <a:lnTo>
                    <a:pt x="5688390" y="3022600"/>
                  </a:lnTo>
                  <a:lnTo>
                    <a:pt x="5680622" y="2997200"/>
                  </a:lnTo>
                  <a:lnTo>
                    <a:pt x="5677978" y="2971800"/>
                  </a:lnTo>
                  <a:close/>
                </a:path>
                <a:path w="5977255" h="4318000">
                  <a:moveTo>
                    <a:pt x="5976664" y="2781300"/>
                  </a:moveTo>
                  <a:lnTo>
                    <a:pt x="5590560" y="2781300"/>
                  </a:lnTo>
                  <a:lnTo>
                    <a:pt x="5596656" y="2794000"/>
                  </a:lnTo>
                  <a:lnTo>
                    <a:pt x="5600734" y="2794000"/>
                  </a:lnTo>
                  <a:lnTo>
                    <a:pt x="5603750" y="2806700"/>
                  </a:lnTo>
                  <a:lnTo>
                    <a:pt x="5605620" y="2806700"/>
                  </a:lnTo>
                  <a:lnTo>
                    <a:pt x="5606262" y="2819400"/>
                  </a:lnTo>
                  <a:lnTo>
                    <a:pt x="5605619" y="2819400"/>
                  </a:lnTo>
                  <a:lnTo>
                    <a:pt x="5603745" y="2832100"/>
                  </a:lnTo>
                  <a:lnTo>
                    <a:pt x="5842773" y="2832100"/>
                  </a:lnTo>
                  <a:lnTo>
                    <a:pt x="5868427" y="2844800"/>
                  </a:lnTo>
                  <a:lnTo>
                    <a:pt x="5892061" y="2857500"/>
                  </a:lnTo>
                  <a:lnTo>
                    <a:pt x="5913079" y="2870200"/>
                  </a:lnTo>
                  <a:lnTo>
                    <a:pt x="5940674" y="2908300"/>
                  </a:lnTo>
                  <a:lnTo>
                    <a:pt x="5952740" y="2959100"/>
                  </a:lnTo>
                  <a:lnTo>
                    <a:pt x="5949282" y="3009900"/>
                  </a:lnTo>
                  <a:lnTo>
                    <a:pt x="5930305" y="3048000"/>
                  </a:lnTo>
                  <a:lnTo>
                    <a:pt x="5976664" y="3124200"/>
                  </a:lnTo>
                  <a:lnTo>
                    <a:pt x="5976664" y="2781300"/>
                  </a:lnTo>
                  <a:close/>
                </a:path>
                <a:path w="5977255" h="4318000">
                  <a:moveTo>
                    <a:pt x="5881838" y="3098800"/>
                  </a:moveTo>
                  <a:lnTo>
                    <a:pt x="5866352" y="3111500"/>
                  </a:lnTo>
                  <a:lnTo>
                    <a:pt x="5891457" y="3111500"/>
                  </a:lnTo>
                  <a:lnTo>
                    <a:pt x="5881838" y="3098800"/>
                  </a:lnTo>
                  <a:close/>
                </a:path>
                <a:path w="5977255" h="4318000">
                  <a:moveTo>
                    <a:pt x="5855700" y="2908300"/>
                  </a:moveTo>
                  <a:lnTo>
                    <a:pt x="5775697" y="2908300"/>
                  </a:lnTo>
                  <a:lnTo>
                    <a:pt x="5764692" y="2921000"/>
                  </a:lnTo>
                  <a:lnTo>
                    <a:pt x="5755640" y="2933700"/>
                  </a:lnTo>
                  <a:lnTo>
                    <a:pt x="5749014" y="2946400"/>
                  </a:lnTo>
                  <a:lnTo>
                    <a:pt x="5744944" y="2959100"/>
                  </a:lnTo>
                  <a:lnTo>
                    <a:pt x="5743558" y="2971800"/>
                  </a:lnTo>
                  <a:lnTo>
                    <a:pt x="5744944" y="2984500"/>
                  </a:lnTo>
                  <a:lnTo>
                    <a:pt x="5764692" y="3022600"/>
                  </a:lnTo>
                  <a:lnTo>
                    <a:pt x="5788071" y="3048000"/>
                  </a:lnTo>
                  <a:lnTo>
                    <a:pt x="5843316" y="3048000"/>
                  </a:lnTo>
                  <a:lnTo>
                    <a:pt x="5855700" y="3035300"/>
                  </a:lnTo>
                  <a:lnTo>
                    <a:pt x="5866712" y="3022600"/>
                  </a:lnTo>
                  <a:lnTo>
                    <a:pt x="5882527" y="2997200"/>
                  </a:lnTo>
                  <a:lnTo>
                    <a:pt x="5887798" y="2971800"/>
                  </a:lnTo>
                  <a:lnTo>
                    <a:pt x="5882527" y="2946400"/>
                  </a:lnTo>
                  <a:lnTo>
                    <a:pt x="5866712" y="2921000"/>
                  </a:lnTo>
                  <a:lnTo>
                    <a:pt x="5855700" y="2908300"/>
                  </a:lnTo>
                  <a:close/>
                </a:path>
                <a:path w="5977255" h="4318000">
                  <a:moveTo>
                    <a:pt x="5829877" y="2895600"/>
                  </a:moveTo>
                  <a:lnTo>
                    <a:pt x="5801514" y="2895600"/>
                  </a:lnTo>
                  <a:lnTo>
                    <a:pt x="5788076" y="2908300"/>
                  </a:lnTo>
                  <a:lnTo>
                    <a:pt x="5843316" y="2908300"/>
                  </a:lnTo>
                  <a:lnTo>
                    <a:pt x="5829877" y="2895600"/>
                  </a:lnTo>
                  <a:close/>
                </a:path>
                <a:path w="5977255" h="4318000">
                  <a:moveTo>
                    <a:pt x="5788619" y="2832100"/>
                  </a:moveTo>
                  <a:lnTo>
                    <a:pt x="5600729" y="2832100"/>
                  </a:lnTo>
                  <a:lnTo>
                    <a:pt x="5596656" y="2844800"/>
                  </a:lnTo>
                  <a:lnTo>
                    <a:pt x="5762965" y="2844800"/>
                  </a:lnTo>
                  <a:lnTo>
                    <a:pt x="5788619" y="2832100"/>
                  </a:lnTo>
                  <a:close/>
                </a:path>
                <a:path w="5977255" h="4318000">
                  <a:moveTo>
                    <a:pt x="5387621" y="2794000"/>
                  </a:moveTo>
                  <a:lnTo>
                    <a:pt x="5178147" y="2794000"/>
                  </a:lnTo>
                  <a:lnTo>
                    <a:pt x="5132631" y="2806700"/>
                  </a:lnTo>
                  <a:lnTo>
                    <a:pt x="5425664" y="2806700"/>
                  </a:lnTo>
                  <a:lnTo>
                    <a:pt x="5387621" y="2794000"/>
                  </a:lnTo>
                  <a:close/>
                </a:path>
                <a:path w="5977255" h="4318000">
                  <a:moveTo>
                    <a:pt x="5976664" y="2717800"/>
                  </a:moveTo>
                  <a:lnTo>
                    <a:pt x="5313697" y="2717800"/>
                  </a:lnTo>
                  <a:lnTo>
                    <a:pt x="5355692" y="2730500"/>
                  </a:lnTo>
                  <a:lnTo>
                    <a:pt x="5397393" y="2730500"/>
                  </a:lnTo>
                  <a:lnTo>
                    <a:pt x="5438653" y="2743200"/>
                  </a:lnTo>
                  <a:lnTo>
                    <a:pt x="5450652" y="2743200"/>
                  </a:lnTo>
                  <a:lnTo>
                    <a:pt x="5459475" y="2755900"/>
                  </a:lnTo>
                  <a:lnTo>
                    <a:pt x="5464297" y="2768600"/>
                  </a:lnTo>
                  <a:lnTo>
                    <a:pt x="5464294" y="2781300"/>
                  </a:lnTo>
                  <a:lnTo>
                    <a:pt x="5459238" y="2794000"/>
                  </a:lnTo>
                  <a:lnTo>
                    <a:pt x="5450282" y="2806700"/>
                  </a:lnTo>
                  <a:lnTo>
                    <a:pt x="5543202" y="2806700"/>
                  </a:lnTo>
                  <a:lnTo>
                    <a:pt x="5546222" y="2794000"/>
                  </a:lnTo>
                  <a:lnTo>
                    <a:pt x="5550303" y="2794000"/>
                  </a:lnTo>
                  <a:lnTo>
                    <a:pt x="5556399" y="2781300"/>
                  </a:lnTo>
                  <a:lnTo>
                    <a:pt x="5976664" y="2781300"/>
                  </a:lnTo>
                  <a:lnTo>
                    <a:pt x="5976664" y="2717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438403"/>
            <a:ext cx="5213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7131" y="935227"/>
            <a:ext cx="289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&lt;SUSCRIPCION_NETFLIX&gt;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3232" y="1429003"/>
            <a:ext cx="3711575" cy="54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380"/>
              </a:spcBef>
            </a:pPr>
            <a:r>
              <a:rPr sz="1800" b="1" dirty="0">
                <a:latin typeface="Courier New"/>
                <a:cs typeface="Courier New"/>
              </a:rPr>
              <a:t>&lt;Beneficiario&gt;María</a:t>
            </a:r>
            <a:r>
              <a:rPr sz="1800" b="1" spc="-1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Ramírez Izquierdo&lt;/Beneficiario&gt;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7131" y="2166620"/>
            <a:ext cx="5897245" cy="228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&lt;Tipo&gt;Estándar&lt;/Tipo&gt;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1725"/>
              </a:spcBef>
            </a:pPr>
            <a:r>
              <a:rPr sz="1800" b="1" spc="-10" dirty="0">
                <a:latin typeface="Courier New"/>
                <a:cs typeface="Courier New"/>
              </a:rPr>
              <a:t>&lt;Precio_mensual&gt;11,99€&lt;/Precio_Mensual&gt;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1755"/>
              </a:spcBef>
            </a:pPr>
            <a:r>
              <a:rPr sz="1800" b="1" spc="-10" dirty="0">
                <a:latin typeface="Courier New"/>
                <a:cs typeface="Courier New"/>
              </a:rPr>
              <a:t>&lt;Pantallas&gt;2&lt;/Pantallas&gt;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1725"/>
              </a:spcBef>
            </a:pPr>
            <a:r>
              <a:rPr sz="1800" b="1" spc="-10" dirty="0">
                <a:latin typeface="Courier New"/>
                <a:cs typeface="Courier New"/>
              </a:rPr>
              <a:t>&lt;Disp_Descargas&gt;2&lt;/Disp_Descargas&gt;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1800" b="1" spc="-10" dirty="0">
                <a:latin typeface="Courier New"/>
                <a:cs typeface="Courier New"/>
              </a:rPr>
              <a:t>&lt;/SUSCRIPCION_NETFLIX&gt;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2418" y="159481"/>
            <a:ext cx="648071" cy="64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953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90614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XML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17263" y="1326387"/>
            <a:ext cx="1319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Atributos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01091"/>
            <a:ext cx="4959985" cy="4744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55" dirty="0">
                <a:latin typeface="Arial"/>
                <a:cs typeface="Arial"/>
              </a:rPr>
              <a:t>Elementos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85" dirty="0">
                <a:latin typeface="Arial"/>
                <a:cs typeface="Arial"/>
              </a:rPr>
              <a:t>XML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Etiqueta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única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90" dirty="0">
                <a:latin typeface="Arial"/>
                <a:cs typeface="Arial"/>
              </a:rPr>
              <a:t>Distinguir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entre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elementos</a:t>
            </a:r>
            <a:endParaRPr sz="2800">
              <a:latin typeface="Arial"/>
              <a:cs typeface="Arial"/>
            </a:endParaRPr>
          </a:p>
          <a:p>
            <a:pPr marL="298450" marR="919480" indent="-285750">
              <a:lnSpc>
                <a:spcPct val="71400"/>
              </a:lnSpc>
              <a:spcBef>
                <a:spcPts val="1100"/>
              </a:spcBef>
              <a:buChar char="■"/>
              <a:tabLst>
                <a:tab pos="298450" algn="l"/>
              </a:tabLst>
            </a:pPr>
            <a:r>
              <a:rPr sz="2800" spc="-17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elemento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puede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tener </a:t>
            </a:r>
            <a:r>
              <a:rPr sz="2800" spc="-70" dirty="0">
                <a:latin typeface="Arial"/>
                <a:cs typeface="Arial"/>
              </a:rPr>
              <a:t>múltiples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atributos</a:t>
            </a:r>
            <a:endParaRPr sz="2800">
              <a:latin typeface="Arial"/>
              <a:cs typeface="Arial"/>
            </a:endParaRPr>
          </a:p>
          <a:p>
            <a:pPr marL="1056640" lvl="1" indent="-285115">
              <a:lnSpc>
                <a:spcPct val="100000"/>
              </a:lnSpc>
              <a:spcBef>
                <a:spcPts val="545"/>
              </a:spcBef>
              <a:buFont typeface="Arial"/>
              <a:buChar char="■"/>
              <a:tabLst>
                <a:tab pos="1056640" algn="l"/>
              </a:tabLst>
            </a:pPr>
            <a:r>
              <a:rPr sz="1800" b="1" dirty="0">
                <a:latin typeface="Courier New"/>
                <a:cs typeface="Courier New"/>
              </a:rPr>
              <a:t>&lt;nombre_elemento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at1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at2&gt;</a:t>
            </a:r>
            <a:endParaRPr sz="1800">
              <a:latin typeface="Courier New"/>
              <a:cs typeface="Courier New"/>
            </a:endParaRPr>
          </a:p>
          <a:p>
            <a:pPr marL="297815" indent="-285115">
              <a:lnSpc>
                <a:spcPct val="100000"/>
              </a:lnSpc>
              <a:spcBef>
                <a:spcPts val="13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Sintaxis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atributos</a:t>
            </a:r>
            <a:endParaRPr sz="2800">
              <a:latin typeface="Arial"/>
              <a:cs typeface="Arial"/>
            </a:endParaRPr>
          </a:p>
          <a:p>
            <a:pPr marL="1056640" lvl="1" indent="-285115">
              <a:lnSpc>
                <a:spcPct val="100000"/>
              </a:lnSpc>
              <a:spcBef>
                <a:spcPts val="545"/>
              </a:spcBef>
              <a:buFont typeface="Arial"/>
              <a:buChar char="■"/>
              <a:tabLst>
                <a:tab pos="1056640" algn="l"/>
              </a:tabLst>
            </a:pPr>
            <a:r>
              <a:rPr sz="1800" b="1" dirty="0">
                <a:latin typeface="Courier New"/>
                <a:cs typeface="Courier New"/>
              </a:rPr>
              <a:t>Nombre_Atributo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“Valor”</a:t>
            </a:r>
            <a:endParaRPr sz="1800">
              <a:latin typeface="Courier New"/>
              <a:cs typeface="Courier New"/>
            </a:endParaRPr>
          </a:p>
          <a:p>
            <a:pPr marL="298450" marR="618490" indent="-285750">
              <a:lnSpc>
                <a:spcPct val="71400"/>
              </a:lnSpc>
              <a:spcBef>
                <a:spcPts val="1205"/>
              </a:spcBef>
              <a:buChar char="■"/>
              <a:tabLst>
                <a:tab pos="298450" algn="l"/>
              </a:tabLst>
            </a:pPr>
            <a:r>
              <a:rPr sz="2800" spc="-140" dirty="0">
                <a:latin typeface="Arial"/>
                <a:cs typeface="Arial"/>
              </a:rPr>
              <a:t>Elementos: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leídos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por </a:t>
            </a:r>
            <a:r>
              <a:rPr sz="2800" spc="-20" dirty="0">
                <a:latin typeface="Arial"/>
                <a:cs typeface="Arial"/>
              </a:rPr>
              <a:t>usuarios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71400"/>
              </a:lnSpc>
              <a:spcBef>
                <a:spcPts val="1085"/>
              </a:spcBef>
              <a:buChar char="■"/>
              <a:tabLst>
                <a:tab pos="298450" algn="l"/>
              </a:tabLst>
            </a:pPr>
            <a:r>
              <a:rPr sz="2800" spc="-65" dirty="0">
                <a:latin typeface="Arial"/>
                <a:cs typeface="Arial"/>
              </a:rPr>
              <a:t>Atributos: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procesados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por </a:t>
            </a:r>
            <a:r>
              <a:rPr sz="2800" spc="-30" dirty="0">
                <a:latin typeface="Arial"/>
                <a:cs typeface="Arial"/>
              </a:rPr>
              <a:t>máquinas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413989"/>
            <a:ext cx="6156325" cy="4730115"/>
            <a:chOff x="2987823" y="413989"/>
            <a:chExt cx="6156325" cy="47301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413989"/>
              <a:ext cx="6120765" cy="4318000"/>
            </a:xfrm>
            <a:custGeom>
              <a:avLst/>
              <a:gdLst/>
              <a:ahLst/>
              <a:cxnLst/>
              <a:rect l="l" t="t" r="r" b="b"/>
              <a:pathLst>
                <a:path w="6120765" h="4318000">
                  <a:moveTo>
                    <a:pt x="6120679" y="0"/>
                  </a:moveTo>
                  <a:lnTo>
                    <a:pt x="0" y="0"/>
                  </a:lnTo>
                  <a:lnTo>
                    <a:pt x="0" y="4318000"/>
                  </a:lnTo>
                  <a:lnTo>
                    <a:pt x="4741604" y="4318000"/>
                  </a:lnTo>
                  <a:lnTo>
                    <a:pt x="4723909" y="4292600"/>
                  </a:lnTo>
                  <a:lnTo>
                    <a:pt x="4710954" y="4267200"/>
                  </a:lnTo>
                  <a:lnTo>
                    <a:pt x="4702995" y="4241800"/>
                  </a:lnTo>
                  <a:lnTo>
                    <a:pt x="4700285" y="4216400"/>
                  </a:lnTo>
                  <a:lnTo>
                    <a:pt x="4701816" y="4191000"/>
                  </a:lnTo>
                  <a:lnTo>
                    <a:pt x="4706339" y="4165600"/>
                  </a:lnTo>
                  <a:lnTo>
                    <a:pt x="4713744" y="4152900"/>
                  </a:lnTo>
                  <a:lnTo>
                    <a:pt x="4723923" y="4127500"/>
                  </a:lnTo>
                  <a:lnTo>
                    <a:pt x="4695200" y="4089400"/>
                  </a:lnTo>
                  <a:lnTo>
                    <a:pt x="4668759" y="4051300"/>
                  </a:lnTo>
                  <a:lnTo>
                    <a:pt x="4644644" y="4013200"/>
                  </a:lnTo>
                  <a:lnTo>
                    <a:pt x="4622893" y="3962400"/>
                  </a:lnTo>
                  <a:lnTo>
                    <a:pt x="4603548" y="3924300"/>
                  </a:lnTo>
                  <a:lnTo>
                    <a:pt x="4586650" y="3873500"/>
                  </a:lnTo>
                  <a:lnTo>
                    <a:pt x="4572239" y="3835400"/>
                  </a:lnTo>
                  <a:lnTo>
                    <a:pt x="4560357" y="3784600"/>
                  </a:lnTo>
                  <a:lnTo>
                    <a:pt x="4551045" y="3733800"/>
                  </a:lnTo>
                  <a:lnTo>
                    <a:pt x="4544342" y="3695700"/>
                  </a:lnTo>
                  <a:lnTo>
                    <a:pt x="4540291" y="3644900"/>
                  </a:lnTo>
                  <a:lnTo>
                    <a:pt x="4538931" y="3594100"/>
                  </a:lnTo>
                  <a:lnTo>
                    <a:pt x="4540294" y="3543300"/>
                  </a:lnTo>
                  <a:lnTo>
                    <a:pt x="4544358" y="3492500"/>
                  </a:lnTo>
                  <a:lnTo>
                    <a:pt x="4551087" y="3441700"/>
                  </a:lnTo>
                  <a:lnTo>
                    <a:pt x="4560446" y="3403600"/>
                  </a:lnTo>
                  <a:lnTo>
                    <a:pt x="4572397" y="3352800"/>
                  </a:lnTo>
                  <a:lnTo>
                    <a:pt x="4586906" y="3302000"/>
                  </a:lnTo>
                  <a:lnTo>
                    <a:pt x="4603937" y="3263900"/>
                  </a:lnTo>
                  <a:lnTo>
                    <a:pt x="4623452" y="3213100"/>
                  </a:lnTo>
                  <a:lnTo>
                    <a:pt x="4645416" y="3175000"/>
                  </a:lnTo>
                  <a:lnTo>
                    <a:pt x="4669794" y="3124200"/>
                  </a:lnTo>
                  <a:lnTo>
                    <a:pt x="4696549" y="3086100"/>
                  </a:lnTo>
                  <a:lnTo>
                    <a:pt x="4725644" y="3048000"/>
                  </a:lnTo>
                  <a:lnTo>
                    <a:pt x="4757045" y="3009900"/>
                  </a:lnTo>
                  <a:lnTo>
                    <a:pt x="4790715" y="2971800"/>
                  </a:lnTo>
                  <a:lnTo>
                    <a:pt x="4826312" y="2946400"/>
                  </a:lnTo>
                  <a:lnTo>
                    <a:pt x="4863460" y="2908300"/>
                  </a:lnTo>
                  <a:lnTo>
                    <a:pt x="4902073" y="2882900"/>
                  </a:lnTo>
                  <a:lnTo>
                    <a:pt x="4942063" y="2857500"/>
                  </a:lnTo>
                  <a:lnTo>
                    <a:pt x="4983343" y="2832100"/>
                  </a:lnTo>
                  <a:lnTo>
                    <a:pt x="5025827" y="2806700"/>
                  </a:lnTo>
                  <a:lnTo>
                    <a:pt x="5069427" y="2781300"/>
                  </a:lnTo>
                  <a:lnTo>
                    <a:pt x="5253251" y="2730500"/>
                  </a:lnTo>
                  <a:lnTo>
                    <a:pt x="5301128" y="2730500"/>
                  </a:lnTo>
                  <a:lnTo>
                    <a:pt x="5349599" y="2717800"/>
                  </a:lnTo>
                  <a:lnTo>
                    <a:pt x="6120679" y="2717800"/>
                  </a:lnTo>
                  <a:lnTo>
                    <a:pt x="6120679" y="0"/>
                  </a:lnTo>
                  <a:close/>
                </a:path>
                <a:path w="6120765" h="4318000">
                  <a:moveTo>
                    <a:pt x="5003430" y="4064000"/>
                  </a:moveTo>
                  <a:lnTo>
                    <a:pt x="4841321" y="4064000"/>
                  </a:lnTo>
                  <a:lnTo>
                    <a:pt x="4869050" y="4076700"/>
                  </a:lnTo>
                  <a:lnTo>
                    <a:pt x="4895322" y="4076700"/>
                  </a:lnTo>
                  <a:lnTo>
                    <a:pt x="4919526" y="4089400"/>
                  </a:lnTo>
                  <a:lnTo>
                    <a:pt x="4941050" y="4114800"/>
                  </a:lnTo>
                  <a:lnTo>
                    <a:pt x="4958744" y="4127500"/>
                  </a:lnTo>
                  <a:lnTo>
                    <a:pt x="4971694" y="4152900"/>
                  </a:lnTo>
                  <a:lnTo>
                    <a:pt x="4979649" y="4178300"/>
                  </a:lnTo>
                  <a:lnTo>
                    <a:pt x="4982357" y="4216400"/>
                  </a:lnTo>
                  <a:lnTo>
                    <a:pt x="4979649" y="4241800"/>
                  </a:lnTo>
                  <a:lnTo>
                    <a:pt x="4971694" y="4267200"/>
                  </a:lnTo>
                  <a:lnTo>
                    <a:pt x="4958744" y="4292600"/>
                  </a:lnTo>
                  <a:lnTo>
                    <a:pt x="4941050" y="4318000"/>
                  </a:lnTo>
                  <a:lnTo>
                    <a:pt x="5721492" y="4318000"/>
                  </a:lnTo>
                  <a:lnTo>
                    <a:pt x="5841359" y="4254500"/>
                  </a:lnTo>
                  <a:lnTo>
                    <a:pt x="5882547" y="4229100"/>
                  </a:lnTo>
                  <a:lnTo>
                    <a:pt x="5895597" y="4216400"/>
                  </a:lnTo>
                  <a:lnTo>
                    <a:pt x="5293587" y="4216400"/>
                  </a:lnTo>
                  <a:lnTo>
                    <a:pt x="5280521" y="4203700"/>
                  </a:lnTo>
                  <a:lnTo>
                    <a:pt x="5269846" y="4203700"/>
                  </a:lnTo>
                  <a:lnTo>
                    <a:pt x="5262647" y="4191000"/>
                  </a:lnTo>
                  <a:lnTo>
                    <a:pt x="5260007" y="4178300"/>
                  </a:lnTo>
                  <a:lnTo>
                    <a:pt x="5260007" y="4114800"/>
                  </a:lnTo>
                  <a:lnTo>
                    <a:pt x="5045645" y="4114800"/>
                  </a:lnTo>
                  <a:lnTo>
                    <a:pt x="5040532" y="4102100"/>
                  </a:lnTo>
                  <a:lnTo>
                    <a:pt x="5003430" y="4064000"/>
                  </a:lnTo>
                  <a:close/>
                </a:path>
                <a:path w="6120765" h="4318000">
                  <a:moveTo>
                    <a:pt x="6120679" y="4064000"/>
                  </a:moveTo>
                  <a:lnTo>
                    <a:pt x="6114279" y="4076700"/>
                  </a:lnTo>
                  <a:lnTo>
                    <a:pt x="6089967" y="4114800"/>
                  </a:lnTo>
                  <a:lnTo>
                    <a:pt x="6063874" y="4140200"/>
                  </a:lnTo>
                  <a:lnTo>
                    <a:pt x="6036023" y="4178300"/>
                  </a:lnTo>
                  <a:lnTo>
                    <a:pt x="6006439" y="4203700"/>
                  </a:lnTo>
                  <a:lnTo>
                    <a:pt x="5975378" y="4241800"/>
                  </a:lnTo>
                  <a:lnTo>
                    <a:pt x="5943121" y="4267200"/>
                  </a:lnTo>
                  <a:lnTo>
                    <a:pt x="5909726" y="4292600"/>
                  </a:lnTo>
                  <a:lnTo>
                    <a:pt x="5875252" y="4318000"/>
                  </a:lnTo>
                  <a:lnTo>
                    <a:pt x="6120679" y="4318000"/>
                  </a:lnTo>
                  <a:lnTo>
                    <a:pt x="6120679" y="4064000"/>
                  </a:lnTo>
                  <a:close/>
                </a:path>
                <a:path w="6120765" h="4318000">
                  <a:moveTo>
                    <a:pt x="4855844" y="4279900"/>
                  </a:moveTo>
                  <a:lnTo>
                    <a:pt x="4826799" y="4279900"/>
                  </a:lnTo>
                  <a:lnTo>
                    <a:pt x="4841321" y="4292600"/>
                  </a:lnTo>
                  <a:lnTo>
                    <a:pt x="4855844" y="4279900"/>
                  </a:lnTo>
                  <a:close/>
                </a:path>
                <a:path w="6120765" h="4318000">
                  <a:moveTo>
                    <a:pt x="4893552" y="4152900"/>
                  </a:moveTo>
                  <a:lnTo>
                    <a:pt x="4789088" y="4152900"/>
                  </a:lnTo>
                  <a:lnTo>
                    <a:pt x="4779819" y="4165600"/>
                  </a:lnTo>
                  <a:lnTo>
                    <a:pt x="4773033" y="4178300"/>
                  </a:lnTo>
                  <a:lnTo>
                    <a:pt x="4768864" y="4191000"/>
                  </a:lnTo>
                  <a:lnTo>
                    <a:pt x="4767445" y="4216400"/>
                  </a:lnTo>
                  <a:lnTo>
                    <a:pt x="4768864" y="4229100"/>
                  </a:lnTo>
                  <a:lnTo>
                    <a:pt x="4773033" y="4241800"/>
                  </a:lnTo>
                  <a:lnTo>
                    <a:pt x="4779819" y="4254500"/>
                  </a:lnTo>
                  <a:lnTo>
                    <a:pt x="4789088" y="4267200"/>
                  </a:lnTo>
                  <a:lnTo>
                    <a:pt x="4800364" y="4279900"/>
                  </a:lnTo>
                  <a:lnTo>
                    <a:pt x="4882283" y="4279900"/>
                  </a:lnTo>
                  <a:lnTo>
                    <a:pt x="4909609" y="4241800"/>
                  </a:lnTo>
                  <a:lnTo>
                    <a:pt x="4915197" y="4216400"/>
                  </a:lnTo>
                  <a:lnTo>
                    <a:pt x="4913778" y="4191000"/>
                  </a:lnTo>
                  <a:lnTo>
                    <a:pt x="4909609" y="4178300"/>
                  </a:lnTo>
                  <a:lnTo>
                    <a:pt x="4902823" y="4165600"/>
                  </a:lnTo>
                  <a:lnTo>
                    <a:pt x="4893552" y="4152900"/>
                  </a:lnTo>
                  <a:close/>
                </a:path>
                <a:path w="6120765" h="4318000">
                  <a:moveTo>
                    <a:pt x="5663163" y="4064000"/>
                  </a:moveTo>
                  <a:lnTo>
                    <a:pt x="5632946" y="4076700"/>
                  </a:lnTo>
                  <a:lnTo>
                    <a:pt x="5601831" y="4089400"/>
                  </a:lnTo>
                  <a:lnTo>
                    <a:pt x="5537133" y="4114800"/>
                  </a:lnTo>
                  <a:lnTo>
                    <a:pt x="5537133" y="4178300"/>
                  </a:lnTo>
                  <a:lnTo>
                    <a:pt x="5534495" y="4191000"/>
                  </a:lnTo>
                  <a:lnTo>
                    <a:pt x="5527299" y="4203700"/>
                  </a:lnTo>
                  <a:lnTo>
                    <a:pt x="5516625" y="4203700"/>
                  </a:lnTo>
                  <a:lnTo>
                    <a:pt x="5503553" y="4216400"/>
                  </a:lnTo>
                  <a:lnTo>
                    <a:pt x="5895597" y="4216400"/>
                  </a:lnTo>
                  <a:lnTo>
                    <a:pt x="5921697" y="4191000"/>
                  </a:lnTo>
                  <a:lnTo>
                    <a:pt x="5958689" y="4165600"/>
                  </a:lnTo>
                  <a:lnTo>
                    <a:pt x="5993406" y="4127500"/>
                  </a:lnTo>
                  <a:lnTo>
                    <a:pt x="6004180" y="4114800"/>
                  </a:lnTo>
                  <a:lnTo>
                    <a:pt x="5714239" y="4114800"/>
                  </a:lnTo>
                  <a:lnTo>
                    <a:pt x="5709126" y="4102100"/>
                  </a:lnTo>
                  <a:lnTo>
                    <a:pt x="5663163" y="4064000"/>
                  </a:lnTo>
                  <a:close/>
                </a:path>
                <a:path w="6120765" h="4318000">
                  <a:moveTo>
                    <a:pt x="4869601" y="4140200"/>
                  </a:moveTo>
                  <a:lnTo>
                    <a:pt x="4813035" y="4140200"/>
                  </a:lnTo>
                  <a:lnTo>
                    <a:pt x="4800358" y="4152900"/>
                  </a:lnTo>
                  <a:lnTo>
                    <a:pt x="4882278" y="4152900"/>
                  </a:lnTo>
                  <a:lnTo>
                    <a:pt x="4869601" y="4140200"/>
                  </a:lnTo>
                  <a:close/>
                </a:path>
                <a:path w="6120765" h="4318000">
                  <a:moveTo>
                    <a:pt x="5485822" y="4051300"/>
                  </a:moveTo>
                  <a:lnTo>
                    <a:pt x="5311313" y="4051300"/>
                  </a:lnTo>
                  <a:lnTo>
                    <a:pt x="5319705" y="4064000"/>
                  </a:lnTo>
                  <a:lnTo>
                    <a:pt x="5325199" y="4076700"/>
                  </a:lnTo>
                  <a:lnTo>
                    <a:pt x="5327168" y="4089400"/>
                  </a:lnTo>
                  <a:lnTo>
                    <a:pt x="5327168" y="4140200"/>
                  </a:lnTo>
                  <a:lnTo>
                    <a:pt x="5469973" y="4140200"/>
                  </a:lnTo>
                  <a:lnTo>
                    <a:pt x="5469973" y="4089400"/>
                  </a:lnTo>
                  <a:lnTo>
                    <a:pt x="5471941" y="4076700"/>
                  </a:lnTo>
                  <a:lnTo>
                    <a:pt x="5477431" y="4064000"/>
                  </a:lnTo>
                  <a:lnTo>
                    <a:pt x="5485822" y="4051300"/>
                  </a:lnTo>
                  <a:close/>
                </a:path>
                <a:path w="6120765" h="4318000">
                  <a:moveTo>
                    <a:pt x="5133977" y="4064000"/>
                  </a:moveTo>
                  <a:lnTo>
                    <a:pt x="5088028" y="4102100"/>
                  </a:lnTo>
                  <a:lnTo>
                    <a:pt x="5082915" y="4114800"/>
                  </a:lnTo>
                  <a:lnTo>
                    <a:pt x="5260007" y="4114800"/>
                  </a:lnTo>
                  <a:lnTo>
                    <a:pt x="5195320" y="4089400"/>
                  </a:lnTo>
                  <a:lnTo>
                    <a:pt x="5164202" y="4076700"/>
                  </a:lnTo>
                  <a:lnTo>
                    <a:pt x="5133977" y="4064000"/>
                  </a:lnTo>
                  <a:close/>
                </a:path>
                <a:path w="6120765" h="4318000">
                  <a:moveTo>
                    <a:pt x="5856103" y="3073400"/>
                  </a:moveTo>
                  <a:lnTo>
                    <a:pt x="5756243" y="3073400"/>
                  </a:lnTo>
                  <a:lnTo>
                    <a:pt x="5904768" y="3225800"/>
                  </a:lnTo>
                  <a:lnTo>
                    <a:pt x="5908962" y="3238500"/>
                  </a:lnTo>
                  <a:lnTo>
                    <a:pt x="5912050" y="3238500"/>
                  </a:lnTo>
                  <a:lnTo>
                    <a:pt x="5913960" y="3251200"/>
                  </a:lnTo>
                  <a:lnTo>
                    <a:pt x="5914618" y="3251200"/>
                  </a:lnTo>
                  <a:lnTo>
                    <a:pt x="5913966" y="3263900"/>
                  </a:lnTo>
                  <a:lnTo>
                    <a:pt x="5912061" y="3263900"/>
                  </a:lnTo>
                  <a:lnTo>
                    <a:pt x="5908975" y="3276600"/>
                  </a:lnTo>
                  <a:lnTo>
                    <a:pt x="5904782" y="3276600"/>
                  </a:lnTo>
                  <a:lnTo>
                    <a:pt x="5859120" y="3327400"/>
                  </a:lnTo>
                  <a:lnTo>
                    <a:pt x="5875248" y="3352800"/>
                  </a:lnTo>
                  <a:lnTo>
                    <a:pt x="5889342" y="3390900"/>
                  </a:lnTo>
                  <a:lnTo>
                    <a:pt x="5901380" y="3416300"/>
                  </a:lnTo>
                  <a:lnTo>
                    <a:pt x="5911340" y="3454400"/>
                  </a:lnTo>
                  <a:lnTo>
                    <a:pt x="5989276" y="3454400"/>
                  </a:lnTo>
                  <a:lnTo>
                    <a:pt x="5999949" y="3467100"/>
                  </a:lnTo>
                  <a:lnTo>
                    <a:pt x="6007146" y="3467100"/>
                  </a:lnTo>
                  <a:lnTo>
                    <a:pt x="6009784" y="3479800"/>
                  </a:lnTo>
                  <a:lnTo>
                    <a:pt x="6009784" y="3695700"/>
                  </a:lnTo>
                  <a:lnTo>
                    <a:pt x="6007146" y="3708400"/>
                  </a:lnTo>
                  <a:lnTo>
                    <a:pt x="5999949" y="3721100"/>
                  </a:lnTo>
                  <a:lnTo>
                    <a:pt x="5989276" y="3733800"/>
                  </a:lnTo>
                  <a:lnTo>
                    <a:pt x="5911352" y="3733800"/>
                  </a:lnTo>
                  <a:lnTo>
                    <a:pt x="5901390" y="3771900"/>
                  </a:lnTo>
                  <a:lnTo>
                    <a:pt x="5889348" y="3797300"/>
                  </a:lnTo>
                  <a:lnTo>
                    <a:pt x="5875250" y="3835400"/>
                  </a:lnTo>
                  <a:lnTo>
                    <a:pt x="5859120" y="3860800"/>
                  </a:lnTo>
                  <a:lnTo>
                    <a:pt x="5905030" y="3911600"/>
                  </a:lnTo>
                  <a:lnTo>
                    <a:pt x="5912401" y="3924300"/>
                  </a:lnTo>
                  <a:lnTo>
                    <a:pt x="5914858" y="3937000"/>
                  </a:lnTo>
                  <a:lnTo>
                    <a:pt x="5912401" y="3949700"/>
                  </a:lnTo>
                  <a:lnTo>
                    <a:pt x="5905030" y="3949700"/>
                  </a:lnTo>
                  <a:lnTo>
                    <a:pt x="5756622" y="4102100"/>
                  </a:lnTo>
                  <a:lnTo>
                    <a:pt x="5751507" y="4114800"/>
                  </a:lnTo>
                  <a:lnTo>
                    <a:pt x="6004180" y="4114800"/>
                  </a:lnTo>
                  <a:lnTo>
                    <a:pt x="6025728" y="4089400"/>
                  </a:lnTo>
                  <a:lnTo>
                    <a:pt x="6055536" y="4038600"/>
                  </a:lnTo>
                  <a:lnTo>
                    <a:pt x="6120679" y="3924300"/>
                  </a:lnTo>
                  <a:lnTo>
                    <a:pt x="6120679" y="3263900"/>
                  </a:lnTo>
                  <a:lnTo>
                    <a:pt x="6095361" y="3213100"/>
                  </a:lnTo>
                  <a:lnTo>
                    <a:pt x="6079182" y="3187700"/>
                  </a:lnTo>
                  <a:lnTo>
                    <a:pt x="6061814" y="3149600"/>
                  </a:lnTo>
                  <a:lnTo>
                    <a:pt x="6043272" y="3124200"/>
                  </a:lnTo>
                  <a:lnTo>
                    <a:pt x="6033421" y="3111500"/>
                  </a:lnTo>
                  <a:lnTo>
                    <a:pt x="5901831" y="3111500"/>
                  </a:lnTo>
                  <a:lnTo>
                    <a:pt x="5877627" y="3098800"/>
                  </a:lnTo>
                  <a:lnTo>
                    <a:pt x="5856103" y="3073400"/>
                  </a:lnTo>
                  <a:close/>
                </a:path>
                <a:path w="6120765" h="4318000">
                  <a:moveTo>
                    <a:pt x="5674852" y="2806700"/>
                  </a:moveTo>
                  <a:lnTo>
                    <a:pt x="5210618" y="2806700"/>
                  </a:lnTo>
                  <a:lnTo>
                    <a:pt x="5165931" y="2819400"/>
                  </a:lnTo>
                  <a:lnTo>
                    <a:pt x="5122333" y="2844800"/>
                  </a:lnTo>
                  <a:lnTo>
                    <a:pt x="5079906" y="2857500"/>
                  </a:lnTo>
                  <a:lnTo>
                    <a:pt x="5038735" y="2882900"/>
                  </a:lnTo>
                  <a:lnTo>
                    <a:pt x="4998902" y="2895600"/>
                  </a:lnTo>
                  <a:lnTo>
                    <a:pt x="4960492" y="2921000"/>
                  </a:lnTo>
                  <a:lnTo>
                    <a:pt x="4923588" y="2946400"/>
                  </a:lnTo>
                  <a:lnTo>
                    <a:pt x="4888273" y="2984500"/>
                  </a:lnTo>
                  <a:lnTo>
                    <a:pt x="4854632" y="3009900"/>
                  </a:lnTo>
                  <a:lnTo>
                    <a:pt x="4822747" y="3035300"/>
                  </a:lnTo>
                  <a:lnTo>
                    <a:pt x="4792702" y="3073400"/>
                  </a:lnTo>
                  <a:lnTo>
                    <a:pt x="4764580" y="3111500"/>
                  </a:lnTo>
                  <a:lnTo>
                    <a:pt x="4738466" y="3149600"/>
                  </a:lnTo>
                  <a:lnTo>
                    <a:pt x="4714442" y="3187700"/>
                  </a:lnTo>
                  <a:lnTo>
                    <a:pt x="4692592" y="3225800"/>
                  </a:lnTo>
                  <a:lnTo>
                    <a:pt x="4673001" y="3263900"/>
                  </a:lnTo>
                  <a:lnTo>
                    <a:pt x="4655750" y="3314700"/>
                  </a:lnTo>
                  <a:lnTo>
                    <a:pt x="4640924" y="3352800"/>
                  </a:lnTo>
                  <a:lnTo>
                    <a:pt x="4628607" y="3403600"/>
                  </a:lnTo>
                  <a:lnTo>
                    <a:pt x="4618881" y="3454400"/>
                  </a:lnTo>
                  <a:lnTo>
                    <a:pt x="4611831" y="3492500"/>
                  </a:lnTo>
                  <a:lnTo>
                    <a:pt x="4607539" y="3543300"/>
                  </a:lnTo>
                  <a:lnTo>
                    <a:pt x="4606090" y="3594100"/>
                  </a:lnTo>
                  <a:lnTo>
                    <a:pt x="4607554" y="3644900"/>
                  </a:lnTo>
                  <a:lnTo>
                    <a:pt x="4611913" y="3695700"/>
                  </a:lnTo>
                  <a:lnTo>
                    <a:pt x="4619120" y="3733800"/>
                  </a:lnTo>
                  <a:lnTo>
                    <a:pt x="4629128" y="3784600"/>
                  </a:lnTo>
                  <a:lnTo>
                    <a:pt x="4641888" y="3835400"/>
                  </a:lnTo>
                  <a:lnTo>
                    <a:pt x="4657353" y="3873500"/>
                  </a:lnTo>
                  <a:lnTo>
                    <a:pt x="4675475" y="3924300"/>
                  </a:lnTo>
                  <a:lnTo>
                    <a:pt x="4696207" y="3962400"/>
                  </a:lnTo>
                  <a:lnTo>
                    <a:pt x="4719501" y="4000500"/>
                  </a:lnTo>
                  <a:lnTo>
                    <a:pt x="4745309" y="4051300"/>
                  </a:lnTo>
                  <a:lnTo>
                    <a:pt x="4773584" y="4089400"/>
                  </a:lnTo>
                  <a:lnTo>
                    <a:pt x="4789443" y="4076700"/>
                  </a:lnTo>
                  <a:lnTo>
                    <a:pt x="4806124" y="4076700"/>
                  </a:lnTo>
                  <a:lnTo>
                    <a:pt x="4823469" y="4064000"/>
                  </a:lnTo>
                  <a:lnTo>
                    <a:pt x="5003430" y="4064000"/>
                  </a:lnTo>
                  <a:lnTo>
                    <a:pt x="4892123" y="3949700"/>
                  </a:lnTo>
                  <a:lnTo>
                    <a:pt x="4884747" y="3949700"/>
                  </a:lnTo>
                  <a:lnTo>
                    <a:pt x="4882291" y="3937000"/>
                  </a:lnTo>
                  <a:lnTo>
                    <a:pt x="4884751" y="3924300"/>
                  </a:lnTo>
                  <a:lnTo>
                    <a:pt x="4892123" y="3911600"/>
                  </a:lnTo>
                  <a:lnTo>
                    <a:pt x="4938034" y="3860800"/>
                  </a:lnTo>
                  <a:lnTo>
                    <a:pt x="4921903" y="3835400"/>
                  </a:lnTo>
                  <a:lnTo>
                    <a:pt x="4907805" y="3797300"/>
                  </a:lnTo>
                  <a:lnTo>
                    <a:pt x="4895762" y="3771900"/>
                  </a:lnTo>
                  <a:lnTo>
                    <a:pt x="4885801" y="3733800"/>
                  </a:lnTo>
                  <a:lnTo>
                    <a:pt x="4808089" y="3733800"/>
                  </a:lnTo>
                  <a:lnTo>
                    <a:pt x="4802309" y="3721100"/>
                  </a:lnTo>
                  <a:lnTo>
                    <a:pt x="4793002" y="3721100"/>
                  </a:lnTo>
                  <a:lnTo>
                    <a:pt x="4789916" y="3708400"/>
                  </a:lnTo>
                  <a:lnTo>
                    <a:pt x="4788014" y="3708400"/>
                  </a:lnTo>
                  <a:lnTo>
                    <a:pt x="4787370" y="3695700"/>
                  </a:lnTo>
                  <a:lnTo>
                    <a:pt x="4787488" y="3479800"/>
                  </a:lnTo>
                  <a:lnTo>
                    <a:pt x="4790127" y="3467100"/>
                  </a:lnTo>
                  <a:lnTo>
                    <a:pt x="4797322" y="3467100"/>
                  </a:lnTo>
                  <a:lnTo>
                    <a:pt x="4807996" y="3454400"/>
                  </a:lnTo>
                  <a:lnTo>
                    <a:pt x="4885801" y="3454400"/>
                  </a:lnTo>
                  <a:lnTo>
                    <a:pt x="4895762" y="3416300"/>
                  </a:lnTo>
                  <a:lnTo>
                    <a:pt x="4907805" y="3390900"/>
                  </a:lnTo>
                  <a:lnTo>
                    <a:pt x="4921903" y="3352800"/>
                  </a:lnTo>
                  <a:lnTo>
                    <a:pt x="4938034" y="3327400"/>
                  </a:lnTo>
                  <a:lnTo>
                    <a:pt x="4892372" y="3276600"/>
                  </a:lnTo>
                  <a:lnTo>
                    <a:pt x="4888179" y="3276600"/>
                  </a:lnTo>
                  <a:lnTo>
                    <a:pt x="4885092" y="3263900"/>
                  </a:lnTo>
                  <a:lnTo>
                    <a:pt x="4883186" y="3263900"/>
                  </a:lnTo>
                  <a:lnTo>
                    <a:pt x="4882534" y="3251200"/>
                  </a:lnTo>
                  <a:lnTo>
                    <a:pt x="4883186" y="3251200"/>
                  </a:lnTo>
                  <a:lnTo>
                    <a:pt x="4885094" y="3238500"/>
                  </a:lnTo>
                  <a:lnTo>
                    <a:pt x="4888185" y="3238500"/>
                  </a:lnTo>
                  <a:lnTo>
                    <a:pt x="4892386" y="3225800"/>
                  </a:lnTo>
                  <a:lnTo>
                    <a:pt x="5040899" y="3073400"/>
                  </a:lnTo>
                  <a:lnTo>
                    <a:pt x="5260007" y="3073400"/>
                  </a:lnTo>
                  <a:lnTo>
                    <a:pt x="5260007" y="3009900"/>
                  </a:lnTo>
                  <a:lnTo>
                    <a:pt x="5262647" y="2997200"/>
                  </a:lnTo>
                  <a:lnTo>
                    <a:pt x="5269846" y="2984500"/>
                  </a:lnTo>
                  <a:lnTo>
                    <a:pt x="5280521" y="2971800"/>
                  </a:lnTo>
                  <a:lnTo>
                    <a:pt x="5814797" y="2971800"/>
                  </a:lnTo>
                  <a:lnTo>
                    <a:pt x="5817505" y="2946400"/>
                  </a:lnTo>
                  <a:lnTo>
                    <a:pt x="5838410" y="2895600"/>
                  </a:lnTo>
                  <a:lnTo>
                    <a:pt x="5877627" y="2857500"/>
                  </a:lnTo>
                  <a:lnTo>
                    <a:pt x="5901831" y="2844800"/>
                  </a:lnTo>
                  <a:lnTo>
                    <a:pt x="5684045" y="2844800"/>
                  </a:lnTo>
                  <a:lnTo>
                    <a:pt x="5679865" y="2832100"/>
                  </a:lnTo>
                  <a:lnTo>
                    <a:pt x="5676772" y="2832100"/>
                  </a:lnTo>
                  <a:lnTo>
                    <a:pt x="5674852" y="2819400"/>
                  </a:lnTo>
                  <a:lnTo>
                    <a:pt x="5674193" y="2819400"/>
                  </a:lnTo>
                  <a:lnTo>
                    <a:pt x="5674852" y="2806700"/>
                  </a:lnTo>
                  <a:close/>
                </a:path>
                <a:path w="6120765" h="4318000">
                  <a:moveTo>
                    <a:pt x="5649993" y="3987800"/>
                  </a:moveTo>
                  <a:lnTo>
                    <a:pt x="5147147" y="3987800"/>
                  </a:lnTo>
                  <a:lnTo>
                    <a:pt x="5183311" y="4013200"/>
                  </a:lnTo>
                  <a:lnTo>
                    <a:pt x="5221038" y="4025900"/>
                  </a:lnTo>
                  <a:lnTo>
                    <a:pt x="5260194" y="4038600"/>
                  </a:lnTo>
                  <a:lnTo>
                    <a:pt x="5300644" y="4051300"/>
                  </a:lnTo>
                  <a:lnTo>
                    <a:pt x="5496496" y="4051300"/>
                  </a:lnTo>
                  <a:lnTo>
                    <a:pt x="5536947" y="4038600"/>
                  </a:lnTo>
                  <a:lnTo>
                    <a:pt x="5576103" y="4025900"/>
                  </a:lnTo>
                  <a:lnTo>
                    <a:pt x="5613829" y="4013200"/>
                  </a:lnTo>
                  <a:lnTo>
                    <a:pt x="5649993" y="3987800"/>
                  </a:lnTo>
                  <a:close/>
                </a:path>
                <a:path w="6120765" h="4318000">
                  <a:moveTo>
                    <a:pt x="5792944" y="3886200"/>
                  </a:moveTo>
                  <a:lnTo>
                    <a:pt x="5004196" y="3886200"/>
                  </a:lnTo>
                  <a:lnTo>
                    <a:pt x="4963349" y="3937000"/>
                  </a:lnTo>
                  <a:lnTo>
                    <a:pt x="5064286" y="4038600"/>
                  </a:lnTo>
                  <a:lnTo>
                    <a:pt x="5105172" y="3987800"/>
                  </a:lnTo>
                  <a:lnTo>
                    <a:pt x="5783323" y="3987800"/>
                  </a:lnTo>
                  <a:lnTo>
                    <a:pt x="5833791" y="3937000"/>
                  </a:lnTo>
                  <a:lnTo>
                    <a:pt x="5792944" y="3886200"/>
                  </a:lnTo>
                  <a:close/>
                </a:path>
                <a:path w="6120765" h="4318000">
                  <a:moveTo>
                    <a:pt x="5783323" y="3987800"/>
                  </a:moveTo>
                  <a:lnTo>
                    <a:pt x="5691968" y="3987800"/>
                  </a:lnTo>
                  <a:lnTo>
                    <a:pt x="5732854" y="4038600"/>
                  </a:lnTo>
                  <a:lnTo>
                    <a:pt x="5783323" y="3987800"/>
                  </a:lnTo>
                  <a:close/>
                </a:path>
                <a:path w="6120765" h="4318000">
                  <a:moveTo>
                    <a:pt x="5064627" y="3149600"/>
                  </a:moveTo>
                  <a:lnTo>
                    <a:pt x="4963612" y="3251200"/>
                  </a:lnTo>
                  <a:lnTo>
                    <a:pt x="5004196" y="3289300"/>
                  </a:lnTo>
                  <a:lnTo>
                    <a:pt x="5010822" y="3302000"/>
                  </a:lnTo>
                  <a:lnTo>
                    <a:pt x="5013844" y="3314700"/>
                  </a:lnTo>
                  <a:lnTo>
                    <a:pt x="5013157" y="3327400"/>
                  </a:lnTo>
                  <a:lnTo>
                    <a:pt x="5008656" y="3340100"/>
                  </a:lnTo>
                  <a:lnTo>
                    <a:pt x="4987526" y="3378200"/>
                  </a:lnTo>
                  <a:lnTo>
                    <a:pt x="4969844" y="3416300"/>
                  </a:lnTo>
                  <a:lnTo>
                    <a:pt x="4955666" y="3454400"/>
                  </a:lnTo>
                  <a:lnTo>
                    <a:pt x="4945051" y="3492500"/>
                  </a:lnTo>
                  <a:lnTo>
                    <a:pt x="4940742" y="3505200"/>
                  </a:lnTo>
                  <a:lnTo>
                    <a:pt x="4933323" y="3517900"/>
                  </a:lnTo>
                  <a:lnTo>
                    <a:pt x="4854620" y="3517900"/>
                  </a:lnTo>
                  <a:lnTo>
                    <a:pt x="4854543" y="3670300"/>
                  </a:lnTo>
                  <a:lnTo>
                    <a:pt x="4933323" y="3670300"/>
                  </a:lnTo>
                  <a:lnTo>
                    <a:pt x="4940742" y="3683000"/>
                  </a:lnTo>
                  <a:lnTo>
                    <a:pt x="4945051" y="3695700"/>
                  </a:lnTo>
                  <a:lnTo>
                    <a:pt x="4955666" y="3733800"/>
                  </a:lnTo>
                  <a:lnTo>
                    <a:pt x="4969844" y="3771900"/>
                  </a:lnTo>
                  <a:lnTo>
                    <a:pt x="4987526" y="3810000"/>
                  </a:lnTo>
                  <a:lnTo>
                    <a:pt x="5008656" y="3848100"/>
                  </a:lnTo>
                  <a:lnTo>
                    <a:pt x="5013157" y="3860800"/>
                  </a:lnTo>
                  <a:lnTo>
                    <a:pt x="5013844" y="3873500"/>
                  </a:lnTo>
                  <a:lnTo>
                    <a:pt x="5010822" y="3886200"/>
                  </a:lnTo>
                  <a:lnTo>
                    <a:pt x="5786319" y="3886200"/>
                  </a:lnTo>
                  <a:lnTo>
                    <a:pt x="5783296" y="3873500"/>
                  </a:lnTo>
                  <a:lnTo>
                    <a:pt x="5353630" y="3873500"/>
                  </a:lnTo>
                  <a:lnTo>
                    <a:pt x="5310969" y="3860800"/>
                  </a:lnTo>
                  <a:lnTo>
                    <a:pt x="5271172" y="3848100"/>
                  </a:lnTo>
                  <a:lnTo>
                    <a:pt x="5234813" y="3822700"/>
                  </a:lnTo>
                  <a:lnTo>
                    <a:pt x="5202469" y="3797300"/>
                  </a:lnTo>
                  <a:lnTo>
                    <a:pt x="5174714" y="3759200"/>
                  </a:lnTo>
                  <a:lnTo>
                    <a:pt x="5152126" y="3721100"/>
                  </a:lnTo>
                  <a:lnTo>
                    <a:pt x="5135278" y="3683000"/>
                  </a:lnTo>
                  <a:lnTo>
                    <a:pt x="5124748" y="3632200"/>
                  </a:lnTo>
                  <a:lnTo>
                    <a:pt x="5121109" y="3594100"/>
                  </a:lnTo>
                  <a:lnTo>
                    <a:pt x="5124748" y="3543300"/>
                  </a:lnTo>
                  <a:lnTo>
                    <a:pt x="5135278" y="3505200"/>
                  </a:lnTo>
                  <a:lnTo>
                    <a:pt x="5152126" y="3467100"/>
                  </a:lnTo>
                  <a:lnTo>
                    <a:pt x="5174714" y="3429000"/>
                  </a:lnTo>
                  <a:lnTo>
                    <a:pt x="5202469" y="3390900"/>
                  </a:lnTo>
                  <a:lnTo>
                    <a:pt x="5234813" y="3365500"/>
                  </a:lnTo>
                  <a:lnTo>
                    <a:pt x="5271172" y="3340100"/>
                  </a:lnTo>
                  <a:lnTo>
                    <a:pt x="5310969" y="3327400"/>
                  </a:lnTo>
                  <a:lnTo>
                    <a:pt x="5353630" y="3314700"/>
                  </a:lnTo>
                  <a:lnTo>
                    <a:pt x="5783292" y="3314700"/>
                  </a:lnTo>
                  <a:lnTo>
                    <a:pt x="5786313" y="3302000"/>
                  </a:lnTo>
                  <a:lnTo>
                    <a:pt x="5792944" y="3289300"/>
                  </a:lnTo>
                  <a:lnTo>
                    <a:pt x="5833529" y="3251200"/>
                  </a:lnTo>
                  <a:lnTo>
                    <a:pt x="5783021" y="3200400"/>
                  </a:lnTo>
                  <a:lnTo>
                    <a:pt x="5114586" y="3200400"/>
                  </a:lnTo>
                  <a:lnTo>
                    <a:pt x="5105172" y="3187700"/>
                  </a:lnTo>
                  <a:lnTo>
                    <a:pt x="5064627" y="3149600"/>
                  </a:lnTo>
                  <a:close/>
                </a:path>
                <a:path w="6120765" h="4318000">
                  <a:moveTo>
                    <a:pt x="5783292" y="3314700"/>
                  </a:moveTo>
                  <a:lnTo>
                    <a:pt x="5443525" y="3314700"/>
                  </a:lnTo>
                  <a:lnTo>
                    <a:pt x="5486185" y="3327400"/>
                  </a:lnTo>
                  <a:lnTo>
                    <a:pt x="5525982" y="3340100"/>
                  </a:lnTo>
                  <a:lnTo>
                    <a:pt x="5562340" y="3365500"/>
                  </a:lnTo>
                  <a:lnTo>
                    <a:pt x="5594684" y="3390900"/>
                  </a:lnTo>
                  <a:lnTo>
                    <a:pt x="5622439" y="3429000"/>
                  </a:lnTo>
                  <a:lnTo>
                    <a:pt x="5645027" y="3467100"/>
                  </a:lnTo>
                  <a:lnTo>
                    <a:pt x="5661875" y="3505200"/>
                  </a:lnTo>
                  <a:lnTo>
                    <a:pt x="5672405" y="3543300"/>
                  </a:lnTo>
                  <a:lnTo>
                    <a:pt x="5676044" y="3594100"/>
                  </a:lnTo>
                  <a:lnTo>
                    <a:pt x="5672405" y="3632200"/>
                  </a:lnTo>
                  <a:lnTo>
                    <a:pt x="5661875" y="3683000"/>
                  </a:lnTo>
                  <a:lnTo>
                    <a:pt x="5645027" y="3721100"/>
                  </a:lnTo>
                  <a:lnTo>
                    <a:pt x="5622439" y="3759200"/>
                  </a:lnTo>
                  <a:lnTo>
                    <a:pt x="5594684" y="3797300"/>
                  </a:lnTo>
                  <a:lnTo>
                    <a:pt x="5562340" y="3822700"/>
                  </a:lnTo>
                  <a:lnTo>
                    <a:pt x="5525982" y="3848100"/>
                  </a:lnTo>
                  <a:lnTo>
                    <a:pt x="5486185" y="3860800"/>
                  </a:lnTo>
                  <a:lnTo>
                    <a:pt x="5443525" y="3873500"/>
                  </a:lnTo>
                  <a:lnTo>
                    <a:pt x="5783296" y="3873500"/>
                  </a:lnTo>
                  <a:lnTo>
                    <a:pt x="5783983" y="3860800"/>
                  </a:lnTo>
                  <a:lnTo>
                    <a:pt x="5788484" y="3848100"/>
                  </a:lnTo>
                  <a:lnTo>
                    <a:pt x="5809614" y="3810000"/>
                  </a:lnTo>
                  <a:lnTo>
                    <a:pt x="5827296" y="3771900"/>
                  </a:lnTo>
                  <a:lnTo>
                    <a:pt x="5841474" y="3733800"/>
                  </a:lnTo>
                  <a:lnTo>
                    <a:pt x="5852090" y="3695700"/>
                  </a:lnTo>
                  <a:lnTo>
                    <a:pt x="5856398" y="3683000"/>
                  </a:lnTo>
                  <a:lnTo>
                    <a:pt x="5863817" y="3670300"/>
                  </a:lnTo>
                  <a:lnTo>
                    <a:pt x="5942624" y="3670300"/>
                  </a:lnTo>
                  <a:lnTo>
                    <a:pt x="5942624" y="3517900"/>
                  </a:lnTo>
                  <a:lnTo>
                    <a:pt x="5863813" y="3517900"/>
                  </a:lnTo>
                  <a:lnTo>
                    <a:pt x="5856393" y="3505200"/>
                  </a:lnTo>
                  <a:lnTo>
                    <a:pt x="5852090" y="3492500"/>
                  </a:lnTo>
                  <a:lnTo>
                    <a:pt x="5841469" y="3454400"/>
                  </a:lnTo>
                  <a:lnTo>
                    <a:pt x="5827292" y="3416300"/>
                  </a:lnTo>
                  <a:lnTo>
                    <a:pt x="5809612" y="3378200"/>
                  </a:lnTo>
                  <a:lnTo>
                    <a:pt x="5788484" y="3340100"/>
                  </a:lnTo>
                  <a:lnTo>
                    <a:pt x="5783981" y="3327400"/>
                  </a:lnTo>
                  <a:lnTo>
                    <a:pt x="5783292" y="3314700"/>
                  </a:lnTo>
                  <a:close/>
                </a:path>
                <a:path w="6120765" h="4318000">
                  <a:moveTo>
                    <a:pt x="5398578" y="3378200"/>
                  </a:moveTo>
                  <a:lnTo>
                    <a:pt x="5350413" y="3390900"/>
                  </a:lnTo>
                  <a:lnTo>
                    <a:pt x="5306168" y="3403600"/>
                  </a:lnTo>
                  <a:lnTo>
                    <a:pt x="5267116" y="3429000"/>
                  </a:lnTo>
                  <a:lnTo>
                    <a:pt x="5234528" y="3454400"/>
                  </a:lnTo>
                  <a:lnTo>
                    <a:pt x="5209676" y="3505200"/>
                  </a:lnTo>
                  <a:lnTo>
                    <a:pt x="5193832" y="3543300"/>
                  </a:lnTo>
                  <a:lnTo>
                    <a:pt x="5188268" y="3594100"/>
                  </a:lnTo>
                  <a:lnTo>
                    <a:pt x="5193832" y="3644900"/>
                  </a:lnTo>
                  <a:lnTo>
                    <a:pt x="5209676" y="3683000"/>
                  </a:lnTo>
                  <a:lnTo>
                    <a:pt x="5234528" y="3721100"/>
                  </a:lnTo>
                  <a:lnTo>
                    <a:pt x="5267116" y="3759200"/>
                  </a:lnTo>
                  <a:lnTo>
                    <a:pt x="5306168" y="3784600"/>
                  </a:lnTo>
                  <a:lnTo>
                    <a:pt x="5350413" y="3797300"/>
                  </a:lnTo>
                  <a:lnTo>
                    <a:pt x="5398578" y="3810000"/>
                  </a:lnTo>
                  <a:lnTo>
                    <a:pt x="5446742" y="3797300"/>
                  </a:lnTo>
                  <a:lnTo>
                    <a:pt x="5490986" y="3784600"/>
                  </a:lnTo>
                  <a:lnTo>
                    <a:pt x="5530038" y="3759200"/>
                  </a:lnTo>
                  <a:lnTo>
                    <a:pt x="5562625" y="3721100"/>
                  </a:lnTo>
                  <a:lnTo>
                    <a:pt x="5587477" y="3683000"/>
                  </a:lnTo>
                  <a:lnTo>
                    <a:pt x="5603321" y="3644900"/>
                  </a:lnTo>
                  <a:lnTo>
                    <a:pt x="5608885" y="3594100"/>
                  </a:lnTo>
                  <a:lnTo>
                    <a:pt x="5603321" y="3543300"/>
                  </a:lnTo>
                  <a:lnTo>
                    <a:pt x="5587477" y="3505200"/>
                  </a:lnTo>
                  <a:lnTo>
                    <a:pt x="5562625" y="3454400"/>
                  </a:lnTo>
                  <a:lnTo>
                    <a:pt x="5530038" y="3429000"/>
                  </a:lnTo>
                  <a:lnTo>
                    <a:pt x="5490986" y="3403600"/>
                  </a:lnTo>
                  <a:lnTo>
                    <a:pt x="5446742" y="3390900"/>
                  </a:lnTo>
                  <a:lnTo>
                    <a:pt x="5398578" y="3378200"/>
                  </a:lnTo>
                  <a:close/>
                </a:path>
                <a:path w="6120765" h="4318000">
                  <a:moveTo>
                    <a:pt x="5485822" y="3124200"/>
                  </a:moveTo>
                  <a:lnTo>
                    <a:pt x="5311313" y="3124200"/>
                  </a:lnTo>
                  <a:lnTo>
                    <a:pt x="5300644" y="3136900"/>
                  </a:lnTo>
                  <a:lnTo>
                    <a:pt x="5260186" y="3149600"/>
                  </a:lnTo>
                  <a:lnTo>
                    <a:pt x="5221028" y="3162300"/>
                  </a:lnTo>
                  <a:lnTo>
                    <a:pt x="5183304" y="3175000"/>
                  </a:lnTo>
                  <a:lnTo>
                    <a:pt x="5147147" y="3200400"/>
                  </a:lnTo>
                  <a:lnTo>
                    <a:pt x="5649993" y="3200400"/>
                  </a:lnTo>
                  <a:lnTo>
                    <a:pt x="5613835" y="3175000"/>
                  </a:lnTo>
                  <a:lnTo>
                    <a:pt x="5576107" y="3162300"/>
                  </a:lnTo>
                  <a:lnTo>
                    <a:pt x="5536949" y="3149600"/>
                  </a:lnTo>
                  <a:lnTo>
                    <a:pt x="5496496" y="3136900"/>
                  </a:lnTo>
                  <a:lnTo>
                    <a:pt x="5485822" y="3124200"/>
                  </a:lnTo>
                  <a:close/>
                </a:path>
                <a:path w="6120765" h="4318000">
                  <a:moveTo>
                    <a:pt x="5732513" y="3149600"/>
                  </a:moveTo>
                  <a:lnTo>
                    <a:pt x="5691955" y="3187700"/>
                  </a:lnTo>
                  <a:lnTo>
                    <a:pt x="5682547" y="3200400"/>
                  </a:lnTo>
                  <a:lnTo>
                    <a:pt x="5783021" y="3200400"/>
                  </a:lnTo>
                  <a:lnTo>
                    <a:pt x="5732513" y="3149600"/>
                  </a:lnTo>
                  <a:close/>
                </a:path>
                <a:path w="6120765" h="4318000">
                  <a:moveTo>
                    <a:pt x="5260007" y="3073400"/>
                  </a:moveTo>
                  <a:lnTo>
                    <a:pt x="5088383" y="3073400"/>
                  </a:lnTo>
                  <a:lnTo>
                    <a:pt x="5133991" y="3124200"/>
                  </a:lnTo>
                  <a:lnTo>
                    <a:pt x="5164208" y="3111500"/>
                  </a:lnTo>
                  <a:lnTo>
                    <a:pt x="5195322" y="3098800"/>
                  </a:lnTo>
                  <a:lnTo>
                    <a:pt x="5260007" y="3073400"/>
                  </a:lnTo>
                  <a:close/>
                </a:path>
                <a:path w="6120765" h="4318000">
                  <a:moveTo>
                    <a:pt x="5469973" y="3035300"/>
                  </a:moveTo>
                  <a:lnTo>
                    <a:pt x="5327168" y="3035300"/>
                  </a:lnTo>
                  <a:lnTo>
                    <a:pt x="5327168" y="3098800"/>
                  </a:lnTo>
                  <a:lnTo>
                    <a:pt x="5325199" y="3111500"/>
                  </a:lnTo>
                  <a:lnTo>
                    <a:pt x="5319705" y="3124200"/>
                  </a:lnTo>
                  <a:lnTo>
                    <a:pt x="5477431" y="3124200"/>
                  </a:lnTo>
                  <a:lnTo>
                    <a:pt x="5471941" y="3111500"/>
                  </a:lnTo>
                  <a:lnTo>
                    <a:pt x="5469973" y="3098800"/>
                  </a:lnTo>
                  <a:lnTo>
                    <a:pt x="5469973" y="3035300"/>
                  </a:lnTo>
                  <a:close/>
                </a:path>
                <a:path w="6120765" h="4318000">
                  <a:moveTo>
                    <a:pt x="5814797" y="2971800"/>
                  </a:moveTo>
                  <a:lnTo>
                    <a:pt x="5516625" y="2971800"/>
                  </a:lnTo>
                  <a:lnTo>
                    <a:pt x="5527299" y="2984500"/>
                  </a:lnTo>
                  <a:lnTo>
                    <a:pt x="5534495" y="2997200"/>
                  </a:lnTo>
                  <a:lnTo>
                    <a:pt x="5537133" y="3009900"/>
                  </a:lnTo>
                  <a:lnTo>
                    <a:pt x="5537133" y="3073400"/>
                  </a:lnTo>
                  <a:lnTo>
                    <a:pt x="5601831" y="3098800"/>
                  </a:lnTo>
                  <a:lnTo>
                    <a:pt x="5632946" y="3111500"/>
                  </a:lnTo>
                  <a:lnTo>
                    <a:pt x="5663163" y="3124200"/>
                  </a:lnTo>
                  <a:lnTo>
                    <a:pt x="5708759" y="3073400"/>
                  </a:lnTo>
                  <a:lnTo>
                    <a:pt x="5856103" y="3073400"/>
                  </a:lnTo>
                  <a:lnTo>
                    <a:pt x="5838410" y="3048000"/>
                  </a:lnTo>
                  <a:lnTo>
                    <a:pt x="5825460" y="3022600"/>
                  </a:lnTo>
                  <a:lnTo>
                    <a:pt x="5817505" y="2997200"/>
                  </a:lnTo>
                  <a:lnTo>
                    <a:pt x="5814797" y="2971800"/>
                  </a:lnTo>
                  <a:close/>
                </a:path>
                <a:path w="6120765" h="4318000">
                  <a:moveTo>
                    <a:pt x="6120679" y="2781300"/>
                  </a:moveTo>
                  <a:lnTo>
                    <a:pt x="5720619" y="2781300"/>
                  </a:lnTo>
                  <a:lnTo>
                    <a:pt x="5726415" y="2794000"/>
                  </a:lnTo>
                  <a:lnTo>
                    <a:pt x="5735692" y="2794000"/>
                  </a:lnTo>
                  <a:lnTo>
                    <a:pt x="5738781" y="2806700"/>
                  </a:lnTo>
                  <a:lnTo>
                    <a:pt x="5740696" y="2806700"/>
                  </a:lnTo>
                  <a:lnTo>
                    <a:pt x="5741353" y="2819400"/>
                  </a:lnTo>
                  <a:lnTo>
                    <a:pt x="5740694" y="2819400"/>
                  </a:lnTo>
                  <a:lnTo>
                    <a:pt x="5738776" y="2832100"/>
                  </a:lnTo>
                  <a:lnTo>
                    <a:pt x="5983563" y="2832100"/>
                  </a:lnTo>
                  <a:lnTo>
                    <a:pt x="6009835" y="2844800"/>
                  </a:lnTo>
                  <a:lnTo>
                    <a:pt x="6034039" y="2857500"/>
                  </a:lnTo>
                  <a:lnTo>
                    <a:pt x="6055563" y="2870200"/>
                  </a:lnTo>
                  <a:lnTo>
                    <a:pt x="6083823" y="2908300"/>
                  </a:lnTo>
                  <a:lnTo>
                    <a:pt x="6096179" y="2959100"/>
                  </a:lnTo>
                  <a:lnTo>
                    <a:pt x="6092638" y="3009900"/>
                  </a:lnTo>
                  <a:lnTo>
                    <a:pt x="6073204" y="3048000"/>
                  </a:lnTo>
                  <a:lnTo>
                    <a:pt x="6120679" y="3124200"/>
                  </a:lnTo>
                  <a:lnTo>
                    <a:pt x="6120679" y="2781300"/>
                  </a:lnTo>
                  <a:close/>
                </a:path>
                <a:path w="6120765" h="4318000">
                  <a:moveTo>
                    <a:pt x="6023570" y="3098800"/>
                  </a:moveTo>
                  <a:lnTo>
                    <a:pt x="6007711" y="3111500"/>
                  </a:lnTo>
                  <a:lnTo>
                    <a:pt x="6033421" y="3111500"/>
                  </a:lnTo>
                  <a:lnTo>
                    <a:pt x="6023570" y="3098800"/>
                  </a:lnTo>
                  <a:close/>
                </a:path>
                <a:path w="6120765" h="4318000">
                  <a:moveTo>
                    <a:pt x="5996801" y="2908300"/>
                  </a:moveTo>
                  <a:lnTo>
                    <a:pt x="5914870" y="2908300"/>
                  </a:lnTo>
                  <a:lnTo>
                    <a:pt x="5903600" y="2921000"/>
                  </a:lnTo>
                  <a:lnTo>
                    <a:pt x="5894330" y="2933700"/>
                  </a:lnTo>
                  <a:lnTo>
                    <a:pt x="5887544" y="2946400"/>
                  </a:lnTo>
                  <a:lnTo>
                    <a:pt x="5883375" y="2959100"/>
                  </a:lnTo>
                  <a:lnTo>
                    <a:pt x="5881956" y="2971800"/>
                  </a:lnTo>
                  <a:lnTo>
                    <a:pt x="5883375" y="2984500"/>
                  </a:lnTo>
                  <a:lnTo>
                    <a:pt x="5903600" y="3022600"/>
                  </a:lnTo>
                  <a:lnTo>
                    <a:pt x="5927542" y="3048000"/>
                  </a:lnTo>
                  <a:lnTo>
                    <a:pt x="5984120" y="3048000"/>
                  </a:lnTo>
                  <a:lnTo>
                    <a:pt x="5996801" y="3035300"/>
                  </a:lnTo>
                  <a:lnTo>
                    <a:pt x="6008079" y="3022600"/>
                  </a:lnTo>
                  <a:lnTo>
                    <a:pt x="6024274" y="2997200"/>
                  </a:lnTo>
                  <a:lnTo>
                    <a:pt x="6029673" y="2971800"/>
                  </a:lnTo>
                  <a:lnTo>
                    <a:pt x="6024274" y="2946400"/>
                  </a:lnTo>
                  <a:lnTo>
                    <a:pt x="6008079" y="2921000"/>
                  </a:lnTo>
                  <a:lnTo>
                    <a:pt x="5996801" y="2908300"/>
                  </a:lnTo>
                  <a:close/>
                </a:path>
                <a:path w="6120765" h="4318000">
                  <a:moveTo>
                    <a:pt x="5970356" y="2895600"/>
                  </a:moveTo>
                  <a:lnTo>
                    <a:pt x="5941310" y="2895600"/>
                  </a:lnTo>
                  <a:lnTo>
                    <a:pt x="5927548" y="2908300"/>
                  </a:lnTo>
                  <a:lnTo>
                    <a:pt x="5984120" y="2908300"/>
                  </a:lnTo>
                  <a:lnTo>
                    <a:pt x="5970356" y="2895600"/>
                  </a:lnTo>
                  <a:close/>
                </a:path>
                <a:path w="6120765" h="4318000">
                  <a:moveTo>
                    <a:pt x="5928103" y="2832100"/>
                  </a:moveTo>
                  <a:lnTo>
                    <a:pt x="5735686" y="2832100"/>
                  </a:lnTo>
                  <a:lnTo>
                    <a:pt x="5731515" y="2844800"/>
                  </a:lnTo>
                  <a:lnTo>
                    <a:pt x="5901831" y="2844800"/>
                  </a:lnTo>
                  <a:lnTo>
                    <a:pt x="5928103" y="2832100"/>
                  </a:lnTo>
                  <a:close/>
                </a:path>
                <a:path w="6120765" h="4318000">
                  <a:moveTo>
                    <a:pt x="5517443" y="2794000"/>
                  </a:moveTo>
                  <a:lnTo>
                    <a:pt x="5302923" y="2794000"/>
                  </a:lnTo>
                  <a:lnTo>
                    <a:pt x="5256310" y="2806700"/>
                  </a:lnTo>
                  <a:lnTo>
                    <a:pt x="5556403" y="2806700"/>
                  </a:lnTo>
                  <a:lnTo>
                    <a:pt x="5517443" y="2794000"/>
                  </a:lnTo>
                  <a:close/>
                </a:path>
                <a:path w="6120765" h="4318000">
                  <a:moveTo>
                    <a:pt x="6120679" y="2717800"/>
                  </a:moveTo>
                  <a:lnTo>
                    <a:pt x="5441738" y="2717800"/>
                  </a:lnTo>
                  <a:lnTo>
                    <a:pt x="5484745" y="2730500"/>
                  </a:lnTo>
                  <a:lnTo>
                    <a:pt x="5527450" y="2730500"/>
                  </a:lnTo>
                  <a:lnTo>
                    <a:pt x="5569704" y="2743200"/>
                  </a:lnTo>
                  <a:lnTo>
                    <a:pt x="5581993" y="2743200"/>
                  </a:lnTo>
                  <a:lnTo>
                    <a:pt x="5591029" y="2755900"/>
                  </a:lnTo>
                  <a:lnTo>
                    <a:pt x="5595967" y="2768600"/>
                  </a:lnTo>
                  <a:lnTo>
                    <a:pt x="5595964" y="2781300"/>
                  </a:lnTo>
                  <a:lnTo>
                    <a:pt x="5590786" y="2794000"/>
                  </a:lnTo>
                  <a:lnTo>
                    <a:pt x="5581614" y="2806700"/>
                  </a:lnTo>
                  <a:lnTo>
                    <a:pt x="5676772" y="2806700"/>
                  </a:lnTo>
                  <a:lnTo>
                    <a:pt x="5679865" y="2794000"/>
                  </a:lnTo>
                  <a:lnTo>
                    <a:pt x="5689139" y="2794000"/>
                  </a:lnTo>
                  <a:lnTo>
                    <a:pt x="5694925" y="2781300"/>
                  </a:lnTo>
                  <a:lnTo>
                    <a:pt x="6120679" y="2781300"/>
                  </a:lnTo>
                  <a:lnTo>
                    <a:pt x="6120679" y="2717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20426" y="1326387"/>
            <a:ext cx="14166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Atributos: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639571"/>
            <a:ext cx="6032500" cy="375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&lt;Tabla_Peliculas&gt;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id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70C0"/>
                </a:solidFill>
                <a:latin typeface="Courier New"/>
                <a:cs typeface="Courier New"/>
              </a:rPr>
              <a:t>“1”&gt;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&lt;titulo&gt;Octopussy&lt;/titulo&gt;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10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id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70C0"/>
                </a:solidFill>
                <a:latin typeface="Courier New"/>
                <a:cs typeface="Courier New"/>
              </a:rPr>
              <a:t>”2”&gt;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&lt;titulo&gt;Hable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ella&lt;/titulo&gt;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&lt;año&gt;2002&lt;/año&gt;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id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70C0"/>
                </a:solidFill>
                <a:latin typeface="Courier New"/>
                <a:cs typeface="Courier New"/>
              </a:rPr>
              <a:t>”3”&gt;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&lt;titulo&gt;Ocho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vascos&lt;/titulo&gt;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&lt;/Tabla_Peliculas&gt;</a:t>
            </a:r>
            <a:endParaRPr sz="1800" dirty="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59481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9225" y="1326387"/>
            <a:ext cx="212788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33782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Documentos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bien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formados: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250443"/>
            <a:ext cx="461899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Un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único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elemento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raíz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95" dirty="0">
                <a:latin typeface="Arial"/>
                <a:cs typeface="Arial"/>
              </a:rPr>
              <a:t>Apertura</a:t>
            </a:r>
            <a:r>
              <a:rPr sz="2800" spc="-140" dirty="0">
                <a:latin typeface="Arial"/>
                <a:cs typeface="Arial"/>
              </a:rPr>
              <a:t> y </a:t>
            </a:r>
            <a:r>
              <a:rPr sz="2800" spc="-90" dirty="0">
                <a:latin typeface="Arial"/>
                <a:cs typeface="Arial"/>
              </a:rPr>
              <a:t>cierre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1152652"/>
            <a:ext cx="5195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260" dirty="0">
                <a:latin typeface="Arial"/>
                <a:cs typeface="Arial"/>
              </a:rPr>
              <a:t>XML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distingue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entre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85" dirty="0">
                <a:latin typeface="Arial"/>
                <a:cs typeface="Arial"/>
              </a:rPr>
              <a:t>mayúsculas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4302" y="1414779"/>
            <a:ext cx="4961890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55" dirty="0">
                <a:latin typeface="Arial"/>
                <a:cs typeface="Arial"/>
              </a:rPr>
              <a:t>minúsculas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Anidación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correcta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Valores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atributos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entre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225" dirty="0">
                <a:latin typeface="Arial"/>
                <a:cs typeface="Arial"/>
              </a:rPr>
              <a:t>“”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‘’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2804667"/>
            <a:ext cx="5202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No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se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pueden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repetir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atributos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en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0052" y="3097275"/>
            <a:ext cx="18624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elemento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413989"/>
            <a:ext cx="6156325" cy="4730115"/>
            <a:chOff x="2987823" y="413989"/>
            <a:chExt cx="6156325" cy="47301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413989"/>
              <a:ext cx="6120765" cy="4318000"/>
            </a:xfrm>
            <a:custGeom>
              <a:avLst/>
              <a:gdLst/>
              <a:ahLst/>
              <a:cxnLst/>
              <a:rect l="l" t="t" r="r" b="b"/>
              <a:pathLst>
                <a:path w="6120765" h="4318000">
                  <a:moveTo>
                    <a:pt x="6120679" y="0"/>
                  </a:moveTo>
                  <a:lnTo>
                    <a:pt x="0" y="0"/>
                  </a:lnTo>
                  <a:lnTo>
                    <a:pt x="0" y="4318000"/>
                  </a:lnTo>
                  <a:lnTo>
                    <a:pt x="4741604" y="4318000"/>
                  </a:lnTo>
                  <a:lnTo>
                    <a:pt x="4723909" y="4292600"/>
                  </a:lnTo>
                  <a:lnTo>
                    <a:pt x="4710954" y="4267200"/>
                  </a:lnTo>
                  <a:lnTo>
                    <a:pt x="4702995" y="4241800"/>
                  </a:lnTo>
                  <a:lnTo>
                    <a:pt x="4700285" y="4216400"/>
                  </a:lnTo>
                  <a:lnTo>
                    <a:pt x="4701816" y="4191000"/>
                  </a:lnTo>
                  <a:lnTo>
                    <a:pt x="4706339" y="4165600"/>
                  </a:lnTo>
                  <a:lnTo>
                    <a:pt x="4713744" y="4152900"/>
                  </a:lnTo>
                  <a:lnTo>
                    <a:pt x="4723923" y="4127500"/>
                  </a:lnTo>
                  <a:lnTo>
                    <a:pt x="4695200" y="4089400"/>
                  </a:lnTo>
                  <a:lnTo>
                    <a:pt x="4668759" y="4051300"/>
                  </a:lnTo>
                  <a:lnTo>
                    <a:pt x="4644644" y="4013200"/>
                  </a:lnTo>
                  <a:lnTo>
                    <a:pt x="4622893" y="3962400"/>
                  </a:lnTo>
                  <a:lnTo>
                    <a:pt x="4603548" y="3924300"/>
                  </a:lnTo>
                  <a:lnTo>
                    <a:pt x="4586650" y="3873500"/>
                  </a:lnTo>
                  <a:lnTo>
                    <a:pt x="4572239" y="3835400"/>
                  </a:lnTo>
                  <a:lnTo>
                    <a:pt x="4560357" y="3784600"/>
                  </a:lnTo>
                  <a:lnTo>
                    <a:pt x="4551045" y="3733800"/>
                  </a:lnTo>
                  <a:lnTo>
                    <a:pt x="4544342" y="3695700"/>
                  </a:lnTo>
                  <a:lnTo>
                    <a:pt x="4540291" y="3644900"/>
                  </a:lnTo>
                  <a:lnTo>
                    <a:pt x="4538931" y="3594100"/>
                  </a:lnTo>
                  <a:lnTo>
                    <a:pt x="4540294" y="3543300"/>
                  </a:lnTo>
                  <a:lnTo>
                    <a:pt x="4544358" y="3492500"/>
                  </a:lnTo>
                  <a:lnTo>
                    <a:pt x="4551087" y="3441700"/>
                  </a:lnTo>
                  <a:lnTo>
                    <a:pt x="4560446" y="3403600"/>
                  </a:lnTo>
                  <a:lnTo>
                    <a:pt x="4572397" y="3352800"/>
                  </a:lnTo>
                  <a:lnTo>
                    <a:pt x="4586906" y="3302000"/>
                  </a:lnTo>
                  <a:lnTo>
                    <a:pt x="4603937" y="3263900"/>
                  </a:lnTo>
                  <a:lnTo>
                    <a:pt x="4623452" y="3213100"/>
                  </a:lnTo>
                  <a:lnTo>
                    <a:pt x="4645416" y="3175000"/>
                  </a:lnTo>
                  <a:lnTo>
                    <a:pt x="4669794" y="3124200"/>
                  </a:lnTo>
                  <a:lnTo>
                    <a:pt x="4696549" y="3086100"/>
                  </a:lnTo>
                  <a:lnTo>
                    <a:pt x="4725644" y="3048000"/>
                  </a:lnTo>
                  <a:lnTo>
                    <a:pt x="4757045" y="3009900"/>
                  </a:lnTo>
                  <a:lnTo>
                    <a:pt x="4790715" y="2971800"/>
                  </a:lnTo>
                  <a:lnTo>
                    <a:pt x="4826312" y="2946400"/>
                  </a:lnTo>
                  <a:lnTo>
                    <a:pt x="4863460" y="2908300"/>
                  </a:lnTo>
                  <a:lnTo>
                    <a:pt x="4902073" y="2882900"/>
                  </a:lnTo>
                  <a:lnTo>
                    <a:pt x="4942063" y="2857500"/>
                  </a:lnTo>
                  <a:lnTo>
                    <a:pt x="4983343" y="2832100"/>
                  </a:lnTo>
                  <a:lnTo>
                    <a:pt x="5025827" y="2806700"/>
                  </a:lnTo>
                  <a:lnTo>
                    <a:pt x="5069427" y="2781300"/>
                  </a:lnTo>
                  <a:lnTo>
                    <a:pt x="5253251" y="2730500"/>
                  </a:lnTo>
                  <a:lnTo>
                    <a:pt x="5301128" y="2730500"/>
                  </a:lnTo>
                  <a:lnTo>
                    <a:pt x="5349599" y="2717800"/>
                  </a:lnTo>
                  <a:lnTo>
                    <a:pt x="6120679" y="2717800"/>
                  </a:lnTo>
                  <a:lnTo>
                    <a:pt x="6120679" y="0"/>
                  </a:lnTo>
                  <a:close/>
                </a:path>
                <a:path w="6120765" h="4318000">
                  <a:moveTo>
                    <a:pt x="5003430" y="4064000"/>
                  </a:moveTo>
                  <a:lnTo>
                    <a:pt x="4841321" y="4064000"/>
                  </a:lnTo>
                  <a:lnTo>
                    <a:pt x="4869050" y="4076700"/>
                  </a:lnTo>
                  <a:lnTo>
                    <a:pt x="4895322" y="4076700"/>
                  </a:lnTo>
                  <a:lnTo>
                    <a:pt x="4919526" y="4089400"/>
                  </a:lnTo>
                  <a:lnTo>
                    <a:pt x="4941050" y="4114800"/>
                  </a:lnTo>
                  <a:lnTo>
                    <a:pt x="4958744" y="4127500"/>
                  </a:lnTo>
                  <a:lnTo>
                    <a:pt x="4971694" y="4152900"/>
                  </a:lnTo>
                  <a:lnTo>
                    <a:pt x="4979649" y="4178300"/>
                  </a:lnTo>
                  <a:lnTo>
                    <a:pt x="4982357" y="4216400"/>
                  </a:lnTo>
                  <a:lnTo>
                    <a:pt x="4979649" y="4241800"/>
                  </a:lnTo>
                  <a:lnTo>
                    <a:pt x="4971694" y="4267200"/>
                  </a:lnTo>
                  <a:lnTo>
                    <a:pt x="4958744" y="4292600"/>
                  </a:lnTo>
                  <a:lnTo>
                    <a:pt x="4941050" y="4318000"/>
                  </a:lnTo>
                  <a:lnTo>
                    <a:pt x="5721492" y="4318000"/>
                  </a:lnTo>
                  <a:lnTo>
                    <a:pt x="5841359" y="4254500"/>
                  </a:lnTo>
                  <a:lnTo>
                    <a:pt x="5882547" y="4229100"/>
                  </a:lnTo>
                  <a:lnTo>
                    <a:pt x="5895597" y="4216400"/>
                  </a:lnTo>
                  <a:lnTo>
                    <a:pt x="5293587" y="4216400"/>
                  </a:lnTo>
                  <a:lnTo>
                    <a:pt x="5280521" y="4203700"/>
                  </a:lnTo>
                  <a:lnTo>
                    <a:pt x="5269846" y="4203700"/>
                  </a:lnTo>
                  <a:lnTo>
                    <a:pt x="5262647" y="4191000"/>
                  </a:lnTo>
                  <a:lnTo>
                    <a:pt x="5260007" y="4178300"/>
                  </a:lnTo>
                  <a:lnTo>
                    <a:pt x="5260007" y="4114800"/>
                  </a:lnTo>
                  <a:lnTo>
                    <a:pt x="5045645" y="4114800"/>
                  </a:lnTo>
                  <a:lnTo>
                    <a:pt x="5040532" y="4102100"/>
                  </a:lnTo>
                  <a:lnTo>
                    <a:pt x="5003430" y="4064000"/>
                  </a:lnTo>
                  <a:close/>
                </a:path>
                <a:path w="6120765" h="4318000">
                  <a:moveTo>
                    <a:pt x="6120679" y="4064000"/>
                  </a:moveTo>
                  <a:lnTo>
                    <a:pt x="6114279" y="4076700"/>
                  </a:lnTo>
                  <a:lnTo>
                    <a:pt x="6089967" y="4114800"/>
                  </a:lnTo>
                  <a:lnTo>
                    <a:pt x="6063874" y="4140200"/>
                  </a:lnTo>
                  <a:lnTo>
                    <a:pt x="6036023" y="4178300"/>
                  </a:lnTo>
                  <a:lnTo>
                    <a:pt x="6006439" y="4203700"/>
                  </a:lnTo>
                  <a:lnTo>
                    <a:pt x="5975378" y="4241800"/>
                  </a:lnTo>
                  <a:lnTo>
                    <a:pt x="5943121" y="4267200"/>
                  </a:lnTo>
                  <a:lnTo>
                    <a:pt x="5909726" y="4292600"/>
                  </a:lnTo>
                  <a:lnTo>
                    <a:pt x="5875252" y="4318000"/>
                  </a:lnTo>
                  <a:lnTo>
                    <a:pt x="6120679" y="4318000"/>
                  </a:lnTo>
                  <a:lnTo>
                    <a:pt x="6120679" y="4064000"/>
                  </a:lnTo>
                  <a:close/>
                </a:path>
                <a:path w="6120765" h="4318000">
                  <a:moveTo>
                    <a:pt x="4855844" y="4279900"/>
                  </a:moveTo>
                  <a:lnTo>
                    <a:pt x="4826799" y="4279900"/>
                  </a:lnTo>
                  <a:lnTo>
                    <a:pt x="4841321" y="4292600"/>
                  </a:lnTo>
                  <a:lnTo>
                    <a:pt x="4855844" y="4279900"/>
                  </a:lnTo>
                  <a:close/>
                </a:path>
                <a:path w="6120765" h="4318000">
                  <a:moveTo>
                    <a:pt x="4893552" y="4152900"/>
                  </a:moveTo>
                  <a:lnTo>
                    <a:pt x="4789088" y="4152900"/>
                  </a:lnTo>
                  <a:lnTo>
                    <a:pt x="4779819" y="4165600"/>
                  </a:lnTo>
                  <a:lnTo>
                    <a:pt x="4773033" y="4178300"/>
                  </a:lnTo>
                  <a:lnTo>
                    <a:pt x="4768864" y="4191000"/>
                  </a:lnTo>
                  <a:lnTo>
                    <a:pt x="4767445" y="4216400"/>
                  </a:lnTo>
                  <a:lnTo>
                    <a:pt x="4768864" y="4229100"/>
                  </a:lnTo>
                  <a:lnTo>
                    <a:pt x="4773033" y="4241800"/>
                  </a:lnTo>
                  <a:lnTo>
                    <a:pt x="4779819" y="4254500"/>
                  </a:lnTo>
                  <a:lnTo>
                    <a:pt x="4789088" y="4267200"/>
                  </a:lnTo>
                  <a:lnTo>
                    <a:pt x="4800364" y="4279900"/>
                  </a:lnTo>
                  <a:lnTo>
                    <a:pt x="4882283" y="4279900"/>
                  </a:lnTo>
                  <a:lnTo>
                    <a:pt x="4909609" y="4241800"/>
                  </a:lnTo>
                  <a:lnTo>
                    <a:pt x="4915197" y="4216400"/>
                  </a:lnTo>
                  <a:lnTo>
                    <a:pt x="4913778" y="4191000"/>
                  </a:lnTo>
                  <a:lnTo>
                    <a:pt x="4909609" y="4178300"/>
                  </a:lnTo>
                  <a:lnTo>
                    <a:pt x="4902823" y="4165600"/>
                  </a:lnTo>
                  <a:lnTo>
                    <a:pt x="4893552" y="4152900"/>
                  </a:lnTo>
                  <a:close/>
                </a:path>
                <a:path w="6120765" h="4318000">
                  <a:moveTo>
                    <a:pt x="5663163" y="4064000"/>
                  </a:moveTo>
                  <a:lnTo>
                    <a:pt x="5632946" y="4076700"/>
                  </a:lnTo>
                  <a:lnTo>
                    <a:pt x="5601831" y="4089400"/>
                  </a:lnTo>
                  <a:lnTo>
                    <a:pt x="5537133" y="4114800"/>
                  </a:lnTo>
                  <a:lnTo>
                    <a:pt x="5537133" y="4178300"/>
                  </a:lnTo>
                  <a:lnTo>
                    <a:pt x="5534495" y="4191000"/>
                  </a:lnTo>
                  <a:lnTo>
                    <a:pt x="5527299" y="4203700"/>
                  </a:lnTo>
                  <a:lnTo>
                    <a:pt x="5516625" y="4203700"/>
                  </a:lnTo>
                  <a:lnTo>
                    <a:pt x="5503553" y="4216400"/>
                  </a:lnTo>
                  <a:lnTo>
                    <a:pt x="5895597" y="4216400"/>
                  </a:lnTo>
                  <a:lnTo>
                    <a:pt x="5921697" y="4191000"/>
                  </a:lnTo>
                  <a:lnTo>
                    <a:pt x="5958689" y="4165600"/>
                  </a:lnTo>
                  <a:lnTo>
                    <a:pt x="5993406" y="4127500"/>
                  </a:lnTo>
                  <a:lnTo>
                    <a:pt x="6004180" y="4114800"/>
                  </a:lnTo>
                  <a:lnTo>
                    <a:pt x="5714239" y="4114800"/>
                  </a:lnTo>
                  <a:lnTo>
                    <a:pt x="5709126" y="4102100"/>
                  </a:lnTo>
                  <a:lnTo>
                    <a:pt x="5663163" y="4064000"/>
                  </a:lnTo>
                  <a:close/>
                </a:path>
                <a:path w="6120765" h="4318000">
                  <a:moveTo>
                    <a:pt x="4869601" y="4140200"/>
                  </a:moveTo>
                  <a:lnTo>
                    <a:pt x="4813035" y="4140200"/>
                  </a:lnTo>
                  <a:lnTo>
                    <a:pt x="4800358" y="4152900"/>
                  </a:lnTo>
                  <a:lnTo>
                    <a:pt x="4882278" y="4152900"/>
                  </a:lnTo>
                  <a:lnTo>
                    <a:pt x="4869601" y="4140200"/>
                  </a:lnTo>
                  <a:close/>
                </a:path>
                <a:path w="6120765" h="4318000">
                  <a:moveTo>
                    <a:pt x="5485822" y="4051300"/>
                  </a:moveTo>
                  <a:lnTo>
                    <a:pt x="5311313" y="4051300"/>
                  </a:lnTo>
                  <a:lnTo>
                    <a:pt x="5319705" y="4064000"/>
                  </a:lnTo>
                  <a:lnTo>
                    <a:pt x="5325199" y="4076700"/>
                  </a:lnTo>
                  <a:lnTo>
                    <a:pt x="5327168" y="4089400"/>
                  </a:lnTo>
                  <a:lnTo>
                    <a:pt x="5327168" y="4140200"/>
                  </a:lnTo>
                  <a:lnTo>
                    <a:pt x="5469973" y="4140200"/>
                  </a:lnTo>
                  <a:lnTo>
                    <a:pt x="5469973" y="4089400"/>
                  </a:lnTo>
                  <a:lnTo>
                    <a:pt x="5471941" y="4076700"/>
                  </a:lnTo>
                  <a:lnTo>
                    <a:pt x="5477431" y="4064000"/>
                  </a:lnTo>
                  <a:lnTo>
                    <a:pt x="5485822" y="4051300"/>
                  </a:lnTo>
                  <a:close/>
                </a:path>
                <a:path w="6120765" h="4318000">
                  <a:moveTo>
                    <a:pt x="5133977" y="4064000"/>
                  </a:moveTo>
                  <a:lnTo>
                    <a:pt x="5088028" y="4102100"/>
                  </a:lnTo>
                  <a:lnTo>
                    <a:pt x="5082915" y="4114800"/>
                  </a:lnTo>
                  <a:lnTo>
                    <a:pt x="5260007" y="4114800"/>
                  </a:lnTo>
                  <a:lnTo>
                    <a:pt x="5195320" y="4089400"/>
                  </a:lnTo>
                  <a:lnTo>
                    <a:pt x="5164202" y="4076700"/>
                  </a:lnTo>
                  <a:lnTo>
                    <a:pt x="5133977" y="4064000"/>
                  </a:lnTo>
                  <a:close/>
                </a:path>
                <a:path w="6120765" h="4318000">
                  <a:moveTo>
                    <a:pt x="5856103" y="3073400"/>
                  </a:moveTo>
                  <a:lnTo>
                    <a:pt x="5756243" y="3073400"/>
                  </a:lnTo>
                  <a:lnTo>
                    <a:pt x="5904768" y="3225800"/>
                  </a:lnTo>
                  <a:lnTo>
                    <a:pt x="5908962" y="3238500"/>
                  </a:lnTo>
                  <a:lnTo>
                    <a:pt x="5912050" y="3238500"/>
                  </a:lnTo>
                  <a:lnTo>
                    <a:pt x="5913960" y="3251200"/>
                  </a:lnTo>
                  <a:lnTo>
                    <a:pt x="5914618" y="3251200"/>
                  </a:lnTo>
                  <a:lnTo>
                    <a:pt x="5913966" y="3263900"/>
                  </a:lnTo>
                  <a:lnTo>
                    <a:pt x="5912061" y="3263900"/>
                  </a:lnTo>
                  <a:lnTo>
                    <a:pt x="5908975" y="3276600"/>
                  </a:lnTo>
                  <a:lnTo>
                    <a:pt x="5904782" y="3276600"/>
                  </a:lnTo>
                  <a:lnTo>
                    <a:pt x="5859120" y="3327400"/>
                  </a:lnTo>
                  <a:lnTo>
                    <a:pt x="5875248" y="3352800"/>
                  </a:lnTo>
                  <a:lnTo>
                    <a:pt x="5889342" y="3390900"/>
                  </a:lnTo>
                  <a:lnTo>
                    <a:pt x="5901380" y="3416300"/>
                  </a:lnTo>
                  <a:lnTo>
                    <a:pt x="5911340" y="3454400"/>
                  </a:lnTo>
                  <a:lnTo>
                    <a:pt x="5989276" y="3454400"/>
                  </a:lnTo>
                  <a:lnTo>
                    <a:pt x="5999949" y="3467100"/>
                  </a:lnTo>
                  <a:lnTo>
                    <a:pt x="6007146" y="3467100"/>
                  </a:lnTo>
                  <a:lnTo>
                    <a:pt x="6009784" y="3479800"/>
                  </a:lnTo>
                  <a:lnTo>
                    <a:pt x="6009784" y="3695700"/>
                  </a:lnTo>
                  <a:lnTo>
                    <a:pt x="6007146" y="3708400"/>
                  </a:lnTo>
                  <a:lnTo>
                    <a:pt x="5999949" y="3721100"/>
                  </a:lnTo>
                  <a:lnTo>
                    <a:pt x="5989276" y="3733800"/>
                  </a:lnTo>
                  <a:lnTo>
                    <a:pt x="5911352" y="3733800"/>
                  </a:lnTo>
                  <a:lnTo>
                    <a:pt x="5901390" y="3771900"/>
                  </a:lnTo>
                  <a:lnTo>
                    <a:pt x="5889348" y="3797300"/>
                  </a:lnTo>
                  <a:lnTo>
                    <a:pt x="5875250" y="3835400"/>
                  </a:lnTo>
                  <a:lnTo>
                    <a:pt x="5859120" y="3860800"/>
                  </a:lnTo>
                  <a:lnTo>
                    <a:pt x="5905030" y="3911600"/>
                  </a:lnTo>
                  <a:lnTo>
                    <a:pt x="5912401" y="3924300"/>
                  </a:lnTo>
                  <a:lnTo>
                    <a:pt x="5914858" y="3937000"/>
                  </a:lnTo>
                  <a:lnTo>
                    <a:pt x="5912401" y="3949700"/>
                  </a:lnTo>
                  <a:lnTo>
                    <a:pt x="5905030" y="3949700"/>
                  </a:lnTo>
                  <a:lnTo>
                    <a:pt x="5756622" y="4102100"/>
                  </a:lnTo>
                  <a:lnTo>
                    <a:pt x="5751507" y="4114800"/>
                  </a:lnTo>
                  <a:lnTo>
                    <a:pt x="6004180" y="4114800"/>
                  </a:lnTo>
                  <a:lnTo>
                    <a:pt x="6025728" y="4089400"/>
                  </a:lnTo>
                  <a:lnTo>
                    <a:pt x="6055536" y="4038600"/>
                  </a:lnTo>
                  <a:lnTo>
                    <a:pt x="6120679" y="3924300"/>
                  </a:lnTo>
                  <a:lnTo>
                    <a:pt x="6120679" y="3263900"/>
                  </a:lnTo>
                  <a:lnTo>
                    <a:pt x="6095361" y="3213100"/>
                  </a:lnTo>
                  <a:lnTo>
                    <a:pt x="6079182" y="3187700"/>
                  </a:lnTo>
                  <a:lnTo>
                    <a:pt x="6061814" y="3149600"/>
                  </a:lnTo>
                  <a:lnTo>
                    <a:pt x="6043272" y="3124200"/>
                  </a:lnTo>
                  <a:lnTo>
                    <a:pt x="6033421" y="3111500"/>
                  </a:lnTo>
                  <a:lnTo>
                    <a:pt x="5901831" y="3111500"/>
                  </a:lnTo>
                  <a:lnTo>
                    <a:pt x="5877627" y="3098800"/>
                  </a:lnTo>
                  <a:lnTo>
                    <a:pt x="5856103" y="3073400"/>
                  </a:lnTo>
                  <a:close/>
                </a:path>
                <a:path w="6120765" h="4318000">
                  <a:moveTo>
                    <a:pt x="5674852" y="2806700"/>
                  </a:moveTo>
                  <a:lnTo>
                    <a:pt x="5210618" y="2806700"/>
                  </a:lnTo>
                  <a:lnTo>
                    <a:pt x="5165931" y="2819400"/>
                  </a:lnTo>
                  <a:lnTo>
                    <a:pt x="5122333" y="2844800"/>
                  </a:lnTo>
                  <a:lnTo>
                    <a:pt x="5079906" y="2857500"/>
                  </a:lnTo>
                  <a:lnTo>
                    <a:pt x="5038735" y="2882900"/>
                  </a:lnTo>
                  <a:lnTo>
                    <a:pt x="4998902" y="2895600"/>
                  </a:lnTo>
                  <a:lnTo>
                    <a:pt x="4960492" y="2921000"/>
                  </a:lnTo>
                  <a:lnTo>
                    <a:pt x="4923588" y="2946400"/>
                  </a:lnTo>
                  <a:lnTo>
                    <a:pt x="4888273" y="2984500"/>
                  </a:lnTo>
                  <a:lnTo>
                    <a:pt x="4854632" y="3009900"/>
                  </a:lnTo>
                  <a:lnTo>
                    <a:pt x="4822747" y="3035300"/>
                  </a:lnTo>
                  <a:lnTo>
                    <a:pt x="4792702" y="3073400"/>
                  </a:lnTo>
                  <a:lnTo>
                    <a:pt x="4764580" y="3111500"/>
                  </a:lnTo>
                  <a:lnTo>
                    <a:pt x="4738466" y="3149600"/>
                  </a:lnTo>
                  <a:lnTo>
                    <a:pt x="4714442" y="3187700"/>
                  </a:lnTo>
                  <a:lnTo>
                    <a:pt x="4692592" y="3225800"/>
                  </a:lnTo>
                  <a:lnTo>
                    <a:pt x="4673001" y="3263900"/>
                  </a:lnTo>
                  <a:lnTo>
                    <a:pt x="4655750" y="3314700"/>
                  </a:lnTo>
                  <a:lnTo>
                    <a:pt x="4640924" y="3352800"/>
                  </a:lnTo>
                  <a:lnTo>
                    <a:pt x="4628607" y="3403600"/>
                  </a:lnTo>
                  <a:lnTo>
                    <a:pt x="4618881" y="3454400"/>
                  </a:lnTo>
                  <a:lnTo>
                    <a:pt x="4611831" y="3492500"/>
                  </a:lnTo>
                  <a:lnTo>
                    <a:pt x="4607539" y="3543300"/>
                  </a:lnTo>
                  <a:lnTo>
                    <a:pt x="4606090" y="3594100"/>
                  </a:lnTo>
                  <a:lnTo>
                    <a:pt x="4607554" y="3644900"/>
                  </a:lnTo>
                  <a:lnTo>
                    <a:pt x="4611913" y="3695700"/>
                  </a:lnTo>
                  <a:lnTo>
                    <a:pt x="4619120" y="3733800"/>
                  </a:lnTo>
                  <a:lnTo>
                    <a:pt x="4629128" y="3784600"/>
                  </a:lnTo>
                  <a:lnTo>
                    <a:pt x="4641888" y="3835400"/>
                  </a:lnTo>
                  <a:lnTo>
                    <a:pt x="4657353" y="3873500"/>
                  </a:lnTo>
                  <a:lnTo>
                    <a:pt x="4675475" y="3924300"/>
                  </a:lnTo>
                  <a:lnTo>
                    <a:pt x="4696207" y="3962400"/>
                  </a:lnTo>
                  <a:lnTo>
                    <a:pt x="4719501" y="4000500"/>
                  </a:lnTo>
                  <a:lnTo>
                    <a:pt x="4745309" y="4051300"/>
                  </a:lnTo>
                  <a:lnTo>
                    <a:pt x="4773584" y="4089400"/>
                  </a:lnTo>
                  <a:lnTo>
                    <a:pt x="4789443" y="4076700"/>
                  </a:lnTo>
                  <a:lnTo>
                    <a:pt x="4806124" y="4076700"/>
                  </a:lnTo>
                  <a:lnTo>
                    <a:pt x="4823469" y="4064000"/>
                  </a:lnTo>
                  <a:lnTo>
                    <a:pt x="5003430" y="4064000"/>
                  </a:lnTo>
                  <a:lnTo>
                    <a:pt x="4892123" y="3949700"/>
                  </a:lnTo>
                  <a:lnTo>
                    <a:pt x="4884747" y="3949700"/>
                  </a:lnTo>
                  <a:lnTo>
                    <a:pt x="4882291" y="3937000"/>
                  </a:lnTo>
                  <a:lnTo>
                    <a:pt x="4884751" y="3924300"/>
                  </a:lnTo>
                  <a:lnTo>
                    <a:pt x="4892123" y="3911600"/>
                  </a:lnTo>
                  <a:lnTo>
                    <a:pt x="4938034" y="3860800"/>
                  </a:lnTo>
                  <a:lnTo>
                    <a:pt x="4921903" y="3835400"/>
                  </a:lnTo>
                  <a:lnTo>
                    <a:pt x="4907805" y="3797300"/>
                  </a:lnTo>
                  <a:lnTo>
                    <a:pt x="4895762" y="3771900"/>
                  </a:lnTo>
                  <a:lnTo>
                    <a:pt x="4885801" y="3733800"/>
                  </a:lnTo>
                  <a:lnTo>
                    <a:pt x="4808089" y="3733800"/>
                  </a:lnTo>
                  <a:lnTo>
                    <a:pt x="4802309" y="3721100"/>
                  </a:lnTo>
                  <a:lnTo>
                    <a:pt x="4793002" y="3721100"/>
                  </a:lnTo>
                  <a:lnTo>
                    <a:pt x="4789916" y="3708400"/>
                  </a:lnTo>
                  <a:lnTo>
                    <a:pt x="4788014" y="3708400"/>
                  </a:lnTo>
                  <a:lnTo>
                    <a:pt x="4787370" y="3695700"/>
                  </a:lnTo>
                  <a:lnTo>
                    <a:pt x="4787488" y="3479800"/>
                  </a:lnTo>
                  <a:lnTo>
                    <a:pt x="4790127" y="3467100"/>
                  </a:lnTo>
                  <a:lnTo>
                    <a:pt x="4797322" y="3467100"/>
                  </a:lnTo>
                  <a:lnTo>
                    <a:pt x="4807996" y="3454400"/>
                  </a:lnTo>
                  <a:lnTo>
                    <a:pt x="4885801" y="3454400"/>
                  </a:lnTo>
                  <a:lnTo>
                    <a:pt x="4895762" y="3416300"/>
                  </a:lnTo>
                  <a:lnTo>
                    <a:pt x="4907805" y="3390900"/>
                  </a:lnTo>
                  <a:lnTo>
                    <a:pt x="4921903" y="3352800"/>
                  </a:lnTo>
                  <a:lnTo>
                    <a:pt x="4938034" y="3327400"/>
                  </a:lnTo>
                  <a:lnTo>
                    <a:pt x="4892372" y="3276600"/>
                  </a:lnTo>
                  <a:lnTo>
                    <a:pt x="4888179" y="3276600"/>
                  </a:lnTo>
                  <a:lnTo>
                    <a:pt x="4885092" y="3263900"/>
                  </a:lnTo>
                  <a:lnTo>
                    <a:pt x="4883186" y="3263900"/>
                  </a:lnTo>
                  <a:lnTo>
                    <a:pt x="4882534" y="3251200"/>
                  </a:lnTo>
                  <a:lnTo>
                    <a:pt x="4883186" y="3251200"/>
                  </a:lnTo>
                  <a:lnTo>
                    <a:pt x="4885094" y="3238500"/>
                  </a:lnTo>
                  <a:lnTo>
                    <a:pt x="4888185" y="3238500"/>
                  </a:lnTo>
                  <a:lnTo>
                    <a:pt x="4892386" y="3225800"/>
                  </a:lnTo>
                  <a:lnTo>
                    <a:pt x="5040899" y="3073400"/>
                  </a:lnTo>
                  <a:lnTo>
                    <a:pt x="5260007" y="3073400"/>
                  </a:lnTo>
                  <a:lnTo>
                    <a:pt x="5260007" y="3009900"/>
                  </a:lnTo>
                  <a:lnTo>
                    <a:pt x="5262647" y="2997200"/>
                  </a:lnTo>
                  <a:lnTo>
                    <a:pt x="5269846" y="2984500"/>
                  </a:lnTo>
                  <a:lnTo>
                    <a:pt x="5280521" y="2971800"/>
                  </a:lnTo>
                  <a:lnTo>
                    <a:pt x="5814797" y="2971800"/>
                  </a:lnTo>
                  <a:lnTo>
                    <a:pt x="5817505" y="2946400"/>
                  </a:lnTo>
                  <a:lnTo>
                    <a:pt x="5838410" y="2895600"/>
                  </a:lnTo>
                  <a:lnTo>
                    <a:pt x="5877627" y="2857500"/>
                  </a:lnTo>
                  <a:lnTo>
                    <a:pt x="5901831" y="2844800"/>
                  </a:lnTo>
                  <a:lnTo>
                    <a:pt x="5684045" y="2844800"/>
                  </a:lnTo>
                  <a:lnTo>
                    <a:pt x="5679865" y="2832100"/>
                  </a:lnTo>
                  <a:lnTo>
                    <a:pt x="5676772" y="2832100"/>
                  </a:lnTo>
                  <a:lnTo>
                    <a:pt x="5674852" y="2819400"/>
                  </a:lnTo>
                  <a:lnTo>
                    <a:pt x="5674193" y="2819400"/>
                  </a:lnTo>
                  <a:lnTo>
                    <a:pt x="5674852" y="2806700"/>
                  </a:lnTo>
                  <a:close/>
                </a:path>
                <a:path w="6120765" h="4318000">
                  <a:moveTo>
                    <a:pt x="5649993" y="3987800"/>
                  </a:moveTo>
                  <a:lnTo>
                    <a:pt x="5147147" y="3987800"/>
                  </a:lnTo>
                  <a:lnTo>
                    <a:pt x="5183311" y="4013200"/>
                  </a:lnTo>
                  <a:lnTo>
                    <a:pt x="5221038" y="4025900"/>
                  </a:lnTo>
                  <a:lnTo>
                    <a:pt x="5260194" y="4038600"/>
                  </a:lnTo>
                  <a:lnTo>
                    <a:pt x="5300644" y="4051300"/>
                  </a:lnTo>
                  <a:lnTo>
                    <a:pt x="5496496" y="4051300"/>
                  </a:lnTo>
                  <a:lnTo>
                    <a:pt x="5536947" y="4038600"/>
                  </a:lnTo>
                  <a:lnTo>
                    <a:pt x="5576103" y="4025900"/>
                  </a:lnTo>
                  <a:lnTo>
                    <a:pt x="5613829" y="4013200"/>
                  </a:lnTo>
                  <a:lnTo>
                    <a:pt x="5649993" y="3987800"/>
                  </a:lnTo>
                  <a:close/>
                </a:path>
                <a:path w="6120765" h="4318000">
                  <a:moveTo>
                    <a:pt x="5792944" y="3886200"/>
                  </a:moveTo>
                  <a:lnTo>
                    <a:pt x="5004196" y="3886200"/>
                  </a:lnTo>
                  <a:lnTo>
                    <a:pt x="4963349" y="3937000"/>
                  </a:lnTo>
                  <a:lnTo>
                    <a:pt x="5064286" y="4038600"/>
                  </a:lnTo>
                  <a:lnTo>
                    <a:pt x="5105172" y="3987800"/>
                  </a:lnTo>
                  <a:lnTo>
                    <a:pt x="5783323" y="3987800"/>
                  </a:lnTo>
                  <a:lnTo>
                    <a:pt x="5833791" y="3937000"/>
                  </a:lnTo>
                  <a:lnTo>
                    <a:pt x="5792944" y="3886200"/>
                  </a:lnTo>
                  <a:close/>
                </a:path>
                <a:path w="6120765" h="4318000">
                  <a:moveTo>
                    <a:pt x="5783323" y="3987800"/>
                  </a:moveTo>
                  <a:lnTo>
                    <a:pt x="5691968" y="3987800"/>
                  </a:lnTo>
                  <a:lnTo>
                    <a:pt x="5732854" y="4038600"/>
                  </a:lnTo>
                  <a:lnTo>
                    <a:pt x="5783323" y="3987800"/>
                  </a:lnTo>
                  <a:close/>
                </a:path>
                <a:path w="6120765" h="4318000">
                  <a:moveTo>
                    <a:pt x="5064627" y="3149600"/>
                  </a:moveTo>
                  <a:lnTo>
                    <a:pt x="4963612" y="3251200"/>
                  </a:lnTo>
                  <a:lnTo>
                    <a:pt x="5004196" y="3289300"/>
                  </a:lnTo>
                  <a:lnTo>
                    <a:pt x="5010822" y="3302000"/>
                  </a:lnTo>
                  <a:lnTo>
                    <a:pt x="5013844" y="3314700"/>
                  </a:lnTo>
                  <a:lnTo>
                    <a:pt x="5013157" y="3327400"/>
                  </a:lnTo>
                  <a:lnTo>
                    <a:pt x="5008656" y="3340100"/>
                  </a:lnTo>
                  <a:lnTo>
                    <a:pt x="4987526" y="3378200"/>
                  </a:lnTo>
                  <a:lnTo>
                    <a:pt x="4969844" y="3416300"/>
                  </a:lnTo>
                  <a:lnTo>
                    <a:pt x="4955666" y="3454400"/>
                  </a:lnTo>
                  <a:lnTo>
                    <a:pt x="4945051" y="3492500"/>
                  </a:lnTo>
                  <a:lnTo>
                    <a:pt x="4940742" y="3505200"/>
                  </a:lnTo>
                  <a:lnTo>
                    <a:pt x="4933323" y="3517900"/>
                  </a:lnTo>
                  <a:lnTo>
                    <a:pt x="4854620" y="3517900"/>
                  </a:lnTo>
                  <a:lnTo>
                    <a:pt x="4854543" y="3670300"/>
                  </a:lnTo>
                  <a:lnTo>
                    <a:pt x="4933323" y="3670300"/>
                  </a:lnTo>
                  <a:lnTo>
                    <a:pt x="4940742" y="3683000"/>
                  </a:lnTo>
                  <a:lnTo>
                    <a:pt x="4945051" y="3695700"/>
                  </a:lnTo>
                  <a:lnTo>
                    <a:pt x="4955666" y="3733800"/>
                  </a:lnTo>
                  <a:lnTo>
                    <a:pt x="4969844" y="3771900"/>
                  </a:lnTo>
                  <a:lnTo>
                    <a:pt x="4987526" y="3810000"/>
                  </a:lnTo>
                  <a:lnTo>
                    <a:pt x="5008656" y="3848100"/>
                  </a:lnTo>
                  <a:lnTo>
                    <a:pt x="5013157" y="3860800"/>
                  </a:lnTo>
                  <a:lnTo>
                    <a:pt x="5013844" y="3873500"/>
                  </a:lnTo>
                  <a:lnTo>
                    <a:pt x="5010822" y="3886200"/>
                  </a:lnTo>
                  <a:lnTo>
                    <a:pt x="5786319" y="3886200"/>
                  </a:lnTo>
                  <a:lnTo>
                    <a:pt x="5783296" y="3873500"/>
                  </a:lnTo>
                  <a:lnTo>
                    <a:pt x="5353630" y="3873500"/>
                  </a:lnTo>
                  <a:lnTo>
                    <a:pt x="5310969" y="3860800"/>
                  </a:lnTo>
                  <a:lnTo>
                    <a:pt x="5271172" y="3848100"/>
                  </a:lnTo>
                  <a:lnTo>
                    <a:pt x="5234813" y="3822700"/>
                  </a:lnTo>
                  <a:lnTo>
                    <a:pt x="5202469" y="3797300"/>
                  </a:lnTo>
                  <a:lnTo>
                    <a:pt x="5174714" y="3759200"/>
                  </a:lnTo>
                  <a:lnTo>
                    <a:pt x="5152126" y="3721100"/>
                  </a:lnTo>
                  <a:lnTo>
                    <a:pt x="5135278" y="3683000"/>
                  </a:lnTo>
                  <a:lnTo>
                    <a:pt x="5124748" y="3632200"/>
                  </a:lnTo>
                  <a:lnTo>
                    <a:pt x="5121109" y="3594100"/>
                  </a:lnTo>
                  <a:lnTo>
                    <a:pt x="5124748" y="3543300"/>
                  </a:lnTo>
                  <a:lnTo>
                    <a:pt x="5135278" y="3505200"/>
                  </a:lnTo>
                  <a:lnTo>
                    <a:pt x="5152126" y="3467100"/>
                  </a:lnTo>
                  <a:lnTo>
                    <a:pt x="5174714" y="3429000"/>
                  </a:lnTo>
                  <a:lnTo>
                    <a:pt x="5202469" y="3390900"/>
                  </a:lnTo>
                  <a:lnTo>
                    <a:pt x="5234813" y="3365500"/>
                  </a:lnTo>
                  <a:lnTo>
                    <a:pt x="5271172" y="3340100"/>
                  </a:lnTo>
                  <a:lnTo>
                    <a:pt x="5310969" y="3327400"/>
                  </a:lnTo>
                  <a:lnTo>
                    <a:pt x="5353630" y="3314700"/>
                  </a:lnTo>
                  <a:lnTo>
                    <a:pt x="5783292" y="3314700"/>
                  </a:lnTo>
                  <a:lnTo>
                    <a:pt x="5786313" y="3302000"/>
                  </a:lnTo>
                  <a:lnTo>
                    <a:pt x="5792944" y="3289300"/>
                  </a:lnTo>
                  <a:lnTo>
                    <a:pt x="5833529" y="3251200"/>
                  </a:lnTo>
                  <a:lnTo>
                    <a:pt x="5783021" y="3200400"/>
                  </a:lnTo>
                  <a:lnTo>
                    <a:pt x="5114586" y="3200400"/>
                  </a:lnTo>
                  <a:lnTo>
                    <a:pt x="5105172" y="3187700"/>
                  </a:lnTo>
                  <a:lnTo>
                    <a:pt x="5064627" y="3149600"/>
                  </a:lnTo>
                  <a:close/>
                </a:path>
                <a:path w="6120765" h="4318000">
                  <a:moveTo>
                    <a:pt x="5783292" y="3314700"/>
                  </a:moveTo>
                  <a:lnTo>
                    <a:pt x="5443525" y="3314700"/>
                  </a:lnTo>
                  <a:lnTo>
                    <a:pt x="5486185" y="3327400"/>
                  </a:lnTo>
                  <a:lnTo>
                    <a:pt x="5525982" y="3340100"/>
                  </a:lnTo>
                  <a:lnTo>
                    <a:pt x="5562340" y="3365500"/>
                  </a:lnTo>
                  <a:lnTo>
                    <a:pt x="5594684" y="3390900"/>
                  </a:lnTo>
                  <a:lnTo>
                    <a:pt x="5622439" y="3429000"/>
                  </a:lnTo>
                  <a:lnTo>
                    <a:pt x="5645027" y="3467100"/>
                  </a:lnTo>
                  <a:lnTo>
                    <a:pt x="5661875" y="3505200"/>
                  </a:lnTo>
                  <a:lnTo>
                    <a:pt x="5672405" y="3543300"/>
                  </a:lnTo>
                  <a:lnTo>
                    <a:pt x="5676044" y="3594100"/>
                  </a:lnTo>
                  <a:lnTo>
                    <a:pt x="5672405" y="3632200"/>
                  </a:lnTo>
                  <a:lnTo>
                    <a:pt x="5661875" y="3683000"/>
                  </a:lnTo>
                  <a:lnTo>
                    <a:pt x="5645027" y="3721100"/>
                  </a:lnTo>
                  <a:lnTo>
                    <a:pt x="5622439" y="3759200"/>
                  </a:lnTo>
                  <a:lnTo>
                    <a:pt x="5594684" y="3797300"/>
                  </a:lnTo>
                  <a:lnTo>
                    <a:pt x="5562340" y="3822700"/>
                  </a:lnTo>
                  <a:lnTo>
                    <a:pt x="5525982" y="3848100"/>
                  </a:lnTo>
                  <a:lnTo>
                    <a:pt x="5486185" y="3860800"/>
                  </a:lnTo>
                  <a:lnTo>
                    <a:pt x="5443525" y="3873500"/>
                  </a:lnTo>
                  <a:lnTo>
                    <a:pt x="5783296" y="3873500"/>
                  </a:lnTo>
                  <a:lnTo>
                    <a:pt x="5783983" y="3860800"/>
                  </a:lnTo>
                  <a:lnTo>
                    <a:pt x="5788484" y="3848100"/>
                  </a:lnTo>
                  <a:lnTo>
                    <a:pt x="5809614" y="3810000"/>
                  </a:lnTo>
                  <a:lnTo>
                    <a:pt x="5827296" y="3771900"/>
                  </a:lnTo>
                  <a:lnTo>
                    <a:pt x="5841474" y="3733800"/>
                  </a:lnTo>
                  <a:lnTo>
                    <a:pt x="5852090" y="3695700"/>
                  </a:lnTo>
                  <a:lnTo>
                    <a:pt x="5856398" y="3683000"/>
                  </a:lnTo>
                  <a:lnTo>
                    <a:pt x="5863817" y="3670300"/>
                  </a:lnTo>
                  <a:lnTo>
                    <a:pt x="5942624" y="3670300"/>
                  </a:lnTo>
                  <a:lnTo>
                    <a:pt x="5942624" y="3517900"/>
                  </a:lnTo>
                  <a:lnTo>
                    <a:pt x="5863813" y="3517900"/>
                  </a:lnTo>
                  <a:lnTo>
                    <a:pt x="5856393" y="3505200"/>
                  </a:lnTo>
                  <a:lnTo>
                    <a:pt x="5852090" y="3492500"/>
                  </a:lnTo>
                  <a:lnTo>
                    <a:pt x="5841469" y="3454400"/>
                  </a:lnTo>
                  <a:lnTo>
                    <a:pt x="5827292" y="3416300"/>
                  </a:lnTo>
                  <a:lnTo>
                    <a:pt x="5809612" y="3378200"/>
                  </a:lnTo>
                  <a:lnTo>
                    <a:pt x="5788484" y="3340100"/>
                  </a:lnTo>
                  <a:lnTo>
                    <a:pt x="5783981" y="3327400"/>
                  </a:lnTo>
                  <a:lnTo>
                    <a:pt x="5783292" y="3314700"/>
                  </a:lnTo>
                  <a:close/>
                </a:path>
                <a:path w="6120765" h="4318000">
                  <a:moveTo>
                    <a:pt x="5398578" y="3378200"/>
                  </a:moveTo>
                  <a:lnTo>
                    <a:pt x="5350413" y="3390900"/>
                  </a:lnTo>
                  <a:lnTo>
                    <a:pt x="5306168" y="3403600"/>
                  </a:lnTo>
                  <a:lnTo>
                    <a:pt x="5267116" y="3429000"/>
                  </a:lnTo>
                  <a:lnTo>
                    <a:pt x="5234528" y="3454400"/>
                  </a:lnTo>
                  <a:lnTo>
                    <a:pt x="5209676" y="3505200"/>
                  </a:lnTo>
                  <a:lnTo>
                    <a:pt x="5193832" y="3543300"/>
                  </a:lnTo>
                  <a:lnTo>
                    <a:pt x="5188268" y="3594100"/>
                  </a:lnTo>
                  <a:lnTo>
                    <a:pt x="5193832" y="3644900"/>
                  </a:lnTo>
                  <a:lnTo>
                    <a:pt x="5209676" y="3683000"/>
                  </a:lnTo>
                  <a:lnTo>
                    <a:pt x="5234528" y="3721100"/>
                  </a:lnTo>
                  <a:lnTo>
                    <a:pt x="5267116" y="3759200"/>
                  </a:lnTo>
                  <a:lnTo>
                    <a:pt x="5306168" y="3784600"/>
                  </a:lnTo>
                  <a:lnTo>
                    <a:pt x="5350413" y="3797300"/>
                  </a:lnTo>
                  <a:lnTo>
                    <a:pt x="5398578" y="3810000"/>
                  </a:lnTo>
                  <a:lnTo>
                    <a:pt x="5446742" y="3797300"/>
                  </a:lnTo>
                  <a:lnTo>
                    <a:pt x="5490986" y="3784600"/>
                  </a:lnTo>
                  <a:lnTo>
                    <a:pt x="5530038" y="3759200"/>
                  </a:lnTo>
                  <a:lnTo>
                    <a:pt x="5562625" y="3721100"/>
                  </a:lnTo>
                  <a:lnTo>
                    <a:pt x="5587477" y="3683000"/>
                  </a:lnTo>
                  <a:lnTo>
                    <a:pt x="5603321" y="3644900"/>
                  </a:lnTo>
                  <a:lnTo>
                    <a:pt x="5608885" y="3594100"/>
                  </a:lnTo>
                  <a:lnTo>
                    <a:pt x="5603321" y="3543300"/>
                  </a:lnTo>
                  <a:lnTo>
                    <a:pt x="5587477" y="3505200"/>
                  </a:lnTo>
                  <a:lnTo>
                    <a:pt x="5562625" y="3454400"/>
                  </a:lnTo>
                  <a:lnTo>
                    <a:pt x="5530038" y="3429000"/>
                  </a:lnTo>
                  <a:lnTo>
                    <a:pt x="5490986" y="3403600"/>
                  </a:lnTo>
                  <a:lnTo>
                    <a:pt x="5446742" y="3390900"/>
                  </a:lnTo>
                  <a:lnTo>
                    <a:pt x="5398578" y="3378200"/>
                  </a:lnTo>
                  <a:close/>
                </a:path>
                <a:path w="6120765" h="4318000">
                  <a:moveTo>
                    <a:pt x="5485822" y="3124200"/>
                  </a:moveTo>
                  <a:lnTo>
                    <a:pt x="5311313" y="3124200"/>
                  </a:lnTo>
                  <a:lnTo>
                    <a:pt x="5300644" y="3136900"/>
                  </a:lnTo>
                  <a:lnTo>
                    <a:pt x="5260186" y="3149600"/>
                  </a:lnTo>
                  <a:lnTo>
                    <a:pt x="5221028" y="3162300"/>
                  </a:lnTo>
                  <a:lnTo>
                    <a:pt x="5183304" y="3175000"/>
                  </a:lnTo>
                  <a:lnTo>
                    <a:pt x="5147147" y="3200400"/>
                  </a:lnTo>
                  <a:lnTo>
                    <a:pt x="5649993" y="3200400"/>
                  </a:lnTo>
                  <a:lnTo>
                    <a:pt x="5613835" y="3175000"/>
                  </a:lnTo>
                  <a:lnTo>
                    <a:pt x="5576107" y="3162300"/>
                  </a:lnTo>
                  <a:lnTo>
                    <a:pt x="5536949" y="3149600"/>
                  </a:lnTo>
                  <a:lnTo>
                    <a:pt x="5496496" y="3136900"/>
                  </a:lnTo>
                  <a:lnTo>
                    <a:pt x="5485822" y="3124200"/>
                  </a:lnTo>
                  <a:close/>
                </a:path>
                <a:path w="6120765" h="4318000">
                  <a:moveTo>
                    <a:pt x="5732513" y="3149600"/>
                  </a:moveTo>
                  <a:lnTo>
                    <a:pt x="5691955" y="3187700"/>
                  </a:lnTo>
                  <a:lnTo>
                    <a:pt x="5682547" y="3200400"/>
                  </a:lnTo>
                  <a:lnTo>
                    <a:pt x="5783021" y="3200400"/>
                  </a:lnTo>
                  <a:lnTo>
                    <a:pt x="5732513" y="3149600"/>
                  </a:lnTo>
                  <a:close/>
                </a:path>
                <a:path w="6120765" h="4318000">
                  <a:moveTo>
                    <a:pt x="5260007" y="3073400"/>
                  </a:moveTo>
                  <a:lnTo>
                    <a:pt x="5088383" y="3073400"/>
                  </a:lnTo>
                  <a:lnTo>
                    <a:pt x="5133991" y="3124200"/>
                  </a:lnTo>
                  <a:lnTo>
                    <a:pt x="5164208" y="3111500"/>
                  </a:lnTo>
                  <a:lnTo>
                    <a:pt x="5195322" y="3098800"/>
                  </a:lnTo>
                  <a:lnTo>
                    <a:pt x="5260007" y="3073400"/>
                  </a:lnTo>
                  <a:close/>
                </a:path>
                <a:path w="6120765" h="4318000">
                  <a:moveTo>
                    <a:pt x="5469973" y="3035300"/>
                  </a:moveTo>
                  <a:lnTo>
                    <a:pt x="5327168" y="3035300"/>
                  </a:lnTo>
                  <a:lnTo>
                    <a:pt x="5327168" y="3098800"/>
                  </a:lnTo>
                  <a:lnTo>
                    <a:pt x="5325199" y="3111500"/>
                  </a:lnTo>
                  <a:lnTo>
                    <a:pt x="5319705" y="3124200"/>
                  </a:lnTo>
                  <a:lnTo>
                    <a:pt x="5477431" y="3124200"/>
                  </a:lnTo>
                  <a:lnTo>
                    <a:pt x="5471941" y="3111500"/>
                  </a:lnTo>
                  <a:lnTo>
                    <a:pt x="5469973" y="3098800"/>
                  </a:lnTo>
                  <a:lnTo>
                    <a:pt x="5469973" y="3035300"/>
                  </a:lnTo>
                  <a:close/>
                </a:path>
                <a:path w="6120765" h="4318000">
                  <a:moveTo>
                    <a:pt x="5814797" y="2971800"/>
                  </a:moveTo>
                  <a:lnTo>
                    <a:pt x="5516625" y="2971800"/>
                  </a:lnTo>
                  <a:lnTo>
                    <a:pt x="5527299" y="2984500"/>
                  </a:lnTo>
                  <a:lnTo>
                    <a:pt x="5534495" y="2997200"/>
                  </a:lnTo>
                  <a:lnTo>
                    <a:pt x="5537133" y="3009900"/>
                  </a:lnTo>
                  <a:lnTo>
                    <a:pt x="5537133" y="3073400"/>
                  </a:lnTo>
                  <a:lnTo>
                    <a:pt x="5601831" y="3098800"/>
                  </a:lnTo>
                  <a:lnTo>
                    <a:pt x="5632946" y="3111500"/>
                  </a:lnTo>
                  <a:lnTo>
                    <a:pt x="5663163" y="3124200"/>
                  </a:lnTo>
                  <a:lnTo>
                    <a:pt x="5708759" y="3073400"/>
                  </a:lnTo>
                  <a:lnTo>
                    <a:pt x="5856103" y="3073400"/>
                  </a:lnTo>
                  <a:lnTo>
                    <a:pt x="5838410" y="3048000"/>
                  </a:lnTo>
                  <a:lnTo>
                    <a:pt x="5825460" y="3022600"/>
                  </a:lnTo>
                  <a:lnTo>
                    <a:pt x="5817505" y="2997200"/>
                  </a:lnTo>
                  <a:lnTo>
                    <a:pt x="5814797" y="2971800"/>
                  </a:lnTo>
                  <a:close/>
                </a:path>
                <a:path w="6120765" h="4318000">
                  <a:moveTo>
                    <a:pt x="6120679" y="2781300"/>
                  </a:moveTo>
                  <a:lnTo>
                    <a:pt x="5720619" y="2781300"/>
                  </a:lnTo>
                  <a:lnTo>
                    <a:pt x="5726415" y="2794000"/>
                  </a:lnTo>
                  <a:lnTo>
                    <a:pt x="5735692" y="2794000"/>
                  </a:lnTo>
                  <a:lnTo>
                    <a:pt x="5738781" y="2806700"/>
                  </a:lnTo>
                  <a:lnTo>
                    <a:pt x="5740696" y="2806700"/>
                  </a:lnTo>
                  <a:lnTo>
                    <a:pt x="5741353" y="2819400"/>
                  </a:lnTo>
                  <a:lnTo>
                    <a:pt x="5740694" y="2819400"/>
                  </a:lnTo>
                  <a:lnTo>
                    <a:pt x="5738776" y="2832100"/>
                  </a:lnTo>
                  <a:lnTo>
                    <a:pt x="5983563" y="2832100"/>
                  </a:lnTo>
                  <a:lnTo>
                    <a:pt x="6009835" y="2844800"/>
                  </a:lnTo>
                  <a:lnTo>
                    <a:pt x="6034039" y="2857500"/>
                  </a:lnTo>
                  <a:lnTo>
                    <a:pt x="6055563" y="2870200"/>
                  </a:lnTo>
                  <a:lnTo>
                    <a:pt x="6083823" y="2908300"/>
                  </a:lnTo>
                  <a:lnTo>
                    <a:pt x="6096179" y="2959100"/>
                  </a:lnTo>
                  <a:lnTo>
                    <a:pt x="6092638" y="3009900"/>
                  </a:lnTo>
                  <a:lnTo>
                    <a:pt x="6073204" y="3048000"/>
                  </a:lnTo>
                  <a:lnTo>
                    <a:pt x="6120679" y="3124200"/>
                  </a:lnTo>
                  <a:lnTo>
                    <a:pt x="6120679" y="2781300"/>
                  </a:lnTo>
                  <a:close/>
                </a:path>
                <a:path w="6120765" h="4318000">
                  <a:moveTo>
                    <a:pt x="6023570" y="3098800"/>
                  </a:moveTo>
                  <a:lnTo>
                    <a:pt x="6007711" y="3111500"/>
                  </a:lnTo>
                  <a:lnTo>
                    <a:pt x="6033421" y="3111500"/>
                  </a:lnTo>
                  <a:lnTo>
                    <a:pt x="6023570" y="3098800"/>
                  </a:lnTo>
                  <a:close/>
                </a:path>
                <a:path w="6120765" h="4318000">
                  <a:moveTo>
                    <a:pt x="5996801" y="2908300"/>
                  </a:moveTo>
                  <a:lnTo>
                    <a:pt x="5914870" y="2908300"/>
                  </a:lnTo>
                  <a:lnTo>
                    <a:pt x="5903600" y="2921000"/>
                  </a:lnTo>
                  <a:lnTo>
                    <a:pt x="5894330" y="2933700"/>
                  </a:lnTo>
                  <a:lnTo>
                    <a:pt x="5887544" y="2946400"/>
                  </a:lnTo>
                  <a:lnTo>
                    <a:pt x="5883375" y="2959100"/>
                  </a:lnTo>
                  <a:lnTo>
                    <a:pt x="5881956" y="2971800"/>
                  </a:lnTo>
                  <a:lnTo>
                    <a:pt x="5883375" y="2984500"/>
                  </a:lnTo>
                  <a:lnTo>
                    <a:pt x="5903600" y="3022600"/>
                  </a:lnTo>
                  <a:lnTo>
                    <a:pt x="5927542" y="3048000"/>
                  </a:lnTo>
                  <a:lnTo>
                    <a:pt x="5984120" y="3048000"/>
                  </a:lnTo>
                  <a:lnTo>
                    <a:pt x="5996801" y="3035300"/>
                  </a:lnTo>
                  <a:lnTo>
                    <a:pt x="6008079" y="3022600"/>
                  </a:lnTo>
                  <a:lnTo>
                    <a:pt x="6024274" y="2997200"/>
                  </a:lnTo>
                  <a:lnTo>
                    <a:pt x="6029673" y="2971800"/>
                  </a:lnTo>
                  <a:lnTo>
                    <a:pt x="6024274" y="2946400"/>
                  </a:lnTo>
                  <a:lnTo>
                    <a:pt x="6008079" y="2921000"/>
                  </a:lnTo>
                  <a:lnTo>
                    <a:pt x="5996801" y="2908300"/>
                  </a:lnTo>
                  <a:close/>
                </a:path>
                <a:path w="6120765" h="4318000">
                  <a:moveTo>
                    <a:pt x="5970356" y="2895600"/>
                  </a:moveTo>
                  <a:lnTo>
                    <a:pt x="5941310" y="2895600"/>
                  </a:lnTo>
                  <a:lnTo>
                    <a:pt x="5927548" y="2908300"/>
                  </a:lnTo>
                  <a:lnTo>
                    <a:pt x="5984120" y="2908300"/>
                  </a:lnTo>
                  <a:lnTo>
                    <a:pt x="5970356" y="2895600"/>
                  </a:lnTo>
                  <a:close/>
                </a:path>
                <a:path w="6120765" h="4318000">
                  <a:moveTo>
                    <a:pt x="5928103" y="2832100"/>
                  </a:moveTo>
                  <a:lnTo>
                    <a:pt x="5735686" y="2832100"/>
                  </a:lnTo>
                  <a:lnTo>
                    <a:pt x="5731515" y="2844800"/>
                  </a:lnTo>
                  <a:lnTo>
                    <a:pt x="5901831" y="2844800"/>
                  </a:lnTo>
                  <a:lnTo>
                    <a:pt x="5928103" y="2832100"/>
                  </a:lnTo>
                  <a:close/>
                </a:path>
                <a:path w="6120765" h="4318000">
                  <a:moveTo>
                    <a:pt x="5517443" y="2794000"/>
                  </a:moveTo>
                  <a:lnTo>
                    <a:pt x="5302923" y="2794000"/>
                  </a:lnTo>
                  <a:lnTo>
                    <a:pt x="5256310" y="2806700"/>
                  </a:lnTo>
                  <a:lnTo>
                    <a:pt x="5556403" y="2806700"/>
                  </a:lnTo>
                  <a:lnTo>
                    <a:pt x="5517443" y="2794000"/>
                  </a:lnTo>
                  <a:close/>
                </a:path>
                <a:path w="6120765" h="4318000">
                  <a:moveTo>
                    <a:pt x="6120679" y="2717800"/>
                  </a:moveTo>
                  <a:lnTo>
                    <a:pt x="5441738" y="2717800"/>
                  </a:lnTo>
                  <a:lnTo>
                    <a:pt x="5484745" y="2730500"/>
                  </a:lnTo>
                  <a:lnTo>
                    <a:pt x="5527450" y="2730500"/>
                  </a:lnTo>
                  <a:lnTo>
                    <a:pt x="5569704" y="2743200"/>
                  </a:lnTo>
                  <a:lnTo>
                    <a:pt x="5581993" y="2743200"/>
                  </a:lnTo>
                  <a:lnTo>
                    <a:pt x="5591029" y="2755900"/>
                  </a:lnTo>
                  <a:lnTo>
                    <a:pt x="5595967" y="2768600"/>
                  </a:lnTo>
                  <a:lnTo>
                    <a:pt x="5595964" y="2781300"/>
                  </a:lnTo>
                  <a:lnTo>
                    <a:pt x="5590786" y="2794000"/>
                  </a:lnTo>
                  <a:lnTo>
                    <a:pt x="5581614" y="2806700"/>
                  </a:lnTo>
                  <a:lnTo>
                    <a:pt x="5676772" y="2806700"/>
                  </a:lnTo>
                  <a:lnTo>
                    <a:pt x="5679865" y="2794000"/>
                  </a:lnTo>
                  <a:lnTo>
                    <a:pt x="5689139" y="2794000"/>
                  </a:lnTo>
                  <a:lnTo>
                    <a:pt x="5694925" y="2781300"/>
                  </a:lnTo>
                  <a:lnTo>
                    <a:pt x="6120679" y="2781300"/>
                  </a:lnTo>
                  <a:lnTo>
                    <a:pt x="6120679" y="2717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9225" y="1326387"/>
            <a:ext cx="2127885" cy="1948162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33782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Documentos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bien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Arial Narrow"/>
                <a:cs typeface="Arial Narrow"/>
              </a:rPr>
              <a:t>formados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:</a:t>
            </a:r>
            <a:endParaRPr lang="es-ES" sz="2800" b="1" spc="-10" dirty="0">
              <a:solidFill>
                <a:srgbClr val="FF0000"/>
              </a:solidFill>
              <a:latin typeface="Arial Narrow"/>
              <a:cs typeface="Arial Narrow"/>
            </a:endParaRPr>
          </a:p>
          <a:p>
            <a:pPr marL="12700" marR="5080" indent="337820">
              <a:lnSpc>
                <a:spcPct val="68600"/>
              </a:lnSpc>
              <a:spcBef>
                <a:spcPts val="1155"/>
              </a:spcBef>
            </a:pPr>
            <a:endParaRPr lang="en-US" sz="2800" b="1" spc="-10" dirty="0">
              <a:solidFill>
                <a:srgbClr val="FF0000"/>
              </a:solidFill>
              <a:latin typeface="Arial Narrow"/>
              <a:cs typeface="Arial Narrow"/>
            </a:endParaRPr>
          </a:p>
          <a:p>
            <a:pPr marL="12700" marR="5080" indent="337820">
              <a:lnSpc>
                <a:spcPct val="68600"/>
              </a:lnSpc>
              <a:spcBef>
                <a:spcPts val="1155"/>
              </a:spcBef>
            </a:pPr>
            <a:r>
              <a:rPr lang="en-US" sz="2800" b="1" spc="-10" dirty="0" err="1">
                <a:solidFill>
                  <a:srgbClr val="FF0000"/>
                </a:solidFill>
                <a:latin typeface="Arial Narrow"/>
                <a:cs typeface="Arial Narrow"/>
              </a:rPr>
              <a:t>Encuentren</a:t>
            </a:r>
            <a:r>
              <a:rPr lang="en-US"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lang="en-US" sz="2800" b="1" spc="-10" dirty="0" err="1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lang="en-US"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3 </a:t>
            </a:r>
            <a:r>
              <a:rPr lang="en-US" sz="2800" b="1" spc="-10" dirty="0" err="1">
                <a:solidFill>
                  <a:srgbClr val="FF0000"/>
                </a:solidFill>
                <a:latin typeface="Arial Narrow"/>
                <a:cs typeface="Arial Narrow"/>
              </a:rPr>
              <a:t>fallos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639571"/>
            <a:ext cx="6032500" cy="375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&lt;Tabla_Peliculas&gt;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“1”&gt;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&lt;titulo&gt;Octopussy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10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”2”&gt;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&lt;titulo&gt;Hable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ella&lt;/titulo&gt;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&lt;año&gt;2002&lt;/año&gt;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r>
              <a:rPr sz="1800" b="1" spc="-10" dirty="0">
                <a:solidFill>
                  <a:schemeClr val="tx1"/>
                </a:solidFill>
                <a:latin typeface="Courier New"/>
                <a:cs typeface="Courier New"/>
              </a:rPr>
              <a:t>&gt;</a:t>
            </a:r>
            <a:endParaRPr sz="1800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</a:t>
            </a:r>
            <a:r>
              <a:rPr sz="1800" b="1" dirty="0">
                <a:solidFill>
                  <a:schemeClr val="tx1"/>
                </a:solidFill>
                <a:latin typeface="Courier New"/>
                <a:cs typeface="Courier New"/>
              </a:rPr>
              <a:t>/</a:t>
            </a:r>
            <a:r>
              <a:rPr sz="1800" b="1" dirty="0">
                <a:latin typeface="Courier New"/>
                <a:cs typeface="Courier New"/>
              </a:rPr>
              <a:t>Pelicula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”3”&gt;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&lt;titulo&gt;Ocho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vascos&lt;/titulo&gt;</a:t>
            </a:r>
            <a:endParaRPr sz="1800" dirty="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&lt;/Tabla_Peliculas&gt;</a:t>
            </a:r>
            <a:endParaRPr sz="1800" dirty="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59481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6077" y="1326387"/>
            <a:ext cx="166116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Validadores</a:t>
            </a:r>
            <a:endParaRPr sz="2800">
              <a:latin typeface="Arial Narrow"/>
              <a:cs typeface="Arial Narrow"/>
            </a:endParaRPr>
          </a:p>
          <a:p>
            <a:pPr marL="934719">
              <a:lnSpc>
                <a:spcPts val="2830"/>
              </a:lnSpc>
            </a:pP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XML: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42974"/>
            <a:ext cx="4270375" cy="13493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44"/>
              </a:spcBef>
              <a:buChar char="■"/>
              <a:tabLst>
                <a:tab pos="297815" algn="l"/>
              </a:tabLst>
            </a:pPr>
            <a:r>
              <a:rPr sz="2800" spc="-260" dirty="0">
                <a:latin typeface="Arial"/>
                <a:cs typeface="Arial"/>
              </a:rPr>
              <a:t>XML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Validation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2"/>
              </a:rPr>
              <a:t>https://www.xmlvalidation.com</a:t>
            </a:r>
            <a:endParaRPr sz="1800" dirty="0">
              <a:latin typeface="Courier New"/>
              <a:cs typeface="Courier New"/>
            </a:endParaRPr>
          </a:p>
          <a:p>
            <a:pPr marL="297815" indent="-285115">
              <a:lnSpc>
                <a:spcPct val="100000"/>
              </a:lnSpc>
              <a:spcBef>
                <a:spcPts val="150"/>
              </a:spcBef>
              <a:buChar char="■"/>
              <a:tabLst>
                <a:tab pos="297815" algn="l"/>
              </a:tabLst>
            </a:pPr>
            <a:r>
              <a:rPr sz="2800" spc="-20" dirty="0">
                <a:latin typeface="Arial"/>
                <a:cs typeface="Arial"/>
              </a:rPr>
              <a:t>W3school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1535684"/>
            <a:ext cx="522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3"/>
              </a:rPr>
              <a:t>https://www.w3schools.com/xml/xml_va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724660"/>
            <a:ext cx="152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lidator.asp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2030475"/>
            <a:ext cx="4427855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Notepad++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Plugin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60" dirty="0">
                <a:latin typeface="Arial"/>
                <a:cs typeface="Arial"/>
              </a:rPr>
              <a:t>XML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Tools</a:t>
            </a:r>
            <a:endParaRPr lang="es-ES" sz="2800" spc="-18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2800" spc="-180" dirty="0">
                <a:latin typeface="Arial"/>
                <a:cs typeface="Arial"/>
              </a:rPr>
              <a:t>VSC Plugin XML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spc="-10" dirty="0"/>
              <a:t>JAVASCRIPT </a:t>
            </a:r>
            <a:r>
              <a:rPr dirty="0"/>
              <a:t>OBJECT</a:t>
            </a:r>
            <a:r>
              <a:rPr spc="-55" dirty="0"/>
              <a:t> </a:t>
            </a:r>
            <a:r>
              <a:rPr spc="-65" dirty="0"/>
              <a:t>NOTATION </a:t>
            </a:r>
            <a:r>
              <a:rPr spc="-10" dirty="0"/>
              <a:t>(JSON)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JSON</a:t>
            </a:r>
            <a:endParaRPr sz="4000">
              <a:latin typeface="Arial Narrow"/>
              <a:cs typeface="Arial Narrow"/>
            </a:endParaRPr>
          </a:p>
          <a:p>
            <a:pPr marL="92710">
              <a:lnSpc>
                <a:spcPct val="100000"/>
              </a:lnSpc>
              <a:spcBef>
                <a:spcPts val="36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Características: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174243"/>
            <a:ext cx="5189220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Lenguaje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intercambio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Derivado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JavaScript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Sintaxis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ligera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Soporte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tipos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Comunicación/Integración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2859782"/>
            <a:ext cx="2179960" cy="217995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JSON</a:t>
            </a:r>
            <a:endParaRPr sz="4000">
              <a:latin typeface="Arial Narrow"/>
              <a:cs typeface="Arial Narrow"/>
            </a:endParaRPr>
          </a:p>
          <a:p>
            <a:pPr marL="283210">
              <a:lnSpc>
                <a:spcPct val="100000"/>
              </a:lnSpc>
              <a:spcBef>
                <a:spcPts val="364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JSON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vs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XML: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16216" y="2836129"/>
            <a:ext cx="2628265" cy="2307590"/>
            <a:chOff x="6516216" y="2836129"/>
            <a:chExt cx="2628265" cy="230759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6216" y="2836129"/>
              <a:ext cx="1844962" cy="184496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44302" y="174243"/>
            <a:ext cx="4884420" cy="210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Accesible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desde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JavaScript</a:t>
            </a:r>
            <a:endParaRPr sz="2800">
              <a:latin typeface="Arial"/>
              <a:cs typeface="Arial"/>
            </a:endParaRPr>
          </a:p>
          <a:p>
            <a:pPr marL="298450" marR="254635" indent="-285750">
              <a:lnSpc>
                <a:spcPct val="71400"/>
              </a:lnSpc>
              <a:spcBef>
                <a:spcPts val="1105"/>
              </a:spcBef>
              <a:buChar char="■"/>
              <a:tabLst>
                <a:tab pos="298450" algn="l"/>
              </a:tabLst>
            </a:pPr>
            <a:r>
              <a:rPr sz="2800" spc="-114" dirty="0">
                <a:latin typeface="Arial"/>
                <a:cs typeface="Arial"/>
              </a:rPr>
              <a:t>Permite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tipos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estructuras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de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No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usa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etiquetas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cierre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Sintaxis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ligera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codificación </a:t>
            </a:r>
            <a:r>
              <a:rPr sz="2800" spc="-50" dirty="0">
                <a:latin typeface="Arial"/>
                <a:cs typeface="Arial"/>
              </a:rPr>
              <a:t>ágil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7863" y="2740638"/>
            <a:ext cx="2035944" cy="20359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1235" y="3253071"/>
            <a:ext cx="584662" cy="118823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69504" y="693191"/>
          <a:ext cx="5472430" cy="2879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28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b="1" spc="-360" dirty="0">
                          <a:latin typeface="Arial"/>
                          <a:cs typeface="Arial"/>
                        </a:rPr>
                        <a:t>PELÍCULAS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65" dirty="0">
                          <a:latin typeface="Arial"/>
                          <a:cs typeface="Arial"/>
                        </a:rPr>
                        <a:t>Id_Pelicula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Título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Año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Octopussy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1983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105" dirty="0">
                          <a:latin typeface="Arial"/>
                          <a:cs typeface="Arial"/>
                        </a:rPr>
                        <a:t>Hable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ella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2002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130" dirty="0">
                          <a:latin typeface="Arial"/>
                          <a:cs typeface="Arial"/>
                        </a:rPr>
                        <a:t>Ocho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apellidos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vascos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129983"/>
            <a:ext cx="6156325" cy="5013960"/>
            <a:chOff x="2987823" y="129983"/>
            <a:chExt cx="6156325" cy="50139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5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129983"/>
              <a:ext cx="6120765" cy="4737100"/>
            </a:xfrm>
            <a:custGeom>
              <a:avLst/>
              <a:gdLst/>
              <a:ahLst/>
              <a:cxnLst/>
              <a:rect l="l" t="t" r="r" b="b"/>
              <a:pathLst>
                <a:path w="6120765" h="4737100">
                  <a:moveTo>
                    <a:pt x="6120679" y="0"/>
                  </a:moveTo>
                  <a:lnTo>
                    <a:pt x="0" y="0"/>
                  </a:lnTo>
                  <a:lnTo>
                    <a:pt x="0" y="4737100"/>
                  </a:lnTo>
                  <a:lnTo>
                    <a:pt x="4741604" y="4737100"/>
                  </a:lnTo>
                  <a:lnTo>
                    <a:pt x="4723909" y="4711700"/>
                  </a:lnTo>
                  <a:lnTo>
                    <a:pt x="4710954" y="4673600"/>
                  </a:lnTo>
                  <a:lnTo>
                    <a:pt x="4702995" y="4648200"/>
                  </a:lnTo>
                  <a:lnTo>
                    <a:pt x="4700285" y="4622800"/>
                  </a:lnTo>
                  <a:lnTo>
                    <a:pt x="4701816" y="4597400"/>
                  </a:lnTo>
                  <a:lnTo>
                    <a:pt x="4706339" y="4572000"/>
                  </a:lnTo>
                  <a:lnTo>
                    <a:pt x="4713744" y="4546600"/>
                  </a:lnTo>
                  <a:lnTo>
                    <a:pt x="4723923" y="4533900"/>
                  </a:lnTo>
                  <a:lnTo>
                    <a:pt x="4697329" y="4495800"/>
                  </a:lnTo>
                  <a:lnTo>
                    <a:pt x="4672677" y="4457700"/>
                  </a:lnTo>
                  <a:lnTo>
                    <a:pt x="4650000" y="4406900"/>
                  </a:lnTo>
                  <a:lnTo>
                    <a:pt x="4629331" y="4368800"/>
                  </a:lnTo>
                  <a:lnTo>
                    <a:pt x="4610701" y="4318000"/>
                  </a:lnTo>
                  <a:lnTo>
                    <a:pt x="4594142" y="4279900"/>
                  </a:lnTo>
                  <a:lnTo>
                    <a:pt x="4579687" y="4229100"/>
                  </a:lnTo>
                  <a:lnTo>
                    <a:pt x="4567368" y="4178300"/>
                  </a:lnTo>
                  <a:lnTo>
                    <a:pt x="4557216" y="4140200"/>
                  </a:lnTo>
                  <a:lnTo>
                    <a:pt x="4549265" y="4089400"/>
                  </a:lnTo>
                  <a:lnTo>
                    <a:pt x="4543545" y="4038600"/>
                  </a:lnTo>
                  <a:lnTo>
                    <a:pt x="4540090" y="3987800"/>
                  </a:lnTo>
                  <a:lnTo>
                    <a:pt x="4538931" y="3937000"/>
                  </a:lnTo>
                  <a:lnTo>
                    <a:pt x="4540119" y="3886200"/>
                  </a:lnTo>
                  <a:lnTo>
                    <a:pt x="4543661" y="3835400"/>
                  </a:lnTo>
                  <a:lnTo>
                    <a:pt x="4549530" y="3784600"/>
                  </a:lnTo>
                  <a:lnTo>
                    <a:pt x="4557695" y="3733800"/>
                  </a:lnTo>
                  <a:lnTo>
                    <a:pt x="4568128" y="3695700"/>
                  </a:lnTo>
                  <a:lnTo>
                    <a:pt x="4580798" y="3644900"/>
                  </a:lnTo>
                  <a:lnTo>
                    <a:pt x="4595678" y="3594100"/>
                  </a:lnTo>
                  <a:lnTo>
                    <a:pt x="4612737" y="3556000"/>
                  </a:lnTo>
                  <a:lnTo>
                    <a:pt x="4631946" y="3505200"/>
                  </a:lnTo>
                  <a:lnTo>
                    <a:pt x="4653276" y="3467100"/>
                  </a:lnTo>
                  <a:lnTo>
                    <a:pt x="4676698" y="3416300"/>
                  </a:lnTo>
                  <a:lnTo>
                    <a:pt x="4702182" y="3378200"/>
                  </a:lnTo>
                  <a:lnTo>
                    <a:pt x="4729699" y="3340100"/>
                  </a:lnTo>
                  <a:lnTo>
                    <a:pt x="4759220" y="3302000"/>
                  </a:lnTo>
                  <a:lnTo>
                    <a:pt x="4790715" y="3263900"/>
                  </a:lnTo>
                  <a:lnTo>
                    <a:pt x="4826312" y="3225799"/>
                  </a:lnTo>
                  <a:lnTo>
                    <a:pt x="4863460" y="3187699"/>
                  </a:lnTo>
                  <a:lnTo>
                    <a:pt x="4902073" y="3162299"/>
                  </a:lnTo>
                  <a:lnTo>
                    <a:pt x="4942063" y="3124199"/>
                  </a:lnTo>
                  <a:lnTo>
                    <a:pt x="4983343" y="3098799"/>
                  </a:lnTo>
                  <a:lnTo>
                    <a:pt x="5025827" y="3073399"/>
                  </a:lnTo>
                  <a:lnTo>
                    <a:pt x="5069427" y="3060699"/>
                  </a:lnTo>
                  <a:lnTo>
                    <a:pt x="5114056" y="3035299"/>
                  </a:lnTo>
                  <a:lnTo>
                    <a:pt x="5301128" y="2984499"/>
                  </a:lnTo>
                  <a:lnTo>
                    <a:pt x="6120679" y="2984500"/>
                  </a:lnTo>
                  <a:lnTo>
                    <a:pt x="6120679" y="0"/>
                  </a:lnTo>
                  <a:close/>
                </a:path>
                <a:path w="6120765" h="4737100">
                  <a:moveTo>
                    <a:pt x="4994868" y="4457700"/>
                  </a:moveTo>
                  <a:lnTo>
                    <a:pt x="4841321" y="4457700"/>
                  </a:lnTo>
                  <a:lnTo>
                    <a:pt x="4869050" y="4470400"/>
                  </a:lnTo>
                  <a:lnTo>
                    <a:pt x="4895322" y="4470400"/>
                  </a:lnTo>
                  <a:lnTo>
                    <a:pt x="4919526" y="4483100"/>
                  </a:lnTo>
                  <a:lnTo>
                    <a:pt x="4958744" y="4533900"/>
                  </a:lnTo>
                  <a:lnTo>
                    <a:pt x="4979649" y="4584700"/>
                  </a:lnTo>
                  <a:lnTo>
                    <a:pt x="4982357" y="4622800"/>
                  </a:lnTo>
                  <a:lnTo>
                    <a:pt x="4979649" y="4648200"/>
                  </a:lnTo>
                  <a:lnTo>
                    <a:pt x="4971694" y="4673600"/>
                  </a:lnTo>
                  <a:lnTo>
                    <a:pt x="4958744" y="4711700"/>
                  </a:lnTo>
                  <a:lnTo>
                    <a:pt x="4941050" y="4737100"/>
                  </a:lnTo>
                  <a:lnTo>
                    <a:pt x="5721492" y="4737100"/>
                  </a:lnTo>
                  <a:lnTo>
                    <a:pt x="5841359" y="4673600"/>
                  </a:lnTo>
                  <a:lnTo>
                    <a:pt x="5882547" y="4635500"/>
                  </a:lnTo>
                  <a:lnTo>
                    <a:pt x="5895597" y="4622800"/>
                  </a:lnTo>
                  <a:lnTo>
                    <a:pt x="5280521" y="4622800"/>
                  </a:lnTo>
                  <a:lnTo>
                    <a:pt x="5269846" y="4610100"/>
                  </a:lnTo>
                  <a:lnTo>
                    <a:pt x="5262647" y="4597400"/>
                  </a:lnTo>
                  <a:lnTo>
                    <a:pt x="5260007" y="4584700"/>
                  </a:lnTo>
                  <a:lnTo>
                    <a:pt x="5260007" y="4508500"/>
                  </a:lnTo>
                  <a:lnTo>
                    <a:pt x="5040532" y="4508500"/>
                  </a:lnTo>
                  <a:lnTo>
                    <a:pt x="4994868" y="4457700"/>
                  </a:lnTo>
                  <a:close/>
                </a:path>
                <a:path w="6120765" h="4737100">
                  <a:moveTo>
                    <a:pt x="6120679" y="4457700"/>
                  </a:moveTo>
                  <a:lnTo>
                    <a:pt x="6089967" y="4508500"/>
                  </a:lnTo>
                  <a:lnTo>
                    <a:pt x="6063874" y="4546600"/>
                  </a:lnTo>
                  <a:lnTo>
                    <a:pt x="6036023" y="4584700"/>
                  </a:lnTo>
                  <a:lnTo>
                    <a:pt x="6006439" y="4610100"/>
                  </a:lnTo>
                  <a:lnTo>
                    <a:pt x="5975378" y="4648200"/>
                  </a:lnTo>
                  <a:lnTo>
                    <a:pt x="5943121" y="4686300"/>
                  </a:lnTo>
                  <a:lnTo>
                    <a:pt x="5909726" y="4711700"/>
                  </a:lnTo>
                  <a:lnTo>
                    <a:pt x="5875252" y="4737100"/>
                  </a:lnTo>
                  <a:lnTo>
                    <a:pt x="6120679" y="4737100"/>
                  </a:lnTo>
                  <a:lnTo>
                    <a:pt x="6120679" y="4457700"/>
                  </a:lnTo>
                  <a:close/>
                </a:path>
                <a:path w="6120765" h="4737100">
                  <a:moveTo>
                    <a:pt x="4882278" y="4546600"/>
                  </a:moveTo>
                  <a:lnTo>
                    <a:pt x="4800358" y="4546600"/>
                  </a:lnTo>
                  <a:lnTo>
                    <a:pt x="4789088" y="4559300"/>
                  </a:lnTo>
                  <a:lnTo>
                    <a:pt x="4779819" y="4572000"/>
                  </a:lnTo>
                  <a:lnTo>
                    <a:pt x="4773033" y="4584700"/>
                  </a:lnTo>
                  <a:lnTo>
                    <a:pt x="4768864" y="4597400"/>
                  </a:lnTo>
                  <a:lnTo>
                    <a:pt x="4767445" y="4622800"/>
                  </a:lnTo>
                  <a:lnTo>
                    <a:pt x="4768864" y="4635500"/>
                  </a:lnTo>
                  <a:lnTo>
                    <a:pt x="4789088" y="4673600"/>
                  </a:lnTo>
                  <a:lnTo>
                    <a:pt x="4813040" y="4699000"/>
                  </a:lnTo>
                  <a:lnTo>
                    <a:pt x="4869606" y="4699000"/>
                  </a:lnTo>
                  <a:lnTo>
                    <a:pt x="4902823" y="4660900"/>
                  </a:lnTo>
                  <a:lnTo>
                    <a:pt x="4915197" y="4622800"/>
                  </a:lnTo>
                  <a:lnTo>
                    <a:pt x="4913778" y="4597400"/>
                  </a:lnTo>
                  <a:lnTo>
                    <a:pt x="4909609" y="4584700"/>
                  </a:lnTo>
                  <a:lnTo>
                    <a:pt x="4902823" y="4572000"/>
                  </a:lnTo>
                  <a:lnTo>
                    <a:pt x="4893552" y="4559300"/>
                  </a:lnTo>
                  <a:lnTo>
                    <a:pt x="4882278" y="4546600"/>
                  </a:lnTo>
                  <a:close/>
                </a:path>
                <a:path w="6120765" h="4737100">
                  <a:moveTo>
                    <a:pt x="5663163" y="4457700"/>
                  </a:moveTo>
                  <a:lnTo>
                    <a:pt x="5632946" y="4470400"/>
                  </a:lnTo>
                  <a:lnTo>
                    <a:pt x="5601831" y="4483100"/>
                  </a:lnTo>
                  <a:lnTo>
                    <a:pt x="5537133" y="4508500"/>
                  </a:lnTo>
                  <a:lnTo>
                    <a:pt x="5537133" y="4584700"/>
                  </a:lnTo>
                  <a:lnTo>
                    <a:pt x="5534495" y="4597400"/>
                  </a:lnTo>
                  <a:lnTo>
                    <a:pt x="5527299" y="4610100"/>
                  </a:lnTo>
                  <a:lnTo>
                    <a:pt x="5516625" y="4622800"/>
                  </a:lnTo>
                  <a:lnTo>
                    <a:pt x="5895597" y="4622800"/>
                  </a:lnTo>
                  <a:lnTo>
                    <a:pt x="5921697" y="4597400"/>
                  </a:lnTo>
                  <a:lnTo>
                    <a:pt x="5958689" y="4559300"/>
                  </a:lnTo>
                  <a:lnTo>
                    <a:pt x="5993406" y="4521200"/>
                  </a:lnTo>
                  <a:lnTo>
                    <a:pt x="6004180" y="4508500"/>
                  </a:lnTo>
                  <a:lnTo>
                    <a:pt x="5709126" y="4508500"/>
                  </a:lnTo>
                  <a:lnTo>
                    <a:pt x="5663163" y="4457700"/>
                  </a:lnTo>
                  <a:close/>
                </a:path>
                <a:path w="6120765" h="4737100">
                  <a:moveTo>
                    <a:pt x="4855842" y="4533900"/>
                  </a:moveTo>
                  <a:lnTo>
                    <a:pt x="4826797" y="4533900"/>
                  </a:lnTo>
                  <a:lnTo>
                    <a:pt x="4813035" y="4546600"/>
                  </a:lnTo>
                  <a:lnTo>
                    <a:pt x="4869601" y="4546600"/>
                  </a:lnTo>
                  <a:lnTo>
                    <a:pt x="4855842" y="4533900"/>
                  </a:lnTo>
                  <a:close/>
                </a:path>
                <a:path w="6120765" h="4737100">
                  <a:moveTo>
                    <a:pt x="5485822" y="4445000"/>
                  </a:moveTo>
                  <a:lnTo>
                    <a:pt x="5311313" y="4445000"/>
                  </a:lnTo>
                  <a:lnTo>
                    <a:pt x="5319705" y="4457700"/>
                  </a:lnTo>
                  <a:lnTo>
                    <a:pt x="5325199" y="4470400"/>
                  </a:lnTo>
                  <a:lnTo>
                    <a:pt x="5327168" y="4483100"/>
                  </a:lnTo>
                  <a:lnTo>
                    <a:pt x="5327168" y="4546600"/>
                  </a:lnTo>
                  <a:lnTo>
                    <a:pt x="5469973" y="4546600"/>
                  </a:lnTo>
                  <a:lnTo>
                    <a:pt x="5469973" y="4483100"/>
                  </a:lnTo>
                  <a:lnTo>
                    <a:pt x="5471941" y="4470400"/>
                  </a:lnTo>
                  <a:lnTo>
                    <a:pt x="5477431" y="4457700"/>
                  </a:lnTo>
                  <a:lnTo>
                    <a:pt x="5485822" y="4445000"/>
                  </a:lnTo>
                  <a:close/>
                </a:path>
                <a:path w="6120765" h="4737100">
                  <a:moveTo>
                    <a:pt x="5133977" y="4457700"/>
                  </a:moveTo>
                  <a:lnTo>
                    <a:pt x="5088028" y="4508500"/>
                  </a:lnTo>
                  <a:lnTo>
                    <a:pt x="5260007" y="4508500"/>
                  </a:lnTo>
                  <a:lnTo>
                    <a:pt x="5195320" y="4483100"/>
                  </a:lnTo>
                  <a:lnTo>
                    <a:pt x="5164202" y="4470400"/>
                  </a:lnTo>
                  <a:lnTo>
                    <a:pt x="5133977" y="4457700"/>
                  </a:lnTo>
                  <a:close/>
                </a:path>
                <a:path w="6120765" h="4737100">
                  <a:moveTo>
                    <a:pt x="5856103" y="3365500"/>
                  </a:moveTo>
                  <a:lnTo>
                    <a:pt x="5745139" y="3365500"/>
                  </a:lnTo>
                  <a:lnTo>
                    <a:pt x="5756243" y="3378200"/>
                  </a:lnTo>
                  <a:lnTo>
                    <a:pt x="5904768" y="3543300"/>
                  </a:lnTo>
                  <a:lnTo>
                    <a:pt x="5908962" y="3543300"/>
                  </a:lnTo>
                  <a:lnTo>
                    <a:pt x="5912050" y="3556000"/>
                  </a:lnTo>
                  <a:lnTo>
                    <a:pt x="5913960" y="3556000"/>
                  </a:lnTo>
                  <a:lnTo>
                    <a:pt x="5914618" y="3568700"/>
                  </a:lnTo>
                  <a:lnTo>
                    <a:pt x="5913966" y="3581400"/>
                  </a:lnTo>
                  <a:lnTo>
                    <a:pt x="5912061" y="3581400"/>
                  </a:lnTo>
                  <a:lnTo>
                    <a:pt x="5908975" y="3594100"/>
                  </a:lnTo>
                  <a:lnTo>
                    <a:pt x="5904782" y="3594100"/>
                  </a:lnTo>
                  <a:lnTo>
                    <a:pt x="5859120" y="3644900"/>
                  </a:lnTo>
                  <a:lnTo>
                    <a:pt x="5875248" y="3683000"/>
                  </a:lnTo>
                  <a:lnTo>
                    <a:pt x="5889342" y="3708400"/>
                  </a:lnTo>
                  <a:lnTo>
                    <a:pt x="5901380" y="3746500"/>
                  </a:lnTo>
                  <a:lnTo>
                    <a:pt x="5911340" y="3784600"/>
                  </a:lnTo>
                  <a:lnTo>
                    <a:pt x="5989276" y="3784600"/>
                  </a:lnTo>
                  <a:lnTo>
                    <a:pt x="5999949" y="3797300"/>
                  </a:lnTo>
                  <a:lnTo>
                    <a:pt x="6007146" y="3810000"/>
                  </a:lnTo>
                  <a:lnTo>
                    <a:pt x="6009784" y="3822700"/>
                  </a:lnTo>
                  <a:lnTo>
                    <a:pt x="6009784" y="4051300"/>
                  </a:lnTo>
                  <a:lnTo>
                    <a:pt x="6007146" y="4076700"/>
                  </a:lnTo>
                  <a:lnTo>
                    <a:pt x="5999949" y="4076700"/>
                  </a:lnTo>
                  <a:lnTo>
                    <a:pt x="5989276" y="4089400"/>
                  </a:lnTo>
                  <a:lnTo>
                    <a:pt x="5911352" y="4089400"/>
                  </a:lnTo>
                  <a:lnTo>
                    <a:pt x="5901390" y="4127500"/>
                  </a:lnTo>
                  <a:lnTo>
                    <a:pt x="5889348" y="4165600"/>
                  </a:lnTo>
                  <a:lnTo>
                    <a:pt x="5875250" y="4203700"/>
                  </a:lnTo>
                  <a:lnTo>
                    <a:pt x="5859120" y="4229100"/>
                  </a:lnTo>
                  <a:lnTo>
                    <a:pt x="5905030" y="4279900"/>
                  </a:lnTo>
                  <a:lnTo>
                    <a:pt x="5912401" y="4292600"/>
                  </a:lnTo>
                  <a:lnTo>
                    <a:pt x="5914858" y="4305300"/>
                  </a:lnTo>
                  <a:lnTo>
                    <a:pt x="5912401" y="4330700"/>
                  </a:lnTo>
                  <a:lnTo>
                    <a:pt x="5905030" y="4343400"/>
                  </a:lnTo>
                  <a:lnTo>
                    <a:pt x="5756622" y="4508500"/>
                  </a:lnTo>
                  <a:lnTo>
                    <a:pt x="6004180" y="4508500"/>
                  </a:lnTo>
                  <a:lnTo>
                    <a:pt x="6025728" y="4483100"/>
                  </a:lnTo>
                  <a:lnTo>
                    <a:pt x="6055536" y="4432300"/>
                  </a:lnTo>
                  <a:lnTo>
                    <a:pt x="6120679" y="4305300"/>
                  </a:lnTo>
                  <a:lnTo>
                    <a:pt x="6120679" y="3581400"/>
                  </a:lnTo>
                  <a:lnTo>
                    <a:pt x="6095361" y="3517900"/>
                  </a:lnTo>
                  <a:lnTo>
                    <a:pt x="6079182" y="3492500"/>
                  </a:lnTo>
                  <a:lnTo>
                    <a:pt x="6061814" y="3454400"/>
                  </a:lnTo>
                  <a:lnTo>
                    <a:pt x="6043272" y="3429000"/>
                  </a:lnTo>
                  <a:lnTo>
                    <a:pt x="6033421" y="3416300"/>
                  </a:lnTo>
                  <a:lnTo>
                    <a:pt x="5928103" y="3416300"/>
                  </a:lnTo>
                  <a:lnTo>
                    <a:pt x="5901831" y="3403600"/>
                  </a:lnTo>
                  <a:lnTo>
                    <a:pt x="5877627" y="3390900"/>
                  </a:lnTo>
                  <a:lnTo>
                    <a:pt x="5856103" y="3365500"/>
                  </a:lnTo>
                  <a:close/>
                </a:path>
                <a:path w="6120765" h="4737100">
                  <a:moveTo>
                    <a:pt x="5674193" y="3086099"/>
                  </a:moveTo>
                  <a:lnTo>
                    <a:pt x="5181222" y="3086099"/>
                  </a:lnTo>
                  <a:lnTo>
                    <a:pt x="5140236" y="3111499"/>
                  </a:lnTo>
                  <a:lnTo>
                    <a:pt x="5061290" y="3136899"/>
                  </a:lnTo>
                  <a:lnTo>
                    <a:pt x="5023464" y="3162299"/>
                  </a:lnTo>
                  <a:lnTo>
                    <a:pt x="4986826" y="3187699"/>
                  </a:lnTo>
                  <a:lnTo>
                    <a:pt x="4951443" y="3213099"/>
                  </a:lnTo>
                  <a:lnTo>
                    <a:pt x="4917384" y="3238499"/>
                  </a:lnTo>
                  <a:lnTo>
                    <a:pt x="4884714" y="3263900"/>
                  </a:lnTo>
                  <a:lnTo>
                    <a:pt x="4853503" y="3302000"/>
                  </a:lnTo>
                  <a:lnTo>
                    <a:pt x="4823816" y="3327400"/>
                  </a:lnTo>
                  <a:lnTo>
                    <a:pt x="4795722" y="3365500"/>
                  </a:lnTo>
                  <a:lnTo>
                    <a:pt x="4769288" y="3403600"/>
                  </a:lnTo>
                  <a:lnTo>
                    <a:pt x="4744581" y="3441700"/>
                  </a:lnTo>
                  <a:lnTo>
                    <a:pt x="4721669" y="3479800"/>
                  </a:lnTo>
                  <a:lnTo>
                    <a:pt x="4700619" y="3517900"/>
                  </a:lnTo>
                  <a:lnTo>
                    <a:pt x="4681499" y="3568700"/>
                  </a:lnTo>
                  <a:lnTo>
                    <a:pt x="4664375" y="3606800"/>
                  </a:lnTo>
                  <a:lnTo>
                    <a:pt x="4649316" y="3657600"/>
                  </a:lnTo>
                  <a:lnTo>
                    <a:pt x="4636389" y="3695700"/>
                  </a:lnTo>
                  <a:lnTo>
                    <a:pt x="4625661" y="3746500"/>
                  </a:lnTo>
                  <a:lnTo>
                    <a:pt x="4617200" y="3797300"/>
                  </a:lnTo>
                  <a:lnTo>
                    <a:pt x="4611073" y="3835400"/>
                  </a:lnTo>
                  <a:lnTo>
                    <a:pt x="4607347" y="3886200"/>
                  </a:lnTo>
                  <a:lnTo>
                    <a:pt x="4606090" y="3937000"/>
                  </a:lnTo>
                  <a:lnTo>
                    <a:pt x="4607321" y="3987800"/>
                  </a:lnTo>
                  <a:lnTo>
                    <a:pt x="4610987" y="4038600"/>
                  </a:lnTo>
                  <a:lnTo>
                    <a:pt x="4617054" y="4089400"/>
                  </a:lnTo>
                  <a:lnTo>
                    <a:pt x="4625484" y="4127500"/>
                  </a:lnTo>
                  <a:lnTo>
                    <a:pt x="4636240" y="4178300"/>
                  </a:lnTo>
                  <a:lnTo>
                    <a:pt x="4649285" y="4229100"/>
                  </a:lnTo>
                  <a:lnTo>
                    <a:pt x="4664584" y="4267200"/>
                  </a:lnTo>
                  <a:lnTo>
                    <a:pt x="4682098" y="4318000"/>
                  </a:lnTo>
                  <a:lnTo>
                    <a:pt x="4701792" y="4356100"/>
                  </a:lnTo>
                  <a:lnTo>
                    <a:pt x="4723629" y="4406900"/>
                  </a:lnTo>
                  <a:lnTo>
                    <a:pt x="4747572" y="4445000"/>
                  </a:lnTo>
                  <a:lnTo>
                    <a:pt x="4773584" y="4483100"/>
                  </a:lnTo>
                  <a:lnTo>
                    <a:pt x="4789443" y="4470400"/>
                  </a:lnTo>
                  <a:lnTo>
                    <a:pt x="4823469" y="4470400"/>
                  </a:lnTo>
                  <a:lnTo>
                    <a:pt x="4841321" y="4457700"/>
                  </a:lnTo>
                  <a:lnTo>
                    <a:pt x="4994868" y="4457700"/>
                  </a:lnTo>
                  <a:lnTo>
                    <a:pt x="4892123" y="4343400"/>
                  </a:lnTo>
                  <a:lnTo>
                    <a:pt x="4884747" y="4330700"/>
                  </a:lnTo>
                  <a:lnTo>
                    <a:pt x="4882291" y="4305300"/>
                  </a:lnTo>
                  <a:lnTo>
                    <a:pt x="4884751" y="4292600"/>
                  </a:lnTo>
                  <a:lnTo>
                    <a:pt x="4892123" y="4279900"/>
                  </a:lnTo>
                  <a:lnTo>
                    <a:pt x="4938034" y="4229100"/>
                  </a:lnTo>
                  <a:lnTo>
                    <a:pt x="4921903" y="4203700"/>
                  </a:lnTo>
                  <a:lnTo>
                    <a:pt x="4907805" y="4165600"/>
                  </a:lnTo>
                  <a:lnTo>
                    <a:pt x="4895762" y="4127500"/>
                  </a:lnTo>
                  <a:lnTo>
                    <a:pt x="4885801" y="4089400"/>
                  </a:lnTo>
                  <a:lnTo>
                    <a:pt x="4802309" y="4089400"/>
                  </a:lnTo>
                  <a:lnTo>
                    <a:pt x="4797195" y="4076700"/>
                  </a:lnTo>
                  <a:lnTo>
                    <a:pt x="4789916" y="4076700"/>
                  </a:lnTo>
                  <a:lnTo>
                    <a:pt x="4788014" y="4064000"/>
                  </a:lnTo>
                  <a:lnTo>
                    <a:pt x="4787370" y="4051300"/>
                  </a:lnTo>
                  <a:lnTo>
                    <a:pt x="4787488" y="3822700"/>
                  </a:lnTo>
                  <a:lnTo>
                    <a:pt x="4790127" y="3810000"/>
                  </a:lnTo>
                  <a:lnTo>
                    <a:pt x="4797322" y="3797300"/>
                  </a:lnTo>
                  <a:lnTo>
                    <a:pt x="4807996" y="3784600"/>
                  </a:lnTo>
                  <a:lnTo>
                    <a:pt x="4885801" y="3784600"/>
                  </a:lnTo>
                  <a:lnTo>
                    <a:pt x="4895762" y="3746500"/>
                  </a:lnTo>
                  <a:lnTo>
                    <a:pt x="4907805" y="3708400"/>
                  </a:lnTo>
                  <a:lnTo>
                    <a:pt x="4921903" y="3683000"/>
                  </a:lnTo>
                  <a:lnTo>
                    <a:pt x="4938034" y="3644900"/>
                  </a:lnTo>
                  <a:lnTo>
                    <a:pt x="4892372" y="3594100"/>
                  </a:lnTo>
                  <a:lnTo>
                    <a:pt x="4888179" y="3594100"/>
                  </a:lnTo>
                  <a:lnTo>
                    <a:pt x="4885092" y="3581400"/>
                  </a:lnTo>
                  <a:lnTo>
                    <a:pt x="4883186" y="3581400"/>
                  </a:lnTo>
                  <a:lnTo>
                    <a:pt x="4882534" y="3568700"/>
                  </a:lnTo>
                  <a:lnTo>
                    <a:pt x="4883186" y="3556000"/>
                  </a:lnTo>
                  <a:lnTo>
                    <a:pt x="4885094" y="3556000"/>
                  </a:lnTo>
                  <a:lnTo>
                    <a:pt x="4888185" y="3543300"/>
                  </a:lnTo>
                  <a:lnTo>
                    <a:pt x="4892386" y="3543300"/>
                  </a:lnTo>
                  <a:lnTo>
                    <a:pt x="5040899" y="3378200"/>
                  </a:lnTo>
                  <a:lnTo>
                    <a:pt x="5052009" y="3365500"/>
                  </a:lnTo>
                  <a:lnTo>
                    <a:pt x="5260007" y="3365500"/>
                  </a:lnTo>
                  <a:lnTo>
                    <a:pt x="5260007" y="3302000"/>
                  </a:lnTo>
                  <a:lnTo>
                    <a:pt x="5262647" y="3289300"/>
                  </a:lnTo>
                  <a:lnTo>
                    <a:pt x="5269846" y="3276600"/>
                  </a:lnTo>
                  <a:lnTo>
                    <a:pt x="5280521" y="3263900"/>
                  </a:lnTo>
                  <a:lnTo>
                    <a:pt x="5814797" y="3263900"/>
                  </a:lnTo>
                  <a:lnTo>
                    <a:pt x="5817505" y="3225799"/>
                  </a:lnTo>
                  <a:lnTo>
                    <a:pt x="5825460" y="3200399"/>
                  </a:lnTo>
                  <a:lnTo>
                    <a:pt x="5838410" y="3174999"/>
                  </a:lnTo>
                  <a:lnTo>
                    <a:pt x="5856103" y="3149599"/>
                  </a:lnTo>
                  <a:lnTo>
                    <a:pt x="5877627" y="3124199"/>
                  </a:lnTo>
                  <a:lnTo>
                    <a:pt x="5689139" y="3124199"/>
                  </a:lnTo>
                  <a:lnTo>
                    <a:pt x="5684045" y="3111499"/>
                  </a:lnTo>
                  <a:lnTo>
                    <a:pt x="5679865" y="3111499"/>
                  </a:lnTo>
                  <a:lnTo>
                    <a:pt x="5676772" y="3098799"/>
                  </a:lnTo>
                  <a:lnTo>
                    <a:pt x="5674852" y="3098799"/>
                  </a:lnTo>
                  <a:lnTo>
                    <a:pt x="5674193" y="3086099"/>
                  </a:lnTo>
                  <a:close/>
                </a:path>
                <a:path w="6120765" h="4737100">
                  <a:moveTo>
                    <a:pt x="5649993" y="4368800"/>
                  </a:moveTo>
                  <a:lnTo>
                    <a:pt x="5147147" y="4368800"/>
                  </a:lnTo>
                  <a:lnTo>
                    <a:pt x="5183311" y="4394200"/>
                  </a:lnTo>
                  <a:lnTo>
                    <a:pt x="5221038" y="4419600"/>
                  </a:lnTo>
                  <a:lnTo>
                    <a:pt x="5260194" y="4432300"/>
                  </a:lnTo>
                  <a:lnTo>
                    <a:pt x="5300644" y="4445000"/>
                  </a:lnTo>
                  <a:lnTo>
                    <a:pt x="5496496" y="4445000"/>
                  </a:lnTo>
                  <a:lnTo>
                    <a:pt x="5536947" y="4432300"/>
                  </a:lnTo>
                  <a:lnTo>
                    <a:pt x="5576103" y="4419600"/>
                  </a:lnTo>
                  <a:lnTo>
                    <a:pt x="5613829" y="4394200"/>
                  </a:lnTo>
                  <a:lnTo>
                    <a:pt x="5649993" y="4368800"/>
                  </a:lnTo>
                  <a:close/>
                </a:path>
                <a:path w="6120765" h="4737100">
                  <a:moveTo>
                    <a:pt x="5786313" y="3619500"/>
                  </a:moveTo>
                  <a:lnTo>
                    <a:pt x="5010822" y="3619500"/>
                  </a:lnTo>
                  <a:lnTo>
                    <a:pt x="5013844" y="3632200"/>
                  </a:lnTo>
                  <a:lnTo>
                    <a:pt x="5013157" y="3644900"/>
                  </a:lnTo>
                  <a:lnTo>
                    <a:pt x="5008656" y="3657600"/>
                  </a:lnTo>
                  <a:lnTo>
                    <a:pt x="4987526" y="3695700"/>
                  </a:lnTo>
                  <a:lnTo>
                    <a:pt x="4969844" y="3746500"/>
                  </a:lnTo>
                  <a:lnTo>
                    <a:pt x="4955666" y="3784600"/>
                  </a:lnTo>
                  <a:lnTo>
                    <a:pt x="4945051" y="3835400"/>
                  </a:lnTo>
                  <a:lnTo>
                    <a:pt x="4940742" y="3848100"/>
                  </a:lnTo>
                  <a:lnTo>
                    <a:pt x="4933323" y="3848100"/>
                  </a:lnTo>
                  <a:lnTo>
                    <a:pt x="4923560" y="3860800"/>
                  </a:lnTo>
                  <a:lnTo>
                    <a:pt x="4854620" y="3860800"/>
                  </a:lnTo>
                  <a:lnTo>
                    <a:pt x="4854543" y="4013200"/>
                  </a:lnTo>
                  <a:lnTo>
                    <a:pt x="4912219" y="4013200"/>
                  </a:lnTo>
                  <a:lnTo>
                    <a:pt x="4923560" y="4025900"/>
                  </a:lnTo>
                  <a:lnTo>
                    <a:pt x="4933323" y="4025900"/>
                  </a:lnTo>
                  <a:lnTo>
                    <a:pt x="4940742" y="4038600"/>
                  </a:lnTo>
                  <a:lnTo>
                    <a:pt x="4945051" y="4051300"/>
                  </a:lnTo>
                  <a:lnTo>
                    <a:pt x="4969844" y="4140200"/>
                  </a:lnTo>
                  <a:lnTo>
                    <a:pt x="4987526" y="4178300"/>
                  </a:lnTo>
                  <a:lnTo>
                    <a:pt x="5008656" y="4216400"/>
                  </a:lnTo>
                  <a:lnTo>
                    <a:pt x="5013157" y="4229100"/>
                  </a:lnTo>
                  <a:lnTo>
                    <a:pt x="5013844" y="4241800"/>
                  </a:lnTo>
                  <a:lnTo>
                    <a:pt x="5010822" y="4254500"/>
                  </a:lnTo>
                  <a:lnTo>
                    <a:pt x="5004196" y="4267200"/>
                  </a:lnTo>
                  <a:lnTo>
                    <a:pt x="4963349" y="4305300"/>
                  </a:lnTo>
                  <a:lnTo>
                    <a:pt x="5064286" y="4419600"/>
                  </a:lnTo>
                  <a:lnTo>
                    <a:pt x="5105172" y="4381500"/>
                  </a:lnTo>
                  <a:lnTo>
                    <a:pt x="5114588" y="4368800"/>
                  </a:lnTo>
                  <a:lnTo>
                    <a:pt x="5777715" y="4368800"/>
                  </a:lnTo>
                  <a:lnTo>
                    <a:pt x="5833791" y="4305300"/>
                  </a:lnTo>
                  <a:lnTo>
                    <a:pt x="5792944" y="4267200"/>
                  </a:lnTo>
                  <a:lnTo>
                    <a:pt x="5786319" y="4254500"/>
                  </a:lnTo>
                  <a:lnTo>
                    <a:pt x="5398578" y="4254500"/>
                  </a:lnTo>
                  <a:lnTo>
                    <a:pt x="5353630" y="4241800"/>
                  </a:lnTo>
                  <a:lnTo>
                    <a:pt x="5310969" y="4229100"/>
                  </a:lnTo>
                  <a:lnTo>
                    <a:pt x="5271172" y="4216400"/>
                  </a:lnTo>
                  <a:lnTo>
                    <a:pt x="5234813" y="4191000"/>
                  </a:lnTo>
                  <a:lnTo>
                    <a:pt x="5202469" y="4152900"/>
                  </a:lnTo>
                  <a:lnTo>
                    <a:pt x="5174714" y="4127500"/>
                  </a:lnTo>
                  <a:lnTo>
                    <a:pt x="5152126" y="4076700"/>
                  </a:lnTo>
                  <a:lnTo>
                    <a:pt x="5135278" y="4038600"/>
                  </a:lnTo>
                  <a:lnTo>
                    <a:pt x="5124748" y="3987800"/>
                  </a:lnTo>
                  <a:lnTo>
                    <a:pt x="5121109" y="3937000"/>
                  </a:lnTo>
                  <a:lnTo>
                    <a:pt x="5124748" y="3886200"/>
                  </a:lnTo>
                  <a:lnTo>
                    <a:pt x="5135278" y="3848100"/>
                  </a:lnTo>
                  <a:lnTo>
                    <a:pt x="5152126" y="3797300"/>
                  </a:lnTo>
                  <a:lnTo>
                    <a:pt x="5174714" y="3759200"/>
                  </a:lnTo>
                  <a:lnTo>
                    <a:pt x="5202469" y="3721100"/>
                  </a:lnTo>
                  <a:lnTo>
                    <a:pt x="5234813" y="3695700"/>
                  </a:lnTo>
                  <a:lnTo>
                    <a:pt x="5271172" y="3670300"/>
                  </a:lnTo>
                  <a:lnTo>
                    <a:pt x="5310969" y="3644900"/>
                  </a:lnTo>
                  <a:lnTo>
                    <a:pt x="5353630" y="3632200"/>
                  </a:lnTo>
                  <a:lnTo>
                    <a:pt x="5783292" y="3632200"/>
                  </a:lnTo>
                  <a:lnTo>
                    <a:pt x="5786313" y="3619500"/>
                  </a:lnTo>
                  <a:close/>
                </a:path>
                <a:path w="6120765" h="4737100">
                  <a:moveTo>
                    <a:pt x="5777715" y="4368800"/>
                  </a:moveTo>
                  <a:lnTo>
                    <a:pt x="5682553" y="4368800"/>
                  </a:lnTo>
                  <a:lnTo>
                    <a:pt x="5691968" y="4381500"/>
                  </a:lnTo>
                  <a:lnTo>
                    <a:pt x="5732854" y="4419600"/>
                  </a:lnTo>
                  <a:lnTo>
                    <a:pt x="5777715" y="4368800"/>
                  </a:lnTo>
                  <a:close/>
                </a:path>
                <a:path w="6120765" h="4737100">
                  <a:moveTo>
                    <a:pt x="5783292" y="3632200"/>
                  </a:moveTo>
                  <a:lnTo>
                    <a:pt x="5443525" y="3632200"/>
                  </a:lnTo>
                  <a:lnTo>
                    <a:pt x="5486185" y="3644900"/>
                  </a:lnTo>
                  <a:lnTo>
                    <a:pt x="5525982" y="3670300"/>
                  </a:lnTo>
                  <a:lnTo>
                    <a:pt x="5562340" y="3695700"/>
                  </a:lnTo>
                  <a:lnTo>
                    <a:pt x="5594684" y="3721100"/>
                  </a:lnTo>
                  <a:lnTo>
                    <a:pt x="5622439" y="3759200"/>
                  </a:lnTo>
                  <a:lnTo>
                    <a:pt x="5645027" y="3797300"/>
                  </a:lnTo>
                  <a:lnTo>
                    <a:pt x="5661875" y="3848100"/>
                  </a:lnTo>
                  <a:lnTo>
                    <a:pt x="5672405" y="3886200"/>
                  </a:lnTo>
                  <a:lnTo>
                    <a:pt x="5676044" y="3937000"/>
                  </a:lnTo>
                  <a:lnTo>
                    <a:pt x="5672405" y="3987800"/>
                  </a:lnTo>
                  <a:lnTo>
                    <a:pt x="5661875" y="4038600"/>
                  </a:lnTo>
                  <a:lnTo>
                    <a:pt x="5645027" y="4076700"/>
                  </a:lnTo>
                  <a:lnTo>
                    <a:pt x="5622439" y="4127500"/>
                  </a:lnTo>
                  <a:lnTo>
                    <a:pt x="5594684" y="4152900"/>
                  </a:lnTo>
                  <a:lnTo>
                    <a:pt x="5562340" y="4191000"/>
                  </a:lnTo>
                  <a:lnTo>
                    <a:pt x="5525982" y="4216400"/>
                  </a:lnTo>
                  <a:lnTo>
                    <a:pt x="5486185" y="4229100"/>
                  </a:lnTo>
                  <a:lnTo>
                    <a:pt x="5443525" y="4241800"/>
                  </a:lnTo>
                  <a:lnTo>
                    <a:pt x="5398578" y="4254500"/>
                  </a:lnTo>
                  <a:lnTo>
                    <a:pt x="5786319" y="4254500"/>
                  </a:lnTo>
                  <a:lnTo>
                    <a:pt x="5783296" y="4241800"/>
                  </a:lnTo>
                  <a:lnTo>
                    <a:pt x="5783983" y="4229100"/>
                  </a:lnTo>
                  <a:lnTo>
                    <a:pt x="5788484" y="4216400"/>
                  </a:lnTo>
                  <a:lnTo>
                    <a:pt x="5809614" y="4178300"/>
                  </a:lnTo>
                  <a:lnTo>
                    <a:pt x="5827296" y="4140200"/>
                  </a:lnTo>
                  <a:lnTo>
                    <a:pt x="5852090" y="4051300"/>
                  </a:lnTo>
                  <a:lnTo>
                    <a:pt x="5856398" y="4038600"/>
                  </a:lnTo>
                  <a:lnTo>
                    <a:pt x="5863817" y="4025900"/>
                  </a:lnTo>
                  <a:lnTo>
                    <a:pt x="5873581" y="4025900"/>
                  </a:lnTo>
                  <a:lnTo>
                    <a:pt x="5884922" y="4013200"/>
                  </a:lnTo>
                  <a:lnTo>
                    <a:pt x="5942624" y="4013200"/>
                  </a:lnTo>
                  <a:lnTo>
                    <a:pt x="5942624" y="3860800"/>
                  </a:lnTo>
                  <a:lnTo>
                    <a:pt x="5873579" y="3860800"/>
                  </a:lnTo>
                  <a:lnTo>
                    <a:pt x="5863813" y="3848100"/>
                  </a:lnTo>
                  <a:lnTo>
                    <a:pt x="5856393" y="3848100"/>
                  </a:lnTo>
                  <a:lnTo>
                    <a:pt x="5852090" y="3835400"/>
                  </a:lnTo>
                  <a:lnTo>
                    <a:pt x="5841469" y="3784600"/>
                  </a:lnTo>
                  <a:lnTo>
                    <a:pt x="5827292" y="3746500"/>
                  </a:lnTo>
                  <a:lnTo>
                    <a:pt x="5809612" y="3695700"/>
                  </a:lnTo>
                  <a:lnTo>
                    <a:pt x="5788484" y="3657600"/>
                  </a:lnTo>
                  <a:lnTo>
                    <a:pt x="5783981" y="3644900"/>
                  </a:lnTo>
                  <a:lnTo>
                    <a:pt x="5783292" y="3632200"/>
                  </a:lnTo>
                  <a:close/>
                </a:path>
                <a:path w="6120765" h="4737100">
                  <a:moveTo>
                    <a:pt x="5440910" y="3708400"/>
                  </a:moveTo>
                  <a:lnTo>
                    <a:pt x="5356245" y="3708400"/>
                  </a:lnTo>
                  <a:lnTo>
                    <a:pt x="5316792" y="3721100"/>
                  </a:lnTo>
                  <a:lnTo>
                    <a:pt x="5281071" y="3746500"/>
                  </a:lnTo>
                  <a:lnTo>
                    <a:pt x="5249934" y="3771900"/>
                  </a:lnTo>
                  <a:lnTo>
                    <a:pt x="5224233" y="3810000"/>
                  </a:lnTo>
                  <a:lnTo>
                    <a:pt x="5204821" y="3848100"/>
                  </a:lnTo>
                  <a:lnTo>
                    <a:pt x="5192548" y="3898900"/>
                  </a:lnTo>
                  <a:lnTo>
                    <a:pt x="5188268" y="3937000"/>
                  </a:lnTo>
                  <a:lnTo>
                    <a:pt x="5192548" y="3987800"/>
                  </a:lnTo>
                  <a:lnTo>
                    <a:pt x="5204821" y="4025900"/>
                  </a:lnTo>
                  <a:lnTo>
                    <a:pt x="5224233" y="4076700"/>
                  </a:lnTo>
                  <a:lnTo>
                    <a:pt x="5249934" y="4102100"/>
                  </a:lnTo>
                  <a:lnTo>
                    <a:pt x="5281071" y="4140200"/>
                  </a:lnTo>
                  <a:lnTo>
                    <a:pt x="5316792" y="4152900"/>
                  </a:lnTo>
                  <a:lnTo>
                    <a:pt x="5356245" y="4165600"/>
                  </a:lnTo>
                  <a:lnTo>
                    <a:pt x="5398578" y="4178300"/>
                  </a:lnTo>
                  <a:lnTo>
                    <a:pt x="5440910" y="4165600"/>
                  </a:lnTo>
                  <a:lnTo>
                    <a:pt x="5480362" y="4152900"/>
                  </a:lnTo>
                  <a:lnTo>
                    <a:pt x="5516082" y="4140200"/>
                  </a:lnTo>
                  <a:lnTo>
                    <a:pt x="5547219" y="4102100"/>
                  </a:lnTo>
                  <a:lnTo>
                    <a:pt x="5572920" y="4076700"/>
                  </a:lnTo>
                  <a:lnTo>
                    <a:pt x="5592332" y="4025900"/>
                  </a:lnTo>
                  <a:lnTo>
                    <a:pt x="5604605" y="3987800"/>
                  </a:lnTo>
                  <a:lnTo>
                    <a:pt x="5608885" y="3937000"/>
                  </a:lnTo>
                  <a:lnTo>
                    <a:pt x="5604605" y="3898900"/>
                  </a:lnTo>
                  <a:lnTo>
                    <a:pt x="5592332" y="3848100"/>
                  </a:lnTo>
                  <a:lnTo>
                    <a:pt x="5572920" y="3810000"/>
                  </a:lnTo>
                  <a:lnTo>
                    <a:pt x="5547219" y="3771900"/>
                  </a:lnTo>
                  <a:lnTo>
                    <a:pt x="5516082" y="3746500"/>
                  </a:lnTo>
                  <a:lnTo>
                    <a:pt x="5480362" y="3721100"/>
                  </a:lnTo>
                  <a:lnTo>
                    <a:pt x="5440910" y="3708400"/>
                  </a:lnTo>
                  <a:close/>
                </a:path>
                <a:path w="6120765" h="4737100">
                  <a:moveTo>
                    <a:pt x="5064627" y="3454400"/>
                  </a:moveTo>
                  <a:lnTo>
                    <a:pt x="4963612" y="3568700"/>
                  </a:lnTo>
                  <a:lnTo>
                    <a:pt x="5004196" y="3619500"/>
                  </a:lnTo>
                  <a:lnTo>
                    <a:pt x="5792944" y="3619500"/>
                  </a:lnTo>
                  <a:lnTo>
                    <a:pt x="5833529" y="3568700"/>
                  </a:lnTo>
                  <a:lnTo>
                    <a:pt x="5788633" y="3517900"/>
                  </a:lnTo>
                  <a:lnTo>
                    <a:pt x="5125372" y="3517900"/>
                  </a:lnTo>
                  <a:lnTo>
                    <a:pt x="5114586" y="3505200"/>
                  </a:lnTo>
                  <a:lnTo>
                    <a:pt x="5105172" y="3505200"/>
                  </a:lnTo>
                  <a:lnTo>
                    <a:pt x="5064627" y="3454400"/>
                  </a:lnTo>
                  <a:close/>
                </a:path>
                <a:path w="6120765" h="4737100">
                  <a:moveTo>
                    <a:pt x="5660582" y="3505200"/>
                  </a:moveTo>
                  <a:lnTo>
                    <a:pt x="5136552" y="3505200"/>
                  </a:lnTo>
                  <a:lnTo>
                    <a:pt x="5125372" y="3517900"/>
                  </a:lnTo>
                  <a:lnTo>
                    <a:pt x="5671762" y="3517900"/>
                  </a:lnTo>
                  <a:lnTo>
                    <a:pt x="5660582" y="3505200"/>
                  </a:lnTo>
                  <a:close/>
                </a:path>
                <a:path w="6120765" h="4737100">
                  <a:moveTo>
                    <a:pt x="5732513" y="3454400"/>
                  </a:moveTo>
                  <a:lnTo>
                    <a:pt x="5691955" y="3505200"/>
                  </a:lnTo>
                  <a:lnTo>
                    <a:pt x="5682547" y="3505200"/>
                  </a:lnTo>
                  <a:lnTo>
                    <a:pt x="5671762" y="3517900"/>
                  </a:lnTo>
                  <a:lnTo>
                    <a:pt x="5788633" y="3517900"/>
                  </a:lnTo>
                  <a:lnTo>
                    <a:pt x="5732513" y="3454400"/>
                  </a:lnTo>
                  <a:close/>
                </a:path>
                <a:path w="6120765" h="4737100">
                  <a:moveTo>
                    <a:pt x="5496496" y="3429000"/>
                  </a:moveTo>
                  <a:lnTo>
                    <a:pt x="5300644" y="3429000"/>
                  </a:lnTo>
                  <a:lnTo>
                    <a:pt x="5260186" y="3441700"/>
                  </a:lnTo>
                  <a:lnTo>
                    <a:pt x="5221028" y="3467100"/>
                  </a:lnTo>
                  <a:lnTo>
                    <a:pt x="5183304" y="3479800"/>
                  </a:lnTo>
                  <a:lnTo>
                    <a:pt x="5147147" y="3505200"/>
                  </a:lnTo>
                  <a:lnTo>
                    <a:pt x="5649993" y="3505200"/>
                  </a:lnTo>
                  <a:lnTo>
                    <a:pt x="5613835" y="3479800"/>
                  </a:lnTo>
                  <a:lnTo>
                    <a:pt x="5576107" y="3467100"/>
                  </a:lnTo>
                  <a:lnTo>
                    <a:pt x="5536949" y="3441700"/>
                  </a:lnTo>
                  <a:lnTo>
                    <a:pt x="5496496" y="3429000"/>
                  </a:lnTo>
                  <a:close/>
                </a:path>
                <a:path w="6120765" h="4737100">
                  <a:moveTo>
                    <a:pt x="5260007" y="3365500"/>
                  </a:moveTo>
                  <a:lnTo>
                    <a:pt x="5077279" y="3365500"/>
                  </a:lnTo>
                  <a:lnTo>
                    <a:pt x="5088383" y="3378200"/>
                  </a:lnTo>
                  <a:lnTo>
                    <a:pt x="5133991" y="3429000"/>
                  </a:lnTo>
                  <a:lnTo>
                    <a:pt x="5164208" y="3403600"/>
                  </a:lnTo>
                  <a:lnTo>
                    <a:pt x="5195322" y="3390900"/>
                  </a:lnTo>
                  <a:lnTo>
                    <a:pt x="5260007" y="3365500"/>
                  </a:lnTo>
                  <a:close/>
                </a:path>
                <a:path w="6120765" h="4737100">
                  <a:moveTo>
                    <a:pt x="5477431" y="3416300"/>
                  </a:moveTo>
                  <a:lnTo>
                    <a:pt x="5319705" y="3416300"/>
                  </a:lnTo>
                  <a:lnTo>
                    <a:pt x="5311313" y="3429000"/>
                  </a:lnTo>
                  <a:lnTo>
                    <a:pt x="5485822" y="3429000"/>
                  </a:lnTo>
                  <a:lnTo>
                    <a:pt x="5477431" y="3416300"/>
                  </a:lnTo>
                  <a:close/>
                </a:path>
                <a:path w="6120765" h="4737100">
                  <a:moveTo>
                    <a:pt x="5814797" y="3263900"/>
                  </a:moveTo>
                  <a:lnTo>
                    <a:pt x="5516625" y="3263900"/>
                  </a:lnTo>
                  <a:lnTo>
                    <a:pt x="5527299" y="3276600"/>
                  </a:lnTo>
                  <a:lnTo>
                    <a:pt x="5534495" y="3289300"/>
                  </a:lnTo>
                  <a:lnTo>
                    <a:pt x="5537133" y="3302000"/>
                  </a:lnTo>
                  <a:lnTo>
                    <a:pt x="5537133" y="3365500"/>
                  </a:lnTo>
                  <a:lnTo>
                    <a:pt x="5601831" y="3390900"/>
                  </a:lnTo>
                  <a:lnTo>
                    <a:pt x="5632946" y="3403600"/>
                  </a:lnTo>
                  <a:lnTo>
                    <a:pt x="5663163" y="3429000"/>
                  </a:lnTo>
                  <a:lnTo>
                    <a:pt x="5708759" y="3378200"/>
                  </a:lnTo>
                  <a:lnTo>
                    <a:pt x="5719869" y="3365500"/>
                  </a:lnTo>
                  <a:lnTo>
                    <a:pt x="5856103" y="3365500"/>
                  </a:lnTo>
                  <a:lnTo>
                    <a:pt x="5838410" y="3352800"/>
                  </a:lnTo>
                  <a:lnTo>
                    <a:pt x="5825460" y="3314700"/>
                  </a:lnTo>
                  <a:lnTo>
                    <a:pt x="5817505" y="3289300"/>
                  </a:lnTo>
                  <a:lnTo>
                    <a:pt x="5814797" y="3263900"/>
                  </a:lnTo>
                  <a:close/>
                </a:path>
                <a:path w="6120765" h="4737100">
                  <a:moveTo>
                    <a:pt x="6120679" y="3048000"/>
                  </a:moveTo>
                  <a:lnTo>
                    <a:pt x="5720619" y="3047999"/>
                  </a:lnTo>
                  <a:lnTo>
                    <a:pt x="5726415" y="3060699"/>
                  </a:lnTo>
                  <a:lnTo>
                    <a:pt x="5735692" y="3060699"/>
                  </a:lnTo>
                  <a:lnTo>
                    <a:pt x="5738781" y="3073399"/>
                  </a:lnTo>
                  <a:lnTo>
                    <a:pt x="5740696" y="3086099"/>
                  </a:lnTo>
                  <a:lnTo>
                    <a:pt x="5741353" y="3086099"/>
                  </a:lnTo>
                  <a:lnTo>
                    <a:pt x="5740694" y="3098799"/>
                  </a:lnTo>
                  <a:lnTo>
                    <a:pt x="5955833" y="3098799"/>
                  </a:lnTo>
                  <a:lnTo>
                    <a:pt x="5983563" y="3111499"/>
                  </a:lnTo>
                  <a:lnTo>
                    <a:pt x="6009835" y="3111499"/>
                  </a:lnTo>
                  <a:lnTo>
                    <a:pt x="6034039" y="3124199"/>
                  </a:lnTo>
                  <a:lnTo>
                    <a:pt x="6055563" y="3149599"/>
                  </a:lnTo>
                  <a:lnTo>
                    <a:pt x="6083823" y="3200399"/>
                  </a:lnTo>
                  <a:lnTo>
                    <a:pt x="6096179" y="3251199"/>
                  </a:lnTo>
                  <a:lnTo>
                    <a:pt x="6092638" y="3302000"/>
                  </a:lnTo>
                  <a:lnTo>
                    <a:pt x="6073204" y="3352800"/>
                  </a:lnTo>
                  <a:lnTo>
                    <a:pt x="6120679" y="3429000"/>
                  </a:lnTo>
                  <a:lnTo>
                    <a:pt x="6120679" y="3048000"/>
                  </a:lnTo>
                  <a:close/>
                </a:path>
                <a:path w="6120765" h="4737100">
                  <a:moveTo>
                    <a:pt x="5469973" y="3340100"/>
                  </a:moveTo>
                  <a:lnTo>
                    <a:pt x="5327168" y="3340100"/>
                  </a:lnTo>
                  <a:lnTo>
                    <a:pt x="5327168" y="3403600"/>
                  </a:lnTo>
                  <a:lnTo>
                    <a:pt x="5325199" y="3416300"/>
                  </a:lnTo>
                  <a:lnTo>
                    <a:pt x="5471941" y="3416300"/>
                  </a:lnTo>
                  <a:lnTo>
                    <a:pt x="5469973" y="3403600"/>
                  </a:lnTo>
                  <a:lnTo>
                    <a:pt x="5469973" y="3340100"/>
                  </a:lnTo>
                  <a:close/>
                </a:path>
                <a:path w="6120765" h="4737100">
                  <a:moveTo>
                    <a:pt x="6023570" y="3403600"/>
                  </a:moveTo>
                  <a:lnTo>
                    <a:pt x="6007711" y="3403600"/>
                  </a:lnTo>
                  <a:lnTo>
                    <a:pt x="5991030" y="3416300"/>
                  </a:lnTo>
                  <a:lnTo>
                    <a:pt x="6033421" y="3416300"/>
                  </a:lnTo>
                  <a:lnTo>
                    <a:pt x="6023570" y="3403600"/>
                  </a:lnTo>
                  <a:close/>
                </a:path>
                <a:path w="6120765" h="4737100">
                  <a:moveTo>
                    <a:pt x="5996801" y="3187699"/>
                  </a:moveTo>
                  <a:lnTo>
                    <a:pt x="5914870" y="3187699"/>
                  </a:lnTo>
                  <a:lnTo>
                    <a:pt x="5903600" y="3200399"/>
                  </a:lnTo>
                  <a:lnTo>
                    <a:pt x="5894330" y="3213099"/>
                  </a:lnTo>
                  <a:lnTo>
                    <a:pt x="5887544" y="3225799"/>
                  </a:lnTo>
                  <a:lnTo>
                    <a:pt x="5883375" y="3238499"/>
                  </a:lnTo>
                  <a:lnTo>
                    <a:pt x="5881956" y="3263900"/>
                  </a:lnTo>
                  <a:lnTo>
                    <a:pt x="5883375" y="3276600"/>
                  </a:lnTo>
                  <a:lnTo>
                    <a:pt x="5903600" y="3314700"/>
                  </a:lnTo>
                  <a:lnTo>
                    <a:pt x="5927542" y="3340100"/>
                  </a:lnTo>
                  <a:lnTo>
                    <a:pt x="5984120" y="3340100"/>
                  </a:lnTo>
                  <a:lnTo>
                    <a:pt x="5996801" y="3327400"/>
                  </a:lnTo>
                  <a:lnTo>
                    <a:pt x="6008079" y="3314700"/>
                  </a:lnTo>
                  <a:lnTo>
                    <a:pt x="6024274" y="3289300"/>
                  </a:lnTo>
                  <a:lnTo>
                    <a:pt x="6029673" y="3263900"/>
                  </a:lnTo>
                  <a:lnTo>
                    <a:pt x="6024274" y="3225799"/>
                  </a:lnTo>
                  <a:lnTo>
                    <a:pt x="6008079" y="3200399"/>
                  </a:lnTo>
                  <a:lnTo>
                    <a:pt x="5996801" y="3187699"/>
                  </a:lnTo>
                  <a:close/>
                </a:path>
                <a:path w="6120765" h="4737100">
                  <a:moveTo>
                    <a:pt x="5970356" y="3174999"/>
                  </a:moveTo>
                  <a:lnTo>
                    <a:pt x="5941310" y="3174999"/>
                  </a:lnTo>
                  <a:lnTo>
                    <a:pt x="5927548" y="3187699"/>
                  </a:lnTo>
                  <a:lnTo>
                    <a:pt x="5984120" y="3187699"/>
                  </a:lnTo>
                  <a:lnTo>
                    <a:pt x="5970356" y="3174999"/>
                  </a:lnTo>
                  <a:close/>
                </a:path>
                <a:path w="6120765" h="4737100">
                  <a:moveTo>
                    <a:pt x="5901831" y="3111499"/>
                  </a:moveTo>
                  <a:lnTo>
                    <a:pt x="5731515" y="3111499"/>
                  </a:lnTo>
                  <a:lnTo>
                    <a:pt x="5726415" y="3124199"/>
                  </a:lnTo>
                  <a:lnTo>
                    <a:pt x="5877627" y="3124199"/>
                  </a:lnTo>
                  <a:lnTo>
                    <a:pt x="5901831" y="3111499"/>
                  </a:lnTo>
                  <a:close/>
                </a:path>
                <a:path w="6120765" h="4737100">
                  <a:moveTo>
                    <a:pt x="5955833" y="3098799"/>
                  </a:moveTo>
                  <a:lnTo>
                    <a:pt x="5738776" y="3098799"/>
                  </a:lnTo>
                  <a:lnTo>
                    <a:pt x="5735686" y="3111499"/>
                  </a:lnTo>
                  <a:lnTo>
                    <a:pt x="5928103" y="3111499"/>
                  </a:lnTo>
                  <a:lnTo>
                    <a:pt x="5955833" y="3098799"/>
                  </a:lnTo>
                  <a:close/>
                </a:path>
                <a:path w="6120765" h="4737100">
                  <a:moveTo>
                    <a:pt x="5478060" y="3060699"/>
                  </a:moveTo>
                  <a:lnTo>
                    <a:pt x="5309419" y="3060699"/>
                  </a:lnTo>
                  <a:lnTo>
                    <a:pt x="5223126" y="3086099"/>
                  </a:lnTo>
                  <a:lnTo>
                    <a:pt x="5674852" y="3086099"/>
                  </a:lnTo>
                  <a:lnTo>
                    <a:pt x="5676772" y="3073399"/>
                  </a:lnTo>
                  <a:lnTo>
                    <a:pt x="5517443" y="3073399"/>
                  </a:lnTo>
                  <a:lnTo>
                    <a:pt x="5478060" y="3060699"/>
                  </a:lnTo>
                  <a:close/>
                </a:path>
                <a:path w="6120765" h="4737100">
                  <a:moveTo>
                    <a:pt x="6120679" y="2984500"/>
                  </a:moveTo>
                  <a:lnTo>
                    <a:pt x="5484745" y="2984499"/>
                  </a:lnTo>
                  <a:lnTo>
                    <a:pt x="5527450" y="2997199"/>
                  </a:lnTo>
                  <a:lnTo>
                    <a:pt x="5569704" y="2997199"/>
                  </a:lnTo>
                  <a:lnTo>
                    <a:pt x="5581993" y="3009899"/>
                  </a:lnTo>
                  <a:lnTo>
                    <a:pt x="5591029" y="3022599"/>
                  </a:lnTo>
                  <a:lnTo>
                    <a:pt x="5595967" y="3035299"/>
                  </a:lnTo>
                  <a:lnTo>
                    <a:pt x="5595964" y="3047999"/>
                  </a:lnTo>
                  <a:lnTo>
                    <a:pt x="5590786" y="3060699"/>
                  </a:lnTo>
                  <a:lnTo>
                    <a:pt x="5581614" y="3073399"/>
                  </a:lnTo>
                  <a:lnTo>
                    <a:pt x="5676772" y="3073399"/>
                  </a:lnTo>
                  <a:lnTo>
                    <a:pt x="5679865" y="3060699"/>
                  </a:lnTo>
                  <a:lnTo>
                    <a:pt x="5689139" y="3060699"/>
                  </a:lnTo>
                  <a:lnTo>
                    <a:pt x="5694925" y="3047999"/>
                  </a:lnTo>
                  <a:lnTo>
                    <a:pt x="6120679" y="3048000"/>
                  </a:lnTo>
                  <a:lnTo>
                    <a:pt x="6120679" y="29845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4777" y="100076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7827" y="353059"/>
            <a:ext cx="5486400" cy="44907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85750" marR="2734310" indent="-273050">
              <a:lnSpc>
                <a:spcPts val="1900"/>
              </a:lnSpc>
              <a:spcBef>
                <a:spcPts val="380"/>
              </a:spcBef>
            </a:pPr>
            <a:r>
              <a:rPr sz="1800" b="1" dirty="0">
                <a:latin typeface="Courier New"/>
                <a:cs typeface="Courier New"/>
              </a:rPr>
              <a:t>"Tabla_Peliculas":</a:t>
            </a:r>
            <a:r>
              <a:rPr sz="1800" b="1" spc="-18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 </a:t>
            </a:r>
            <a:r>
              <a:rPr sz="1800" b="1" dirty="0">
                <a:latin typeface="Courier New"/>
                <a:cs typeface="Courier New"/>
              </a:rPr>
              <a:t>"Pelicula":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[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60"/>
              </a:lnSpc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"id":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1,</a:t>
            </a:r>
            <a:endParaRPr sz="1800">
              <a:latin typeface="Courier New"/>
              <a:cs typeface="Courier New"/>
            </a:endParaRPr>
          </a:p>
          <a:p>
            <a:pPr marL="831850" marR="1642745">
              <a:lnSpc>
                <a:spcPts val="1989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"titulo":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"Octopussy", </a:t>
            </a:r>
            <a:r>
              <a:rPr sz="1800" b="1" dirty="0">
                <a:latin typeface="Courier New"/>
                <a:cs typeface="Courier New"/>
              </a:rPr>
              <a:t>"año":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1983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00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945"/>
              </a:lnSpc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"id":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2,</a:t>
            </a:r>
            <a:endParaRPr sz="1800">
              <a:latin typeface="Courier New"/>
              <a:cs typeface="Courier New"/>
            </a:endParaRPr>
          </a:p>
          <a:p>
            <a:pPr marL="831850" marR="960119">
              <a:lnSpc>
                <a:spcPts val="1920"/>
              </a:lnSpc>
              <a:spcBef>
                <a:spcPts val="180"/>
              </a:spcBef>
            </a:pPr>
            <a:r>
              <a:rPr sz="1800" b="1" dirty="0">
                <a:latin typeface="Courier New"/>
                <a:cs typeface="Courier New"/>
              </a:rPr>
              <a:t>"titulo":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"Hable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ella", </a:t>
            </a:r>
            <a:r>
              <a:rPr sz="1800" b="1" dirty="0">
                <a:latin typeface="Courier New"/>
                <a:cs typeface="Courier New"/>
              </a:rPr>
              <a:t>"año":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2002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35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95"/>
              </a:lnSpc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"id":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3,</a:t>
            </a:r>
            <a:endParaRPr sz="1800">
              <a:latin typeface="Courier New"/>
              <a:cs typeface="Courier New"/>
            </a:endParaRPr>
          </a:p>
          <a:p>
            <a:pPr marL="831850" marR="5080">
              <a:lnSpc>
                <a:spcPts val="1900"/>
              </a:lnSpc>
              <a:spcBef>
                <a:spcPts val="204"/>
              </a:spcBef>
            </a:pPr>
            <a:r>
              <a:rPr sz="1800" b="1" dirty="0">
                <a:latin typeface="Courier New"/>
                <a:cs typeface="Courier New"/>
              </a:rPr>
              <a:t>"titulo":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"Ocho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vascos", </a:t>
            </a:r>
            <a:r>
              <a:rPr sz="1800" b="1" dirty="0">
                <a:latin typeface="Courier New"/>
                <a:cs typeface="Courier New"/>
              </a:rPr>
              <a:t>"año":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2014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35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654050">
              <a:lnSpc>
                <a:spcPts val="2030"/>
              </a:lnSpc>
            </a:pPr>
            <a:r>
              <a:rPr sz="1800" b="1" spc="-25" dirty="0">
                <a:latin typeface="Courier New"/>
                <a:cs typeface="Courier New"/>
              </a:rPr>
              <a:t>]}}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448" y="94673"/>
            <a:ext cx="539551" cy="57606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0258" y="2327149"/>
            <a:ext cx="6163945" cy="2816860"/>
            <a:chOff x="2980258" y="2327149"/>
            <a:chExt cx="6163945" cy="28168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4" y="800754"/>
                  </a:lnTo>
                  <a:lnTo>
                    <a:pt x="1521430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3197" y="2562860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81765" y="485415"/>
            <a:ext cx="2267585" cy="2267585"/>
            <a:chOff x="4581765" y="485415"/>
            <a:chExt cx="2267585" cy="2267585"/>
          </a:xfrm>
        </p:grpSpPr>
        <p:sp>
          <p:nvSpPr>
            <p:cNvPr id="10" name="object 10"/>
            <p:cNvSpPr/>
            <p:nvPr/>
          </p:nvSpPr>
          <p:spPr>
            <a:xfrm>
              <a:off x="4594465" y="898492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1841733"/>
                  </a:moveTo>
                  <a:lnTo>
                    <a:pt x="640602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41825" y="721867"/>
            <a:ext cx="988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Remitente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23876" y="24983"/>
            <a:ext cx="2267585" cy="886460"/>
            <a:chOff x="6823876" y="24983"/>
            <a:chExt cx="2267585" cy="886460"/>
          </a:xfrm>
        </p:grpSpPr>
        <p:sp>
          <p:nvSpPr>
            <p:cNvPr id="15" name="object 15"/>
            <p:cNvSpPr/>
            <p:nvPr/>
          </p:nvSpPr>
          <p:spPr>
            <a:xfrm>
              <a:off x="6836576" y="438059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73560" y="136651"/>
            <a:ext cx="140906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23850" marR="5080" indent="-311785">
              <a:lnSpc>
                <a:spcPts val="1989"/>
              </a:lnSpc>
              <a:spcBef>
                <a:spcPts val="305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Nombre: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Nuria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Delgado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3877" y="885793"/>
            <a:ext cx="2267585" cy="886460"/>
            <a:chOff x="6823877" y="885793"/>
            <a:chExt cx="2267585" cy="886460"/>
          </a:xfrm>
        </p:grpSpPr>
        <p:sp>
          <p:nvSpPr>
            <p:cNvPr id="20" name="object 20"/>
            <p:cNvSpPr/>
            <p:nvPr/>
          </p:nvSpPr>
          <p:spPr>
            <a:xfrm>
              <a:off x="6836577" y="8984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12949" y="932179"/>
            <a:ext cx="1529080" cy="7937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1270" algn="ctr">
              <a:lnSpc>
                <a:spcPct val="90000"/>
              </a:lnSpc>
              <a:spcBef>
                <a:spcPts val="31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Nuriadel@gmail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c.om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81766" y="2327149"/>
            <a:ext cx="2267585" cy="826769"/>
            <a:chOff x="4581766" y="2327149"/>
            <a:chExt cx="2267585" cy="826769"/>
          </a:xfrm>
        </p:grpSpPr>
        <p:sp>
          <p:nvSpPr>
            <p:cNvPr id="25" name="object 25"/>
            <p:cNvSpPr/>
            <p:nvPr/>
          </p:nvSpPr>
          <p:spPr>
            <a:xfrm>
              <a:off x="4594466" y="2740226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6" y="800754"/>
                  </a:lnTo>
                  <a:lnTo>
                    <a:pt x="1521432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56290" y="2562860"/>
            <a:ext cx="115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Destinatario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23876" y="1866717"/>
            <a:ext cx="2267585" cy="886460"/>
            <a:chOff x="6823876" y="1866717"/>
            <a:chExt cx="2267585" cy="886460"/>
          </a:xfrm>
        </p:grpSpPr>
        <p:sp>
          <p:nvSpPr>
            <p:cNvPr id="30" name="object 30"/>
            <p:cNvSpPr/>
            <p:nvPr/>
          </p:nvSpPr>
          <p:spPr>
            <a:xfrm>
              <a:off x="6836576" y="22797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537207" y="1977644"/>
            <a:ext cx="147764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316230">
              <a:lnSpc>
                <a:spcPts val="1989"/>
              </a:lnSpc>
              <a:spcBef>
                <a:spcPts val="30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Nombre: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Roberto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Cuadra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23877" y="2727526"/>
            <a:ext cx="2267585" cy="886460"/>
            <a:chOff x="6823877" y="2727526"/>
            <a:chExt cx="2267585" cy="886460"/>
          </a:xfrm>
        </p:grpSpPr>
        <p:sp>
          <p:nvSpPr>
            <p:cNvPr id="35" name="object 35"/>
            <p:cNvSpPr/>
            <p:nvPr/>
          </p:nvSpPr>
          <p:spPr>
            <a:xfrm>
              <a:off x="6836577" y="2740226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04472" y="2773172"/>
            <a:ext cx="1547495" cy="7969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635" algn="ctr">
              <a:lnSpc>
                <a:spcPct val="906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RoberCuadra@g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mail.com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81765" y="2727527"/>
            <a:ext cx="2267585" cy="1346835"/>
            <a:chOff x="4581765" y="2727527"/>
            <a:chExt cx="2267585" cy="1346835"/>
          </a:xfrm>
        </p:grpSpPr>
        <p:sp>
          <p:nvSpPr>
            <p:cNvPr id="40" name="object 40"/>
            <p:cNvSpPr/>
            <p:nvPr/>
          </p:nvSpPr>
          <p:spPr>
            <a:xfrm>
              <a:off x="4594465" y="2740227"/>
              <a:ext cx="640715" cy="921385"/>
            </a:xfrm>
            <a:custGeom>
              <a:avLst/>
              <a:gdLst/>
              <a:ahLst/>
              <a:cxnLst/>
              <a:rect l="l" t="t" r="r" b="b"/>
              <a:pathLst>
                <a:path w="640714" h="921385">
                  <a:moveTo>
                    <a:pt x="0" y="0"/>
                  </a:moveTo>
                  <a:lnTo>
                    <a:pt x="640602" y="920866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8"/>
                  </a:lnTo>
                  <a:lnTo>
                    <a:pt x="48906" y="794459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59"/>
                  </a:lnTo>
                  <a:lnTo>
                    <a:pt x="1578053" y="777298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639583" y="3358388"/>
            <a:ext cx="793115" cy="5562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indent="25400">
              <a:lnSpc>
                <a:spcPts val="2020"/>
              </a:lnSpc>
              <a:spcBef>
                <a:spcPts val="284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Asunto: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Reunión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81765" y="2727526"/>
            <a:ext cx="2267585" cy="2267585"/>
            <a:chOff x="4581765" y="2727526"/>
            <a:chExt cx="2267585" cy="2267585"/>
          </a:xfrm>
        </p:grpSpPr>
        <p:sp>
          <p:nvSpPr>
            <p:cNvPr id="45" name="object 45"/>
            <p:cNvSpPr/>
            <p:nvPr/>
          </p:nvSpPr>
          <p:spPr>
            <a:xfrm>
              <a:off x="4594465" y="2740226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0"/>
                  </a:moveTo>
                  <a:lnTo>
                    <a:pt x="640602" y="1841733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775156" y="4406900"/>
            <a:ext cx="52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36576" y="4168883"/>
            <a:ext cx="2254885" cy="826769"/>
            <a:chOff x="6836576" y="4168883"/>
            <a:chExt cx="2254885" cy="826769"/>
          </a:xfrm>
        </p:grpSpPr>
        <p:sp>
          <p:nvSpPr>
            <p:cNvPr id="50" name="object 50"/>
            <p:cNvSpPr/>
            <p:nvPr/>
          </p:nvSpPr>
          <p:spPr>
            <a:xfrm>
              <a:off x="6836576" y="4581960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5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19172" y="4197603"/>
            <a:ext cx="1518285" cy="7112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90600"/>
              </a:lnSpc>
              <a:spcBef>
                <a:spcPts val="280"/>
              </a:spcBef>
            </a:pP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Párrafo: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¿Nos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reunimos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mañana 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13:00?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9872" y="202281"/>
            <a:ext cx="5724525" cy="4941570"/>
            <a:chOff x="3419872" y="202281"/>
            <a:chExt cx="5724525" cy="494157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2" y="202281"/>
              <a:ext cx="5688965" cy="4457700"/>
            </a:xfrm>
            <a:custGeom>
              <a:avLst/>
              <a:gdLst/>
              <a:ahLst/>
              <a:cxnLst/>
              <a:rect l="l" t="t" r="r" b="b"/>
              <a:pathLst>
                <a:path w="5688965" h="4457700">
                  <a:moveTo>
                    <a:pt x="5688630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4406902" y="4457700"/>
                  </a:lnTo>
                  <a:lnTo>
                    <a:pt x="4390456" y="4432300"/>
                  </a:lnTo>
                  <a:lnTo>
                    <a:pt x="4378415" y="4406900"/>
                  </a:lnTo>
                  <a:lnTo>
                    <a:pt x="4371018" y="4381500"/>
                  </a:lnTo>
                  <a:lnTo>
                    <a:pt x="4368500" y="4343400"/>
                  </a:lnTo>
                  <a:lnTo>
                    <a:pt x="4369923" y="4330700"/>
                  </a:lnTo>
                  <a:lnTo>
                    <a:pt x="4374126" y="4305300"/>
                  </a:lnTo>
                  <a:lnTo>
                    <a:pt x="4381008" y="4279900"/>
                  </a:lnTo>
                  <a:lnTo>
                    <a:pt x="4390468" y="4267200"/>
                  </a:lnTo>
                  <a:lnTo>
                    <a:pt x="4363772" y="4229100"/>
                  </a:lnTo>
                  <a:lnTo>
                    <a:pt x="4339198" y="4178300"/>
                  </a:lnTo>
                  <a:lnTo>
                    <a:pt x="4316785" y="4140200"/>
                  </a:lnTo>
                  <a:lnTo>
                    <a:pt x="4296569" y="4102100"/>
                  </a:lnTo>
                  <a:lnTo>
                    <a:pt x="4278590" y="4051300"/>
                  </a:lnTo>
                  <a:lnTo>
                    <a:pt x="4262885" y="4000500"/>
                  </a:lnTo>
                  <a:lnTo>
                    <a:pt x="4249491" y="3949700"/>
                  </a:lnTo>
                  <a:lnTo>
                    <a:pt x="4238448" y="3911600"/>
                  </a:lnTo>
                  <a:lnTo>
                    <a:pt x="4229793" y="3860800"/>
                  </a:lnTo>
                  <a:lnTo>
                    <a:pt x="4223563" y="3810000"/>
                  </a:lnTo>
                  <a:lnTo>
                    <a:pt x="4219798" y="3759200"/>
                  </a:lnTo>
                  <a:lnTo>
                    <a:pt x="4218534" y="3708400"/>
                  </a:lnTo>
                  <a:lnTo>
                    <a:pt x="4219801" y="3657600"/>
                  </a:lnTo>
                  <a:lnTo>
                    <a:pt x="4223578" y="3606800"/>
                  </a:lnTo>
                  <a:lnTo>
                    <a:pt x="4229832" y="3556000"/>
                  </a:lnTo>
                  <a:lnTo>
                    <a:pt x="4238530" y="3505200"/>
                  </a:lnTo>
                  <a:lnTo>
                    <a:pt x="4249639" y="3454400"/>
                  </a:lnTo>
                  <a:lnTo>
                    <a:pt x="4263123" y="3416300"/>
                  </a:lnTo>
                  <a:lnTo>
                    <a:pt x="4278952" y="3365500"/>
                  </a:lnTo>
                  <a:lnTo>
                    <a:pt x="4297089" y="3314700"/>
                  </a:lnTo>
                  <a:lnTo>
                    <a:pt x="4317504" y="3276600"/>
                  </a:lnTo>
                  <a:lnTo>
                    <a:pt x="4340160" y="3225800"/>
                  </a:lnTo>
                  <a:lnTo>
                    <a:pt x="4365027" y="3187700"/>
                  </a:lnTo>
                  <a:lnTo>
                    <a:pt x="4392069" y="3149600"/>
                  </a:lnTo>
                  <a:lnTo>
                    <a:pt x="4421253" y="3111500"/>
                  </a:lnTo>
                  <a:lnTo>
                    <a:pt x="4452546" y="3073400"/>
                  </a:lnTo>
                  <a:lnTo>
                    <a:pt x="4488236" y="3035300"/>
                  </a:lnTo>
                  <a:lnTo>
                    <a:pt x="4525591" y="2997200"/>
                  </a:lnTo>
                  <a:lnTo>
                    <a:pt x="4564509" y="2971800"/>
                  </a:lnTo>
                  <a:lnTo>
                    <a:pt x="4604891" y="2933700"/>
                  </a:lnTo>
                  <a:lnTo>
                    <a:pt x="4646635" y="2908300"/>
                  </a:lnTo>
                  <a:lnTo>
                    <a:pt x="4689640" y="2882900"/>
                  </a:lnTo>
                  <a:lnTo>
                    <a:pt x="4733805" y="2870200"/>
                  </a:lnTo>
                  <a:lnTo>
                    <a:pt x="4779029" y="2844800"/>
                  </a:lnTo>
                  <a:lnTo>
                    <a:pt x="4872250" y="2819400"/>
                  </a:lnTo>
                  <a:lnTo>
                    <a:pt x="4920046" y="2819400"/>
                  </a:lnTo>
                  <a:lnTo>
                    <a:pt x="4968496" y="2806700"/>
                  </a:lnTo>
                  <a:lnTo>
                    <a:pt x="5688630" y="2806700"/>
                  </a:lnTo>
                  <a:lnTo>
                    <a:pt x="5688630" y="0"/>
                  </a:lnTo>
                  <a:close/>
                </a:path>
                <a:path w="5688965" h="4457700">
                  <a:moveTo>
                    <a:pt x="4657399" y="4203700"/>
                  </a:moveTo>
                  <a:lnTo>
                    <a:pt x="4525352" y="4203700"/>
                  </a:lnTo>
                  <a:lnTo>
                    <a:pt x="4549769" y="4216400"/>
                  </a:lnTo>
                  <a:lnTo>
                    <a:pt x="4572265" y="4229100"/>
                  </a:lnTo>
                  <a:lnTo>
                    <a:pt x="4608714" y="4267200"/>
                  </a:lnTo>
                  <a:lnTo>
                    <a:pt x="4628144" y="4318000"/>
                  </a:lnTo>
                  <a:lnTo>
                    <a:pt x="4630661" y="4343400"/>
                  </a:lnTo>
                  <a:lnTo>
                    <a:pt x="4628144" y="4381500"/>
                  </a:lnTo>
                  <a:lnTo>
                    <a:pt x="4620750" y="4406900"/>
                  </a:lnTo>
                  <a:lnTo>
                    <a:pt x="4608714" y="4432300"/>
                  </a:lnTo>
                  <a:lnTo>
                    <a:pt x="4592270" y="4457700"/>
                  </a:lnTo>
                  <a:lnTo>
                    <a:pt x="5317622" y="4457700"/>
                  </a:lnTo>
                  <a:lnTo>
                    <a:pt x="5429027" y="4394200"/>
                  </a:lnTo>
                  <a:lnTo>
                    <a:pt x="5467307" y="4368800"/>
                  </a:lnTo>
                  <a:lnTo>
                    <a:pt x="5491565" y="4343400"/>
                  </a:lnTo>
                  <a:lnTo>
                    <a:pt x="4897856" y="4343400"/>
                  </a:lnTo>
                  <a:lnTo>
                    <a:pt x="4891165" y="4330700"/>
                  </a:lnTo>
                  <a:lnTo>
                    <a:pt x="4888711" y="4318000"/>
                  </a:lnTo>
                  <a:lnTo>
                    <a:pt x="4888711" y="4254500"/>
                  </a:lnTo>
                  <a:lnTo>
                    <a:pt x="4698516" y="4254500"/>
                  </a:lnTo>
                  <a:lnTo>
                    <a:pt x="4690579" y="4241800"/>
                  </a:lnTo>
                  <a:lnTo>
                    <a:pt x="4657399" y="4203700"/>
                  </a:lnTo>
                  <a:close/>
                </a:path>
                <a:path w="5688965" h="4457700">
                  <a:moveTo>
                    <a:pt x="5688630" y="4191000"/>
                  </a:moveTo>
                  <a:lnTo>
                    <a:pt x="5660086" y="4241800"/>
                  </a:lnTo>
                  <a:lnTo>
                    <a:pt x="5635835" y="4279900"/>
                  </a:lnTo>
                  <a:lnTo>
                    <a:pt x="5609949" y="4318000"/>
                  </a:lnTo>
                  <a:lnTo>
                    <a:pt x="5582453" y="4343400"/>
                  </a:lnTo>
                  <a:lnTo>
                    <a:pt x="5553585" y="4381500"/>
                  </a:lnTo>
                  <a:lnTo>
                    <a:pt x="5523606" y="4406900"/>
                  </a:lnTo>
                  <a:lnTo>
                    <a:pt x="5492569" y="4432300"/>
                  </a:lnTo>
                  <a:lnTo>
                    <a:pt x="5460528" y="4457700"/>
                  </a:lnTo>
                  <a:lnTo>
                    <a:pt x="5688630" y="4457700"/>
                  </a:lnTo>
                  <a:lnTo>
                    <a:pt x="5688630" y="4191000"/>
                  </a:lnTo>
                  <a:close/>
                </a:path>
                <a:path w="5688965" h="4457700">
                  <a:moveTo>
                    <a:pt x="4537651" y="4406900"/>
                  </a:moveTo>
                  <a:lnTo>
                    <a:pt x="4461513" y="4406900"/>
                  </a:lnTo>
                  <a:lnTo>
                    <a:pt x="4473296" y="4419600"/>
                  </a:lnTo>
                  <a:lnTo>
                    <a:pt x="4525868" y="4419600"/>
                  </a:lnTo>
                  <a:lnTo>
                    <a:pt x="4537651" y="4406900"/>
                  </a:lnTo>
                  <a:close/>
                </a:path>
                <a:path w="5688965" h="4457700">
                  <a:moveTo>
                    <a:pt x="4537646" y="4279900"/>
                  </a:moveTo>
                  <a:lnTo>
                    <a:pt x="4461508" y="4279900"/>
                  </a:lnTo>
                  <a:lnTo>
                    <a:pt x="4451033" y="4292600"/>
                  </a:lnTo>
                  <a:lnTo>
                    <a:pt x="4442418" y="4305300"/>
                  </a:lnTo>
                  <a:lnTo>
                    <a:pt x="4436112" y="4318000"/>
                  </a:lnTo>
                  <a:lnTo>
                    <a:pt x="4432238" y="4330700"/>
                  </a:lnTo>
                  <a:lnTo>
                    <a:pt x="4430919" y="4343400"/>
                  </a:lnTo>
                  <a:lnTo>
                    <a:pt x="4432238" y="4368800"/>
                  </a:lnTo>
                  <a:lnTo>
                    <a:pt x="4436112" y="4381500"/>
                  </a:lnTo>
                  <a:lnTo>
                    <a:pt x="4442418" y="4394200"/>
                  </a:lnTo>
                  <a:lnTo>
                    <a:pt x="4451033" y="4406900"/>
                  </a:lnTo>
                  <a:lnTo>
                    <a:pt x="4548125" y="4406900"/>
                  </a:lnTo>
                  <a:lnTo>
                    <a:pt x="4556740" y="4394200"/>
                  </a:lnTo>
                  <a:lnTo>
                    <a:pt x="4563047" y="4381500"/>
                  </a:lnTo>
                  <a:lnTo>
                    <a:pt x="4566921" y="4368800"/>
                  </a:lnTo>
                  <a:lnTo>
                    <a:pt x="4568240" y="4343400"/>
                  </a:lnTo>
                  <a:lnTo>
                    <a:pt x="4566921" y="4330700"/>
                  </a:lnTo>
                  <a:lnTo>
                    <a:pt x="4563047" y="4318000"/>
                  </a:lnTo>
                  <a:lnTo>
                    <a:pt x="4556740" y="4305300"/>
                  </a:lnTo>
                  <a:lnTo>
                    <a:pt x="4548125" y="4292600"/>
                  </a:lnTo>
                  <a:lnTo>
                    <a:pt x="4537646" y="4279900"/>
                  </a:lnTo>
                  <a:close/>
                </a:path>
                <a:path w="5688965" h="4457700">
                  <a:moveTo>
                    <a:pt x="5263409" y="4191000"/>
                  </a:moveTo>
                  <a:lnTo>
                    <a:pt x="5235325" y="4203700"/>
                  </a:lnTo>
                  <a:lnTo>
                    <a:pt x="5206406" y="4216400"/>
                  </a:lnTo>
                  <a:lnTo>
                    <a:pt x="5176706" y="4229100"/>
                  </a:lnTo>
                  <a:lnTo>
                    <a:pt x="5146276" y="4241800"/>
                  </a:lnTo>
                  <a:lnTo>
                    <a:pt x="5146276" y="4318000"/>
                  </a:lnTo>
                  <a:lnTo>
                    <a:pt x="5143823" y="4330700"/>
                  </a:lnTo>
                  <a:lnTo>
                    <a:pt x="5137135" y="4343400"/>
                  </a:lnTo>
                  <a:lnTo>
                    <a:pt x="5491565" y="4343400"/>
                  </a:lnTo>
                  <a:lnTo>
                    <a:pt x="5503693" y="4330700"/>
                  </a:lnTo>
                  <a:lnTo>
                    <a:pt x="5538075" y="4292600"/>
                  </a:lnTo>
                  <a:lnTo>
                    <a:pt x="5570341" y="4254500"/>
                  </a:lnTo>
                  <a:lnTo>
                    <a:pt x="5319915" y="4254500"/>
                  </a:lnTo>
                  <a:lnTo>
                    <a:pt x="5311979" y="4241800"/>
                  </a:lnTo>
                  <a:lnTo>
                    <a:pt x="5263409" y="4191000"/>
                  </a:lnTo>
                  <a:close/>
                </a:path>
                <a:path w="5688965" h="4457700">
                  <a:moveTo>
                    <a:pt x="4513076" y="4267200"/>
                  </a:moveTo>
                  <a:lnTo>
                    <a:pt x="4486082" y="4267200"/>
                  </a:lnTo>
                  <a:lnTo>
                    <a:pt x="4473291" y="4279900"/>
                  </a:lnTo>
                  <a:lnTo>
                    <a:pt x="4525864" y="4279900"/>
                  </a:lnTo>
                  <a:lnTo>
                    <a:pt x="4513076" y="4267200"/>
                  </a:lnTo>
                  <a:close/>
                </a:path>
                <a:path w="5688965" h="4457700">
                  <a:moveTo>
                    <a:pt x="5090787" y="4191000"/>
                  </a:moveTo>
                  <a:lnTo>
                    <a:pt x="4944196" y="4191000"/>
                  </a:lnTo>
                  <a:lnTo>
                    <a:pt x="4949301" y="4203700"/>
                  </a:lnTo>
                  <a:lnTo>
                    <a:pt x="4951131" y="4216400"/>
                  </a:lnTo>
                  <a:lnTo>
                    <a:pt x="4951131" y="4279900"/>
                  </a:lnTo>
                  <a:lnTo>
                    <a:pt x="5083856" y="4279900"/>
                  </a:lnTo>
                  <a:lnTo>
                    <a:pt x="5083856" y="4216400"/>
                  </a:lnTo>
                  <a:lnTo>
                    <a:pt x="5085685" y="4203700"/>
                  </a:lnTo>
                  <a:lnTo>
                    <a:pt x="5090787" y="4191000"/>
                  </a:lnTo>
                  <a:close/>
                </a:path>
                <a:path w="5688965" h="4457700">
                  <a:moveTo>
                    <a:pt x="4771579" y="4191000"/>
                  </a:moveTo>
                  <a:lnTo>
                    <a:pt x="4723020" y="4241800"/>
                  </a:lnTo>
                  <a:lnTo>
                    <a:pt x="4715084" y="4254500"/>
                  </a:lnTo>
                  <a:lnTo>
                    <a:pt x="4888711" y="4254500"/>
                  </a:lnTo>
                  <a:lnTo>
                    <a:pt x="4888711" y="4241800"/>
                  </a:lnTo>
                  <a:lnTo>
                    <a:pt x="4858288" y="4229100"/>
                  </a:lnTo>
                  <a:lnTo>
                    <a:pt x="4828590" y="4216400"/>
                  </a:lnTo>
                  <a:lnTo>
                    <a:pt x="4799669" y="4203700"/>
                  </a:lnTo>
                  <a:lnTo>
                    <a:pt x="4771579" y="4191000"/>
                  </a:lnTo>
                  <a:close/>
                </a:path>
                <a:path w="5688965" h="4457700">
                  <a:moveTo>
                    <a:pt x="5434508" y="3162300"/>
                  </a:moveTo>
                  <a:lnTo>
                    <a:pt x="5327857" y="3162300"/>
                  </a:lnTo>
                  <a:lnTo>
                    <a:pt x="5339599" y="3175000"/>
                  </a:lnTo>
                  <a:lnTo>
                    <a:pt x="5349919" y="3175000"/>
                  </a:lnTo>
                  <a:lnTo>
                    <a:pt x="5487960" y="3327400"/>
                  </a:lnTo>
                  <a:lnTo>
                    <a:pt x="5491858" y="3340100"/>
                  </a:lnTo>
                  <a:lnTo>
                    <a:pt x="5494728" y="3340100"/>
                  </a:lnTo>
                  <a:lnTo>
                    <a:pt x="5496503" y="3352800"/>
                  </a:lnTo>
                  <a:lnTo>
                    <a:pt x="5497116" y="3352800"/>
                  </a:lnTo>
                  <a:lnTo>
                    <a:pt x="5496510" y="3365500"/>
                  </a:lnTo>
                  <a:lnTo>
                    <a:pt x="5494738" y="3365500"/>
                  </a:lnTo>
                  <a:lnTo>
                    <a:pt x="5491870" y="3378200"/>
                  </a:lnTo>
                  <a:lnTo>
                    <a:pt x="5487973" y="3378200"/>
                  </a:lnTo>
                  <a:lnTo>
                    <a:pt x="5445535" y="3429000"/>
                  </a:lnTo>
                  <a:lnTo>
                    <a:pt x="5460524" y="3467100"/>
                  </a:lnTo>
                  <a:lnTo>
                    <a:pt x="5473623" y="3492500"/>
                  </a:lnTo>
                  <a:lnTo>
                    <a:pt x="5484811" y="3530600"/>
                  </a:lnTo>
                  <a:lnTo>
                    <a:pt x="5494068" y="3568700"/>
                  </a:lnTo>
                  <a:lnTo>
                    <a:pt x="5576423" y="3568700"/>
                  </a:lnTo>
                  <a:lnTo>
                    <a:pt x="5583111" y="3581400"/>
                  </a:lnTo>
                  <a:lnTo>
                    <a:pt x="5585564" y="3594100"/>
                  </a:lnTo>
                  <a:lnTo>
                    <a:pt x="5585564" y="3822700"/>
                  </a:lnTo>
                  <a:lnTo>
                    <a:pt x="5583111" y="3835400"/>
                  </a:lnTo>
                  <a:lnTo>
                    <a:pt x="5576423" y="3848100"/>
                  </a:lnTo>
                  <a:lnTo>
                    <a:pt x="5494079" y="3848100"/>
                  </a:lnTo>
                  <a:lnTo>
                    <a:pt x="5484821" y="3886200"/>
                  </a:lnTo>
                  <a:lnTo>
                    <a:pt x="5473629" y="3924300"/>
                  </a:lnTo>
                  <a:lnTo>
                    <a:pt x="5460526" y="3949700"/>
                  </a:lnTo>
                  <a:lnTo>
                    <a:pt x="5445535" y="3987800"/>
                  </a:lnTo>
                  <a:lnTo>
                    <a:pt x="5488203" y="4038600"/>
                  </a:lnTo>
                  <a:lnTo>
                    <a:pt x="5495054" y="4038600"/>
                  </a:lnTo>
                  <a:lnTo>
                    <a:pt x="5497337" y="4051300"/>
                  </a:lnTo>
                  <a:lnTo>
                    <a:pt x="5495054" y="4076700"/>
                  </a:lnTo>
                  <a:lnTo>
                    <a:pt x="5488203" y="4076700"/>
                  </a:lnTo>
                  <a:lnTo>
                    <a:pt x="5344420" y="4241800"/>
                  </a:lnTo>
                  <a:lnTo>
                    <a:pt x="5336472" y="4254500"/>
                  </a:lnTo>
                  <a:lnTo>
                    <a:pt x="5570341" y="4254500"/>
                  </a:lnTo>
                  <a:lnTo>
                    <a:pt x="5600382" y="4216400"/>
                  </a:lnTo>
                  <a:lnTo>
                    <a:pt x="5628086" y="4165600"/>
                  </a:lnTo>
                  <a:lnTo>
                    <a:pt x="5688630" y="4051300"/>
                  </a:lnTo>
                  <a:lnTo>
                    <a:pt x="5688630" y="3378200"/>
                  </a:lnTo>
                  <a:lnTo>
                    <a:pt x="5665099" y="3314700"/>
                  </a:lnTo>
                  <a:lnTo>
                    <a:pt x="5650063" y="3289300"/>
                  </a:lnTo>
                  <a:lnTo>
                    <a:pt x="5633921" y="3251200"/>
                  </a:lnTo>
                  <a:lnTo>
                    <a:pt x="5616687" y="3225800"/>
                  </a:lnTo>
                  <a:lnTo>
                    <a:pt x="5607531" y="3213100"/>
                  </a:lnTo>
                  <a:lnTo>
                    <a:pt x="5509648" y="3213100"/>
                  </a:lnTo>
                  <a:lnTo>
                    <a:pt x="5485230" y="3200400"/>
                  </a:lnTo>
                  <a:lnTo>
                    <a:pt x="5462735" y="3187700"/>
                  </a:lnTo>
                  <a:lnTo>
                    <a:pt x="5442731" y="3175000"/>
                  </a:lnTo>
                  <a:lnTo>
                    <a:pt x="5434508" y="3162300"/>
                  </a:lnTo>
                  <a:close/>
                </a:path>
                <a:path w="5688965" h="4457700">
                  <a:moveTo>
                    <a:pt x="5274275" y="2895600"/>
                  </a:moveTo>
                  <a:lnTo>
                    <a:pt x="4842809" y="2895600"/>
                  </a:lnTo>
                  <a:lnTo>
                    <a:pt x="4801276" y="2921000"/>
                  </a:lnTo>
                  <a:lnTo>
                    <a:pt x="4721324" y="2946400"/>
                  </a:lnTo>
                  <a:lnTo>
                    <a:pt x="4683059" y="2971800"/>
                  </a:lnTo>
                  <a:lnTo>
                    <a:pt x="4646038" y="2997200"/>
                  </a:lnTo>
                  <a:lnTo>
                    <a:pt x="4610339" y="3022600"/>
                  </a:lnTo>
                  <a:lnTo>
                    <a:pt x="4576040" y="3048000"/>
                  </a:lnTo>
                  <a:lnTo>
                    <a:pt x="4543218" y="3073400"/>
                  </a:lnTo>
                  <a:lnTo>
                    <a:pt x="4511951" y="3098800"/>
                  </a:lnTo>
                  <a:lnTo>
                    <a:pt x="4482317" y="3136900"/>
                  </a:lnTo>
                  <a:lnTo>
                    <a:pt x="4454393" y="3175000"/>
                  </a:lnTo>
                  <a:lnTo>
                    <a:pt x="4428256" y="3213100"/>
                  </a:lnTo>
                  <a:lnTo>
                    <a:pt x="4403985" y="3251200"/>
                  </a:lnTo>
                  <a:lnTo>
                    <a:pt x="4381657" y="3289300"/>
                  </a:lnTo>
                  <a:lnTo>
                    <a:pt x="4361350" y="3327400"/>
                  </a:lnTo>
                  <a:lnTo>
                    <a:pt x="4343141" y="3378200"/>
                  </a:lnTo>
                  <a:lnTo>
                    <a:pt x="4327108" y="3416300"/>
                  </a:lnTo>
                  <a:lnTo>
                    <a:pt x="4313329" y="3467100"/>
                  </a:lnTo>
                  <a:lnTo>
                    <a:pt x="4301881" y="3505200"/>
                  </a:lnTo>
                  <a:lnTo>
                    <a:pt x="4292842" y="3556000"/>
                  </a:lnTo>
                  <a:lnTo>
                    <a:pt x="4286289" y="3606800"/>
                  </a:lnTo>
                  <a:lnTo>
                    <a:pt x="4282300" y="3657600"/>
                  </a:lnTo>
                  <a:lnTo>
                    <a:pt x="4280954" y="3708400"/>
                  </a:lnTo>
                  <a:lnTo>
                    <a:pt x="4282314" y="3759200"/>
                  </a:lnTo>
                  <a:lnTo>
                    <a:pt x="4286366" y="3810000"/>
                  </a:lnTo>
                  <a:lnTo>
                    <a:pt x="4293064" y="3860800"/>
                  </a:lnTo>
                  <a:lnTo>
                    <a:pt x="4302365" y="3911600"/>
                  </a:lnTo>
                  <a:lnTo>
                    <a:pt x="4314225" y="3949700"/>
                  </a:lnTo>
                  <a:lnTo>
                    <a:pt x="4328598" y="4000500"/>
                  </a:lnTo>
                  <a:lnTo>
                    <a:pt x="4345441" y="4051300"/>
                  </a:lnTo>
                  <a:lnTo>
                    <a:pt x="4364709" y="4089400"/>
                  </a:lnTo>
                  <a:lnTo>
                    <a:pt x="4386359" y="4140200"/>
                  </a:lnTo>
                  <a:lnTo>
                    <a:pt x="4410345" y="4178300"/>
                  </a:lnTo>
                  <a:lnTo>
                    <a:pt x="4436624" y="4216400"/>
                  </a:lnTo>
                  <a:lnTo>
                    <a:pt x="4451364" y="4216400"/>
                  </a:lnTo>
                  <a:lnTo>
                    <a:pt x="4466867" y="4203700"/>
                  </a:lnTo>
                  <a:lnTo>
                    <a:pt x="4657399" y="4203700"/>
                  </a:lnTo>
                  <a:lnTo>
                    <a:pt x="4546796" y="4076700"/>
                  </a:lnTo>
                  <a:lnTo>
                    <a:pt x="4539940" y="4076700"/>
                  </a:lnTo>
                  <a:lnTo>
                    <a:pt x="4537657" y="4051300"/>
                  </a:lnTo>
                  <a:lnTo>
                    <a:pt x="4539944" y="4038600"/>
                  </a:lnTo>
                  <a:lnTo>
                    <a:pt x="4546796" y="4038600"/>
                  </a:lnTo>
                  <a:lnTo>
                    <a:pt x="4589466" y="3987800"/>
                  </a:lnTo>
                  <a:lnTo>
                    <a:pt x="4574474" y="3949700"/>
                  </a:lnTo>
                  <a:lnTo>
                    <a:pt x="4561371" y="3924300"/>
                  </a:lnTo>
                  <a:lnTo>
                    <a:pt x="4550178" y="3886200"/>
                  </a:lnTo>
                  <a:lnTo>
                    <a:pt x="4540920" y="3848100"/>
                  </a:lnTo>
                  <a:lnTo>
                    <a:pt x="4458568" y="3848100"/>
                  </a:lnTo>
                  <a:lnTo>
                    <a:pt x="4454671" y="3835400"/>
                  </a:lnTo>
                  <a:lnTo>
                    <a:pt x="4451804" y="3835400"/>
                  </a:lnTo>
                  <a:lnTo>
                    <a:pt x="4450036" y="3822700"/>
                  </a:lnTo>
                  <a:lnTo>
                    <a:pt x="4449437" y="3822700"/>
                  </a:lnTo>
                  <a:lnTo>
                    <a:pt x="4449547" y="3594100"/>
                  </a:lnTo>
                  <a:lnTo>
                    <a:pt x="4452000" y="3581400"/>
                  </a:lnTo>
                  <a:lnTo>
                    <a:pt x="4458687" y="3568700"/>
                  </a:lnTo>
                  <a:lnTo>
                    <a:pt x="4540920" y="3568700"/>
                  </a:lnTo>
                  <a:lnTo>
                    <a:pt x="4550178" y="3530600"/>
                  </a:lnTo>
                  <a:lnTo>
                    <a:pt x="4561371" y="3492500"/>
                  </a:lnTo>
                  <a:lnTo>
                    <a:pt x="4574474" y="3467100"/>
                  </a:lnTo>
                  <a:lnTo>
                    <a:pt x="4589466" y="3429000"/>
                  </a:lnTo>
                  <a:lnTo>
                    <a:pt x="4547027" y="3378200"/>
                  </a:lnTo>
                  <a:lnTo>
                    <a:pt x="4543130" y="3378200"/>
                  </a:lnTo>
                  <a:lnTo>
                    <a:pt x="4540261" y="3365500"/>
                  </a:lnTo>
                  <a:lnTo>
                    <a:pt x="4538489" y="3365500"/>
                  </a:lnTo>
                  <a:lnTo>
                    <a:pt x="4537883" y="3352800"/>
                  </a:lnTo>
                  <a:lnTo>
                    <a:pt x="4538490" y="3352800"/>
                  </a:lnTo>
                  <a:lnTo>
                    <a:pt x="4540263" y="3340100"/>
                  </a:lnTo>
                  <a:lnTo>
                    <a:pt x="4543136" y="3340100"/>
                  </a:lnTo>
                  <a:lnTo>
                    <a:pt x="4547040" y="3327400"/>
                  </a:lnTo>
                  <a:lnTo>
                    <a:pt x="4685069" y="3175000"/>
                  </a:lnTo>
                  <a:lnTo>
                    <a:pt x="4695395" y="3175000"/>
                  </a:lnTo>
                  <a:lnTo>
                    <a:pt x="4707140" y="3162300"/>
                  </a:lnTo>
                  <a:lnTo>
                    <a:pt x="4888711" y="3162300"/>
                  </a:lnTo>
                  <a:lnTo>
                    <a:pt x="4888711" y="3098800"/>
                  </a:lnTo>
                  <a:lnTo>
                    <a:pt x="4891165" y="3086100"/>
                  </a:lnTo>
                  <a:lnTo>
                    <a:pt x="4897856" y="3073400"/>
                  </a:lnTo>
                  <a:lnTo>
                    <a:pt x="5404340" y="3073400"/>
                  </a:lnTo>
                  <a:lnTo>
                    <a:pt x="5406856" y="3035300"/>
                  </a:lnTo>
                  <a:lnTo>
                    <a:pt x="5414250" y="3009900"/>
                  </a:lnTo>
                  <a:lnTo>
                    <a:pt x="5426286" y="2984500"/>
                  </a:lnTo>
                  <a:lnTo>
                    <a:pt x="5442731" y="2959100"/>
                  </a:lnTo>
                  <a:lnTo>
                    <a:pt x="5462735" y="2946400"/>
                  </a:lnTo>
                  <a:lnTo>
                    <a:pt x="5296630" y="2946400"/>
                  </a:lnTo>
                  <a:lnTo>
                    <a:pt x="5288620" y="2933700"/>
                  </a:lnTo>
                  <a:lnTo>
                    <a:pt x="5282817" y="2933700"/>
                  </a:lnTo>
                  <a:lnTo>
                    <a:pt x="5278933" y="2921000"/>
                  </a:lnTo>
                  <a:lnTo>
                    <a:pt x="5276059" y="2921000"/>
                  </a:lnTo>
                  <a:lnTo>
                    <a:pt x="5274275" y="2908300"/>
                  </a:lnTo>
                  <a:lnTo>
                    <a:pt x="5273662" y="2908300"/>
                  </a:lnTo>
                  <a:lnTo>
                    <a:pt x="5274275" y="2895600"/>
                  </a:lnTo>
                  <a:close/>
                </a:path>
                <a:path w="5688965" h="4457700">
                  <a:moveTo>
                    <a:pt x="5251170" y="4114800"/>
                  </a:moveTo>
                  <a:lnTo>
                    <a:pt x="4783818" y="4114800"/>
                  </a:lnTo>
                  <a:lnTo>
                    <a:pt x="4817429" y="4140200"/>
                  </a:lnTo>
                  <a:lnTo>
                    <a:pt x="4852493" y="4152900"/>
                  </a:lnTo>
                  <a:lnTo>
                    <a:pt x="4888885" y="4165600"/>
                  </a:lnTo>
                  <a:lnTo>
                    <a:pt x="4926481" y="4178300"/>
                  </a:lnTo>
                  <a:lnTo>
                    <a:pt x="4936396" y="4191000"/>
                  </a:lnTo>
                  <a:lnTo>
                    <a:pt x="5098587" y="4191000"/>
                  </a:lnTo>
                  <a:lnTo>
                    <a:pt x="5108507" y="4178300"/>
                  </a:lnTo>
                  <a:lnTo>
                    <a:pt x="5146103" y="4165600"/>
                  </a:lnTo>
                  <a:lnTo>
                    <a:pt x="5182495" y="4152900"/>
                  </a:lnTo>
                  <a:lnTo>
                    <a:pt x="5217559" y="4140200"/>
                  </a:lnTo>
                  <a:lnTo>
                    <a:pt x="5251170" y="4114800"/>
                  </a:lnTo>
                  <a:close/>
                </a:path>
                <a:path w="5688965" h="4457700">
                  <a:moveTo>
                    <a:pt x="4971205" y="3416300"/>
                  </a:moveTo>
                  <a:lnTo>
                    <a:pt x="4659924" y="3416300"/>
                  </a:lnTo>
                  <a:lnTo>
                    <a:pt x="4659286" y="3429000"/>
                  </a:lnTo>
                  <a:lnTo>
                    <a:pt x="4655103" y="3441700"/>
                  </a:lnTo>
                  <a:lnTo>
                    <a:pt x="4635465" y="3479800"/>
                  </a:lnTo>
                  <a:lnTo>
                    <a:pt x="4619031" y="3517900"/>
                  </a:lnTo>
                  <a:lnTo>
                    <a:pt x="4595987" y="3606800"/>
                  </a:lnTo>
                  <a:lnTo>
                    <a:pt x="4591982" y="3619500"/>
                  </a:lnTo>
                  <a:lnTo>
                    <a:pt x="4585087" y="3619500"/>
                  </a:lnTo>
                  <a:lnTo>
                    <a:pt x="4576013" y="3632200"/>
                  </a:lnTo>
                  <a:lnTo>
                    <a:pt x="4511941" y="3632200"/>
                  </a:lnTo>
                  <a:lnTo>
                    <a:pt x="4511869" y="3784600"/>
                  </a:lnTo>
                  <a:lnTo>
                    <a:pt x="4585087" y="3784600"/>
                  </a:lnTo>
                  <a:lnTo>
                    <a:pt x="4591982" y="3797300"/>
                  </a:lnTo>
                  <a:lnTo>
                    <a:pt x="4595987" y="3810000"/>
                  </a:lnTo>
                  <a:lnTo>
                    <a:pt x="4619031" y="3898900"/>
                  </a:lnTo>
                  <a:lnTo>
                    <a:pt x="4635465" y="3937000"/>
                  </a:lnTo>
                  <a:lnTo>
                    <a:pt x="4655103" y="3975100"/>
                  </a:lnTo>
                  <a:lnTo>
                    <a:pt x="4659286" y="3987800"/>
                  </a:lnTo>
                  <a:lnTo>
                    <a:pt x="4659924" y="3987800"/>
                  </a:lnTo>
                  <a:lnTo>
                    <a:pt x="4657115" y="4000500"/>
                  </a:lnTo>
                  <a:lnTo>
                    <a:pt x="4650958" y="4013200"/>
                  </a:lnTo>
                  <a:lnTo>
                    <a:pt x="4612994" y="4051300"/>
                  </a:lnTo>
                  <a:lnTo>
                    <a:pt x="4706806" y="4165600"/>
                  </a:lnTo>
                  <a:lnTo>
                    <a:pt x="4744806" y="4114800"/>
                  </a:lnTo>
                  <a:lnTo>
                    <a:pt x="5369875" y="4114800"/>
                  </a:lnTo>
                  <a:lnTo>
                    <a:pt x="5421993" y="4051300"/>
                  </a:lnTo>
                  <a:lnTo>
                    <a:pt x="5384030" y="4013200"/>
                  </a:lnTo>
                  <a:lnTo>
                    <a:pt x="5377872" y="4000500"/>
                  </a:lnTo>
                  <a:lnTo>
                    <a:pt x="5017500" y="4000500"/>
                  </a:lnTo>
                  <a:lnTo>
                    <a:pt x="4971205" y="3987800"/>
                  </a:lnTo>
                  <a:lnTo>
                    <a:pt x="4927608" y="3975100"/>
                  </a:lnTo>
                  <a:lnTo>
                    <a:pt x="4887442" y="3962400"/>
                  </a:lnTo>
                  <a:lnTo>
                    <a:pt x="4851443" y="3924300"/>
                  </a:lnTo>
                  <a:lnTo>
                    <a:pt x="4820343" y="3898900"/>
                  </a:lnTo>
                  <a:lnTo>
                    <a:pt x="4794876" y="3860800"/>
                  </a:lnTo>
                  <a:lnTo>
                    <a:pt x="4775778" y="3810000"/>
                  </a:lnTo>
                  <a:lnTo>
                    <a:pt x="4763780" y="3759200"/>
                  </a:lnTo>
                  <a:lnTo>
                    <a:pt x="4759618" y="3708400"/>
                  </a:lnTo>
                  <a:lnTo>
                    <a:pt x="4763780" y="3657600"/>
                  </a:lnTo>
                  <a:lnTo>
                    <a:pt x="4775778" y="3606800"/>
                  </a:lnTo>
                  <a:lnTo>
                    <a:pt x="4794876" y="3556000"/>
                  </a:lnTo>
                  <a:lnTo>
                    <a:pt x="4820343" y="3517900"/>
                  </a:lnTo>
                  <a:lnTo>
                    <a:pt x="4851443" y="3479800"/>
                  </a:lnTo>
                  <a:lnTo>
                    <a:pt x="4887442" y="3454400"/>
                  </a:lnTo>
                  <a:lnTo>
                    <a:pt x="4927608" y="3441700"/>
                  </a:lnTo>
                  <a:lnTo>
                    <a:pt x="4971205" y="3416300"/>
                  </a:lnTo>
                  <a:close/>
                </a:path>
                <a:path w="5688965" h="4457700">
                  <a:moveTo>
                    <a:pt x="5369875" y="4114800"/>
                  </a:moveTo>
                  <a:lnTo>
                    <a:pt x="5290181" y="4114800"/>
                  </a:lnTo>
                  <a:lnTo>
                    <a:pt x="5328182" y="4165600"/>
                  </a:lnTo>
                  <a:lnTo>
                    <a:pt x="5369875" y="4114800"/>
                  </a:lnTo>
                  <a:close/>
                </a:path>
                <a:path w="5688965" h="4457700">
                  <a:moveTo>
                    <a:pt x="5375058" y="3416300"/>
                  </a:moveTo>
                  <a:lnTo>
                    <a:pt x="5063795" y="3416300"/>
                  </a:lnTo>
                  <a:lnTo>
                    <a:pt x="5107392" y="3441700"/>
                  </a:lnTo>
                  <a:lnTo>
                    <a:pt x="5147557" y="3454400"/>
                  </a:lnTo>
                  <a:lnTo>
                    <a:pt x="5183557" y="3479800"/>
                  </a:lnTo>
                  <a:lnTo>
                    <a:pt x="5214657" y="3517900"/>
                  </a:lnTo>
                  <a:lnTo>
                    <a:pt x="5240123" y="3556000"/>
                  </a:lnTo>
                  <a:lnTo>
                    <a:pt x="5259222" y="3606800"/>
                  </a:lnTo>
                  <a:lnTo>
                    <a:pt x="5271219" y="3657600"/>
                  </a:lnTo>
                  <a:lnTo>
                    <a:pt x="5275381" y="3708400"/>
                  </a:lnTo>
                  <a:lnTo>
                    <a:pt x="5271219" y="3759200"/>
                  </a:lnTo>
                  <a:lnTo>
                    <a:pt x="5259222" y="3810000"/>
                  </a:lnTo>
                  <a:lnTo>
                    <a:pt x="5240123" y="3860800"/>
                  </a:lnTo>
                  <a:lnTo>
                    <a:pt x="5214657" y="3898900"/>
                  </a:lnTo>
                  <a:lnTo>
                    <a:pt x="5183557" y="3924300"/>
                  </a:lnTo>
                  <a:lnTo>
                    <a:pt x="5147557" y="3962400"/>
                  </a:lnTo>
                  <a:lnTo>
                    <a:pt x="5107392" y="3975100"/>
                  </a:lnTo>
                  <a:lnTo>
                    <a:pt x="5063795" y="3987800"/>
                  </a:lnTo>
                  <a:lnTo>
                    <a:pt x="5017500" y="4000500"/>
                  </a:lnTo>
                  <a:lnTo>
                    <a:pt x="5377872" y="4000500"/>
                  </a:lnTo>
                  <a:lnTo>
                    <a:pt x="5375063" y="3987800"/>
                  </a:lnTo>
                  <a:lnTo>
                    <a:pt x="5375701" y="3987800"/>
                  </a:lnTo>
                  <a:lnTo>
                    <a:pt x="5379885" y="3975100"/>
                  </a:lnTo>
                  <a:lnTo>
                    <a:pt x="5399522" y="3937000"/>
                  </a:lnTo>
                  <a:lnTo>
                    <a:pt x="5415957" y="3898900"/>
                  </a:lnTo>
                  <a:lnTo>
                    <a:pt x="5438999" y="3810000"/>
                  </a:lnTo>
                  <a:lnTo>
                    <a:pt x="5443005" y="3797300"/>
                  </a:lnTo>
                  <a:lnTo>
                    <a:pt x="5449900" y="3784600"/>
                  </a:lnTo>
                  <a:lnTo>
                    <a:pt x="5523143" y="3784600"/>
                  </a:lnTo>
                  <a:lnTo>
                    <a:pt x="5523143" y="3632200"/>
                  </a:lnTo>
                  <a:lnTo>
                    <a:pt x="5458973" y="3632200"/>
                  </a:lnTo>
                  <a:lnTo>
                    <a:pt x="5449896" y="3619500"/>
                  </a:lnTo>
                  <a:lnTo>
                    <a:pt x="5442999" y="3619500"/>
                  </a:lnTo>
                  <a:lnTo>
                    <a:pt x="5438999" y="3606800"/>
                  </a:lnTo>
                  <a:lnTo>
                    <a:pt x="5415952" y="3517900"/>
                  </a:lnTo>
                  <a:lnTo>
                    <a:pt x="5399521" y="3479800"/>
                  </a:lnTo>
                  <a:lnTo>
                    <a:pt x="5379885" y="3441700"/>
                  </a:lnTo>
                  <a:lnTo>
                    <a:pt x="5375699" y="3429000"/>
                  </a:lnTo>
                  <a:lnTo>
                    <a:pt x="5375058" y="3416300"/>
                  </a:lnTo>
                  <a:close/>
                </a:path>
                <a:path w="5688965" h="4457700">
                  <a:moveTo>
                    <a:pt x="5062265" y="3492500"/>
                  </a:moveTo>
                  <a:lnTo>
                    <a:pt x="4972735" y="3492500"/>
                  </a:lnTo>
                  <a:lnTo>
                    <a:pt x="4931614" y="3505200"/>
                  </a:lnTo>
                  <a:lnTo>
                    <a:pt x="4895318" y="3530600"/>
                  </a:lnTo>
                  <a:lnTo>
                    <a:pt x="4865031" y="3568700"/>
                  </a:lnTo>
                  <a:lnTo>
                    <a:pt x="4841934" y="3606800"/>
                  </a:lnTo>
                  <a:lnTo>
                    <a:pt x="4827208" y="3657600"/>
                  </a:lnTo>
                  <a:lnTo>
                    <a:pt x="4822037" y="3708400"/>
                  </a:lnTo>
                  <a:lnTo>
                    <a:pt x="4827208" y="3759200"/>
                  </a:lnTo>
                  <a:lnTo>
                    <a:pt x="4841934" y="3810000"/>
                  </a:lnTo>
                  <a:lnTo>
                    <a:pt x="4865031" y="3848100"/>
                  </a:lnTo>
                  <a:lnTo>
                    <a:pt x="4895318" y="3873500"/>
                  </a:lnTo>
                  <a:lnTo>
                    <a:pt x="4931614" y="3911600"/>
                  </a:lnTo>
                  <a:lnTo>
                    <a:pt x="4972735" y="3924300"/>
                  </a:lnTo>
                  <a:lnTo>
                    <a:pt x="5062265" y="3924300"/>
                  </a:lnTo>
                  <a:lnTo>
                    <a:pt x="5103386" y="3911600"/>
                  </a:lnTo>
                  <a:lnTo>
                    <a:pt x="5139681" y="3873500"/>
                  </a:lnTo>
                  <a:lnTo>
                    <a:pt x="5169968" y="3848100"/>
                  </a:lnTo>
                  <a:lnTo>
                    <a:pt x="5193066" y="3810000"/>
                  </a:lnTo>
                  <a:lnTo>
                    <a:pt x="5207791" y="3759200"/>
                  </a:lnTo>
                  <a:lnTo>
                    <a:pt x="5212962" y="3708400"/>
                  </a:lnTo>
                  <a:lnTo>
                    <a:pt x="5207791" y="3657600"/>
                  </a:lnTo>
                  <a:lnTo>
                    <a:pt x="5193066" y="3606800"/>
                  </a:lnTo>
                  <a:lnTo>
                    <a:pt x="5169968" y="3568700"/>
                  </a:lnTo>
                  <a:lnTo>
                    <a:pt x="5139681" y="3530600"/>
                  </a:lnTo>
                  <a:lnTo>
                    <a:pt x="5103386" y="3505200"/>
                  </a:lnTo>
                  <a:lnTo>
                    <a:pt x="5062265" y="3492500"/>
                  </a:lnTo>
                  <a:close/>
                </a:path>
                <a:path w="5688965" h="4457700">
                  <a:moveTo>
                    <a:pt x="4707124" y="3251200"/>
                  </a:moveTo>
                  <a:lnTo>
                    <a:pt x="4613238" y="3352800"/>
                  </a:lnTo>
                  <a:lnTo>
                    <a:pt x="4650958" y="3403600"/>
                  </a:lnTo>
                  <a:lnTo>
                    <a:pt x="4657115" y="3416300"/>
                  </a:lnTo>
                  <a:lnTo>
                    <a:pt x="5377866" y="3416300"/>
                  </a:lnTo>
                  <a:lnTo>
                    <a:pt x="5384030" y="3403600"/>
                  </a:lnTo>
                  <a:lnTo>
                    <a:pt x="5421749" y="3352800"/>
                  </a:lnTo>
                  <a:lnTo>
                    <a:pt x="5374807" y="3302000"/>
                  </a:lnTo>
                  <a:lnTo>
                    <a:pt x="4753555" y="3302000"/>
                  </a:lnTo>
                  <a:lnTo>
                    <a:pt x="4744806" y="3289300"/>
                  </a:lnTo>
                  <a:lnTo>
                    <a:pt x="4707124" y="3251200"/>
                  </a:lnTo>
                  <a:close/>
                </a:path>
                <a:path w="5688965" h="4457700">
                  <a:moveTo>
                    <a:pt x="5146104" y="3238500"/>
                  </a:moveTo>
                  <a:lnTo>
                    <a:pt x="4888878" y="3238500"/>
                  </a:lnTo>
                  <a:lnTo>
                    <a:pt x="4852484" y="3263900"/>
                  </a:lnTo>
                  <a:lnTo>
                    <a:pt x="4817422" y="3276600"/>
                  </a:lnTo>
                  <a:lnTo>
                    <a:pt x="4783818" y="3302000"/>
                  </a:lnTo>
                  <a:lnTo>
                    <a:pt x="5251170" y="3302000"/>
                  </a:lnTo>
                  <a:lnTo>
                    <a:pt x="5217564" y="3276600"/>
                  </a:lnTo>
                  <a:lnTo>
                    <a:pt x="5182499" y="3263900"/>
                  </a:lnTo>
                  <a:lnTo>
                    <a:pt x="5146104" y="3238500"/>
                  </a:lnTo>
                  <a:close/>
                </a:path>
                <a:path w="5688965" h="4457700">
                  <a:moveTo>
                    <a:pt x="5327864" y="3251200"/>
                  </a:moveTo>
                  <a:lnTo>
                    <a:pt x="5290169" y="3289300"/>
                  </a:lnTo>
                  <a:lnTo>
                    <a:pt x="5281425" y="3302000"/>
                  </a:lnTo>
                  <a:lnTo>
                    <a:pt x="5374807" y="3302000"/>
                  </a:lnTo>
                  <a:lnTo>
                    <a:pt x="5327864" y="3251200"/>
                  </a:lnTo>
                  <a:close/>
                </a:path>
                <a:path w="5688965" h="4457700">
                  <a:moveTo>
                    <a:pt x="5098587" y="3225800"/>
                  </a:moveTo>
                  <a:lnTo>
                    <a:pt x="4936396" y="3225800"/>
                  </a:lnTo>
                  <a:lnTo>
                    <a:pt x="4926481" y="3238500"/>
                  </a:lnTo>
                  <a:lnTo>
                    <a:pt x="5108507" y="3238500"/>
                  </a:lnTo>
                  <a:lnTo>
                    <a:pt x="5098587" y="3225800"/>
                  </a:lnTo>
                  <a:close/>
                </a:path>
                <a:path w="5688965" h="4457700">
                  <a:moveTo>
                    <a:pt x="4858289" y="3175000"/>
                  </a:moveTo>
                  <a:lnTo>
                    <a:pt x="4729201" y="3175000"/>
                  </a:lnTo>
                  <a:lnTo>
                    <a:pt x="4771590" y="3225800"/>
                  </a:lnTo>
                  <a:lnTo>
                    <a:pt x="4799674" y="3213100"/>
                  </a:lnTo>
                  <a:lnTo>
                    <a:pt x="4828592" y="3187700"/>
                  </a:lnTo>
                  <a:lnTo>
                    <a:pt x="4858289" y="3175000"/>
                  </a:lnTo>
                  <a:close/>
                </a:path>
                <a:path w="5688965" h="4457700">
                  <a:moveTo>
                    <a:pt x="5083856" y="3136900"/>
                  </a:moveTo>
                  <a:lnTo>
                    <a:pt x="4951131" y="3136900"/>
                  </a:lnTo>
                  <a:lnTo>
                    <a:pt x="4951131" y="3200400"/>
                  </a:lnTo>
                  <a:lnTo>
                    <a:pt x="4949301" y="3213100"/>
                  </a:lnTo>
                  <a:lnTo>
                    <a:pt x="4944196" y="3225800"/>
                  </a:lnTo>
                  <a:lnTo>
                    <a:pt x="5090787" y="3225800"/>
                  </a:lnTo>
                  <a:lnTo>
                    <a:pt x="5085685" y="3213100"/>
                  </a:lnTo>
                  <a:lnTo>
                    <a:pt x="5083856" y="3200400"/>
                  </a:lnTo>
                  <a:lnTo>
                    <a:pt x="5083856" y="3136900"/>
                  </a:lnTo>
                  <a:close/>
                </a:path>
                <a:path w="5688965" h="4457700">
                  <a:moveTo>
                    <a:pt x="5305786" y="3175000"/>
                  </a:moveTo>
                  <a:lnTo>
                    <a:pt x="5176706" y="3175000"/>
                  </a:lnTo>
                  <a:lnTo>
                    <a:pt x="5206406" y="3187700"/>
                  </a:lnTo>
                  <a:lnTo>
                    <a:pt x="5235325" y="3213100"/>
                  </a:lnTo>
                  <a:lnTo>
                    <a:pt x="5263409" y="3225800"/>
                  </a:lnTo>
                  <a:lnTo>
                    <a:pt x="5305786" y="3175000"/>
                  </a:lnTo>
                  <a:close/>
                </a:path>
                <a:path w="5688965" h="4457700">
                  <a:moveTo>
                    <a:pt x="5688630" y="2870200"/>
                  </a:moveTo>
                  <a:lnTo>
                    <a:pt x="5321134" y="2870200"/>
                  </a:lnTo>
                  <a:lnTo>
                    <a:pt x="5326937" y="2882900"/>
                  </a:lnTo>
                  <a:lnTo>
                    <a:pt x="5330819" y="2882900"/>
                  </a:lnTo>
                  <a:lnTo>
                    <a:pt x="5333689" y="2895600"/>
                  </a:lnTo>
                  <a:lnTo>
                    <a:pt x="5335469" y="2895600"/>
                  </a:lnTo>
                  <a:lnTo>
                    <a:pt x="5336080" y="2908300"/>
                  </a:lnTo>
                  <a:lnTo>
                    <a:pt x="5335467" y="2908300"/>
                  </a:lnTo>
                  <a:lnTo>
                    <a:pt x="5333684" y="2921000"/>
                  </a:lnTo>
                  <a:lnTo>
                    <a:pt x="5561192" y="2921000"/>
                  </a:lnTo>
                  <a:lnTo>
                    <a:pt x="5585610" y="2933700"/>
                  </a:lnTo>
                  <a:lnTo>
                    <a:pt x="5608106" y="2946400"/>
                  </a:lnTo>
                  <a:lnTo>
                    <a:pt x="5628111" y="2959100"/>
                  </a:lnTo>
                  <a:lnTo>
                    <a:pt x="5654376" y="3009900"/>
                  </a:lnTo>
                  <a:lnTo>
                    <a:pt x="5665860" y="3060700"/>
                  </a:lnTo>
                  <a:lnTo>
                    <a:pt x="5662569" y="3098800"/>
                  </a:lnTo>
                  <a:lnTo>
                    <a:pt x="5644507" y="3149600"/>
                  </a:lnTo>
                  <a:lnTo>
                    <a:pt x="5688630" y="3225800"/>
                  </a:lnTo>
                  <a:lnTo>
                    <a:pt x="5688630" y="2870200"/>
                  </a:lnTo>
                  <a:close/>
                </a:path>
                <a:path w="5688965" h="4457700">
                  <a:moveTo>
                    <a:pt x="5598375" y="3200400"/>
                  </a:moveTo>
                  <a:lnTo>
                    <a:pt x="5583636" y="3200400"/>
                  </a:lnTo>
                  <a:lnTo>
                    <a:pt x="5568132" y="3213100"/>
                  </a:lnTo>
                  <a:lnTo>
                    <a:pt x="5607531" y="3213100"/>
                  </a:lnTo>
                  <a:lnTo>
                    <a:pt x="5598375" y="3200400"/>
                  </a:lnTo>
                  <a:close/>
                </a:path>
                <a:path w="5688965" h="4457700">
                  <a:moveTo>
                    <a:pt x="4888711" y="3162300"/>
                  </a:moveTo>
                  <a:lnTo>
                    <a:pt x="4707140" y="3162300"/>
                  </a:lnTo>
                  <a:lnTo>
                    <a:pt x="4718882" y="3175000"/>
                  </a:lnTo>
                  <a:lnTo>
                    <a:pt x="4888711" y="3175000"/>
                  </a:lnTo>
                  <a:lnTo>
                    <a:pt x="4888711" y="3162300"/>
                  </a:lnTo>
                  <a:close/>
                </a:path>
                <a:path w="5688965" h="4457700">
                  <a:moveTo>
                    <a:pt x="5404340" y="3073400"/>
                  </a:moveTo>
                  <a:lnTo>
                    <a:pt x="5137135" y="3073400"/>
                  </a:lnTo>
                  <a:lnTo>
                    <a:pt x="5143823" y="3086100"/>
                  </a:lnTo>
                  <a:lnTo>
                    <a:pt x="5146276" y="3098800"/>
                  </a:lnTo>
                  <a:lnTo>
                    <a:pt x="5146276" y="3175000"/>
                  </a:lnTo>
                  <a:lnTo>
                    <a:pt x="5316112" y="3175000"/>
                  </a:lnTo>
                  <a:lnTo>
                    <a:pt x="5327857" y="3162300"/>
                  </a:lnTo>
                  <a:lnTo>
                    <a:pt x="5434508" y="3162300"/>
                  </a:lnTo>
                  <a:lnTo>
                    <a:pt x="5426286" y="3149600"/>
                  </a:lnTo>
                  <a:lnTo>
                    <a:pt x="5414250" y="3124200"/>
                  </a:lnTo>
                  <a:lnTo>
                    <a:pt x="5406856" y="3098800"/>
                  </a:lnTo>
                  <a:lnTo>
                    <a:pt x="5404340" y="3073400"/>
                  </a:lnTo>
                  <a:close/>
                </a:path>
                <a:path w="5688965" h="4457700">
                  <a:moveTo>
                    <a:pt x="5561710" y="3136900"/>
                  </a:moveTo>
                  <a:lnTo>
                    <a:pt x="5509127" y="3136900"/>
                  </a:lnTo>
                  <a:lnTo>
                    <a:pt x="5521917" y="3149600"/>
                  </a:lnTo>
                  <a:lnTo>
                    <a:pt x="5548918" y="3149600"/>
                  </a:lnTo>
                  <a:lnTo>
                    <a:pt x="5561710" y="3136900"/>
                  </a:lnTo>
                  <a:close/>
                </a:path>
                <a:path w="5688965" h="4457700">
                  <a:moveTo>
                    <a:pt x="5583977" y="3009900"/>
                  </a:moveTo>
                  <a:lnTo>
                    <a:pt x="5486874" y="3009900"/>
                  </a:lnTo>
                  <a:lnTo>
                    <a:pt x="5478259" y="3022600"/>
                  </a:lnTo>
                  <a:lnTo>
                    <a:pt x="5471952" y="3035300"/>
                  </a:lnTo>
                  <a:lnTo>
                    <a:pt x="5468078" y="3048000"/>
                  </a:lnTo>
                  <a:lnTo>
                    <a:pt x="5466759" y="3073400"/>
                  </a:lnTo>
                  <a:lnTo>
                    <a:pt x="5468078" y="3086100"/>
                  </a:lnTo>
                  <a:lnTo>
                    <a:pt x="5471952" y="3098800"/>
                  </a:lnTo>
                  <a:lnTo>
                    <a:pt x="5478259" y="3111500"/>
                  </a:lnTo>
                  <a:lnTo>
                    <a:pt x="5486874" y="3124200"/>
                  </a:lnTo>
                  <a:lnTo>
                    <a:pt x="5497347" y="3136900"/>
                  </a:lnTo>
                  <a:lnTo>
                    <a:pt x="5573496" y="3136900"/>
                  </a:lnTo>
                  <a:lnTo>
                    <a:pt x="5583977" y="3124200"/>
                  </a:lnTo>
                  <a:lnTo>
                    <a:pt x="5599030" y="3098800"/>
                  </a:lnTo>
                  <a:lnTo>
                    <a:pt x="5604048" y="3073400"/>
                  </a:lnTo>
                  <a:lnTo>
                    <a:pt x="5599030" y="3035300"/>
                  </a:lnTo>
                  <a:lnTo>
                    <a:pt x="5583977" y="3009900"/>
                  </a:lnTo>
                  <a:close/>
                </a:path>
                <a:path w="5688965" h="4457700">
                  <a:moveTo>
                    <a:pt x="5561710" y="2997200"/>
                  </a:moveTo>
                  <a:lnTo>
                    <a:pt x="5509131" y="2997200"/>
                  </a:lnTo>
                  <a:lnTo>
                    <a:pt x="5497349" y="3009900"/>
                  </a:lnTo>
                  <a:lnTo>
                    <a:pt x="5573496" y="3009900"/>
                  </a:lnTo>
                  <a:lnTo>
                    <a:pt x="5561710" y="2997200"/>
                  </a:lnTo>
                  <a:close/>
                </a:path>
                <a:path w="5688965" h="4457700">
                  <a:moveTo>
                    <a:pt x="5509648" y="2921000"/>
                  </a:moveTo>
                  <a:lnTo>
                    <a:pt x="5330814" y="2921000"/>
                  </a:lnTo>
                  <a:lnTo>
                    <a:pt x="5326937" y="2933700"/>
                  </a:lnTo>
                  <a:lnTo>
                    <a:pt x="5321134" y="2933700"/>
                  </a:lnTo>
                  <a:lnTo>
                    <a:pt x="5313088" y="2946400"/>
                  </a:lnTo>
                  <a:lnTo>
                    <a:pt x="5462735" y="2946400"/>
                  </a:lnTo>
                  <a:lnTo>
                    <a:pt x="5485230" y="2933700"/>
                  </a:lnTo>
                  <a:lnTo>
                    <a:pt x="5509648" y="2921000"/>
                  </a:lnTo>
                  <a:close/>
                </a:path>
                <a:path w="5688965" h="4457700">
                  <a:moveTo>
                    <a:pt x="5127975" y="2882900"/>
                  </a:moveTo>
                  <a:lnTo>
                    <a:pt x="4928597" y="2882900"/>
                  </a:lnTo>
                  <a:lnTo>
                    <a:pt x="4885275" y="2895600"/>
                  </a:lnTo>
                  <a:lnTo>
                    <a:pt x="5164185" y="2895600"/>
                  </a:lnTo>
                  <a:lnTo>
                    <a:pt x="5127975" y="2882900"/>
                  </a:lnTo>
                  <a:close/>
                </a:path>
                <a:path w="5688965" h="4457700">
                  <a:moveTo>
                    <a:pt x="5688630" y="2806700"/>
                  </a:moveTo>
                  <a:lnTo>
                    <a:pt x="5097586" y="2806700"/>
                  </a:lnTo>
                  <a:lnTo>
                    <a:pt x="5137276" y="2819400"/>
                  </a:lnTo>
                  <a:lnTo>
                    <a:pt x="5176547" y="2819400"/>
                  </a:lnTo>
                  <a:lnTo>
                    <a:pt x="5187969" y="2832100"/>
                  </a:lnTo>
                  <a:lnTo>
                    <a:pt x="5196367" y="2844800"/>
                  </a:lnTo>
                  <a:lnTo>
                    <a:pt x="5200956" y="2857500"/>
                  </a:lnTo>
                  <a:lnTo>
                    <a:pt x="5200954" y="2870200"/>
                  </a:lnTo>
                  <a:lnTo>
                    <a:pt x="5196142" y="2882900"/>
                  </a:lnTo>
                  <a:lnTo>
                    <a:pt x="5187617" y="2895600"/>
                  </a:lnTo>
                  <a:lnTo>
                    <a:pt x="5276059" y="2895600"/>
                  </a:lnTo>
                  <a:lnTo>
                    <a:pt x="5278933" y="2882900"/>
                  </a:lnTo>
                  <a:lnTo>
                    <a:pt x="5282817" y="2882900"/>
                  </a:lnTo>
                  <a:lnTo>
                    <a:pt x="5288620" y="2870200"/>
                  </a:lnTo>
                  <a:lnTo>
                    <a:pt x="5688630" y="2870200"/>
                  </a:lnTo>
                  <a:lnTo>
                    <a:pt x="5688630" y="28067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9180" y="276859"/>
            <a:ext cx="248348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"E-</a:t>
            </a:r>
            <a:r>
              <a:rPr sz="1800" b="1" dirty="0">
                <a:latin typeface="Courier New"/>
                <a:cs typeface="Courier New"/>
              </a:rPr>
              <a:t>MAIL":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2030"/>
              </a:lnSpc>
            </a:pPr>
            <a:r>
              <a:rPr sz="1800" b="1" dirty="0">
                <a:latin typeface="Courier New"/>
                <a:cs typeface="Courier New"/>
              </a:rPr>
              <a:t>"Remitente":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8330" y="1026667"/>
            <a:ext cx="384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0364" algn="l"/>
              </a:tabLst>
            </a:pPr>
            <a:r>
              <a:rPr sz="1800" b="1" spc="-10" dirty="0">
                <a:latin typeface="Courier New"/>
                <a:cs typeface="Courier New"/>
              </a:rPr>
              <a:t>"Nombre":</a:t>
            </a:r>
            <a:r>
              <a:rPr sz="1800" b="1" dirty="0">
                <a:latin typeface="Courier New"/>
                <a:cs typeface="Courier New"/>
              </a:rPr>
              <a:t>	"Nuria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Delgado",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5280" y="1267459"/>
            <a:ext cx="466852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lnSpc>
                <a:spcPts val="203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"Direccion":"</a:t>
            </a:r>
            <a:r>
              <a:rPr sz="1800" b="1" spc="-10" dirty="0">
                <a:latin typeface="Courier New"/>
                <a:cs typeface="Courier New"/>
                <a:hlinkClick r:id="rId2"/>
              </a:rPr>
              <a:t>Nuriadel@gmail.com</a:t>
            </a:r>
            <a:r>
              <a:rPr sz="1800" b="1" spc="-10" dirty="0">
                <a:latin typeface="Courier New"/>
                <a:cs typeface="Courier New"/>
              </a:rPr>
              <a:t>"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75"/>
              </a:lnSpc>
            </a:pPr>
            <a:r>
              <a:rPr sz="1800" b="1" dirty="0">
                <a:latin typeface="Courier New"/>
                <a:cs typeface="Courier New"/>
              </a:rPr>
              <a:t>"Destinatario":</a:t>
            </a:r>
            <a:r>
              <a:rPr sz="1800" b="1" spc="-15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9180" y="2002027"/>
            <a:ext cx="5624195" cy="25247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831850" marR="5080">
              <a:lnSpc>
                <a:spcPts val="2020"/>
              </a:lnSpc>
              <a:spcBef>
                <a:spcPts val="284"/>
              </a:spcBef>
              <a:tabLst>
                <a:tab pos="2469515" algn="l"/>
              </a:tabLst>
            </a:pPr>
            <a:r>
              <a:rPr sz="1800" b="1" spc="-10" dirty="0">
                <a:latin typeface="Courier New"/>
                <a:cs typeface="Courier New"/>
              </a:rPr>
              <a:t>"Nombre":</a:t>
            </a:r>
            <a:r>
              <a:rPr sz="1800" b="1" dirty="0">
                <a:latin typeface="Courier New"/>
                <a:cs typeface="Courier New"/>
              </a:rPr>
              <a:t>	"Roberto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Cuadra", "Direccion":"</a:t>
            </a:r>
            <a:r>
              <a:rPr sz="1800" b="1" spc="-10" dirty="0">
                <a:latin typeface="Courier New"/>
                <a:cs typeface="Courier New"/>
                <a:hlinkClick r:id="rId3"/>
              </a:rPr>
              <a:t>Robercuadra@gmail.com</a:t>
            </a:r>
            <a:r>
              <a:rPr sz="1800" b="1" spc="-10" dirty="0">
                <a:latin typeface="Courier New"/>
                <a:cs typeface="Courier New"/>
              </a:rPr>
              <a:t>"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764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558800" marR="2326640">
              <a:lnSpc>
                <a:spcPts val="1900"/>
              </a:lnSpc>
              <a:spcBef>
                <a:spcPts val="195"/>
              </a:spcBef>
            </a:pPr>
            <a:r>
              <a:rPr sz="1800" b="1" dirty="0">
                <a:latin typeface="Courier New"/>
                <a:cs typeface="Courier New"/>
              </a:rPr>
              <a:t>"Asunto":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"Reunión", </a:t>
            </a:r>
            <a:r>
              <a:rPr sz="1800" b="1" dirty="0">
                <a:latin typeface="Courier New"/>
                <a:cs typeface="Courier New"/>
              </a:rPr>
              <a:t>"Texto":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60"/>
              </a:lnSpc>
            </a:pPr>
            <a:r>
              <a:rPr sz="1800" b="1" dirty="0">
                <a:latin typeface="Courier New"/>
                <a:cs typeface="Courier New"/>
              </a:rPr>
              <a:t>"Parrafo":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"¿Nos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reunimos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mañana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  <a:p>
            <a:pPr marL="2470150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las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13:00?"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945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ts val="1955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4448" y="195486"/>
            <a:ext cx="539551" cy="57606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9640" y="274827"/>
            <a:ext cx="4699000" cy="3436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32740" algn="r">
              <a:lnSpc>
                <a:spcPct val="100200"/>
              </a:lnSpc>
              <a:spcBef>
                <a:spcPts val="90"/>
              </a:spcBef>
              <a:buChar char="■"/>
              <a:tabLst>
                <a:tab pos="345440" algn="l"/>
              </a:tabLst>
            </a:pPr>
            <a:r>
              <a:rPr sz="2800" spc="-195" dirty="0">
                <a:latin typeface="Arial"/>
                <a:cs typeface="Arial"/>
              </a:rPr>
              <a:t>Nueva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suscripción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Netflix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de </a:t>
            </a:r>
            <a:r>
              <a:rPr sz="2800" spc="-114" dirty="0">
                <a:latin typeface="Arial"/>
                <a:cs typeface="Arial"/>
              </a:rPr>
              <a:t>María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25" dirty="0">
                <a:latin typeface="Arial"/>
                <a:cs typeface="Arial"/>
              </a:rPr>
              <a:t>Ramírez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Izquierdo. </a:t>
            </a:r>
            <a:r>
              <a:rPr sz="2800" spc="-110" dirty="0">
                <a:latin typeface="Arial"/>
                <a:cs typeface="Arial"/>
              </a:rPr>
              <a:t>Inscripción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estándar.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Coste </a:t>
            </a:r>
            <a:r>
              <a:rPr sz="2800" spc="-155" dirty="0">
                <a:latin typeface="Arial"/>
                <a:cs typeface="Arial"/>
              </a:rPr>
              <a:t>mensual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11,99€.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Incluye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 </a:t>
            </a:r>
            <a:r>
              <a:rPr sz="2800" spc="-95" dirty="0">
                <a:latin typeface="Arial"/>
                <a:cs typeface="Arial"/>
              </a:rPr>
              <a:t>posibilidad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contenidos </a:t>
            </a:r>
            <a:r>
              <a:rPr sz="2800" spc="-35" dirty="0">
                <a:latin typeface="Arial"/>
                <a:cs typeface="Arial"/>
              </a:rPr>
              <a:t>en </a:t>
            </a:r>
            <a:r>
              <a:rPr sz="2800" spc="-175" dirty="0">
                <a:latin typeface="Arial"/>
                <a:cs typeface="Arial"/>
              </a:rPr>
              <a:t>dos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pantallas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mismo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tiempo, </a:t>
            </a:r>
            <a:r>
              <a:rPr sz="2800" spc="-235" dirty="0">
                <a:latin typeface="Arial"/>
                <a:cs typeface="Arial"/>
              </a:rPr>
              <a:t>así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como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tener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descargas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dos</a:t>
            </a:r>
            <a:endParaRPr sz="2800">
              <a:latin typeface="Arial"/>
              <a:cs typeface="Arial"/>
            </a:endParaRPr>
          </a:p>
          <a:p>
            <a:pPr marR="5715" algn="r">
              <a:lnSpc>
                <a:spcPts val="3290"/>
              </a:lnSpc>
            </a:pPr>
            <a:r>
              <a:rPr sz="2800" spc="-95" dirty="0">
                <a:latin typeface="Arial"/>
                <a:cs typeface="Arial"/>
              </a:rPr>
              <a:t>teléfonos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tabletas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66352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19872" y="421119"/>
            <a:ext cx="5544820" cy="2946400"/>
          </a:xfrm>
          <a:custGeom>
            <a:avLst/>
            <a:gdLst/>
            <a:ahLst/>
            <a:cxnLst/>
            <a:rect l="l" t="t" r="r" b="b"/>
            <a:pathLst>
              <a:path w="5544820" h="2946400">
                <a:moveTo>
                  <a:pt x="5544615" y="0"/>
                </a:moveTo>
                <a:lnTo>
                  <a:pt x="0" y="0"/>
                </a:lnTo>
                <a:lnTo>
                  <a:pt x="0" y="2946400"/>
                </a:lnTo>
                <a:lnTo>
                  <a:pt x="4295335" y="2946400"/>
                </a:lnTo>
                <a:lnTo>
                  <a:pt x="4279305" y="2933700"/>
                </a:lnTo>
                <a:lnTo>
                  <a:pt x="4267570" y="2908300"/>
                </a:lnTo>
                <a:lnTo>
                  <a:pt x="4260359" y="2895600"/>
                </a:lnTo>
                <a:lnTo>
                  <a:pt x="4257904" y="2870200"/>
                </a:lnTo>
                <a:lnTo>
                  <a:pt x="4259292" y="2857500"/>
                </a:lnTo>
                <a:lnTo>
                  <a:pt x="4263388" y="2844800"/>
                </a:lnTo>
                <a:lnTo>
                  <a:pt x="4270096" y="2832100"/>
                </a:lnTo>
                <a:lnTo>
                  <a:pt x="4279318" y="2819400"/>
                </a:lnTo>
                <a:lnTo>
                  <a:pt x="4241061" y="2781300"/>
                </a:lnTo>
                <a:lnTo>
                  <a:pt x="4207500" y="2743200"/>
                </a:lnTo>
                <a:lnTo>
                  <a:pt x="4178759" y="2692400"/>
                </a:lnTo>
                <a:lnTo>
                  <a:pt x="4154964" y="2641600"/>
                </a:lnTo>
                <a:lnTo>
                  <a:pt x="4136239" y="2603500"/>
                </a:lnTo>
                <a:lnTo>
                  <a:pt x="4122710" y="2552700"/>
                </a:lnTo>
                <a:lnTo>
                  <a:pt x="4114500" y="2501900"/>
                </a:lnTo>
                <a:lnTo>
                  <a:pt x="4111736" y="2451100"/>
                </a:lnTo>
                <a:lnTo>
                  <a:pt x="4114151" y="2400300"/>
                </a:lnTo>
                <a:lnTo>
                  <a:pt x="4121337" y="2362200"/>
                </a:lnTo>
                <a:lnTo>
                  <a:pt x="4133204" y="2311400"/>
                </a:lnTo>
                <a:lnTo>
                  <a:pt x="4149663" y="2273300"/>
                </a:lnTo>
                <a:lnTo>
                  <a:pt x="4170624" y="2222500"/>
                </a:lnTo>
                <a:lnTo>
                  <a:pt x="4195997" y="2184400"/>
                </a:lnTo>
                <a:lnTo>
                  <a:pt x="4225693" y="2146300"/>
                </a:lnTo>
                <a:lnTo>
                  <a:pt x="4259622" y="2108200"/>
                </a:lnTo>
                <a:lnTo>
                  <a:pt x="4297696" y="2070100"/>
                </a:lnTo>
                <a:lnTo>
                  <a:pt x="4339823" y="2032000"/>
                </a:lnTo>
                <a:lnTo>
                  <a:pt x="4377583" y="2006600"/>
                </a:lnTo>
                <a:lnTo>
                  <a:pt x="4417238" y="1981200"/>
                </a:lnTo>
                <a:lnTo>
                  <a:pt x="4458662" y="1955800"/>
                </a:lnTo>
                <a:lnTo>
                  <a:pt x="4501731" y="1930400"/>
                </a:lnTo>
                <a:lnTo>
                  <a:pt x="4592303" y="1905000"/>
                </a:lnTo>
                <a:lnTo>
                  <a:pt x="4737367" y="1866900"/>
                </a:lnTo>
                <a:lnTo>
                  <a:pt x="4787676" y="1866900"/>
                </a:lnTo>
                <a:lnTo>
                  <a:pt x="4838754" y="1854200"/>
                </a:lnTo>
                <a:lnTo>
                  <a:pt x="5544615" y="1854200"/>
                </a:lnTo>
                <a:lnTo>
                  <a:pt x="5544615" y="0"/>
                </a:lnTo>
                <a:close/>
              </a:path>
              <a:path w="5544820" h="2946400">
                <a:moveTo>
                  <a:pt x="4536795" y="2781300"/>
                </a:moveTo>
                <a:lnTo>
                  <a:pt x="4434585" y="2781300"/>
                </a:lnTo>
                <a:lnTo>
                  <a:pt x="4456511" y="2794000"/>
                </a:lnTo>
                <a:lnTo>
                  <a:pt x="4476010" y="2806700"/>
                </a:lnTo>
                <a:lnTo>
                  <a:pt x="4492038" y="2819400"/>
                </a:lnTo>
                <a:lnTo>
                  <a:pt x="4503769" y="2832100"/>
                </a:lnTo>
                <a:lnTo>
                  <a:pt x="4510975" y="2857500"/>
                </a:lnTo>
                <a:lnTo>
                  <a:pt x="4513428" y="2870200"/>
                </a:lnTo>
                <a:lnTo>
                  <a:pt x="4510975" y="2895600"/>
                </a:lnTo>
                <a:lnTo>
                  <a:pt x="4503769" y="2908300"/>
                </a:lnTo>
                <a:lnTo>
                  <a:pt x="4492038" y="2933700"/>
                </a:lnTo>
                <a:lnTo>
                  <a:pt x="4476010" y="2946400"/>
                </a:lnTo>
                <a:lnTo>
                  <a:pt x="5182998" y="2946400"/>
                </a:lnTo>
                <a:lnTo>
                  <a:pt x="5291583" y="2908300"/>
                </a:lnTo>
                <a:lnTo>
                  <a:pt x="5336139" y="2882900"/>
                </a:lnTo>
                <a:lnTo>
                  <a:pt x="5357072" y="2870200"/>
                </a:lnTo>
                <a:lnTo>
                  <a:pt x="4773860" y="2870200"/>
                </a:lnTo>
                <a:lnTo>
                  <a:pt x="4767339" y="2857500"/>
                </a:lnTo>
                <a:lnTo>
                  <a:pt x="4764947" y="2857500"/>
                </a:lnTo>
                <a:lnTo>
                  <a:pt x="4764947" y="2806700"/>
                </a:lnTo>
                <a:lnTo>
                  <a:pt x="4571831" y="2806700"/>
                </a:lnTo>
                <a:lnTo>
                  <a:pt x="4536795" y="2781300"/>
                </a:lnTo>
                <a:close/>
              </a:path>
              <a:path w="5544820" h="2946400">
                <a:moveTo>
                  <a:pt x="5544615" y="2768600"/>
                </a:moveTo>
                <a:lnTo>
                  <a:pt x="5516793" y="2806700"/>
                </a:lnTo>
                <a:lnTo>
                  <a:pt x="5467926" y="2857500"/>
                </a:lnTo>
                <a:lnTo>
                  <a:pt x="5441125" y="2870200"/>
                </a:lnTo>
                <a:lnTo>
                  <a:pt x="5412988" y="2895600"/>
                </a:lnTo>
                <a:lnTo>
                  <a:pt x="5383767" y="2908300"/>
                </a:lnTo>
                <a:lnTo>
                  <a:pt x="5353516" y="2933700"/>
                </a:lnTo>
                <a:lnTo>
                  <a:pt x="5322286" y="2946400"/>
                </a:lnTo>
                <a:lnTo>
                  <a:pt x="5544615" y="2946400"/>
                </a:lnTo>
                <a:lnTo>
                  <a:pt x="5544615" y="2768600"/>
                </a:lnTo>
                <a:close/>
              </a:path>
              <a:path w="5544820" h="2946400">
                <a:moveTo>
                  <a:pt x="4432983" y="2908300"/>
                </a:moveTo>
                <a:lnTo>
                  <a:pt x="4338349" y="2908300"/>
                </a:lnTo>
                <a:lnTo>
                  <a:pt x="4348563" y="2921000"/>
                </a:lnTo>
                <a:lnTo>
                  <a:pt x="4422774" y="2921000"/>
                </a:lnTo>
                <a:lnTo>
                  <a:pt x="4432983" y="2908300"/>
                </a:lnTo>
                <a:close/>
              </a:path>
              <a:path w="5544820" h="2946400">
                <a:moveTo>
                  <a:pt x="4452589" y="2870200"/>
                </a:moveTo>
                <a:lnTo>
                  <a:pt x="4318744" y="2870200"/>
                </a:lnTo>
                <a:lnTo>
                  <a:pt x="4320029" y="2882900"/>
                </a:lnTo>
                <a:lnTo>
                  <a:pt x="4323805" y="2895600"/>
                </a:lnTo>
                <a:lnTo>
                  <a:pt x="4329952" y="2908300"/>
                </a:lnTo>
                <a:lnTo>
                  <a:pt x="4441380" y="2908300"/>
                </a:lnTo>
                <a:lnTo>
                  <a:pt x="4447527" y="2895600"/>
                </a:lnTo>
                <a:lnTo>
                  <a:pt x="4451303" y="2882900"/>
                </a:lnTo>
                <a:lnTo>
                  <a:pt x="4452589" y="2870200"/>
                </a:lnTo>
                <a:close/>
              </a:path>
              <a:path w="5544820" h="2946400">
                <a:moveTo>
                  <a:pt x="4441380" y="2844800"/>
                </a:moveTo>
                <a:lnTo>
                  <a:pt x="4329952" y="2844800"/>
                </a:lnTo>
                <a:lnTo>
                  <a:pt x="4323805" y="2857500"/>
                </a:lnTo>
                <a:lnTo>
                  <a:pt x="4320029" y="2870200"/>
                </a:lnTo>
                <a:lnTo>
                  <a:pt x="4451303" y="2870200"/>
                </a:lnTo>
                <a:lnTo>
                  <a:pt x="4447527" y="2857500"/>
                </a:lnTo>
                <a:lnTo>
                  <a:pt x="4441380" y="2844800"/>
                </a:lnTo>
                <a:close/>
              </a:path>
              <a:path w="5544820" h="2946400">
                <a:moveTo>
                  <a:pt x="5304939" y="2095500"/>
                </a:moveTo>
                <a:lnTo>
                  <a:pt x="5214477" y="2095500"/>
                </a:lnTo>
                <a:lnTo>
                  <a:pt x="5354727" y="2209800"/>
                </a:lnTo>
                <a:lnTo>
                  <a:pt x="5357936" y="2209800"/>
                </a:lnTo>
                <a:lnTo>
                  <a:pt x="5357948" y="2222500"/>
                </a:lnTo>
                <a:lnTo>
                  <a:pt x="5354740" y="2235200"/>
                </a:lnTo>
                <a:lnTo>
                  <a:pt x="5307672" y="2273300"/>
                </a:lnTo>
                <a:lnTo>
                  <a:pt x="5322283" y="2286000"/>
                </a:lnTo>
                <a:lnTo>
                  <a:pt x="5335050" y="2311400"/>
                </a:lnTo>
                <a:lnTo>
                  <a:pt x="5345955" y="2336800"/>
                </a:lnTo>
                <a:lnTo>
                  <a:pt x="5354977" y="2362200"/>
                </a:lnTo>
                <a:lnTo>
                  <a:pt x="5435248" y="2362200"/>
                </a:lnTo>
                <a:lnTo>
                  <a:pt x="5441766" y="2374900"/>
                </a:lnTo>
                <a:lnTo>
                  <a:pt x="5444157" y="2374900"/>
                </a:lnTo>
                <a:lnTo>
                  <a:pt x="5444157" y="2527300"/>
                </a:lnTo>
                <a:lnTo>
                  <a:pt x="5441766" y="2540000"/>
                </a:lnTo>
                <a:lnTo>
                  <a:pt x="5425579" y="2540000"/>
                </a:lnTo>
                <a:lnTo>
                  <a:pt x="5413738" y="2552700"/>
                </a:lnTo>
                <a:lnTo>
                  <a:pt x="5354989" y="2552700"/>
                </a:lnTo>
                <a:lnTo>
                  <a:pt x="5345965" y="2565400"/>
                </a:lnTo>
                <a:lnTo>
                  <a:pt x="5335056" y="2590800"/>
                </a:lnTo>
                <a:lnTo>
                  <a:pt x="5322285" y="2616200"/>
                </a:lnTo>
                <a:lnTo>
                  <a:pt x="5307672" y="2641600"/>
                </a:lnTo>
                <a:lnTo>
                  <a:pt x="5349261" y="2667000"/>
                </a:lnTo>
                <a:lnTo>
                  <a:pt x="5355938" y="2679700"/>
                </a:lnTo>
                <a:lnTo>
                  <a:pt x="5358164" y="2679700"/>
                </a:lnTo>
                <a:lnTo>
                  <a:pt x="5355938" y="2692400"/>
                </a:lnTo>
                <a:lnTo>
                  <a:pt x="5349261" y="2705100"/>
                </a:lnTo>
                <a:lnTo>
                  <a:pt x="5209118" y="2806700"/>
                </a:lnTo>
                <a:lnTo>
                  <a:pt x="5015990" y="2806700"/>
                </a:lnTo>
                <a:lnTo>
                  <a:pt x="5015990" y="2857500"/>
                </a:lnTo>
                <a:lnTo>
                  <a:pt x="5013600" y="2857500"/>
                </a:lnTo>
                <a:lnTo>
                  <a:pt x="5007081" y="2870200"/>
                </a:lnTo>
                <a:lnTo>
                  <a:pt x="5357072" y="2870200"/>
                </a:lnTo>
                <a:lnTo>
                  <a:pt x="5378005" y="2857500"/>
                </a:lnTo>
                <a:lnTo>
                  <a:pt x="5416994" y="2819400"/>
                </a:lnTo>
                <a:lnTo>
                  <a:pt x="5452922" y="2794000"/>
                </a:lnTo>
                <a:lnTo>
                  <a:pt x="5485602" y="2755900"/>
                </a:lnTo>
                <a:lnTo>
                  <a:pt x="5544615" y="2679700"/>
                </a:lnTo>
                <a:lnTo>
                  <a:pt x="5544615" y="2235200"/>
                </a:lnTo>
                <a:lnTo>
                  <a:pt x="5521679" y="2184400"/>
                </a:lnTo>
                <a:lnTo>
                  <a:pt x="5507023" y="2171700"/>
                </a:lnTo>
                <a:lnTo>
                  <a:pt x="5491290" y="2146300"/>
                </a:lnTo>
                <a:lnTo>
                  <a:pt x="5474492" y="2133600"/>
                </a:lnTo>
                <a:lnTo>
                  <a:pt x="5465568" y="2120900"/>
                </a:lnTo>
                <a:lnTo>
                  <a:pt x="5346364" y="2120900"/>
                </a:lnTo>
                <a:lnTo>
                  <a:pt x="5324438" y="2108200"/>
                </a:lnTo>
                <a:lnTo>
                  <a:pt x="5304939" y="2095500"/>
                </a:lnTo>
                <a:close/>
              </a:path>
              <a:path w="5544820" h="2946400">
                <a:moveTo>
                  <a:pt x="4422769" y="2832100"/>
                </a:moveTo>
                <a:lnTo>
                  <a:pt x="4348558" y="2832100"/>
                </a:lnTo>
                <a:lnTo>
                  <a:pt x="4338349" y="2844800"/>
                </a:lnTo>
                <a:lnTo>
                  <a:pt x="4432983" y="2844800"/>
                </a:lnTo>
                <a:lnTo>
                  <a:pt x="4422769" y="2832100"/>
                </a:lnTo>
                <a:close/>
              </a:path>
              <a:path w="5544820" h="2946400">
                <a:moveTo>
                  <a:pt x="4398821" y="2819400"/>
                </a:moveTo>
                <a:lnTo>
                  <a:pt x="4372510" y="2819400"/>
                </a:lnTo>
                <a:lnTo>
                  <a:pt x="4360043" y="2832100"/>
                </a:lnTo>
                <a:lnTo>
                  <a:pt x="4411285" y="2832100"/>
                </a:lnTo>
                <a:lnTo>
                  <a:pt x="4398821" y="2819400"/>
                </a:lnTo>
                <a:close/>
              </a:path>
              <a:path w="5544820" h="2946400">
                <a:moveTo>
                  <a:pt x="4961907" y="2768600"/>
                </a:moveTo>
                <a:lnTo>
                  <a:pt x="4819026" y="2768600"/>
                </a:lnTo>
                <a:lnTo>
                  <a:pt x="4824002" y="2781300"/>
                </a:lnTo>
                <a:lnTo>
                  <a:pt x="4825786" y="2794000"/>
                </a:lnTo>
                <a:lnTo>
                  <a:pt x="4825786" y="2832100"/>
                </a:lnTo>
                <a:lnTo>
                  <a:pt x="4955151" y="2832100"/>
                </a:lnTo>
                <a:lnTo>
                  <a:pt x="4955151" y="2794000"/>
                </a:lnTo>
                <a:lnTo>
                  <a:pt x="4956933" y="2781300"/>
                </a:lnTo>
                <a:lnTo>
                  <a:pt x="4961907" y="2768600"/>
                </a:lnTo>
                <a:close/>
              </a:path>
              <a:path w="5544820" h="2946400">
                <a:moveTo>
                  <a:pt x="4650779" y="2768600"/>
                </a:moveTo>
                <a:lnTo>
                  <a:pt x="4603451" y="2806700"/>
                </a:lnTo>
                <a:lnTo>
                  <a:pt x="4735294" y="2806700"/>
                </a:lnTo>
                <a:lnTo>
                  <a:pt x="4706348" y="2794000"/>
                </a:lnTo>
                <a:lnTo>
                  <a:pt x="4678159" y="2781300"/>
                </a:lnTo>
                <a:lnTo>
                  <a:pt x="4650779" y="2768600"/>
                </a:lnTo>
                <a:close/>
              </a:path>
              <a:path w="5544820" h="2946400">
                <a:moveTo>
                  <a:pt x="5130158" y="2768600"/>
                </a:moveTo>
                <a:lnTo>
                  <a:pt x="5102785" y="2781300"/>
                </a:lnTo>
                <a:lnTo>
                  <a:pt x="5074598" y="2794000"/>
                </a:lnTo>
                <a:lnTo>
                  <a:pt x="5045650" y="2806700"/>
                </a:lnTo>
                <a:lnTo>
                  <a:pt x="5177499" y="2806700"/>
                </a:lnTo>
                <a:lnTo>
                  <a:pt x="5130158" y="2768600"/>
                </a:lnTo>
                <a:close/>
              </a:path>
              <a:path w="5544820" h="2946400">
                <a:moveTo>
                  <a:pt x="4998153" y="1905000"/>
                </a:moveTo>
                <a:lnTo>
                  <a:pt x="4784531" y="1905000"/>
                </a:lnTo>
                <a:lnTo>
                  <a:pt x="4683366" y="1930400"/>
                </a:lnTo>
                <a:lnTo>
                  <a:pt x="4588099" y="1955800"/>
                </a:lnTo>
                <a:lnTo>
                  <a:pt x="4543027" y="1968500"/>
                </a:lnTo>
                <a:lnTo>
                  <a:pt x="4499849" y="1993900"/>
                </a:lnTo>
                <a:lnTo>
                  <a:pt x="4458705" y="2019300"/>
                </a:lnTo>
                <a:lnTo>
                  <a:pt x="4419735" y="2032000"/>
                </a:lnTo>
                <a:lnTo>
                  <a:pt x="4383079" y="2070100"/>
                </a:lnTo>
                <a:lnTo>
                  <a:pt x="4348877" y="2095500"/>
                </a:lnTo>
                <a:lnTo>
                  <a:pt x="4317268" y="2120900"/>
                </a:lnTo>
                <a:lnTo>
                  <a:pt x="4288392" y="2159000"/>
                </a:lnTo>
                <a:lnTo>
                  <a:pt x="4262390" y="2184400"/>
                </a:lnTo>
                <a:lnTo>
                  <a:pt x="4239401" y="2222500"/>
                </a:lnTo>
                <a:lnTo>
                  <a:pt x="4219565" y="2260600"/>
                </a:lnTo>
                <a:lnTo>
                  <a:pt x="4203022" y="2298700"/>
                </a:lnTo>
                <a:lnTo>
                  <a:pt x="4189911" y="2336800"/>
                </a:lnTo>
                <a:lnTo>
                  <a:pt x="4180374" y="2374900"/>
                </a:lnTo>
                <a:lnTo>
                  <a:pt x="4174548" y="2413000"/>
                </a:lnTo>
                <a:lnTo>
                  <a:pt x="4172576" y="2451100"/>
                </a:lnTo>
                <a:lnTo>
                  <a:pt x="4175077" y="2501900"/>
                </a:lnTo>
                <a:lnTo>
                  <a:pt x="4182508" y="2540000"/>
                </a:lnTo>
                <a:lnTo>
                  <a:pt x="4194754" y="2590800"/>
                </a:lnTo>
                <a:lnTo>
                  <a:pt x="4211705" y="2628900"/>
                </a:lnTo>
                <a:lnTo>
                  <a:pt x="4233248" y="2667000"/>
                </a:lnTo>
                <a:lnTo>
                  <a:pt x="4259270" y="2717800"/>
                </a:lnTo>
                <a:lnTo>
                  <a:pt x="4289659" y="2755900"/>
                </a:lnTo>
                <a:lnTo>
                  <a:pt x="4324304" y="2794000"/>
                </a:lnTo>
                <a:lnTo>
                  <a:pt x="4338671" y="2781300"/>
                </a:lnTo>
                <a:lnTo>
                  <a:pt x="4536795" y="2781300"/>
                </a:lnTo>
                <a:lnTo>
                  <a:pt x="4431687" y="2705100"/>
                </a:lnTo>
                <a:lnTo>
                  <a:pt x="4425005" y="2692400"/>
                </a:lnTo>
                <a:lnTo>
                  <a:pt x="4422780" y="2679700"/>
                </a:lnTo>
                <a:lnTo>
                  <a:pt x="4425008" y="2679700"/>
                </a:lnTo>
                <a:lnTo>
                  <a:pt x="4431687" y="2667000"/>
                </a:lnTo>
                <a:lnTo>
                  <a:pt x="4473277" y="2641600"/>
                </a:lnTo>
                <a:lnTo>
                  <a:pt x="4458665" y="2616200"/>
                </a:lnTo>
                <a:lnTo>
                  <a:pt x="4445893" y="2590800"/>
                </a:lnTo>
                <a:lnTo>
                  <a:pt x="4434984" y="2565400"/>
                </a:lnTo>
                <a:lnTo>
                  <a:pt x="4425960" y="2552700"/>
                </a:lnTo>
                <a:lnTo>
                  <a:pt x="4359132" y="2552700"/>
                </a:lnTo>
                <a:lnTo>
                  <a:pt x="4351397" y="2540000"/>
                </a:lnTo>
                <a:lnTo>
                  <a:pt x="4339990" y="2540000"/>
                </a:lnTo>
                <a:lnTo>
                  <a:pt x="4336780" y="2527300"/>
                </a:lnTo>
                <a:lnTo>
                  <a:pt x="4336901" y="2374900"/>
                </a:lnTo>
                <a:lnTo>
                  <a:pt x="4339291" y="2374900"/>
                </a:lnTo>
                <a:lnTo>
                  <a:pt x="4345809" y="2362200"/>
                </a:lnTo>
                <a:lnTo>
                  <a:pt x="4425960" y="2362200"/>
                </a:lnTo>
                <a:lnTo>
                  <a:pt x="4434984" y="2336800"/>
                </a:lnTo>
                <a:lnTo>
                  <a:pt x="4445893" y="2311400"/>
                </a:lnTo>
                <a:lnTo>
                  <a:pt x="4458665" y="2286000"/>
                </a:lnTo>
                <a:lnTo>
                  <a:pt x="4473277" y="2273300"/>
                </a:lnTo>
                <a:lnTo>
                  <a:pt x="4426210" y="2235200"/>
                </a:lnTo>
                <a:lnTo>
                  <a:pt x="4423001" y="2222500"/>
                </a:lnTo>
                <a:lnTo>
                  <a:pt x="4423001" y="2209800"/>
                </a:lnTo>
                <a:lnTo>
                  <a:pt x="4426210" y="2209800"/>
                </a:lnTo>
                <a:lnTo>
                  <a:pt x="4566460" y="2095500"/>
                </a:lnTo>
                <a:lnTo>
                  <a:pt x="4764947" y="2095500"/>
                </a:lnTo>
                <a:lnTo>
                  <a:pt x="4764947" y="2057400"/>
                </a:lnTo>
                <a:lnTo>
                  <a:pt x="4767339" y="2044700"/>
                </a:lnTo>
                <a:lnTo>
                  <a:pt x="4773860" y="2032000"/>
                </a:lnTo>
                <a:lnTo>
                  <a:pt x="5267521" y="2032000"/>
                </a:lnTo>
                <a:lnTo>
                  <a:pt x="5269974" y="2006600"/>
                </a:lnTo>
                <a:lnTo>
                  <a:pt x="5277180" y="1993900"/>
                </a:lnTo>
                <a:lnTo>
                  <a:pt x="5288911" y="1968500"/>
                </a:lnTo>
                <a:lnTo>
                  <a:pt x="5304939" y="1955800"/>
                </a:lnTo>
                <a:lnTo>
                  <a:pt x="5324438" y="1943100"/>
                </a:lnTo>
                <a:lnTo>
                  <a:pt x="5154731" y="1943100"/>
                </a:lnTo>
                <a:lnTo>
                  <a:pt x="5143407" y="1930400"/>
                </a:lnTo>
                <a:lnTo>
                  <a:pt x="5140152" y="1930400"/>
                </a:lnTo>
                <a:lnTo>
                  <a:pt x="5140152" y="1917700"/>
                </a:lnTo>
                <a:lnTo>
                  <a:pt x="5033446" y="1917700"/>
                </a:lnTo>
                <a:lnTo>
                  <a:pt x="4998153" y="1905000"/>
                </a:lnTo>
                <a:close/>
              </a:path>
              <a:path w="5544820" h="2946400">
                <a:moveTo>
                  <a:pt x="5051292" y="2743200"/>
                </a:moveTo>
                <a:lnTo>
                  <a:pt x="4729645" y="2743200"/>
                </a:lnTo>
                <a:lnTo>
                  <a:pt x="4765116" y="2755900"/>
                </a:lnTo>
                <a:lnTo>
                  <a:pt x="4801759" y="2768600"/>
                </a:lnTo>
                <a:lnTo>
                  <a:pt x="4979178" y="2768600"/>
                </a:lnTo>
                <a:lnTo>
                  <a:pt x="5015822" y="2755900"/>
                </a:lnTo>
                <a:lnTo>
                  <a:pt x="5051292" y="2743200"/>
                </a:lnTo>
                <a:close/>
              </a:path>
              <a:path w="5544820" h="2946400">
                <a:moveTo>
                  <a:pt x="5247726" y="2654300"/>
                </a:moveTo>
                <a:lnTo>
                  <a:pt x="4533211" y="2654300"/>
                </a:lnTo>
                <a:lnTo>
                  <a:pt x="4496210" y="2679700"/>
                </a:lnTo>
                <a:lnTo>
                  <a:pt x="4587647" y="2755900"/>
                </a:lnTo>
                <a:lnTo>
                  <a:pt x="4624684" y="2730500"/>
                </a:lnTo>
                <a:lnTo>
                  <a:pt x="4633214" y="2717800"/>
                </a:lnTo>
                <a:lnTo>
                  <a:pt x="5239009" y="2717800"/>
                </a:lnTo>
                <a:lnTo>
                  <a:pt x="5284727" y="2679700"/>
                </a:lnTo>
                <a:lnTo>
                  <a:pt x="5247726" y="2654300"/>
                </a:lnTo>
                <a:close/>
              </a:path>
              <a:path w="5544820" h="2946400">
                <a:moveTo>
                  <a:pt x="5239009" y="2717800"/>
                </a:moveTo>
                <a:lnTo>
                  <a:pt x="5147723" y="2717800"/>
                </a:lnTo>
                <a:lnTo>
                  <a:pt x="5156253" y="2730500"/>
                </a:lnTo>
                <a:lnTo>
                  <a:pt x="5193291" y="2755900"/>
                </a:lnTo>
                <a:lnTo>
                  <a:pt x="5239009" y="2717800"/>
                </a:lnTo>
                <a:close/>
              </a:path>
              <a:path w="5544820" h="2946400">
                <a:moveTo>
                  <a:pt x="5118229" y="2717800"/>
                </a:moveTo>
                <a:lnTo>
                  <a:pt x="4662709" y="2717800"/>
                </a:lnTo>
                <a:lnTo>
                  <a:pt x="4695469" y="2743200"/>
                </a:lnTo>
                <a:lnTo>
                  <a:pt x="5085469" y="2743200"/>
                </a:lnTo>
                <a:lnTo>
                  <a:pt x="5118229" y="2717800"/>
                </a:lnTo>
                <a:close/>
              </a:path>
              <a:path w="5544820" h="2946400">
                <a:moveTo>
                  <a:pt x="4839881" y="2260600"/>
                </a:moveTo>
                <a:lnTo>
                  <a:pt x="4541952" y="2260600"/>
                </a:lnTo>
                <a:lnTo>
                  <a:pt x="4541330" y="2273300"/>
                </a:lnTo>
                <a:lnTo>
                  <a:pt x="4537252" y="2273300"/>
                </a:lnTo>
                <a:lnTo>
                  <a:pt x="4518111" y="2298700"/>
                </a:lnTo>
                <a:lnTo>
                  <a:pt x="4502093" y="2324100"/>
                </a:lnTo>
                <a:lnTo>
                  <a:pt x="4489250" y="2362200"/>
                </a:lnTo>
                <a:lnTo>
                  <a:pt x="4479634" y="2387600"/>
                </a:lnTo>
                <a:lnTo>
                  <a:pt x="4475730" y="2387600"/>
                </a:lnTo>
                <a:lnTo>
                  <a:pt x="4469009" y="2400300"/>
                </a:lnTo>
                <a:lnTo>
                  <a:pt x="4397715" y="2400300"/>
                </a:lnTo>
                <a:lnTo>
                  <a:pt x="4397644" y="2501900"/>
                </a:lnTo>
                <a:lnTo>
                  <a:pt x="4469009" y="2501900"/>
                </a:lnTo>
                <a:lnTo>
                  <a:pt x="4475730" y="2514600"/>
                </a:lnTo>
                <a:lnTo>
                  <a:pt x="4479634" y="2514600"/>
                </a:lnTo>
                <a:lnTo>
                  <a:pt x="4489250" y="2552700"/>
                </a:lnTo>
                <a:lnTo>
                  <a:pt x="4502093" y="2578100"/>
                </a:lnTo>
                <a:lnTo>
                  <a:pt x="4518111" y="2603500"/>
                </a:lnTo>
                <a:lnTo>
                  <a:pt x="4537252" y="2628900"/>
                </a:lnTo>
                <a:lnTo>
                  <a:pt x="4541330" y="2628900"/>
                </a:lnTo>
                <a:lnTo>
                  <a:pt x="4541952" y="2641600"/>
                </a:lnTo>
                <a:lnTo>
                  <a:pt x="4539214" y="2654300"/>
                </a:lnTo>
                <a:lnTo>
                  <a:pt x="5241723" y="2654300"/>
                </a:lnTo>
                <a:lnTo>
                  <a:pt x="5238985" y="2641600"/>
                </a:lnTo>
                <a:lnTo>
                  <a:pt x="4839881" y="2641600"/>
                </a:lnTo>
                <a:lnTo>
                  <a:pt x="4792729" y="2628900"/>
                </a:lnTo>
                <a:lnTo>
                  <a:pt x="4750037" y="2616200"/>
                </a:lnTo>
                <a:lnTo>
                  <a:pt x="4712824" y="2590800"/>
                </a:lnTo>
                <a:lnTo>
                  <a:pt x="4682107" y="2565400"/>
                </a:lnTo>
                <a:lnTo>
                  <a:pt x="4658905" y="2527300"/>
                </a:lnTo>
                <a:lnTo>
                  <a:pt x="4644237" y="2489200"/>
                </a:lnTo>
                <a:lnTo>
                  <a:pt x="4639122" y="2451100"/>
                </a:lnTo>
                <a:lnTo>
                  <a:pt x="4644237" y="2413000"/>
                </a:lnTo>
                <a:lnTo>
                  <a:pt x="4658905" y="2374900"/>
                </a:lnTo>
                <a:lnTo>
                  <a:pt x="4682107" y="2349500"/>
                </a:lnTo>
                <a:lnTo>
                  <a:pt x="4712824" y="2311400"/>
                </a:lnTo>
                <a:lnTo>
                  <a:pt x="4750037" y="2298700"/>
                </a:lnTo>
                <a:lnTo>
                  <a:pt x="4792729" y="2273300"/>
                </a:lnTo>
                <a:lnTo>
                  <a:pt x="4839881" y="2260600"/>
                </a:lnTo>
                <a:close/>
              </a:path>
              <a:path w="5544820" h="2946400">
                <a:moveTo>
                  <a:pt x="5238981" y="2260600"/>
                </a:moveTo>
                <a:lnTo>
                  <a:pt x="4941068" y="2260600"/>
                </a:lnTo>
                <a:lnTo>
                  <a:pt x="4988219" y="2273300"/>
                </a:lnTo>
                <a:lnTo>
                  <a:pt x="5030911" y="2298700"/>
                </a:lnTo>
                <a:lnTo>
                  <a:pt x="5068125" y="2311400"/>
                </a:lnTo>
                <a:lnTo>
                  <a:pt x="5098842" y="2349500"/>
                </a:lnTo>
                <a:lnTo>
                  <a:pt x="5122043" y="2374900"/>
                </a:lnTo>
                <a:lnTo>
                  <a:pt x="5136711" y="2413000"/>
                </a:lnTo>
                <a:lnTo>
                  <a:pt x="5141827" y="2451100"/>
                </a:lnTo>
                <a:lnTo>
                  <a:pt x="5136711" y="2489200"/>
                </a:lnTo>
                <a:lnTo>
                  <a:pt x="5122043" y="2527300"/>
                </a:lnTo>
                <a:lnTo>
                  <a:pt x="5098842" y="2565400"/>
                </a:lnTo>
                <a:lnTo>
                  <a:pt x="5068125" y="2590800"/>
                </a:lnTo>
                <a:lnTo>
                  <a:pt x="5030911" y="2616200"/>
                </a:lnTo>
                <a:lnTo>
                  <a:pt x="4988219" y="2628900"/>
                </a:lnTo>
                <a:lnTo>
                  <a:pt x="4941068" y="2641600"/>
                </a:lnTo>
                <a:lnTo>
                  <a:pt x="5238985" y="2641600"/>
                </a:lnTo>
                <a:lnTo>
                  <a:pt x="5239607" y="2628900"/>
                </a:lnTo>
                <a:lnTo>
                  <a:pt x="5243685" y="2628900"/>
                </a:lnTo>
                <a:lnTo>
                  <a:pt x="5262826" y="2603500"/>
                </a:lnTo>
                <a:lnTo>
                  <a:pt x="5278844" y="2578100"/>
                </a:lnTo>
                <a:lnTo>
                  <a:pt x="5291688" y="2552700"/>
                </a:lnTo>
                <a:lnTo>
                  <a:pt x="5301303" y="2514600"/>
                </a:lnTo>
                <a:lnTo>
                  <a:pt x="5305207" y="2514600"/>
                </a:lnTo>
                <a:lnTo>
                  <a:pt x="5311928" y="2501900"/>
                </a:lnTo>
                <a:lnTo>
                  <a:pt x="5383317" y="2501900"/>
                </a:lnTo>
                <a:lnTo>
                  <a:pt x="5383317" y="2400300"/>
                </a:lnTo>
                <a:lnTo>
                  <a:pt x="5311924" y="2400300"/>
                </a:lnTo>
                <a:lnTo>
                  <a:pt x="5305202" y="2387600"/>
                </a:lnTo>
                <a:lnTo>
                  <a:pt x="5301303" y="2387600"/>
                </a:lnTo>
                <a:lnTo>
                  <a:pt x="5291682" y="2362200"/>
                </a:lnTo>
                <a:lnTo>
                  <a:pt x="5278840" y="2324100"/>
                </a:lnTo>
                <a:lnTo>
                  <a:pt x="5262824" y="2298700"/>
                </a:lnTo>
                <a:lnTo>
                  <a:pt x="5243685" y="2273300"/>
                </a:lnTo>
                <a:lnTo>
                  <a:pt x="5239606" y="2273300"/>
                </a:lnTo>
                <a:lnTo>
                  <a:pt x="5238981" y="2260600"/>
                </a:lnTo>
                <a:close/>
              </a:path>
              <a:path w="5544820" h="2946400">
                <a:moveTo>
                  <a:pt x="4941064" y="2311400"/>
                </a:moveTo>
                <a:lnTo>
                  <a:pt x="4839885" y="2311400"/>
                </a:lnTo>
                <a:lnTo>
                  <a:pt x="4794391" y="2324100"/>
                </a:lnTo>
                <a:lnTo>
                  <a:pt x="4755822" y="2349500"/>
                </a:lnTo>
                <a:lnTo>
                  <a:pt x="4726008" y="2374900"/>
                </a:lnTo>
                <a:lnTo>
                  <a:pt x="4706778" y="2413000"/>
                </a:lnTo>
                <a:lnTo>
                  <a:pt x="4699961" y="2451100"/>
                </a:lnTo>
                <a:lnTo>
                  <a:pt x="4706778" y="2489200"/>
                </a:lnTo>
                <a:lnTo>
                  <a:pt x="4726008" y="2527300"/>
                </a:lnTo>
                <a:lnTo>
                  <a:pt x="4755822" y="2552700"/>
                </a:lnTo>
                <a:lnTo>
                  <a:pt x="4794391" y="2578100"/>
                </a:lnTo>
                <a:lnTo>
                  <a:pt x="4839885" y="2590800"/>
                </a:lnTo>
                <a:lnTo>
                  <a:pt x="4890475" y="2603500"/>
                </a:lnTo>
                <a:lnTo>
                  <a:pt x="4941064" y="2590800"/>
                </a:lnTo>
                <a:lnTo>
                  <a:pt x="4986558" y="2578100"/>
                </a:lnTo>
                <a:lnTo>
                  <a:pt x="5025127" y="2552700"/>
                </a:lnTo>
                <a:lnTo>
                  <a:pt x="5054942" y="2527300"/>
                </a:lnTo>
                <a:lnTo>
                  <a:pt x="5074172" y="2489200"/>
                </a:lnTo>
                <a:lnTo>
                  <a:pt x="5080989" y="2451100"/>
                </a:lnTo>
                <a:lnTo>
                  <a:pt x="5074172" y="2413000"/>
                </a:lnTo>
                <a:lnTo>
                  <a:pt x="5054942" y="2374900"/>
                </a:lnTo>
                <a:lnTo>
                  <a:pt x="5025127" y="2349500"/>
                </a:lnTo>
                <a:lnTo>
                  <a:pt x="4986558" y="2324100"/>
                </a:lnTo>
                <a:lnTo>
                  <a:pt x="4941064" y="2311400"/>
                </a:lnTo>
                <a:close/>
              </a:path>
              <a:path w="5544820" h="2946400">
                <a:moveTo>
                  <a:pt x="4587956" y="2146300"/>
                </a:moveTo>
                <a:lnTo>
                  <a:pt x="4496447" y="2222500"/>
                </a:lnTo>
                <a:lnTo>
                  <a:pt x="4533211" y="2247900"/>
                </a:lnTo>
                <a:lnTo>
                  <a:pt x="4539214" y="2260600"/>
                </a:lnTo>
                <a:lnTo>
                  <a:pt x="5241719" y="2260600"/>
                </a:lnTo>
                <a:lnTo>
                  <a:pt x="5247726" y="2247900"/>
                </a:lnTo>
                <a:lnTo>
                  <a:pt x="5284490" y="2222500"/>
                </a:lnTo>
                <a:lnTo>
                  <a:pt x="5238736" y="2184400"/>
                </a:lnTo>
                <a:lnTo>
                  <a:pt x="4624684" y="2184400"/>
                </a:lnTo>
                <a:lnTo>
                  <a:pt x="4587956" y="2146300"/>
                </a:lnTo>
                <a:close/>
              </a:path>
              <a:path w="5544820" h="2946400">
                <a:moveTo>
                  <a:pt x="4979178" y="2133600"/>
                </a:moveTo>
                <a:lnTo>
                  <a:pt x="4801759" y="2133600"/>
                </a:lnTo>
                <a:lnTo>
                  <a:pt x="4765109" y="2146300"/>
                </a:lnTo>
                <a:lnTo>
                  <a:pt x="4729637" y="2159000"/>
                </a:lnTo>
                <a:lnTo>
                  <a:pt x="4695463" y="2171700"/>
                </a:lnTo>
                <a:lnTo>
                  <a:pt x="4662709" y="2184400"/>
                </a:lnTo>
                <a:lnTo>
                  <a:pt x="5118229" y="2184400"/>
                </a:lnTo>
                <a:lnTo>
                  <a:pt x="5085474" y="2171700"/>
                </a:lnTo>
                <a:lnTo>
                  <a:pt x="5051297" y="2159000"/>
                </a:lnTo>
                <a:lnTo>
                  <a:pt x="5015823" y="2146300"/>
                </a:lnTo>
                <a:lnTo>
                  <a:pt x="4979178" y="2133600"/>
                </a:lnTo>
                <a:close/>
              </a:path>
              <a:path w="5544820" h="2946400">
                <a:moveTo>
                  <a:pt x="5192981" y="2146300"/>
                </a:moveTo>
                <a:lnTo>
                  <a:pt x="5156241" y="2184400"/>
                </a:lnTo>
                <a:lnTo>
                  <a:pt x="5238736" y="2184400"/>
                </a:lnTo>
                <a:lnTo>
                  <a:pt x="5192981" y="2146300"/>
                </a:lnTo>
                <a:close/>
              </a:path>
              <a:path w="5544820" h="2946400">
                <a:moveTo>
                  <a:pt x="4764947" y="2095500"/>
                </a:moveTo>
                <a:lnTo>
                  <a:pt x="4609475" y="2095500"/>
                </a:lnTo>
                <a:lnTo>
                  <a:pt x="4650790" y="2133600"/>
                </a:lnTo>
                <a:lnTo>
                  <a:pt x="4678164" y="2120900"/>
                </a:lnTo>
                <a:lnTo>
                  <a:pt x="4706349" y="2108200"/>
                </a:lnTo>
                <a:lnTo>
                  <a:pt x="4735294" y="2108200"/>
                </a:lnTo>
                <a:lnTo>
                  <a:pt x="4764947" y="2095500"/>
                </a:lnTo>
                <a:close/>
              </a:path>
              <a:path w="5544820" h="2946400">
                <a:moveTo>
                  <a:pt x="4956933" y="2120900"/>
                </a:moveTo>
                <a:lnTo>
                  <a:pt x="4824002" y="2120900"/>
                </a:lnTo>
                <a:lnTo>
                  <a:pt x="4819026" y="2133600"/>
                </a:lnTo>
                <a:lnTo>
                  <a:pt x="4961907" y="2133600"/>
                </a:lnTo>
                <a:lnTo>
                  <a:pt x="4956933" y="2120900"/>
                </a:lnTo>
                <a:close/>
              </a:path>
              <a:path w="5544820" h="2946400">
                <a:moveTo>
                  <a:pt x="5267521" y="2032000"/>
                </a:moveTo>
                <a:lnTo>
                  <a:pt x="5007081" y="2032000"/>
                </a:lnTo>
                <a:lnTo>
                  <a:pt x="5013600" y="2044700"/>
                </a:lnTo>
                <a:lnTo>
                  <a:pt x="5015990" y="2057400"/>
                </a:lnTo>
                <a:lnTo>
                  <a:pt x="5015990" y="2095500"/>
                </a:lnTo>
                <a:lnTo>
                  <a:pt x="5045650" y="2108200"/>
                </a:lnTo>
                <a:lnTo>
                  <a:pt x="5074598" y="2108200"/>
                </a:lnTo>
                <a:lnTo>
                  <a:pt x="5102785" y="2120900"/>
                </a:lnTo>
                <a:lnTo>
                  <a:pt x="5130158" y="2133600"/>
                </a:lnTo>
                <a:lnTo>
                  <a:pt x="5171462" y="2095500"/>
                </a:lnTo>
                <a:lnTo>
                  <a:pt x="5304939" y="2095500"/>
                </a:lnTo>
                <a:lnTo>
                  <a:pt x="5288911" y="2082800"/>
                </a:lnTo>
                <a:lnTo>
                  <a:pt x="5277180" y="2070100"/>
                </a:lnTo>
                <a:lnTo>
                  <a:pt x="5269974" y="2044700"/>
                </a:lnTo>
                <a:lnTo>
                  <a:pt x="5267521" y="2032000"/>
                </a:lnTo>
                <a:close/>
              </a:path>
              <a:path w="5544820" h="2946400">
                <a:moveTo>
                  <a:pt x="5544615" y="1892300"/>
                </a:moveTo>
                <a:lnTo>
                  <a:pt x="5178579" y="1892300"/>
                </a:lnTo>
                <a:lnTo>
                  <a:pt x="5186422" y="1905000"/>
                </a:lnTo>
                <a:lnTo>
                  <a:pt x="5197746" y="1905000"/>
                </a:lnTo>
                <a:lnTo>
                  <a:pt x="5200990" y="1917700"/>
                </a:lnTo>
                <a:lnTo>
                  <a:pt x="5200990" y="1930400"/>
                </a:lnTo>
                <a:lnTo>
                  <a:pt x="5420403" y="1930400"/>
                </a:lnTo>
                <a:lnTo>
                  <a:pt x="5444202" y="1943100"/>
                </a:lnTo>
                <a:lnTo>
                  <a:pt x="5466128" y="1943100"/>
                </a:lnTo>
                <a:lnTo>
                  <a:pt x="5485627" y="1955800"/>
                </a:lnTo>
                <a:lnTo>
                  <a:pt x="5511227" y="1981200"/>
                </a:lnTo>
                <a:lnTo>
                  <a:pt x="5522421" y="2019300"/>
                </a:lnTo>
                <a:lnTo>
                  <a:pt x="5519213" y="2057400"/>
                </a:lnTo>
                <a:lnTo>
                  <a:pt x="5501608" y="2082800"/>
                </a:lnTo>
                <a:lnTo>
                  <a:pt x="5544615" y="2133600"/>
                </a:lnTo>
                <a:lnTo>
                  <a:pt x="5544615" y="1892300"/>
                </a:lnTo>
                <a:close/>
              </a:path>
              <a:path w="5544820" h="2946400">
                <a:moveTo>
                  <a:pt x="4955151" y="2070100"/>
                </a:moveTo>
                <a:lnTo>
                  <a:pt x="4825786" y="2070100"/>
                </a:lnTo>
                <a:lnTo>
                  <a:pt x="4825786" y="2120900"/>
                </a:lnTo>
                <a:lnTo>
                  <a:pt x="4955151" y="2120900"/>
                </a:lnTo>
                <a:lnTo>
                  <a:pt x="4955151" y="2070100"/>
                </a:lnTo>
                <a:close/>
              </a:path>
              <a:path w="5544820" h="2946400">
                <a:moveTo>
                  <a:pt x="5456645" y="2108200"/>
                </a:moveTo>
                <a:lnTo>
                  <a:pt x="5442278" y="2120900"/>
                </a:lnTo>
                <a:lnTo>
                  <a:pt x="5465568" y="2120900"/>
                </a:lnTo>
                <a:lnTo>
                  <a:pt x="5456645" y="2108200"/>
                </a:lnTo>
                <a:close/>
              </a:path>
              <a:path w="5544820" h="2946400">
                <a:moveTo>
                  <a:pt x="5420908" y="2070100"/>
                </a:moveTo>
                <a:lnTo>
                  <a:pt x="5369655" y="2070100"/>
                </a:lnTo>
                <a:lnTo>
                  <a:pt x="5382122" y="2082800"/>
                </a:lnTo>
                <a:lnTo>
                  <a:pt x="5408440" y="2082800"/>
                </a:lnTo>
                <a:lnTo>
                  <a:pt x="5420908" y="2070100"/>
                </a:lnTo>
                <a:close/>
              </a:path>
              <a:path w="5544820" h="2946400">
                <a:moveTo>
                  <a:pt x="5432396" y="1981200"/>
                </a:moveTo>
                <a:lnTo>
                  <a:pt x="5358175" y="1981200"/>
                </a:lnTo>
                <a:lnTo>
                  <a:pt x="5347966" y="1993900"/>
                </a:lnTo>
                <a:lnTo>
                  <a:pt x="5339569" y="1993900"/>
                </a:lnTo>
                <a:lnTo>
                  <a:pt x="5333422" y="2006600"/>
                </a:lnTo>
                <a:lnTo>
                  <a:pt x="5329645" y="2019300"/>
                </a:lnTo>
                <a:lnTo>
                  <a:pt x="5328359" y="2032000"/>
                </a:lnTo>
                <a:lnTo>
                  <a:pt x="5329645" y="2044700"/>
                </a:lnTo>
                <a:lnTo>
                  <a:pt x="5333422" y="2044700"/>
                </a:lnTo>
                <a:lnTo>
                  <a:pt x="5339569" y="2057400"/>
                </a:lnTo>
                <a:lnTo>
                  <a:pt x="5347966" y="2070100"/>
                </a:lnTo>
                <a:lnTo>
                  <a:pt x="5442611" y="2070100"/>
                </a:lnTo>
                <a:lnTo>
                  <a:pt x="5457282" y="2044700"/>
                </a:lnTo>
                <a:lnTo>
                  <a:pt x="5462173" y="2032000"/>
                </a:lnTo>
                <a:lnTo>
                  <a:pt x="5457282" y="2006600"/>
                </a:lnTo>
                <a:lnTo>
                  <a:pt x="5442611" y="1993900"/>
                </a:lnTo>
                <a:lnTo>
                  <a:pt x="5432396" y="1981200"/>
                </a:lnTo>
                <a:close/>
              </a:path>
              <a:path w="5544820" h="2946400">
                <a:moveTo>
                  <a:pt x="5370163" y="1930400"/>
                </a:moveTo>
                <a:lnTo>
                  <a:pt x="5197735" y="1930400"/>
                </a:lnTo>
                <a:lnTo>
                  <a:pt x="5186422" y="1943100"/>
                </a:lnTo>
                <a:lnTo>
                  <a:pt x="5346364" y="1943100"/>
                </a:lnTo>
                <a:lnTo>
                  <a:pt x="5370163" y="1930400"/>
                </a:lnTo>
                <a:close/>
              </a:path>
              <a:path w="5544820" h="2946400">
                <a:moveTo>
                  <a:pt x="5143407" y="1905000"/>
                </a:moveTo>
                <a:lnTo>
                  <a:pt x="5056285" y="1905000"/>
                </a:lnTo>
                <a:lnTo>
                  <a:pt x="5045516" y="1917700"/>
                </a:lnTo>
                <a:lnTo>
                  <a:pt x="5140152" y="1917700"/>
                </a:lnTo>
                <a:lnTo>
                  <a:pt x="5143407" y="1905000"/>
                </a:lnTo>
                <a:close/>
              </a:path>
              <a:path w="5544820" h="2946400">
                <a:moveTo>
                  <a:pt x="5544615" y="1854200"/>
                </a:moveTo>
                <a:lnTo>
                  <a:pt x="4968533" y="1854200"/>
                </a:lnTo>
                <a:lnTo>
                  <a:pt x="5007219" y="1866900"/>
                </a:lnTo>
                <a:lnTo>
                  <a:pt x="5056628" y="1866900"/>
                </a:lnTo>
                <a:lnTo>
                  <a:pt x="5064813" y="1879600"/>
                </a:lnTo>
                <a:lnTo>
                  <a:pt x="5069287" y="1892300"/>
                </a:lnTo>
                <a:lnTo>
                  <a:pt x="5064594" y="1905000"/>
                </a:lnTo>
                <a:lnTo>
                  <a:pt x="5154731" y="1905000"/>
                </a:lnTo>
                <a:lnTo>
                  <a:pt x="5162538" y="1892300"/>
                </a:lnTo>
                <a:lnTo>
                  <a:pt x="5544615" y="1892300"/>
                </a:lnTo>
                <a:lnTo>
                  <a:pt x="5544615" y="18542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9180" y="563371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52230" y="819403"/>
            <a:ext cx="4941570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"SUSCRIPCION_NETFLIX":</a:t>
            </a:r>
            <a:r>
              <a:rPr sz="1800" b="1" spc="-22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ts val="2030"/>
              </a:lnSpc>
              <a:tabLst>
                <a:tab pos="4653915" algn="l"/>
              </a:tabLst>
            </a:pPr>
            <a:r>
              <a:rPr sz="1800" b="1" dirty="0">
                <a:latin typeface="Courier New"/>
                <a:cs typeface="Courier New"/>
              </a:rPr>
              <a:t>"Beneficiario":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"María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Ramírez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\n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9180" y="1313179"/>
            <a:ext cx="152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Izquierdo",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5280" y="1553971"/>
            <a:ext cx="3711575" cy="10375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0600"/>
              </a:lnSpc>
              <a:spcBef>
                <a:spcPts val="300"/>
              </a:spcBef>
            </a:pPr>
            <a:r>
              <a:rPr sz="1800" b="1" dirty="0">
                <a:latin typeface="Courier New"/>
                <a:cs typeface="Courier New"/>
              </a:rPr>
              <a:t>"Tipo":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"Estándar", </a:t>
            </a:r>
            <a:r>
              <a:rPr sz="1800" b="1" dirty="0">
                <a:latin typeface="Courier New"/>
                <a:cs typeface="Courier New"/>
              </a:rPr>
              <a:t>"Precio_mensual":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"11,99€", </a:t>
            </a:r>
            <a:r>
              <a:rPr sz="1800" b="1" dirty="0">
                <a:latin typeface="Courier New"/>
                <a:cs typeface="Courier New"/>
              </a:rPr>
              <a:t>"Pantallas":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2,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"Disp_Descargas":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9180" y="2544572"/>
            <a:ext cx="43624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lnSpc>
                <a:spcPts val="203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95486"/>
            <a:ext cx="576063" cy="57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520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9872" y="346173"/>
            <a:ext cx="5724525" cy="4797425"/>
            <a:chOff x="3419872" y="346173"/>
            <a:chExt cx="5724525" cy="479742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2" y="346173"/>
              <a:ext cx="5400675" cy="4241800"/>
            </a:xfrm>
            <a:custGeom>
              <a:avLst/>
              <a:gdLst/>
              <a:ahLst/>
              <a:cxnLst/>
              <a:rect l="l" t="t" r="r" b="b"/>
              <a:pathLst>
                <a:path w="5400675" h="4241800">
                  <a:moveTo>
                    <a:pt x="5400598" y="0"/>
                  </a:moveTo>
                  <a:lnTo>
                    <a:pt x="0" y="0"/>
                  </a:lnTo>
                  <a:lnTo>
                    <a:pt x="0" y="4241800"/>
                  </a:lnTo>
                  <a:lnTo>
                    <a:pt x="4183768" y="4241800"/>
                  </a:lnTo>
                  <a:lnTo>
                    <a:pt x="4168154" y="4216400"/>
                  </a:lnTo>
                  <a:lnTo>
                    <a:pt x="4156723" y="4191000"/>
                  </a:lnTo>
                  <a:lnTo>
                    <a:pt x="4149700" y="4165600"/>
                  </a:lnTo>
                  <a:lnTo>
                    <a:pt x="4147309" y="4140200"/>
                  </a:lnTo>
                  <a:lnTo>
                    <a:pt x="4148660" y="4114800"/>
                  </a:lnTo>
                  <a:lnTo>
                    <a:pt x="4152651" y="4102100"/>
                  </a:lnTo>
                  <a:lnTo>
                    <a:pt x="4159185" y="4076700"/>
                  </a:lnTo>
                  <a:lnTo>
                    <a:pt x="4168166" y="4064000"/>
                  </a:lnTo>
                  <a:lnTo>
                    <a:pt x="4140617" y="4013200"/>
                  </a:lnTo>
                  <a:lnTo>
                    <a:pt x="4115470" y="3975100"/>
                  </a:lnTo>
                  <a:lnTo>
                    <a:pt x="4092771" y="3924300"/>
                  </a:lnTo>
                  <a:lnTo>
                    <a:pt x="4072568" y="3886200"/>
                  </a:lnTo>
                  <a:lnTo>
                    <a:pt x="4054906" y="3835400"/>
                  </a:lnTo>
                  <a:lnTo>
                    <a:pt x="4039833" y="3784600"/>
                  </a:lnTo>
                  <a:lnTo>
                    <a:pt x="4027396" y="3733800"/>
                  </a:lnTo>
                  <a:lnTo>
                    <a:pt x="4017641" y="3683000"/>
                  </a:lnTo>
                  <a:lnTo>
                    <a:pt x="4010615" y="3632200"/>
                  </a:lnTo>
                  <a:lnTo>
                    <a:pt x="4006365" y="3581400"/>
                  </a:lnTo>
                  <a:lnTo>
                    <a:pt x="4004938" y="3530600"/>
                  </a:lnTo>
                  <a:lnTo>
                    <a:pt x="4006332" y="3479800"/>
                  </a:lnTo>
                  <a:lnTo>
                    <a:pt x="4010488" y="3429000"/>
                  </a:lnTo>
                  <a:lnTo>
                    <a:pt x="4017365" y="3378200"/>
                  </a:lnTo>
                  <a:lnTo>
                    <a:pt x="4026924" y="3327400"/>
                  </a:lnTo>
                  <a:lnTo>
                    <a:pt x="4039126" y="3276600"/>
                  </a:lnTo>
                  <a:lnTo>
                    <a:pt x="4053930" y="3225800"/>
                  </a:lnTo>
                  <a:lnTo>
                    <a:pt x="4071298" y="3175000"/>
                  </a:lnTo>
                  <a:lnTo>
                    <a:pt x="4091188" y="3136900"/>
                  </a:lnTo>
                  <a:lnTo>
                    <a:pt x="4113562" y="3086100"/>
                  </a:lnTo>
                  <a:lnTo>
                    <a:pt x="4138380" y="3048000"/>
                  </a:lnTo>
                  <a:lnTo>
                    <a:pt x="4165602" y="2997200"/>
                  </a:lnTo>
                  <a:lnTo>
                    <a:pt x="4195189" y="2959100"/>
                  </a:lnTo>
                  <a:lnTo>
                    <a:pt x="4227101" y="2921000"/>
                  </a:lnTo>
                  <a:lnTo>
                    <a:pt x="4263880" y="2882900"/>
                  </a:lnTo>
                  <a:lnTo>
                    <a:pt x="4302504" y="2844800"/>
                  </a:lnTo>
                  <a:lnTo>
                    <a:pt x="4342853" y="2819400"/>
                  </a:lnTo>
                  <a:lnTo>
                    <a:pt x="4384803" y="2781300"/>
                  </a:lnTo>
                  <a:lnTo>
                    <a:pt x="4428234" y="2755900"/>
                  </a:lnTo>
                  <a:lnTo>
                    <a:pt x="4473023" y="2743200"/>
                  </a:lnTo>
                  <a:lnTo>
                    <a:pt x="4519048" y="2717800"/>
                  </a:lnTo>
                  <a:lnTo>
                    <a:pt x="4663321" y="2679700"/>
                  </a:lnTo>
                  <a:lnTo>
                    <a:pt x="4713072" y="2679700"/>
                  </a:lnTo>
                  <a:lnTo>
                    <a:pt x="4763449" y="2667000"/>
                  </a:lnTo>
                  <a:lnTo>
                    <a:pt x="5400598" y="2667000"/>
                  </a:lnTo>
                  <a:lnTo>
                    <a:pt x="5400598" y="0"/>
                  </a:lnTo>
                  <a:close/>
                </a:path>
                <a:path w="5400675" h="4241800">
                  <a:moveTo>
                    <a:pt x="4418956" y="4000500"/>
                  </a:moveTo>
                  <a:lnTo>
                    <a:pt x="4296220" y="4000500"/>
                  </a:lnTo>
                  <a:lnTo>
                    <a:pt x="4319401" y="4013200"/>
                  </a:lnTo>
                  <a:lnTo>
                    <a:pt x="4340758" y="4025900"/>
                  </a:lnTo>
                  <a:lnTo>
                    <a:pt x="4375362" y="4064000"/>
                  </a:lnTo>
                  <a:lnTo>
                    <a:pt x="4393807" y="4114800"/>
                  </a:lnTo>
                  <a:lnTo>
                    <a:pt x="4396196" y="4140200"/>
                  </a:lnTo>
                  <a:lnTo>
                    <a:pt x="4393807" y="4165600"/>
                  </a:lnTo>
                  <a:lnTo>
                    <a:pt x="4386788" y="4191000"/>
                  </a:lnTo>
                  <a:lnTo>
                    <a:pt x="4375362" y="4216400"/>
                  </a:lnTo>
                  <a:lnTo>
                    <a:pt x="4359749" y="4241800"/>
                  </a:lnTo>
                  <a:lnTo>
                    <a:pt x="5048374" y="4241800"/>
                  </a:lnTo>
                  <a:lnTo>
                    <a:pt x="5154140" y="4178300"/>
                  </a:lnTo>
                  <a:lnTo>
                    <a:pt x="5190482" y="4152900"/>
                  </a:lnTo>
                  <a:lnTo>
                    <a:pt x="5207754" y="4140200"/>
                  </a:lnTo>
                  <a:lnTo>
                    <a:pt x="4659282" y="4140200"/>
                  </a:lnTo>
                  <a:lnTo>
                    <a:pt x="4649863" y="4127500"/>
                  </a:lnTo>
                  <a:lnTo>
                    <a:pt x="4643511" y="4114800"/>
                  </a:lnTo>
                  <a:lnTo>
                    <a:pt x="4641181" y="4102100"/>
                  </a:lnTo>
                  <a:lnTo>
                    <a:pt x="4641181" y="4038600"/>
                  </a:lnTo>
                  <a:lnTo>
                    <a:pt x="4453082" y="4038600"/>
                  </a:lnTo>
                  <a:lnTo>
                    <a:pt x="4418956" y="4000500"/>
                  </a:lnTo>
                  <a:close/>
                </a:path>
                <a:path w="5400675" h="4241800">
                  <a:moveTo>
                    <a:pt x="5400598" y="3987800"/>
                  </a:moveTo>
                  <a:lnTo>
                    <a:pt x="5394951" y="4000500"/>
                  </a:lnTo>
                  <a:lnTo>
                    <a:pt x="5373500" y="4038600"/>
                  </a:lnTo>
                  <a:lnTo>
                    <a:pt x="5350476" y="4076700"/>
                  </a:lnTo>
                  <a:lnTo>
                    <a:pt x="5325902" y="4102100"/>
                  </a:lnTo>
                  <a:lnTo>
                    <a:pt x="5299798" y="4140200"/>
                  </a:lnTo>
                  <a:lnTo>
                    <a:pt x="5272391" y="4165600"/>
                  </a:lnTo>
                  <a:lnTo>
                    <a:pt x="5243929" y="4191000"/>
                  </a:lnTo>
                  <a:lnTo>
                    <a:pt x="5214464" y="4216400"/>
                  </a:lnTo>
                  <a:lnTo>
                    <a:pt x="5184046" y="4241800"/>
                  </a:lnTo>
                  <a:lnTo>
                    <a:pt x="5400598" y="4241800"/>
                  </a:lnTo>
                  <a:lnTo>
                    <a:pt x="5400598" y="3987800"/>
                  </a:lnTo>
                  <a:close/>
                </a:path>
                <a:path w="5400675" h="4241800">
                  <a:moveTo>
                    <a:pt x="4284567" y="4203700"/>
                  </a:moveTo>
                  <a:lnTo>
                    <a:pt x="4258940" y="4203700"/>
                  </a:lnTo>
                  <a:lnTo>
                    <a:pt x="4271752" y="4216400"/>
                  </a:lnTo>
                  <a:lnTo>
                    <a:pt x="4284567" y="4203700"/>
                  </a:lnTo>
                  <a:close/>
                </a:path>
                <a:path w="5400675" h="4241800">
                  <a:moveTo>
                    <a:pt x="4296706" y="4064000"/>
                  </a:moveTo>
                  <a:lnTo>
                    <a:pt x="4246795" y="4064000"/>
                  </a:lnTo>
                  <a:lnTo>
                    <a:pt x="4235609" y="4076700"/>
                  </a:lnTo>
                  <a:lnTo>
                    <a:pt x="4211499" y="4114800"/>
                  </a:lnTo>
                  <a:lnTo>
                    <a:pt x="4206568" y="4140200"/>
                  </a:lnTo>
                  <a:lnTo>
                    <a:pt x="4207821" y="4152900"/>
                  </a:lnTo>
                  <a:lnTo>
                    <a:pt x="4211499" y="4165600"/>
                  </a:lnTo>
                  <a:lnTo>
                    <a:pt x="4217486" y="4178300"/>
                  </a:lnTo>
                  <a:lnTo>
                    <a:pt x="4225665" y="4191000"/>
                  </a:lnTo>
                  <a:lnTo>
                    <a:pt x="4235614" y="4203700"/>
                  </a:lnTo>
                  <a:lnTo>
                    <a:pt x="4307896" y="4203700"/>
                  </a:lnTo>
                  <a:lnTo>
                    <a:pt x="4332006" y="4165600"/>
                  </a:lnTo>
                  <a:lnTo>
                    <a:pt x="4336936" y="4140200"/>
                  </a:lnTo>
                  <a:lnTo>
                    <a:pt x="4335684" y="4127500"/>
                  </a:lnTo>
                  <a:lnTo>
                    <a:pt x="4317839" y="4089400"/>
                  </a:lnTo>
                  <a:lnTo>
                    <a:pt x="4296706" y="4064000"/>
                  </a:lnTo>
                  <a:close/>
                </a:path>
                <a:path w="5400675" h="4241800">
                  <a:moveTo>
                    <a:pt x="4996907" y="3987800"/>
                  </a:moveTo>
                  <a:lnTo>
                    <a:pt x="4970245" y="4000500"/>
                  </a:lnTo>
                  <a:lnTo>
                    <a:pt x="4942790" y="4013200"/>
                  </a:lnTo>
                  <a:lnTo>
                    <a:pt x="4914594" y="4025900"/>
                  </a:lnTo>
                  <a:lnTo>
                    <a:pt x="4885705" y="4038600"/>
                  </a:lnTo>
                  <a:lnTo>
                    <a:pt x="4885705" y="4102100"/>
                  </a:lnTo>
                  <a:lnTo>
                    <a:pt x="4883377" y="4114800"/>
                  </a:lnTo>
                  <a:lnTo>
                    <a:pt x="4877027" y="4127500"/>
                  </a:lnTo>
                  <a:lnTo>
                    <a:pt x="4867609" y="4140200"/>
                  </a:lnTo>
                  <a:lnTo>
                    <a:pt x="5207754" y="4140200"/>
                  </a:lnTo>
                  <a:lnTo>
                    <a:pt x="5225026" y="4127500"/>
                  </a:lnTo>
                  <a:lnTo>
                    <a:pt x="5257666" y="4089400"/>
                  </a:lnTo>
                  <a:lnTo>
                    <a:pt x="5288299" y="4051300"/>
                  </a:lnTo>
                  <a:lnTo>
                    <a:pt x="5297805" y="4038600"/>
                  </a:lnTo>
                  <a:lnTo>
                    <a:pt x="5043018" y="4038600"/>
                  </a:lnTo>
                  <a:lnTo>
                    <a:pt x="4996907" y="3987800"/>
                  </a:lnTo>
                  <a:close/>
                </a:path>
                <a:path w="5400675" h="4241800">
                  <a:moveTo>
                    <a:pt x="4833025" y="3987800"/>
                  </a:moveTo>
                  <a:lnTo>
                    <a:pt x="4693857" y="3987800"/>
                  </a:lnTo>
                  <a:lnTo>
                    <a:pt x="4698703" y="4000500"/>
                  </a:lnTo>
                  <a:lnTo>
                    <a:pt x="4700441" y="4013200"/>
                  </a:lnTo>
                  <a:lnTo>
                    <a:pt x="4700441" y="4076700"/>
                  </a:lnTo>
                  <a:lnTo>
                    <a:pt x="4826445" y="4076700"/>
                  </a:lnTo>
                  <a:lnTo>
                    <a:pt x="4826445" y="4013200"/>
                  </a:lnTo>
                  <a:lnTo>
                    <a:pt x="4828181" y="4000500"/>
                  </a:lnTo>
                  <a:lnTo>
                    <a:pt x="4833025" y="3987800"/>
                  </a:lnTo>
                  <a:close/>
                </a:path>
                <a:path w="5400675" h="4241800">
                  <a:moveTo>
                    <a:pt x="4529979" y="3987800"/>
                  </a:moveTo>
                  <a:lnTo>
                    <a:pt x="4483881" y="4038600"/>
                  </a:lnTo>
                  <a:lnTo>
                    <a:pt x="4641181" y="4038600"/>
                  </a:lnTo>
                  <a:lnTo>
                    <a:pt x="4612299" y="4025900"/>
                  </a:lnTo>
                  <a:lnTo>
                    <a:pt x="4584105" y="4013200"/>
                  </a:lnTo>
                  <a:lnTo>
                    <a:pt x="4556648" y="4000500"/>
                  </a:lnTo>
                  <a:lnTo>
                    <a:pt x="4529979" y="3987800"/>
                  </a:lnTo>
                  <a:close/>
                </a:path>
                <a:path w="5400675" h="4241800">
                  <a:moveTo>
                    <a:pt x="5159343" y="3009900"/>
                  </a:moveTo>
                  <a:lnTo>
                    <a:pt x="5058092" y="3009900"/>
                  </a:lnTo>
                  <a:lnTo>
                    <a:pt x="5069240" y="3022600"/>
                  </a:lnTo>
                  <a:lnTo>
                    <a:pt x="5079037" y="3022600"/>
                  </a:lnTo>
                  <a:lnTo>
                    <a:pt x="5215644" y="3175000"/>
                  </a:lnTo>
                  <a:lnTo>
                    <a:pt x="5218770" y="3187700"/>
                  </a:lnTo>
                  <a:lnTo>
                    <a:pt x="5218780" y="3200400"/>
                  </a:lnTo>
                  <a:lnTo>
                    <a:pt x="5215656" y="3213100"/>
                  </a:lnTo>
                  <a:lnTo>
                    <a:pt x="5169811" y="3263900"/>
                  </a:lnTo>
                  <a:lnTo>
                    <a:pt x="5184042" y="3289300"/>
                  </a:lnTo>
                  <a:lnTo>
                    <a:pt x="5196477" y="3327400"/>
                  </a:lnTo>
                  <a:lnTo>
                    <a:pt x="5207099" y="3352800"/>
                  </a:lnTo>
                  <a:lnTo>
                    <a:pt x="5215887" y="3390900"/>
                  </a:lnTo>
                  <a:lnTo>
                    <a:pt x="5284654" y="3390900"/>
                  </a:lnTo>
                  <a:lnTo>
                    <a:pt x="5294072" y="3403600"/>
                  </a:lnTo>
                  <a:lnTo>
                    <a:pt x="5300422" y="3416300"/>
                  </a:lnTo>
                  <a:lnTo>
                    <a:pt x="5302750" y="3429000"/>
                  </a:lnTo>
                  <a:lnTo>
                    <a:pt x="5302750" y="3632200"/>
                  </a:lnTo>
                  <a:lnTo>
                    <a:pt x="5300422" y="3644900"/>
                  </a:lnTo>
                  <a:lnTo>
                    <a:pt x="5294072" y="3657600"/>
                  </a:lnTo>
                  <a:lnTo>
                    <a:pt x="5284654" y="3657600"/>
                  </a:lnTo>
                  <a:lnTo>
                    <a:pt x="5273121" y="3670300"/>
                  </a:lnTo>
                  <a:lnTo>
                    <a:pt x="5215898" y="3670300"/>
                  </a:lnTo>
                  <a:lnTo>
                    <a:pt x="5207109" y="3695700"/>
                  </a:lnTo>
                  <a:lnTo>
                    <a:pt x="5196483" y="3733800"/>
                  </a:lnTo>
                  <a:lnTo>
                    <a:pt x="5184044" y="3759200"/>
                  </a:lnTo>
                  <a:lnTo>
                    <a:pt x="5169811" y="3797300"/>
                  </a:lnTo>
                  <a:lnTo>
                    <a:pt x="5210319" y="3835400"/>
                  </a:lnTo>
                  <a:lnTo>
                    <a:pt x="5216824" y="3848100"/>
                  </a:lnTo>
                  <a:lnTo>
                    <a:pt x="5218992" y="3860800"/>
                  </a:lnTo>
                  <a:lnTo>
                    <a:pt x="5216824" y="3873500"/>
                  </a:lnTo>
                  <a:lnTo>
                    <a:pt x="5210319" y="3886200"/>
                  </a:lnTo>
                  <a:lnTo>
                    <a:pt x="5073816" y="4038600"/>
                  </a:lnTo>
                  <a:lnTo>
                    <a:pt x="5297805" y="4038600"/>
                  </a:lnTo>
                  <a:lnTo>
                    <a:pt x="5316818" y="4013200"/>
                  </a:lnTo>
                  <a:lnTo>
                    <a:pt x="5343119" y="3975100"/>
                  </a:lnTo>
                  <a:lnTo>
                    <a:pt x="5400598" y="3848100"/>
                  </a:lnTo>
                  <a:lnTo>
                    <a:pt x="5400598" y="3213100"/>
                  </a:lnTo>
                  <a:lnTo>
                    <a:pt x="5378259" y="3149600"/>
                  </a:lnTo>
                  <a:lnTo>
                    <a:pt x="5348659" y="3098800"/>
                  </a:lnTo>
                  <a:lnTo>
                    <a:pt x="5323605" y="3060700"/>
                  </a:lnTo>
                  <a:lnTo>
                    <a:pt x="5230678" y="3060700"/>
                  </a:lnTo>
                  <a:lnTo>
                    <a:pt x="5207497" y="3048000"/>
                  </a:lnTo>
                  <a:lnTo>
                    <a:pt x="5186141" y="3035300"/>
                  </a:lnTo>
                  <a:lnTo>
                    <a:pt x="5167149" y="3022600"/>
                  </a:lnTo>
                  <a:lnTo>
                    <a:pt x="5159343" y="3009900"/>
                  </a:lnTo>
                  <a:close/>
                </a:path>
                <a:path w="5400675" h="4241800">
                  <a:moveTo>
                    <a:pt x="4868331" y="2743200"/>
                  </a:moveTo>
                  <a:lnTo>
                    <a:pt x="4672416" y="2743200"/>
                  </a:lnTo>
                  <a:lnTo>
                    <a:pt x="4584886" y="2768600"/>
                  </a:lnTo>
                  <a:lnTo>
                    <a:pt x="4501602" y="2794000"/>
                  </a:lnTo>
                  <a:lnTo>
                    <a:pt x="4461784" y="2819400"/>
                  </a:lnTo>
                  <a:lnTo>
                    <a:pt x="4423307" y="2844800"/>
                  </a:lnTo>
                  <a:lnTo>
                    <a:pt x="4386263" y="2870200"/>
                  </a:lnTo>
                  <a:lnTo>
                    <a:pt x="4350744" y="2895600"/>
                  </a:lnTo>
                  <a:lnTo>
                    <a:pt x="4316844" y="2921000"/>
                  </a:lnTo>
                  <a:lnTo>
                    <a:pt x="4284656" y="2959100"/>
                  </a:lnTo>
                  <a:lnTo>
                    <a:pt x="4254272" y="2984500"/>
                  </a:lnTo>
                  <a:lnTo>
                    <a:pt x="4225785" y="3022600"/>
                  </a:lnTo>
                  <a:lnTo>
                    <a:pt x="4199288" y="3060700"/>
                  </a:lnTo>
                  <a:lnTo>
                    <a:pt x="4174874" y="3098800"/>
                  </a:lnTo>
                  <a:lnTo>
                    <a:pt x="4152636" y="3149600"/>
                  </a:lnTo>
                  <a:lnTo>
                    <a:pt x="4132666" y="3187700"/>
                  </a:lnTo>
                  <a:lnTo>
                    <a:pt x="4115058" y="3238500"/>
                  </a:lnTo>
                  <a:lnTo>
                    <a:pt x="4099904" y="3276600"/>
                  </a:lnTo>
                  <a:lnTo>
                    <a:pt x="4087297" y="3327400"/>
                  </a:lnTo>
                  <a:lnTo>
                    <a:pt x="4077329" y="3378200"/>
                  </a:lnTo>
                  <a:lnTo>
                    <a:pt x="4070095" y="3429000"/>
                  </a:lnTo>
                  <a:lnTo>
                    <a:pt x="4065687" y="3479800"/>
                  </a:lnTo>
                  <a:lnTo>
                    <a:pt x="4064196" y="3530600"/>
                  </a:lnTo>
                  <a:lnTo>
                    <a:pt x="4065758" y="3581400"/>
                  </a:lnTo>
                  <a:lnTo>
                    <a:pt x="4070407" y="3632200"/>
                  </a:lnTo>
                  <a:lnTo>
                    <a:pt x="4078085" y="3683000"/>
                  </a:lnTo>
                  <a:lnTo>
                    <a:pt x="4088738" y="3733800"/>
                  </a:lnTo>
                  <a:lnTo>
                    <a:pt x="4102310" y="3784600"/>
                  </a:lnTo>
                  <a:lnTo>
                    <a:pt x="4118744" y="3835400"/>
                  </a:lnTo>
                  <a:lnTo>
                    <a:pt x="4137984" y="3886200"/>
                  </a:lnTo>
                  <a:lnTo>
                    <a:pt x="4159975" y="3924300"/>
                  </a:lnTo>
                  <a:lnTo>
                    <a:pt x="4184660" y="3975100"/>
                  </a:lnTo>
                  <a:lnTo>
                    <a:pt x="4211984" y="4013200"/>
                  </a:lnTo>
                  <a:lnTo>
                    <a:pt x="4225978" y="4000500"/>
                  </a:lnTo>
                  <a:lnTo>
                    <a:pt x="4418956" y="4000500"/>
                  </a:lnTo>
                  <a:lnTo>
                    <a:pt x="4316578" y="3886200"/>
                  </a:lnTo>
                  <a:lnTo>
                    <a:pt x="4310070" y="3873500"/>
                  </a:lnTo>
                  <a:lnTo>
                    <a:pt x="4307903" y="3860800"/>
                  </a:lnTo>
                  <a:lnTo>
                    <a:pt x="4310073" y="3848100"/>
                  </a:lnTo>
                  <a:lnTo>
                    <a:pt x="4316578" y="3835400"/>
                  </a:lnTo>
                  <a:lnTo>
                    <a:pt x="4357088" y="3797300"/>
                  </a:lnTo>
                  <a:lnTo>
                    <a:pt x="4342855" y="3759200"/>
                  </a:lnTo>
                  <a:lnTo>
                    <a:pt x="4330415" y="3733800"/>
                  </a:lnTo>
                  <a:lnTo>
                    <a:pt x="4319790" y="3695700"/>
                  </a:lnTo>
                  <a:lnTo>
                    <a:pt x="4310999" y="3670300"/>
                  </a:lnTo>
                  <a:lnTo>
                    <a:pt x="4245908" y="3670300"/>
                  </a:lnTo>
                  <a:lnTo>
                    <a:pt x="4238373" y="3657600"/>
                  </a:lnTo>
                  <a:lnTo>
                    <a:pt x="4227263" y="3644900"/>
                  </a:lnTo>
                  <a:lnTo>
                    <a:pt x="4224136" y="3644900"/>
                  </a:lnTo>
                  <a:lnTo>
                    <a:pt x="4224253" y="3429000"/>
                  </a:lnTo>
                  <a:lnTo>
                    <a:pt x="4226581" y="3416300"/>
                  </a:lnTo>
                  <a:lnTo>
                    <a:pt x="4232930" y="3403600"/>
                  </a:lnTo>
                  <a:lnTo>
                    <a:pt x="4242348" y="3390900"/>
                  </a:lnTo>
                  <a:lnTo>
                    <a:pt x="4310999" y="3390900"/>
                  </a:lnTo>
                  <a:lnTo>
                    <a:pt x="4319790" y="3352800"/>
                  </a:lnTo>
                  <a:lnTo>
                    <a:pt x="4330415" y="3327400"/>
                  </a:lnTo>
                  <a:lnTo>
                    <a:pt x="4342855" y="3289300"/>
                  </a:lnTo>
                  <a:lnTo>
                    <a:pt x="4357088" y="3263900"/>
                  </a:lnTo>
                  <a:lnTo>
                    <a:pt x="4311243" y="3213100"/>
                  </a:lnTo>
                  <a:lnTo>
                    <a:pt x="4308118" y="3200400"/>
                  </a:lnTo>
                  <a:lnTo>
                    <a:pt x="4308118" y="3187700"/>
                  </a:lnTo>
                  <a:lnTo>
                    <a:pt x="4311243" y="3175000"/>
                  </a:lnTo>
                  <a:lnTo>
                    <a:pt x="4447851" y="3022600"/>
                  </a:lnTo>
                  <a:lnTo>
                    <a:pt x="4457654" y="3022600"/>
                  </a:lnTo>
                  <a:lnTo>
                    <a:pt x="4468804" y="3009900"/>
                  </a:lnTo>
                  <a:lnTo>
                    <a:pt x="4641181" y="3009900"/>
                  </a:lnTo>
                  <a:lnTo>
                    <a:pt x="4641181" y="2959100"/>
                  </a:lnTo>
                  <a:lnTo>
                    <a:pt x="4643511" y="2946400"/>
                  </a:lnTo>
                  <a:lnTo>
                    <a:pt x="4649863" y="2933700"/>
                  </a:lnTo>
                  <a:lnTo>
                    <a:pt x="4659282" y="2921000"/>
                  </a:lnTo>
                  <a:lnTo>
                    <a:pt x="5130702" y="2921000"/>
                  </a:lnTo>
                  <a:lnTo>
                    <a:pt x="5133091" y="2895600"/>
                  </a:lnTo>
                  <a:lnTo>
                    <a:pt x="5151537" y="2844800"/>
                  </a:lnTo>
                  <a:lnTo>
                    <a:pt x="5186141" y="2806700"/>
                  </a:lnTo>
                  <a:lnTo>
                    <a:pt x="5207497" y="2794000"/>
                  </a:lnTo>
                  <a:lnTo>
                    <a:pt x="5020842" y="2794000"/>
                  </a:lnTo>
                  <a:lnTo>
                    <a:pt x="5009812" y="2781300"/>
                  </a:lnTo>
                  <a:lnTo>
                    <a:pt x="5006640" y="2768600"/>
                  </a:lnTo>
                  <a:lnTo>
                    <a:pt x="5006640" y="2755900"/>
                  </a:lnTo>
                  <a:lnTo>
                    <a:pt x="4902708" y="2755900"/>
                  </a:lnTo>
                  <a:lnTo>
                    <a:pt x="4868331" y="2743200"/>
                  </a:lnTo>
                  <a:close/>
                </a:path>
                <a:path w="5400675" h="4241800">
                  <a:moveTo>
                    <a:pt x="4849849" y="3975100"/>
                  </a:moveTo>
                  <a:lnTo>
                    <a:pt x="4677039" y="3975100"/>
                  </a:lnTo>
                  <a:lnTo>
                    <a:pt x="4686452" y="3987800"/>
                  </a:lnTo>
                  <a:lnTo>
                    <a:pt x="4840430" y="3987800"/>
                  </a:lnTo>
                  <a:lnTo>
                    <a:pt x="4849849" y="3975100"/>
                  </a:lnTo>
                  <a:close/>
                </a:path>
                <a:path w="5400675" h="4241800">
                  <a:moveTo>
                    <a:pt x="4985288" y="3911600"/>
                  </a:moveTo>
                  <a:lnTo>
                    <a:pt x="4541600" y="3911600"/>
                  </a:lnTo>
                  <a:lnTo>
                    <a:pt x="4573509" y="3937000"/>
                  </a:lnTo>
                  <a:lnTo>
                    <a:pt x="4606797" y="3949700"/>
                  </a:lnTo>
                  <a:lnTo>
                    <a:pt x="4641347" y="3975100"/>
                  </a:lnTo>
                  <a:lnTo>
                    <a:pt x="4885541" y="3975100"/>
                  </a:lnTo>
                  <a:lnTo>
                    <a:pt x="4920090" y="3949700"/>
                  </a:lnTo>
                  <a:lnTo>
                    <a:pt x="4953378" y="3937000"/>
                  </a:lnTo>
                  <a:lnTo>
                    <a:pt x="4985288" y="3911600"/>
                  </a:lnTo>
                  <a:close/>
                </a:path>
                <a:path w="5400675" h="4241800">
                  <a:moveTo>
                    <a:pt x="4719498" y="3251200"/>
                  </a:moveTo>
                  <a:lnTo>
                    <a:pt x="4423979" y="3251200"/>
                  </a:lnTo>
                  <a:lnTo>
                    <a:pt x="4423373" y="3263900"/>
                  </a:lnTo>
                  <a:lnTo>
                    <a:pt x="4419401" y="3276600"/>
                  </a:lnTo>
                  <a:lnTo>
                    <a:pt x="4400758" y="3314700"/>
                  </a:lnTo>
                  <a:lnTo>
                    <a:pt x="4385156" y="3352800"/>
                  </a:lnTo>
                  <a:lnTo>
                    <a:pt x="4372646" y="3390900"/>
                  </a:lnTo>
                  <a:lnTo>
                    <a:pt x="4363280" y="3429000"/>
                  </a:lnTo>
                  <a:lnTo>
                    <a:pt x="4359477" y="3441700"/>
                  </a:lnTo>
                  <a:lnTo>
                    <a:pt x="4352931" y="3454400"/>
                  </a:lnTo>
                  <a:lnTo>
                    <a:pt x="4283489" y="3454400"/>
                  </a:lnTo>
                  <a:lnTo>
                    <a:pt x="4283419" y="3594100"/>
                  </a:lnTo>
                  <a:lnTo>
                    <a:pt x="4334309" y="3594100"/>
                  </a:lnTo>
                  <a:lnTo>
                    <a:pt x="4344316" y="3606800"/>
                  </a:lnTo>
                  <a:lnTo>
                    <a:pt x="4352931" y="3606800"/>
                  </a:lnTo>
                  <a:lnTo>
                    <a:pt x="4359477" y="3619500"/>
                  </a:lnTo>
                  <a:lnTo>
                    <a:pt x="4363280" y="3632200"/>
                  </a:lnTo>
                  <a:lnTo>
                    <a:pt x="4372646" y="3670300"/>
                  </a:lnTo>
                  <a:lnTo>
                    <a:pt x="4385156" y="3708400"/>
                  </a:lnTo>
                  <a:lnTo>
                    <a:pt x="4400758" y="3746500"/>
                  </a:lnTo>
                  <a:lnTo>
                    <a:pt x="4419401" y="3784600"/>
                  </a:lnTo>
                  <a:lnTo>
                    <a:pt x="4423373" y="3784600"/>
                  </a:lnTo>
                  <a:lnTo>
                    <a:pt x="4423979" y="3797300"/>
                  </a:lnTo>
                  <a:lnTo>
                    <a:pt x="4421313" y="3810000"/>
                  </a:lnTo>
                  <a:lnTo>
                    <a:pt x="4415467" y="3822700"/>
                  </a:lnTo>
                  <a:lnTo>
                    <a:pt x="4379424" y="3860800"/>
                  </a:lnTo>
                  <a:lnTo>
                    <a:pt x="4468487" y="3962400"/>
                  </a:lnTo>
                  <a:lnTo>
                    <a:pt x="4504563" y="3924300"/>
                  </a:lnTo>
                  <a:lnTo>
                    <a:pt x="4512871" y="3911600"/>
                  </a:lnTo>
                  <a:lnTo>
                    <a:pt x="5102931" y="3911600"/>
                  </a:lnTo>
                  <a:lnTo>
                    <a:pt x="5147462" y="3860800"/>
                  </a:lnTo>
                  <a:lnTo>
                    <a:pt x="5111421" y="3822700"/>
                  </a:lnTo>
                  <a:lnTo>
                    <a:pt x="5105574" y="3810000"/>
                  </a:lnTo>
                  <a:lnTo>
                    <a:pt x="4763449" y="3810000"/>
                  </a:lnTo>
                  <a:lnTo>
                    <a:pt x="4719498" y="3797300"/>
                  </a:lnTo>
                  <a:lnTo>
                    <a:pt x="4678108" y="3784600"/>
                  </a:lnTo>
                  <a:lnTo>
                    <a:pt x="4639977" y="3771900"/>
                  </a:lnTo>
                  <a:lnTo>
                    <a:pt x="4605800" y="3733800"/>
                  </a:lnTo>
                  <a:lnTo>
                    <a:pt x="4576275" y="3708400"/>
                  </a:lnTo>
                  <a:lnTo>
                    <a:pt x="4552098" y="3670300"/>
                  </a:lnTo>
                  <a:lnTo>
                    <a:pt x="4533967" y="3619500"/>
                  </a:lnTo>
                  <a:lnTo>
                    <a:pt x="4522577" y="3581400"/>
                  </a:lnTo>
                  <a:lnTo>
                    <a:pt x="4518625" y="3530600"/>
                  </a:lnTo>
                  <a:lnTo>
                    <a:pt x="4522577" y="3479800"/>
                  </a:lnTo>
                  <a:lnTo>
                    <a:pt x="4533967" y="3429000"/>
                  </a:lnTo>
                  <a:lnTo>
                    <a:pt x="4552098" y="3390900"/>
                  </a:lnTo>
                  <a:lnTo>
                    <a:pt x="4576275" y="3352800"/>
                  </a:lnTo>
                  <a:lnTo>
                    <a:pt x="4605800" y="3314700"/>
                  </a:lnTo>
                  <a:lnTo>
                    <a:pt x="4639977" y="3289300"/>
                  </a:lnTo>
                  <a:lnTo>
                    <a:pt x="4678108" y="3263900"/>
                  </a:lnTo>
                  <a:lnTo>
                    <a:pt x="4719498" y="3251200"/>
                  </a:lnTo>
                  <a:close/>
                </a:path>
                <a:path w="5400675" h="4241800">
                  <a:moveTo>
                    <a:pt x="5102931" y="3911600"/>
                  </a:moveTo>
                  <a:lnTo>
                    <a:pt x="5014016" y="3911600"/>
                  </a:lnTo>
                  <a:lnTo>
                    <a:pt x="5022324" y="3924300"/>
                  </a:lnTo>
                  <a:lnTo>
                    <a:pt x="5058399" y="3962400"/>
                  </a:lnTo>
                  <a:lnTo>
                    <a:pt x="5102931" y="3911600"/>
                  </a:lnTo>
                  <a:close/>
                </a:path>
                <a:path w="5400675" h="4241800">
                  <a:moveTo>
                    <a:pt x="5102903" y="3251200"/>
                  </a:moveTo>
                  <a:lnTo>
                    <a:pt x="4807400" y="3251200"/>
                  </a:lnTo>
                  <a:lnTo>
                    <a:pt x="4848790" y="3263900"/>
                  </a:lnTo>
                  <a:lnTo>
                    <a:pt x="4886921" y="3289300"/>
                  </a:lnTo>
                  <a:lnTo>
                    <a:pt x="4921098" y="3314700"/>
                  </a:lnTo>
                  <a:lnTo>
                    <a:pt x="4950623" y="3352800"/>
                  </a:lnTo>
                  <a:lnTo>
                    <a:pt x="4974799" y="3390900"/>
                  </a:lnTo>
                  <a:lnTo>
                    <a:pt x="4992931" y="3429000"/>
                  </a:lnTo>
                  <a:lnTo>
                    <a:pt x="5004321" y="3479800"/>
                  </a:lnTo>
                  <a:lnTo>
                    <a:pt x="5008272" y="3530600"/>
                  </a:lnTo>
                  <a:lnTo>
                    <a:pt x="5004321" y="3581400"/>
                  </a:lnTo>
                  <a:lnTo>
                    <a:pt x="4992931" y="3619500"/>
                  </a:lnTo>
                  <a:lnTo>
                    <a:pt x="4974799" y="3670300"/>
                  </a:lnTo>
                  <a:lnTo>
                    <a:pt x="4950623" y="3708400"/>
                  </a:lnTo>
                  <a:lnTo>
                    <a:pt x="4921098" y="3733800"/>
                  </a:lnTo>
                  <a:lnTo>
                    <a:pt x="4886921" y="3771900"/>
                  </a:lnTo>
                  <a:lnTo>
                    <a:pt x="4848790" y="3784600"/>
                  </a:lnTo>
                  <a:lnTo>
                    <a:pt x="4807400" y="3797300"/>
                  </a:lnTo>
                  <a:lnTo>
                    <a:pt x="4763449" y="3810000"/>
                  </a:lnTo>
                  <a:lnTo>
                    <a:pt x="5105574" y="3810000"/>
                  </a:lnTo>
                  <a:lnTo>
                    <a:pt x="5102908" y="3797300"/>
                  </a:lnTo>
                  <a:lnTo>
                    <a:pt x="5103513" y="3784600"/>
                  </a:lnTo>
                  <a:lnTo>
                    <a:pt x="5107485" y="3784600"/>
                  </a:lnTo>
                  <a:lnTo>
                    <a:pt x="5126129" y="3746500"/>
                  </a:lnTo>
                  <a:lnTo>
                    <a:pt x="5141731" y="3708400"/>
                  </a:lnTo>
                  <a:lnTo>
                    <a:pt x="5154241" y="3670300"/>
                  </a:lnTo>
                  <a:lnTo>
                    <a:pt x="5163607" y="3632200"/>
                  </a:lnTo>
                  <a:lnTo>
                    <a:pt x="5167410" y="3619500"/>
                  </a:lnTo>
                  <a:lnTo>
                    <a:pt x="5173956" y="3606800"/>
                  </a:lnTo>
                  <a:lnTo>
                    <a:pt x="5182571" y="3606800"/>
                  </a:lnTo>
                  <a:lnTo>
                    <a:pt x="5192577" y="3594100"/>
                  </a:lnTo>
                  <a:lnTo>
                    <a:pt x="5243490" y="3594100"/>
                  </a:lnTo>
                  <a:lnTo>
                    <a:pt x="5243490" y="3454400"/>
                  </a:lnTo>
                  <a:lnTo>
                    <a:pt x="5173952" y="3454400"/>
                  </a:lnTo>
                  <a:lnTo>
                    <a:pt x="5167405" y="3441700"/>
                  </a:lnTo>
                  <a:lnTo>
                    <a:pt x="5163607" y="3429000"/>
                  </a:lnTo>
                  <a:lnTo>
                    <a:pt x="5154236" y="3390900"/>
                  </a:lnTo>
                  <a:lnTo>
                    <a:pt x="5141727" y="3352800"/>
                  </a:lnTo>
                  <a:lnTo>
                    <a:pt x="5126127" y="3314700"/>
                  </a:lnTo>
                  <a:lnTo>
                    <a:pt x="5107485" y="3276600"/>
                  </a:lnTo>
                  <a:lnTo>
                    <a:pt x="5103512" y="3263900"/>
                  </a:lnTo>
                  <a:lnTo>
                    <a:pt x="5102903" y="3251200"/>
                  </a:lnTo>
                  <a:close/>
                </a:path>
                <a:path w="5400675" h="4241800">
                  <a:moveTo>
                    <a:pt x="4763449" y="3314700"/>
                  </a:moveTo>
                  <a:lnTo>
                    <a:pt x="4720951" y="3327400"/>
                  </a:lnTo>
                  <a:lnTo>
                    <a:pt x="4681912" y="3340100"/>
                  </a:lnTo>
                  <a:lnTo>
                    <a:pt x="4647454" y="3365500"/>
                  </a:lnTo>
                  <a:lnTo>
                    <a:pt x="4618700" y="3403600"/>
                  </a:lnTo>
                  <a:lnTo>
                    <a:pt x="4596772" y="3441700"/>
                  </a:lnTo>
                  <a:lnTo>
                    <a:pt x="4582793" y="3479800"/>
                  </a:lnTo>
                  <a:lnTo>
                    <a:pt x="4577883" y="3530600"/>
                  </a:lnTo>
                  <a:lnTo>
                    <a:pt x="4582793" y="3581400"/>
                  </a:lnTo>
                  <a:lnTo>
                    <a:pt x="4596772" y="3619500"/>
                  </a:lnTo>
                  <a:lnTo>
                    <a:pt x="4618700" y="3657600"/>
                  </a:lnTo>
                  <a:lnTo>
                    <a:pt x="4647454" y="3695700"/>
                  </a:lnTo>
                  <a:lnTo>
                    <a:pt x="4681912" y="3721100"/>
                  </a:lnTo>
                  <a:lnTo>
                    <a:pt x="4720951" y="3733800"/>
                  </a:lnTo>
                  <a:lnTo>
                    <a:pt x="4805948" y="3733800"/>
                  </a:lnTo>
                  <a:lnTo>
                    <a:pt x="4844986" y="3721100"/>
                  </a:lnTo>
                  <a:lnTo>
                    <a:pt x="4879444" y="3695700"/>
                  </a:lnTo>
                  <a:lnTo>
                    <a:pt x="4908198" y="3657600"/>
                  </a:lnTo>
                  <a:lnTo>
                    <a:pt x="4930125" y="3619500"/>
                  </a:lnTo>
                  <a:lnTo>
                    <a:pt x="4944105" y="3581400"/>
                  </a:lnTo>
                  <a:lnTo>
                    <a:pt x="4949014" y="3530600"/>
                  </a:lnTo>
                  <a:lnTo>
                    <a:pt x="4944105" y="3479800"/>
                  </a:lnTo>
                  <a:lnTo>
                    <a:pt x="4930125" y="3441700"/>
                  </a:lnTo>
                  <a:lnTo>
                    <a:pt x="4908198" y="3403600"/>
                  </a:lnTo>
                  <a:lnTo>
                    <a:pt x="4879444" y="3365500"/>
                  </a:lnTo>
                  <a:lnTo>
                    <a:pt x="4844986" y="3340100"/>
                  </a:lnTo>
                  <a:lnTo>
                    <a:pt x="4805948" y="3327400"/>
                  </a:lnTo>
                  <a:lnTo>
                    <a:pt x="4763449" y="3314700"/>
                  </a:lnTo>
                  <a:close/>
                </a:path>
                <a:path w="5400675" h="4241800">
                  <a:moveTo>
                    <a:pt x="4468788" y="3098800"/>
                  </a:moveTo>
                  <a:lnTo>
                    <a:pt x="4379657" y="3200400"/>
                  </a:lnTo>
                  <a:lnTo>
                    <a:pt x="4415467" y="3238500"/>
                  </a:lnTo>
                  <a:lnTo>
                    <a:pt x="4421313" y="3251200"/>
                  </a:lnTo>
                  <a:lnTo>
                    <a:pt x="5105570" y="3251200"/>
                  </a:lnTo>
                  <a:lnTo>
                    <a:pt x="5111421" y="3238500"/>
                  </a:lnTo>
                  <a:lnTo>
                    <a:pt x="5147231" y="3200400"/>
                  </a:lnTo>
                  <a:lnTo>
                    <a:pt x="5102665" y="3149600"/>
                  </a:lnTo>
                  <a:lnTo>
                    <a:pt x="4522387" y="3149600"/>
                  </a:lnTo>
                  <a:lnTo>
                    <a:pt x="4512869" y="3136900"/>
                  </a:lnTo>
                  <a:lnTo>
                    <a:pt x="4504563" y="3136900"/>
                  </a:lnTo>
                  <a:lnTo>
                    <a:pt x="4468788" y="3098800"/>
                  </a:lnTo>
                  <a:close/>
                </a:path>
                <a:path w="5400675" h="4241800">
                  <a:moveTo>
                    <a:pt x="4849849" y="3073400"/>
                  </a:moveTo>
                  <a:lnTo>
                    <a:pt x="4677039" y="3073400"/>
                  </a:lnTo>
                  <a:lnTo>
                    <a:pt x="4641340" y="3086100"/>
                  </a:lnTo>
                  <a:lnTo>
                    <a:pt x="4606788" y="3098800"/>
                  </a:lnTo>
                  <a:lnTo>
                    <a:pt x="4573502" y="3124200"/>
                  </a:lnTo>
                  <a:lnTo>
                    <a:pt x="4541600" y="3136900"/>
                  </a:lnTo>
                  <a:lnTo>
                    <a:pt x="4532251" y="3149600"/>
                  </a:lnTo>
                  <a:lnTo>
                    <a:pt x="4994631" y="3149600"/>
                  </a:lnTo>
                  <a:lnTo>
                    <a:pt x="4985288" y="3136900"/>
                  </a:lnTo>
                  <a:lnTo>
                    <a:pt x="4953383" y="3124200"/>
                  </a:lnTo>
                  <a:lnTo>
                    <a:pt x="4920094" y="3098800"/>
                  </a:lnTo>
                  <a:lnTo>
                    <a:pt x="4885542" y="3086100"/>
                  </a:lnTo>
                  <a:lnTo>
                    <a:pt x="4849849" y="3073400"/>
                  </a:lnTo>
                  <a:close/>
                </a:path>
                <a:path w="5400675" h="4241800">
                  <a:moveTo>
                    <a:pt x="5058100" y="3098800"/>
                  </a:moveTo>
                  <a:lnTo>
                    <a:pt x="5022312" y="3136900"/>
                  </a:lnTo>
                  <a:lnTo>
                    <a:pt x="5014011" y="3136900"/>
                  </a:lnTo>
                  <a:lnTo>
                    <a:pt x="5004495" y="3149600"/>
                  </a:lnTo>
                  <a:lnTo>
                    <a:pt x="5102665" y="3149600"/>
                  </a:lnTo>
                  <a:lnTo>
                    <a:pt x="5058100" y="3098800"/>
                  </a:lnTo>
                  <a:close/>
                </a:path>
                <a:path w="5400675" h="4241800">
                  <a:moveTo>
                    <a:pt x="4612299" y="3022600"/>
                  </a:moveTo>
                  <a:lnTo>
                    <a:pt x="4489748" y="3022600"/>
                  </a:lnTo>
                  <a:lnTo>
                    <a:pt x="4529992" y="3073400"/>
                  </a:lnTo>
                  <a:lnTo>
                    <a:pt x="4556653" y="3048000"/>
                  </a:lnTo>
                  <a:lnTo>
                    <a:pt x="4584106" y="3035300"/>
                  </a:lnTo>
                  <a:lnTo>
                    <a:pt x="4612299" y="3022600"/>
                  </a:lnTo>
                  <a:close/>
                </a:path>
                <a:path w="5400675" h="4241800">
                  <a:moveTo>
                    <a:pt x="4833025" y="3060700"/>
                  </a:moveTo>
                  <a:lnTo>
                    <a:pt x="4693857" y="3060700"/>
                  </a:lnTo>
                  <a:lnTo>
                    <a:pt x="4686452" y="3073400"/>
                  </a:lnTo>
                  <a:lnTo>
                    <a:pt x="4840430" y="3073400"/>
                  </a:lnTo>
                  <a:lnTo>
                    <a:pt x="4833025" y="3060700"/>
                  </a:lnTo>
                  <a:close/>
                </a:path>
                <a:path w="5400675" h="4241800">
                  <a:moveTo>
                    <a:pt x="5037138" y="3022600"/>
                  </a:moveTo>
                  <a:lnTo>
                    <a:pt x="4914594" y="3022600"/>
                  </a:lnTo>
                  <a:lnTo>
                    <a:pt x="4942790" y="3035300"/>
                  </a:lnTo>
                  <a:lnTo>
                    <a:pt x="4970245" y="3048000"/>
                  </a:lnTo>
                  <a:lnTo>
                    <a:pt x="4996907" y="3073400"/>
                  </a:lnTo>
                  <a:lnTo>
                    <a:pt x="5037138" y="3022600"/>
                  </a:lnTo>
                  <a:close/>
                </a:path>
                <a:path w="5400675" h="4241800">
                  <a:moveTo>
                    <a:pt x="5400598" y="2781299"/>
                  </a:moveTo>
                  <a:lnTo>
                    <a:pt x="5279613" y="2781300"/>
                  </a:lnTo>
                  <a:lnTo>
                    <a:pt x="5302794" y="2794000"/>
                  </a:lnTo>
                  <a:lnTo>
                    <a:pt x="5324150" y="2806700"/>
                  </a:lnTo>
                  <a:lnTo>
                    <a:pt x="5343142" y="2819400"/>
                  </a:lnTo>
                  <a:lnTo>
                    <a:pt x="5368077" y="2857500"/>
                  </a:lnTo>
                  <a:lnTo>
                    <a:pt x="5378981" y="2908300"/>
                  </a:lnTo>
                  <a:lnTo>
                    <a:pt x="5375857" y="2959100"/>
                  </a:lnTo>
                  <a:lnTo>
                    <a:pt x="5358710" y="2997200"/>
                  </a:lnTo>
                  <a:lnTo>
                    <a:pt x="5400598" y="3073400"/>
                  </a:lnTo>
                  <a:lnTo>
                    <a:pt x="5400598" y="2781299"/>
                  </a:lnTo>
                  <a:close/>
                </a:path>
                <a:path w="5400675" h="4241800">
                  <a:moveTo>
                    <a:pt x="4826445" y="2984500"/>
                  </a:moveTo>
                  <a:lnTo>
                    <a:pt x="4700441" y="2984500"/>
                  </a:lnTo>
                  <a:lnTo>
                    <a:pt x="4700441" y="3048000"/>
                  </a:lnTo>
                  <a:lnTo>
                    <a:pt x="4698703" y="3060700"/>
                  </a:lnTo>
                  <a:lnTo>
                    <a:pt x="4828181" y="3060700"/>
                  </a:lnTo>
                  <a:lnTo>
                    <a:pt x="4826445" y="3048000"/>
                  </a:lnTo>
                  <a:lnTo>
                    <a:pt x="4826445" y="2984500"/>
                  </a:lnTo>
                  <a:close/>
                </a:path>
                <a:path w="5400675" h="4241800">
                  <a:moveTo>
                    <a:pt x="5314913" y="3048000"/>
                  </a:moveTo>
                  <a:lnTo>
                    <a:pt x="5300919" y="3048000"/>
                  </a:lnTo>
                  <a:lnTo>
                    <a:pt x="5286201" y="3060700"/>
                  </a:lnTo>
                  <a:lnTo>
                    <a:pt x="5323605" y="3060700"/>
                  </a:lnTo>
                  <a:lnTo>
                    <a:pt x="5314913" y="3048000"/>
                  </a:lnTo>
                  <a:close/>
                </a:path>
                <a:path w="5400675" h="4241800">
                  <a:moveTo>
                    <a:pt x="4641181" y="3009900"/>
                  </a:moveTo>
                  <a:lnTo>
                    <a:pt x="4468804" y="3009900"/>
                  </a:lnTo>
                  <a:lnTo>
                    <a:pt x="4479951" y="3022600"/>
                  </a:lnTo>
                  <a:lnTo>
                    <a:pt x="4641181" y="3022600"/>
                  </a:lnTo>
                  <a:lnTo>
                    <a:pt x="4641181" y="3009900"/>
                  </a:lnTo>
                  <a:close/>
                </a:path>
                <a:path w="5400675" h="4241800">
                  <a:moveTo>
                    <a:pt x="5130702" y="2921000"/>
                  </a:moveTo>
                  <a:lnTo>
                    <a:pt x="4867609" y="2921000"/>
                  </a:lnTo>
                  <a:lnTo>
                    <a:pt x="4877027" y="2933700"/>
                  </a:lnTo>
                  <a:lnTo>
                    <a:pt x="4883377" y="2946400"/>
                  </a:lnTo>
                  <a:lnTo>
                    <a:pt x="4885705" y="2959100"/>
                  </a:lnTo>
                  <a:lnTo>
                    <a:pt x="4885705" y="3022600"/>
                  </a:lnTo>
                  <a:lnTo>
                    <a:pt x="5046942" y="3022600"/>
                  </a:lnTo>
                  <a:lnTo>
                    <a:pt x="5058092" y="3009900"/>
                  </a:lnTo>
                  <a:lnTo>
                    <a:pt x="5159343" y="3009900"/>
                  </a:lnTo>
                  <a:lnTo>
                    <a:pt x="5151537" y="2997200"/>
                  </a:lnTo>
                  <a:lnTo>
                    <a:pt x="5140110" y="2971800"/>
                  </a:lnTo>
                  <a:lnTo>
                    <a:pt x="5133091" y="2946400"/>
                  </a:lnTo>
                  <a:lnTo>
                    <a:pt x="5130702" y="2921000"/>
                  </a:lnTo>
                  <a:close/>
                </a:path>
                <a:path w="5400675" h="4241800">
                  <a:moveTo>
                    <a:pt x="5280105" y="2984500"/>
                  </a:moveTo>
                  <a:lnTo>
                    <a:pt x="5230183" y="2984500"/>
                  </a:lnTo>
                  <a:lnTo>
                    <a:pt x="5242326" y="2997200"/>
                  </a:lnTo>
                  <a:lnTo>
                    <a:pt x="5267960" y="2997200"/>
                  </a:lnTo>
                  <a:lnTo>
                    <a:pt x="5280105" y="2984500"/>
                  </a:lnTo>
                  <a:close/>
                </a:path>
                <a:path w="5400675" h="4241800">
                  <a:moveTo>
                    <a:pt x="5291294" y="2857500"/>
                  </a:moveTo>
                  <a:lnTo>
                    <a:pt x="5219002" y="2857500"/>
                  </a:lnTo>
                  <a:lnTo>
                    <a:pt x="5209058" y="2870200"/>
                  </a:lnTo>
                  <a:lnTo>
                    <a:pt x="5200879" y="2882900"/>
                  </a:lnTo>
                  <a:lnTo>
                    <a:pt x="5194892" y="2895600"/>
                  </a:lnTo>
                  <a:lnTo>
                    <a:pt x="5191213" y="2908300"/>
                  </a:lnTo>
                  <a:lnTo>
                    <a:pt x="5189961" y="2921000"/>
                  </a:lnTo>
                  <a:lnTo>
                    <a:pt x="5191213" y="2933700"/>
                  </a:lnTo>
                  <a:lnTo>
                    <a:pt x="5194892" y="2946400"/>
                  </a:lnTo>
                  <a:lnTo>
                    <a:pt x="5200879" y="2959100"/>
                  </a:lnTo>
                  <a:lnTo>
                    <a:pt x="5209058" y="2971800"/>
                  </a:lnTo>
                  <a:lnTo>
                    <a:pt x="5219000" y="2984500"/>
                  </a:lnTo>
                  <a:lnTo>
                    <a:pt x="5291294" y="2984500"/>
                  </a:lnTo>
                  <a:lnTo>
                    <a:pt x="5301245" y="2971800"/>
                  </a:lnTo>
                  <a:lnTo>
                    <a:pt x="5315535" y="2946400"/>
                  </a:lnTo>
                  <a:lnTo>
                    <a:pt x="5320299" y="2921000"/>
                  </a:lnTo>
                  <a:lnTo>
                    <a:pt x="5315535" y="2895600"/>
                  </a:lnTo>
                  <a:lnTo>
                    <a:pt x="5301245" y="2870200"/>
                  </a:lnTo>
                  <a:lnTo>
                    <a:pt x="5291294" y="2857500"/>
                  </a:lnTo>
                  <a:close/>
                </a:path>
                <a:path w="5400675" h="4241800">
                  <a:moveTo>
                    <a:pt x="5267960" y="2844800"/>
                  </a:moveTo>
                  <a:lnTo>
                    <a:pt x="5242331" y="2844800"/>
                  </a:lnTo>
                  <a:lnTo>
                    <a:pt x="5230188" y="2857500"/>
                  </a:lnTo>
                  <a:lnTo>
                    <a:pt x="5280105" y="2857500"/>
                  </a:lnTo>
                  <a:lnTo>
                    <a:pt x="5267960" y="2844800"/>
                  </a:lnTo>
                  <a:close/>
                </a:path>
                <a:path w="5400675" h="4241800">
                  <a:moveTo>
                    <a:pt x="5400598" y="2730499"/>
                  </a:moveTo>
                  <a:lnTo>
                    <a:pt x="5051710" y="2730500"/>
                  </a:lnTo>
                  <a:lnTo>
                    <a:pt x="5062740" y="2743200"/>
                  </a:lnTo>
                  <a:lnTo>
                    <a:pt x="5065899" y="2755900"/>
                  </a:lnTo>
                  <a:lnTo>
                    <a:pt x="5065899" y="2768600"/>
                  </a:lnTo>
                  <a:lnTo>
                    <a:pt x="5062728" y="2781300"/>
                  </a:lnTo>
                  <a:lnTo>
                    <a:pt x="5057218" y="2794000"/>
                  </a:lnTo>
                  <a:lnTo>
                    <a:pt x="5207497" y="2794000"/>
                  </a:lnTo>
                  <a:lnTo>
                    <a:pt x="5230678" y="2781300"/>
                  </a:lnTo>
                  <a:lnTo>
                    <a:pt x="5400598" y="2781299"/>
                  </a:lnTo>
                  <a:lnTo>
                    <a:pt x="5400598" y="2730499"/>
                  </a:lnTo>
                  <a:close/>
                </a:path>
                <a:path w="5400675" h="4241800">
                  <a:moveTo>
                    <a:pt x="5400598" y="2667000"/>
                  </a:moveTo>
                  <a:lnTo>
                    <a:pt x="4801532" y="2667000"/>
                  </a:lnTo>
                  <a:lnTo>
                    <a:pt x="4839480" y="2679700"/>
                  </a:lnTo>
                  <a:lnTo>
                    <a:pt x="4877161" y="2679700"/>
                  </a:lnTo>
                  <a:lnTo>
                    <a:pt x="4914444" y="2692400"/>
                  </a:lnTo>
                  <a:lnTo>
                    <a:pt x="4925287" y="2692400"/>
                  </a:lnTo>
                  <a:lnTo>
                    <a:pt x="4933259" y="2705100"/>
                  </a:lnTo>
                  <a:lnTo>
                    <a:pt x="4937617" y="2717800"/>
                  </a:lnTo>
                  <a:lnTo>
                    <a:pt x="4937615" y="2730500"/>
                  </a:lnTo>
                  <a:lnTo>
                    <a:pt x="4933046" y="2743200"/>
                  </a:lnTo>
                  <a:lnTo>
                    <a:pt x="4924952" y="2755900"/>
                  </a:lnTo>
                  <a:lnTo>
                    <a:pt x="5006640" y="2755900"/>
                  </a:lnTo>
                  <a:lnTo>
                    <a:pt x="5009812" y="2743200"/>
                  </a:lnTo>
                  <a:lnTo>
                    <a:pt x="5020842" y="2730500"/>
                  </a:lnTo>
                  <a:lnTo>
                    <a:pt x="5400598" y="2730499"/>
                  </a:lnTo>
                  <a:lnTo>
                    <a:pt x="5400598" y="26670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4138" y="1326387"/>
            <a:ext cx="2192655" cy="165096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873125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Lectura</a:t>
            </a:r>
            <a:r>
              <a:rPr sz="2800" b="1" spc="-4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y </a:t>
            </a:r>
            <a:r>
              <a:rPr sz="2800" b="1" spc="-10" dirty="0" err="1">
                <a:solidFill>
                  <a:srgbClr val="FF0000"/>
                </a:solidFill>
                <a:latin typeface="Arial Narrow"/>
                <a:cs typeface="Arial Narrow"/>
              </a:rPr>
              <a:t>procesamiento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:</a:t>
            </a:r>
            <a:endParaRPr lang="es-ES" sz="2800" b="1" spc="-10" dirty="0">
              <a:solidFill>
                <a:srgbClr val="FF0000"/>
              </a:solidFill>
              <a:latin typeface="Arial Narrow"/>
              <a:cs typeface="Arial Narrow"/>
            </a:endParaRPr>
          </a:p>
          <a:p>
            <a:pPr marL="12700" marR="5080" indent="873125">
              <a:lnSpc>
                <a:spcPct val="68600"/>
              </a:lnSpc>
              <a:spcBef>
                <a:spcPts val="1155"/>
              </a:spcBef>
            </a:pPr>
            <a:endParaRPr lang="en-US" sz="2800" b="1" spc="-10" dirty="0">
              <a:solidFill>
                <a:srgbClr val="FF0000"/>
              </a:solidFill>
              <a:latin typeface="Arial Narrow"/>
              <a:cs typeface="Arial Narrow"/>
            </a:endParaRPr>
          </a:p>
          <a:p>
            <a:pPr marL="12700" marR="5080" indent="873125">
              <a:lnSpc>
                <a:spcPct val="68600"/>
              </a:lnSpc>
              <a:spcBef>
                <a:spcPts val="1155"/>
              </a:spcBef>
            </a:pPr>
            <a:r>
              <a:rPr lang="en-US"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Python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9180" y="435355"/>
            <a:ext cx="152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import</a:t>
            </a:r>
            <a:r>
              <a:rPr sz="1800" b="1" spc="-6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273239"/>
                </a:solidFill>
                <a:latin typeface="Courier New"/>
                <a:cs typeface="Courier New"/>
              </a:rPr>
              <a:t>json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9180" y="980947"/>
            <a:ext cx="3711575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#</a:t>
            </a:r>
            <a:r>
              <a:rPr sz="1800" b="1" spc="-6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Apertura</a:t>
            </a:r>
            <a:r>
              <a:rPr sz="1800" b="1" spc="-6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fichero</a:t>
            </a:r>
            <a:r>
              <a:rPr sz="1800" b="1" spc="-5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.json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f</a:t>
            </a:r>
            <a:r>
              <a:rPr sz="1800" b="1" spc="-1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open(‘Peliculas.json',)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9180" y="1806955"/>
            <a:ext cx="494030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#</a:t>
            </a:r>
            <a:r>
              <a:rPr sz="1800" b="1" spc="-5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Devuelve</a:t>
            </a:r>
            <a:r>
              <a:rPr sz="1800" b="1" spc="-5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objeto</a:t>
            </a:r>
            <a:r>
              <a:rPr sz="1800" b="1" spc="-5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JSON</a:t>
            </a:r>
            <a:r>
              <a:rPr sz="1800" b="1" spc="-5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(diccionario)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data</a:t>
            </a:r>
            <a:r>
              <a:rPr sz="1800" b="1" spc="-3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=</a:t>
            </a:r>
            <a:r>
              <a:rPr sz="1800" b="1" spc="-3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json.load(f)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9180" y="2632964"/>
            <a:ext cx="3575050" cy="13912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58800" marR="5080" indent="-546100">
              <a:lnSpc>
                <a:spcPts val="2090"/>
              </a:lnSpc>
              <a:spcBef>
                <a:spcPts val="225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for</a:t>
            </a:r>
            <a:r>
              <a:rPr sz="1800" b="1" spc="-2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i</a:t>
            </a:r>
            <a:r>
              <a:rPr sz="1800" b="1" spc="-2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in</a:t>
            </a:r>
            <a:r>
              <a:rPr sz="1800" b="1" spc="-2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data[‘Pelicula']: print(i)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urier New"/>
              <a:cs typeface="Courier New"/>
            </a:endParaRPr>
          </a:p>
          <a:p>
            <a:pPr marL="12700" marR="824230">
              <a:lnSpc>
                <a:spcPct val="101099"/>
              </a:lnSpc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#</a:t>
            </a:r>
            <a:r>
              <a:rPr sz="1800" b="1" spc="-4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Cierre</a:t>
            </a:r>
            <a:r>
              <a:rPr sz="1800" b="1" spc="-4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del</a:t>
            </a:r>
            <a:r>
              <a:rPr sz="1800" b="1" spc="-3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fichero f.close()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6415" y="51470"/>
            <a:ext cx="576063" cy="57606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9100" y="1326387"/>
            <a:ext cx="185801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5080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Equivalencia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JSON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XML: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347979"/>
            <a:ext cx="23964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20" dirty="0">
                <a:latin typeface="Arial"/>
                <a:cs typeface="Arial"/>
              </a:rPr>
              <a:t>FreeFormatter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840739"/>
            <a:ext cx="509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2"/>
              </a:rPr>
              <a:t>https://www.freeformatter.com/json-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032764"/>
            <a:ext cx="289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to-xml-converter.html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215869"/>
            <a:ext cx="5227320" cy="10953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44"/>
              </a:spcBef>
              <a:buChar char="■"/>
              <a:tabLst>
                <a:tab pos="297815" algn="l"/>
              </a:tabLst>
            </a:pPr>
            <a:r>
              <a:rPr sz="2800" spc="-155" dirty="0">
                <a:latin typeface="Arial"/>
                <a:cs typeface="Arial"/>
              </a:rPr>
              <a:t>ConvertJSON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70000"/>
              </a:lnSpc>
              <a:spcBef>
                <a:spcPts val="1190"/>
              </a:spcBef>
              <a:buClr>
                <a:srgbClr val="000000"/>
              </a:buClr>
              <a:buFont typeface="Arial"/>
              <a:buChar char="■"/>
              <a:tabLst>
                <a:tab pos="298450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3"/>
              </a:rPr>
              <a:t>https://www.convertjson.com/json-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3"/>
              </a:rPr>
              <a:t>to-</a:t>
            </a:r>
            <a:r>
              <a:rPr sz="18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xml.htm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4302" y="2206469"/>
            <a:ext cx="4953000" cy="1285607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44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CodeBeauty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https://codebeautify.org/jsontoxml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"/>
              <a:buChar char="■"/>
            </a:pP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79912" y="2362434"/>
            <a:ext cx="5364480" cy="2781300"/>
            <a:chOff x="3779912" y="2362434"/>
            <a:chExt cx="5364480" cy="278130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9912" y="2362434"/>
              <a:ext cx="5154540" cy="25717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7188" y="1326387"/>
            <a:ext cx="19202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Aplicaciones: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2732" y="267493"/>
            <a:ext cx="4490905" cy="188761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dirty="0"/>
              <a:t>LENGUAJES</a:t>
            </a:r>
            <a:r>
              <a:rPr spc="-30" dirty="0"/>
              <a:t> </a:t>
            </a:r>
            <a:r>
              <a:rPr spc="-25" dirty="0"/>
              <a:t>DE </a:t>
            </a:r>
            <a:r>
              <a:rPr dirty="0"/>
              <a:t>MODELADO</a:t>
            </a:r>
            <a:r>
              <a:rPr spc="-105" dirty="0"/>
              <a:t> </a:t>
            </a:r>
            <a:r>
              <a:rPr spc="-25" dirty="0"/>
              <a:t>DE </a:t>
            </a:r>
            <a:r>
              <a:rPr dirty="0"/>
              <a:t>GRAFOS</a:t>
            </a:r>
            <a:r>
              <a:rPr spc="-50" dirty="0"/>
              <a:t> </a:t>
            </a:r>
            <a:r>
              <a:rPr spc="-10" dirty="0"/>
              <a:t>(GraphML)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Grafos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6126" y="1326387"/>
            <a:ext cx="1530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Definición: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4595" y="317499"/>
            <a:ext cx="5020945" cy="135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80" dirty="0">
                <a:latin typeface="Arial"/>
                <a:cs typeface="Arial"/>
              </a:rPr>
              <a:t>Ente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matemático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Conjunto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vértices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nodos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(V)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Conjunto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aristas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enlaces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(E)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1658" y="2120956"/>
            <a:ext cx="4057136" cy="262520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Grafos</a:t>
            </a:r>
            <a:endParaRPr sz="4000">
              <a:latin typeface="Arial Narrow"/>
              <a:cs typeface="Arial Narrow"/>
            </a:endParaRPr>
          </a:p>
          <a:p>
            <a:pPr marL="383540">
              <a:lnSpc>
                <a:spcPct val="100000"/>
              </a:lnSpc>
              <a:spcBef>
                <a:spcPts val="36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Aplicaciones: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174243"/>
            <a:ext cx="4785995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85" dirty="0">
                <a:latin typeface="Arial"/>
                <a:cs typeface="Arial"/>
              </a:rPr>
              <a:t>Búsqueda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caminos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mínimos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Síntesis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circuitos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265" dirty="0">
                <a:latin typeface="Arial"/>
                <a:cs typeface="Arial"/>
              </a:rPr>
              <a:t>Redes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 </a:t>
            </a:r>
            <a:r>
              <a:rPr sz="2800" spc="-75" dirty="0">
                <a:latin typeface="Arial"/>
                <a:cs typeface="Arial"/>
              </a:rPr>
              <a:t>comunicaciones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Análisis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redes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sociales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919" dirty="0">
                <a:latin typeface="Arial"/>
                <a:cs typeface="Arial"/>
              </a:rPr>
              <a:t>…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8623" y="2383535"/>
            <a:ext cx="4992624" cy="256946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6126" y="1326387"/>
            <a:ext cx="1530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Definición: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92531"/>
            <a:ext cx="5100320" cy="34823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Derivado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298450" marR="5080" indent="-285750">
              <a:lnSpc>
                <a:spcPts val="3290"/>
              </a:lnSpc>
              <a:spcBef>
                <a:spcPts val="820"/>
              </a:spcBef>
              <a:buChar char="■"/>
              <a:tabLst>
                <a:tab pos="298450" algn="l"/>
              </a:tabLst>
            </a:pPr>
            <a:r>
              <a:rPr sz="2800" spc="-75" dirty="0">
                <a:latin typeface="Arial"/>
                <a:cs typeface="Arial"/>
              </a:rPr>
              <a:t>Muy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extendido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para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modelado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grafos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(GML,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25" dirty="0">
                <a:latin typeface="Arial"/>
                <a:cs typeface="Arial"/>
              </a:rPr>
              <a:t>GXL,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XGMML)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har char="■"/>
              <a:tabLst>
                <a:tab pos="297815" algn="l"/>
              </a:tabLst>
            </a:pPr>
            <a:r>
              <a:rPr sz="2800" spc="-25" dirty="0">
                <a:latin typeface="Arial"/>
                <a:cs typeface="Arial"/>
              </a:rPr>
              <a:t>Sencillo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</a:tabLst>
            </a:pPr>
            <a:r>
              <a:rPr sz="2800" spc="-30" dirty="0">
                <a:latin typeface="Arial"/>
                <a:cs typeface="Arial"/>
              </a:rPr>
              <a:t>General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25"/>
              </a:spcBef>
              <a:buChar char="■"/>
              <a:tabLst>
                <a:tab pos="297815" algn="l"/>
              </a:tabLst>
            </a:pPr>
            <a:r>
              <a:rPr sz="2800" spc="-50" dirty="0">
                <a:latin typeface="Arial"/>
                <a:cs typeface="Arial"/>
              </a:rPr>
              <a:t>Extensible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</a:tabLst>
            </a:pPr>
            <a:r>
              <a:rPr sz="2800" spc="-30" dirty="0">
                <a:latin typeface="Arial"/>
                <a:cs typeface="Arial"/>
              </a:rPr>
              <a:t>Robusto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2079" y="3579862"/>
            <a:ext cx="1409575" cy="140957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2176" y="1326387"/>
            <a:ext cx="138493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12827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Facebook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6673" y="2121461"/>
            <a:ext cx="4366959" cy="27545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42628" y="3799332"/>
            <a:ext cx="981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latin typeface="Arial"/>
                <a:cs typeface="Arial"/>
              </a:rPr>
              <a:t>Alicia_FG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0899" y="2244851"/>
            <a:ext cx="680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4" dirty="0">
                <a:latin typeface="Arial"/>
                <a:cs typeface="Arial"/>
              </a:rPr>
              <a:t>Luci_a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6237" y="4479035"/>
            <a:ext cx="1174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Arial"/>
                <a:cs typeface="Arial"/>
              </a:rPr>
              <a:t>Marcos_91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30780" y="3372611"/>
            <a:ext cx="836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"/>
                <a:cs typeface="Arial"/>
              </a:rPr>
              <a:t>Toni_10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18330" y="3265932"/>
            <a:ext cx="906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Merche! </a:t>
            </a:r>
            <a:r>
              <a:rPr sz="2000" spc="-25" dirty="0">
                <a:latin typeface="Arial"/>
                <a:cs typeface="Arial"/>
              </a:rPr>
              <a:t>333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D0B15B-491C-1827-6EA1-D10F6547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72D531-1B8D-2700-D1C4-E5C1023655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8D52EEF-11ED-9E8B-B18B-EAC8575F689E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A199F65-960D-1903-6229-D667546AB485}"/>
              </a:ext>
            </a:extLst>
          </p:cNvPr>
          <p:cNvSpPr txBox="1"/>
          <p:nvPr/>
        </p:nvSpPr>
        <p:spPr>
          <a:xfrm>
            <a:off x="1452176" y="1326387"/>
            <a:ext cx="138493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12827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Facebook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1809E40-F708-BE6C-5223-F40F8BE53A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673" y="2121461"/>
            <a:ext cx="4366959" cy="275454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CB9C506-CE17-C2AC-EC4E-664A36693798}"/>
              </a:ext>
            </a:extLst>
          </p:cNvPr>
          <p:cNvSpPr txBox="1"/>
          <p:nvPr/>
        </p:nvSpPr>
        <p:spPr>
          <a:xfrm>
            <a:off x="3344302" y="192531"/>
            <a:ext cx="5037698" cy="957313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lang="en-US" sz="2800" spc="275" dirty="0">
                <a:latin typeface="Arial"/>
                <a:cs typeface="Arial"/>
              </a:rPr>
              <a:t>¿</a:t>
            </a:r>
            <a:r>
              <a:rPr lang="en-US" sz="2800" spc="275" dirty="0" err="1">
                <a:latin typeface="Arial"/>
                <a:cs typeface="Arial"/>
              </a:rPr>
              <a:t>Cuántos</a:t>
            </a:r>
            <a:r>
              <a:rPr lang="en-US" sz="2800" spc="275" dirty="0">
                <a:latin typeface="Arial"/>
                <a:cs typeface="Arial"/>
              </a:rPr>
              <a:t> </a:t>
            </a:r>
            <a:r>
              <a:rPr lang="en-US" sz="2800" spc="275" dirty="0" err="1">
                <a:latin typeface="Arial"/>
                <a:cs typeface="Arial"/>
              </a:rPr>
              <a:t>nodos</a:t>
            </a:r>
            <a:r>
              <a:rPr lang="en-US" sz="2800" spc="275" dirty="0">
                <a:latin typeface="Arial"/>
                <a:cs typeface="Arial"/>
              </a:rPr>
              <a:t> y </a:t>
            </a:r>
            <a:r>
              <a:rPr lang="en-US" sz="2800" spc="275" dirty="0" err="1">
                <a:latin typeface="Arial"/>
                <a:cs typeface="Arial"/>
              </a:rPr>
              <a:t>conexiones</a:t>
            </a:r>
            <a:r>
              <a:rPr lang="en-US" sz="2800" spc="275" dirty="0">
                <a:latin typeface="Arial"/>
                <a:cs typeface="Arial"/>
              </a:rPr>
              <a:t> temenos?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C371EFB-00F0-FFF1-AD78-4C25481D6E3F}"/>
              </a:ext>
            </a:extLst>
          </p:cNvPr>
          <p:cNvSpPr txBox="1"/>
          <p:nvPr/>
        </p:nvSpPr>
        <p:spPr>
          <a:xfrm>
            <a:off x="3642628" y="3799332"/>
            <a:ext cx="981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latin typeface="Arial"/>
                <a:cs typeface="Arial"/>
              </a:rPr>
              <a:t>Alicia_FG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613D669-549E-2B23-2C71-E11C8655059A}"/>
              </a:ext>
            </a:extLst>
          </p:cNvPr>
          <p:cNvSpPr txBox="1"/>
          <p:nvPr/>
        </p:nvSpPr>
        <p:spPr>
          <a:xfrm>
            <a:off x="6090899" y="2244851"/>
            <a:ext cx="680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4" dirty="0">
                <a:latin typeface="Arial"/>
                <a:cs typeface="Arial"/>
              </a:rPr>
              <a:t>Luci_a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F1264C0-D2AB-00D6-B7CA-7BF98BADB402}"/>
              </a:ext>
            </a:extLst>
          </p:cNvPr>
          <p:cNvSpPr txBox="1"/>
          <p:nvPr/>
        </p:nvSpPr>
        <p:spPr>
          <a:xfrm>
            <a:off x="6136237" y="4479035"/>
            <a:ext cx="1174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Arial"/>
                <a:cs typeface="Arial"/>
              </a:rPr>
              <a:t>Marcos_91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E4944AC-38B9-3BD5-C785-79E024E815AD}"/>
              </a:ext>
            </a:extLst>
          </p:cNvPr>
          <p:cNvSpPr txBox="1"/>
          <p:nvPr/>
        </p:nvSpPr>
        <p:spPr>
          <a:xfrm>
            <a:off x="6030780" y="3372611"/>
            <a:ext cx="836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"/>
                <a:cs typeface="Arial"/>
              </a:rPr>
              <a:t>Toni_10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98BDA36-661B-F153-D8CF-EE90CA2A1F62}"/>
              </a:ext>
            </a:extLst>
          </p:cNvPr>
          <p:cNvSpPr txBox="1"/>
          <p:nvPr/>
        </p:nvSpPr>
        <p:spPr>
          <a:xfrm>
            <a:off x="7818330" y="3265932"/>
            <a:ext cx="906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Merche! </a:t>
            </a:r>
            <a:r>
              <a:rPr sz="2000" spc="-25" dirty="0">
                <a:latin typeface="Arial"/>
                <a:cs typeface="Arial"/>
              </a:rPr>
              <a:t>333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55322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731D9D-965B-7ADD-6101-1C63753D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A7F1DF-C4E8-10AF-7E0C-8AA748D83C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5D9668-ABD7-F2F0-0F18-20FCABCEDF7D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01D7454-236F-8A15-D7EE-CF75E496C4DE}"/>
              </a:ext>
            </a:extLst>
          </p:cNvPr>
          <p:cNvSpPr txBox="1"/>
          <p:nvPr/>
        </p:nvSpPr>
        <p:spPr>
          <a:xfrm>
            <a:off x="1452176" y="1326387"/>
            <a:ext cx="138493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12827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Facebook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3C72B08-0E34-A077-3B7F-B9F89C96EB2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6673" y="2121461"/>
            <a:ext cx="4366959" cy="275454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AB6DF16-BA72-9AC5-4A31-7555E02FFD92}"/>
              </a:ext>
            </a:extLst>
          </p:cNvPr>
          <p:cNvSpPr txBox="1"/>
          <p:nvPr/>
        </p:nvSpPr>
        <p:spPr>
          <a:xfrm>
            <a:off x="3344302" y="192531"/>
            <a:ext cx="3523408" cy="15420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5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6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lang="es-ES" sz="2800" spc="-165" dirty="0">
                <a:latin typeface="Arial"/>
                <a:cs typeface="Arial"/>
              </a:rPr>
              <a:t>¿Es dirigido o no?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C16D275-4FA0-EA77-0278-4E39B824CD98}"/>
              </a:ext>
            </a:extLst>
          </p:cNvPr>
          <p:cNvSpPr txBox="1"/>
          <p:nvPr/>
        </p:nvSpPr>
        <p:spPr>
          <a:xfrm>
            <a:off x="3642628" y="3799332"/>
            <a:ext cx="981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latin typeface="Arial"/>
                <a:cs typeface="Arial"/>
              </a:rPr>
              <a:t>Alicia_FG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AEECC2E-60A6-3A14-9091-21E2A9B725AC}"/>
              </a:ext>
            </a:extLst>
          </p:cNvPr>
          <p:cNvSpPr txBox="1"/>
          <p:nvPr/>
        </p:nvSpPr>
        <p:spPr>
          <a:xfrm>
            <a:off x="6090899" y="2244851"/>
            <a:ext cx="680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4" dirty="0">
                <a:latin typeface="Arial"/>
                <a:cs typeface="Arial"/>
              </a:rPr>
              <a:t>Luci_a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BB65F38-0EBF-F148-10E1-4D18CF1B5252}"/>
              </a:ext>
            </a:extLst>
          </p:cNvPr>
          <p:cNvSpPr txBox="1"/>
          <p:nvPr/>
        </p:nvSpPr>
        <p:spPr>
          <a:xfrm>
            <a:off x="6136237" y="4479035"/>
            <a:ext cx="1174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Arial"/>
                <a:cs typeface="Arial"/>
              </a:rPr>
              <a:t>Marcos_91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DAA6792-8B15-6A7A-34E6-106D3C22837F}"/>
              </a:ext>
            </a:extLst>
          </p:cNvPr>
          <p:cNvSpPr txBox="1"/>
          <p:nvPr/>
        </p:nvSpPr>
        <p:spPr>
          <a:xfrm>
            <a:off x="6030780" y="3372611"/>
            <a:ext cx="836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"/>
                <a:cs typeface="Arial"/>
              </a:rPr>
              <a:t>Toni_10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FA0404E-16B0-1DED-4A87-519251F7817C}"/>
              </a:ext>
            </a:extLst>
          </p:cNvPr>
          <p:cNvSpPr txBox="1"/>
          <p:nvPr/>
        </p:nvSpPr>
        <p:spPr>
          <a:xfrm>
            <a:off x="7818330" y="3265932"/>
            <a:ext cx="906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Merche! </a:t>
            </a:r>
            <a:r>
              <a:rPr sz="2000" spc="-25" dirty="0">
                <a:latin typeface="Arial"/>
                <a:cs typeface="Arial"/>
              </a:rPr>
              <a:t>333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3424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70BE97-36EA-EE47-D3EE-446FD1E4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859CF1-AC6E-AC6F-1818-DA0914A8E3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39A6EC7-206F-D9C1-FB92-6573D333659D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122FD8F-0DA5-C445-AD28-217675D30074}"/>
              </a:ext>
            </a:extLst>
          </p:cNvPr>
          <p:cNvSpPr txBox="1"/>
          <p:nvPr/>
        </p:nvSpPr>
        <p:spPr>
          <a:xfrm>
            <a:off x="1452176" y="1326387"/>
            <a:ext cx="138493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12827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Facebook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1D206ED-28EE-857E-EE1E-B285FAB90A4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6673" y="2121461"/>
            <a:ext cx="4366959" cy="275454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21327ED-5671-27DA-2A99-0AF277C85817}"/>
              </a:ext>
            </a:extLst>
          </p:cNvPr>
          <p:cNvSpPr txBox="1"/>
          <p:nvPr/>
        </p:nvSpPr>
        <p:spPr>
          <a:xfrm>
            <a:off x="3344302" y="192531"/>
            <a:ext cx="2739390" cy="15373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5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6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Grafo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no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dirigido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627F88-C4CD-7CE9-DF42-111F6B2E08E3}"/>
              </a:ext>
            </a:extLst>
          </p:cNvPr>
          <p:cNvSpPr txBox="1"/>
          <p:nvPr/>
        </p:nvSpPr>
        <p:spPr>
          <a:xfrm>
            <a:off x="3642628" y="3799332"/>
            <a:ext cx="981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latin typeface="Arial"/>
                <a:cs typeface="Arial"/>
              </a:rPr>
              <a:t>Alicia_FG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6B56442-0E5F-3EC4-3D18-1E6AF26AA53D}"/>
              </a:ext>
            </a:extLst>
          </p:cNvPr>
          <p:cNvSpPr txBox="1"/>
          <p:nvPr/>
        </p:nvSpPr>
        <p:spPr>
          <a:xfrm>
            <a:off x="6090899" y="2244851"/>
            <a:ext cx="680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4" dirty="0">
                <a:latin typeface="Arial"/>
                <a:cs typeface="Arial"/>
              </a:rPr>
              <a:t>Luci_a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EB1A0DE-4E43-E26B-22A0-4B9991DB7C2A}"/>
              </a:ext>
            </a:extLst>
          </p:cNvPr>
          <p:cNvSpPr txBox="1"/>
          <p:nvPr/>
        </p:nvSpPr>
        <p:spPr>
          <a:xfrm>
            <a:off x="6136237" y="4479035"/>
            <a:ext cx="1174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Arial"/>
                <a:cs typeface="Arial"/>
              </a:rPr>
              <a:t>Marcos_91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F417EB2-DC19-8CB8-1457-94E45772A5DB}"/>
              </a:ext>
            </a:extLst>
          </p:cNvPr>
          <p:cNvSpPr txBox="1"/>
          <p:nvPr/>
        </p:nvSpPr>
        <p:spPr>
          <a:xfrm>
            <a:off x="6030780" y="3372611"/>
            <a:ext cx="836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"/>
                <a:cs typeface="Arial"/>
              </a:rPr>
              <a:t>Toni_10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9CA81A3-1D3A-964E-E120-75AC72103758}"/>
              </a:ext>
            </a:extLst>
          </p:cNvPr>
          <p:cNvSpPr txBox="1"/>
          <p:nvPr/>
        </p:nvSpPr>
        <p:spPr>
          <a:xfrm>
            <a:off x="7818330" y="3265932"/>
            <a:ext cx="906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Merche! </a:t>
            </a:r>
            <a:r>
              <a:rPr sz="2000" spc="-25" dirty="0">
                <a:latin typeface="Arial"/>
                <a:cs typeface="Arial"/>
              </a:rPr>
              <a:t>333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09708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78090" y="273999"/>
            <a:ext cx="6166485" cy="4869815"/>
            <a:chOff x="2978090" y="273999"/>
            <a:chExt cx="6166485" cy="48698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78090" y="273999"/>
              <a:ext cx="6120765" cy="4737100"/>
            </a:xfrm>
            <a:custGeom>
              <a:avLst/>
              <a:gdLst/>
              <a:ahLst/>
              <a:cxnLst/>
              <a:rect l="l" t="t" r="r" b="b"/>
              <a:pathLst>
                <a:path w="6120765" h="4737100">
                  <a:moveTo>
                    <a:pt x="6120679" y="0"/>
                  </a:moveTo>
                  <a:lnTo>
                    <a:pt x="0" y="0"/>
                  </a:lnTo>
                  <a:lnTo>
                    <a:pt x="0" y="4737100"/>
                  </a:lnTo>
                  <a:lnTo>
                    <a:pt x="4741604" y="4737100"/>
                  </a:lnTo>
                  <a:lnTo>
                    <a:pt x="4723909" y="4711700"/>
                  </a:lnTo>
                  <a:lnTo>
                    <a:pt x="4710954" y="4673600"/>
                  </a:lnTo>
                  <a:lnTo>
                    <a:pt x="4702995" y="4648200"/>
                  </a:lnTo>
                  <a:lnTo>
                    <a:pt x="4700285" y="4622800"/>
                  </a:lnTo>
                  <a:lnTo>
                    <a:pt x="4701816" y="4597400"/>
                  </a:lnTo>
                  <a:lnTo>
                    <a:pt x="4706339" y="4572000"/>
                  </a:lnTo>
                  <a:lnTo>
                    <a:pt x="4713744" y="4546600"/>
                  </a:lnTo>
                  <a:lnTo>
                    <a:pt x="4723923" y="4533900"/>
                  </a:lnTo>
                  <a:lnTo>
                    <a:pt x="4697329" y="4495800"/>
                  </a:lnTo>
                  <a:lnTo>
                    <a:pt x="4672677" y="4457700"/>
                  </a:lnTo>
                  <a:lnTo>
                    <a:pt x="4650000" y="4406900"/>
                  </a:lnTo>
                  <a:lnTo>
                    <a:pt x="4629331" y="4368800"/>
                  </a:lnTo>
                  <a:lnTo>
                    <a:pt x="4610701" y="4318000"/>
                  </a:lnTo>
                  <a:lnTo>
                    <a:pt x="4594142" y="4279900"/>
                  </a:lnTo>
                  <a:lnTo>
                    <a:pt x="4579687" y="4229100"/>
                  </a:lnTo>
                  <a:lnTo>
                    <a:pt x="4567368" y="4178300"/>
                  </a:lnTo>
                  <a:lnTo>
                    <a:pt x="4557216" y="4140200"/>
                  </a:lnTo>
                  <a:lnTo>
                    <a:pt x="4549265" y="4089400"/>
                  </a:lnTo>
                  <a:lnTo>
                    <a:pt x="4543545" y="4038600"/>
                  </a:lnTo>
                  <a:lnTo>
                    <a:pt x="4540090" y="3987800"/>
                  </a:lnTo>
                  <a:lnTo>
                    <a:pt x="4538931" y="3937000"/>
                  </a:lnTo>
                  <a:lnTo>
                    <a:pt x="4540119" y="3886200"/>
                  </a:lnTo>
                  <a:lnTo>
                    <a:pt x="4543661" y="3835400"/>
                  </a:lnTo>
                  <a:lnTo>
                    <a:pt x="4549530" y="3784600"/>
                  </a:lnTo>
                  <a:lnTo>
                    <a:pt x="4557695" y="3733800"/>
                  </a:lnTo>
                  <a:lnTo>
                    <a:pt x="4568128" y="3695700"/>
                  </a:lnTo>
                  <a:lnTo>
                    <a:pt x="4580798" y="3644900"/>
                  </a:lnTo>
                  <a:lnTo>
                    <a:pt x="4595678" y="3594100"/>
                  </a:lnTo>
                  <a:lnTo>
                    <a:pt x="4612737" y="3556000"/>
                  </a:lnTo>
                  <a:lnTo>
                    <a:pt x="4631946" y="3505200"/>
                  </a:lnTo>
                  <a:lnTo>
                    <a:pt x="4653276" y="3467100"/>
                  </a:lnTo>
                  <a:lnTo>
                    <a:pt x="4676698" y="3416300"/>
                  </a:lnTo>
                  <a:lnTo>
                    <a:pt x="4702182" y="3378200"/>
                  </a:lnTo>
                  <a:lnTo>
                    <a:pt x="4729699" y="3340100"/>
                  </a:lnTo>
                  <a:lnTo>
                    <a:pt x="4759220" y="3302000"/>
                  </a:lnTo>
                  <a:lnTo>
                    <a:pt x="4790715" y="3263900"/>
                  </a:lnTo>
                  <a:lnTo>
                    <a:pt x="4826312" y="3225800"/>
                  </a:lnTo>
                  <a:lnTo>
                    <a:pt x="4863460" y="3187700"/>
                  </a:lnTo>
                  <a:lnTo>
                    <a:pt x="4902073" y="3162300"/>
                  </a:lnTo>
                  <a:lnTo>
                    <a:pt x="4942063" y="3124200"/>
                  </a:lnTo>
                  <a:lnTo>
                    <a:pt x="4983343" y="3098800"/>
                  </a:lnTo>
                  <a:lnTo>
                    <a:pt x="5025827" y="3073400"/>
                  </a:lnTo>
                  <a:lnTo>
                    <a:pt x="5069427" y="3060700"/>
                  </a:lnTo>
                  <a:lnTo>
                    <a:pt x="5114056" y="3035300"/>
                  </a:lnTo>
                  <a:lnTo>
                    <a:pt x="5301128" y="2984500"/>
                  </a:lnTo>
                  <a:lnTo>
                    <a:pt x="6120679" y="2984500"/>
                  </a:lnTo>
                  <a:lnTo>
                    <a:pt x="6120679" y="0"/>
                  </a:lnTo>
                  <a:close/>
                </a:path>
                <a:path w="6120765" h="4737100">
                  <a:moveTo>
                    <a:pt x="4994868" y="4457700"/>
                  </a:moveTo>
                  <a:lnTo>
                    <a:pt x="4841321" y="4457700"/>
                  </a:lnTo>
                  <a:lnTo>
                    <a:pt x="4869051" y="4470400"/>
                  </a:lnTo>
                  <a:lnTo>
                    <a:pt x="4895323" y="4470400"/>
                  </a:lnTo>
                  <a:lnTo>
                    <a:pt x="4919527" y="4483100"/>
                  </a:lnTo>
                  <a:lnTo>
                    <a:pt x="4958744" y="4533900"/>
                  </a:lnTo>
                  <a:lnTo>
                    <a:pt x="4979649" y="4584700"/>
                  </a:lnTo>
                  <a:lnTo>
                    <a:pt x="4982357" y="4622800"/>
                  </a:lnTo>
                  <a:lnTo>
                    <a:pt x="4979649" y="4648200"/>
                  </a:lnTo>
                  <a:lnTo>
                    <a:pt x="4971694" y="4673600"/>
                  </a:lnTo>
                  <a:lnTo>
                    <a:pt x="4958744" y="4711700"/>
                  </a:lnTo>
                  <a:lnTo>
                    <a:pt x="4941051" y="4737100"/>
                  </a:lnTo>
                  <a:lnTo>
                    <a:pt x="5721493" y="4737100"/>
                  </a:lnTo>
                  <a:lnTo>
                    <a:pt x="5841359" y="4673600"/>
                  </a:lnTo>
                  <a:lnTo>
                    <a:pt x="5882547" y="4635500"/>
                  </a:lnTo>
                  <a:lnTo>
                    <a:pt x="5895597" y="4622800"/>
                  </a:lnTo>
                  <a:lnTo>
                    <a:pt x="5280521" y="4622800"/>
                  </a:lnTo>
                  <a:lnTo>
                    <a:pt x="5269846" y="4610100"/>
                  </a:lnTo>
                  <a:lnTo>
                    <a:pt x="5262647" y="4597400"/>
                  </a:lnTo>
                  <a:lnTo>
                    <a:pt x="5260007" y="4584700"/>
                  </a:lnTo>
                  <a:lnTo>
                    <a:pt x="5260007" y="4508500"/>
                  </a:lnTo>
                  <a:lnTo>
                    <a:pt x="5040532" y="4508500"/>
                  </a:lnTo>
                  <a:lnTo>
                    <a:pt x="4994868" y="4457700"/>
                  </a:lnTo>
                  <a:close/>
                </a:path>
                <a:path w="6120765" h="4737100">
                  <a:moveTo>
                    <a:pt x="6120679" y="4457700"/>
                  </a:moveTo>
                  <a:lnTo>
                    <a:pt x="6089967" y="4508500"/>
                  </a:lnTo>
                  <a:lnTo>
                    <a:pt x="6063874" y="4546600"/>
                  </a:lnTo>
                  <a:lnTo>
                    <a:pt x="6036023" y="4584700"/>
                  </a:lnTo>
                  <a:lnTo>
                    <a:pt x="6006439" y="4610100"/>
                  </a:lnTo>
                  <a:lnTo>
                    <a:pt x="5975378" y="4648200"/>
                  </a:lnTo>
                  <a:lnTo>
                    <a:pt x="5943121" y="4686300"/>
                  </a:lnTo>
                  <a:lnTo>
                    <a:pt x="5909726" y="4711700"/>
                  </a:lnTo>
                  <a:lnTo>
                    <a:pt x="5875252" y="4737100"/>
                  </a:lnTo>
                  <a:lnTo>
                    <a:pt x="6120679" y="4737100"/>
                  </a:lnTo>
                  <a:lnTo>
                    <a:pt x="6120679" y="4457700"/>
                  </a:lnTo>
                  <a:close/>
                </a:path>
                <a:path w="6120765" h="4737100">
                  <a:moveTo>
                    <a:pt x="4882279" y="4546600"/>
                  </a:moveTo>
                  <a:lnTo>
                    <a:pt x="4800358" y="4546600"/>
                  </a:lnTo>
                  <a:lnTo>
                    <a:pt x="4789088" y="4559300"/>
                  </a:lnTo>
                  <a:lnTo>
                    <a:pt x="4779819" y="4572000"/>
                  </a:lnTo>
                  <a:lnTo>
                    <a:pt x="4773033" y="4584700"/>
                  </a:lnTo>
                  <a:lnTo>
                    <a:pt x="4768864" y="4597400"/>
                  </a:lnTo>
                  <a:lnTo>
                    <a:pt x="4767445" y="4622800"/>
                  </a:lnTo>
                  <a:lnTo>
                    <a:pt x="4768864" y="4635500"/>
                  </a:lnTo>
                  <a:lnTo>
                    <a:pt x="4789088" y="4673600"/>
                  </a:lnTo>
                  <a:lnTo>
                    <a:pt x="4813040" y="4699000"/>
                  </a:lnTo>
                  <a:lnTo>
                    <a:pt x="4869606" y="4699000"/>
                  </a:lnTo>
                  <a:lnTo>
                    <a:pt x="4902823" y="4660900"/>
                  </a:lnTo>
                  <a:lnTo>
                    <a:pt x="4915197" y="4622800"/>
                  </a:lnTo>
                  <a:lnTo>
                    <a:pt x="4913778" y="4597400"/>
                  </a:lnTo>
                  <a:lnTo>
                    <a:pt x="4909609" y="4584700"/>
                  </a:lnTo>
                  <a:lnTo>
                    <a:pt x="4902823" y="4572000"/>
                  </a:lnTo>
                  <a:lnTo>
                    <a:pt x="4893553" y="4559300"/>
                  </a:lnTo>
                  <a:lnTo>
                    <a:pt x="4882279" y="4546600"/>
                  </a:lnTo>
                  <a:close/>
                </a:path>
                <a:path w="6120765" h="4737100">
                  <a:moveTo>
                    <a:pt x="5663163" y="4457700"/>
                  </a:moveTo>
                  <a:lnTo>
                    <a:pt x="5632946" y="4470400"/>
                  </a:lnTo>
                  <a:lnTo>
                    <a:pt x="5601831" y="4483100"/>
                  </a:lnTo>
                  <a:lnTo>
                    <a:pt x="5537133" y="4508500"/>
                  </a:lnTo>
                  <a:lnTo>
                    <a:pt x="5537133" y="4584700"/>
                  </a:lnTo>
                  <a:lnTo>
                    <a:pt x="5534495" y="4597400"/>
                  </a:lnTo>
                  <a:lnTo>
                    <a:pt x="5527299" y="4610100"/>
                  </a:lnTo>
                  <a:lnTo>
                    <a:pt x="5516625" y="4622800"/>
                  </a:lnTo>
                  <a:lnTo>
                    <a:pt x="5895597" y="4622800"/>
                  </a:lnTo>
                  <a:lnTo>
                    <a:pt x="5921697" y="4597400"/>
                  </a:lnTo>
                  <a:lnTo>
                    <a:pt x="5958689" y="4559300"/>
                  </a:lnTo>
                  <a:lnTo>
                    <a:pt x="5993406" y="4521200"/>
                  </a:lnTo>
                  <a:lnTo>
                    <a:pt x="6004180" y="4508500"/>
                  </a:lnTo>
                  <a:lnTo>
                    <a:pt x="5709126" y="4508500"/>
                  </a:lnTo>
                  <a:lnTo>
                    <a:pt x="5663163" y="4457700"/>
                  </a:lnTo>
                  <a:close/>
                </a:path>
                <a:path w="6120765" h="4737100">
                  <a:moveTo>
                    <a:pt x="4855842" y="4533900"/>
                  </a:moveTo>
                  <a:lnTo>
                    <a:pt x="4826797" y="4533900"/>
                  </a:lnTo>
                  <a:lnTo>
                    <a:pt x="4813035" y="4546600"/>
                  </a:lnTo>
                  <a:lnTo>
                    <a:pt x="4869602" y="4546600"/>
                  </a:lnTo>
                  <a:lnTo>
                    <a:pt x="4855842" y="4533900"/>
                  </a:lnTo>
                  <a:close/>
                </a:path>
                <a:path w="6120765" h="4737100">
                  <a:moveTo>
                    <a:pt x="5485822" y="4445000"/>
                  </a:moveTo>
                  <a:lnTo>
                    <a:pt x="5311313" y="4445000"/>
                  </a:lnTo>
                  <a:lnTo>
                    <a:pt x="5319706" y="4457700"/>
                  </a:lnTo>
                  <a:lnTo>
                    <a:pt x="5325199" y="4470400"/>
                  </a:lnTo>
                  <a:lnTo>
                    <a:pt x="5327168" y="4483100"/>
                  </a:lnTo>
                  <a:lnTo>
                    <a:pt x="5327168" y="4546600"/>
                  </a:lnTo>
                  <a:lnTo>
                    <a:pt x="5469973" y="4546600"/>
                  </a:lnTo>
                  <a:lnTo>
                    <a:pt x="5469973" y="4483100"/>
                  </a:lnTo>
                  <a:lnTo>
                    <a:pt x="5471941" y="4470400"/>
                  </a:lnTo>
                  <a:lnTo>
                    <a:pt x="5477431" y="4457700"/>
                  </a:lnTo>
                  <a:lnTo>
                    <a:pt x="5485822" y="4445000"/>
                  </a:lnTo>
                  <a:close/>
                </a:path>
                <a:path w="6120765" h="4737100">
                  <a:moveTo>
                    <a:pt x="5133978" y="4457700"/>
                  </a:moveTo>
                  <a:lnTo>
                    <a:pt x="5088028" y="4508500"/>
                  </a:lnTo>
                  <a:lnTo>
                    <a:pt x="5260007" y="4508500"/>
                  </a:lnTo>
                  <a:lnTo>
                    <a:pt x="5195320" y="4483100"/>
                  </a:lnTo>
                  <a:lnTo>
                    <a:pt x="5164203" y="4470400"/>
                  </a:lnTo>
                  <a:lnTo>
                    <a:pt x="5133978" y="4457700"/>
                  </a:lnTo>
                  <a:close/>
                </a:path>
                <a:path w="6120765" h="4737100">
                  <a:moveTo>
                    <a:pt x="5856103" y="3365500"/>
                  </a:moveTo>
                  <a:lnTo>
                    <a:pt x="5745140" y="3365500"/>
                  </a:lnTo>
                  <a:lnTo>
                    <a:pt x="5756243" y="3378200"/>
                  </a:lnTo>
                  <a:lnTo>
                    <a:pt x="5904768" y="3543300"/>
                  </a:lnTo>
                  <a:lnTo>
                    <a:pt x="5908962" y="3543300"/>
                  </a:lnTo>
                  <a:lnTo>
                    <a:pt x="5912050" y="3556000"/>
                  </a:lnTo>
                  <a:lnTo>
                    <a:pt x="5913960" y="3556000"/>
                  </a:lnTo>
                  <a:lnTo>
                    <a:pt x="5914619" y="3568700"/>
                  </a:lnTo>
                  <a:lnTo>
                    <a:pt x="5913968" y="3581400"/>
                  </a:lnTo>
                  <a:lnTo>
                    <a:pt x="5912061" y="3581400"/>
                  </a:lnTo>
                  <a:lnTo>
                    <a:pt x="5908975" y="3594100"/>
                  </a:lnTo>
                  <a:lnTo>
                    <a:pt x="5904782" y="3594100"/>
                  </a:lnTo>
                  <a:lnTo>
                    <a:pt x="5859120" y="3644900"/>
                  </a:lnTo>
                  <a:lnTo>
                    <a:pt x="5875248" y="3683000"/>
                  </a:lnTo>
                  <a:lnTo>
                    <a:pt x="5889342" y="3708400"/>
                  </a:lnTo>
                  <a:lnTo>
                    <a:pt x="5901380" y="3746500"/>
                  </a:lnTo>
                  <a:lnTo>
                    <a:pt x="5911340" y="3784600"/>
                  </a:lnTo>
                  <a:lnTo>
                    <a:pt x="5989277" y="3784600"/>
                  </a:lnTo>
                  <a:lnTo>
                    <a:pt x="5999950" y="3797300"/>
                  </a:lnTo>
                  <a:lnTo>
                    <a:pt x="6007146" y="3810000"/>
                  </a:lnTo>
                  <a:lnTo>
                    <a:pt x="6009784" y="3822700"/>
                  </a:lnTo>
                  <a:lnTo>
                    <a:pt x="6009784" y="4051300"/>
                  </a:lnTo>
                  <a:lnTo>
                    <a:pt x="6007146" y="4076700"/>
                  </a:lnTo>
                  <a:lnTo>
                    <a:pt x="5999950" y="4076700"/>
                  </a:lnTo>
                  <a:lnTo>
                    <a:pt x="5989277" y="4089400"/>
                  </a:lnTo>
                  <a:lnTo>
                    <a:pt x="5911353" y="4089400"/>
                  </a:lnTo>
                  <a:lnTo>
                    <a:pt x="5901392" y="4127500"/>
                  </a:lnTo>
                  <a:lnTo>
                    <a:pt x="5889349" y="4165600"/>
                  </a:lnTo>
                  <a:lnTo>
                    <a:pt x="5875250" y="4203700"/>
                  </a:lnTo>
                  <a:lnTo>
                    <a:pt x="5859120" y="4229100"/>
                  </a:lnTo>
                  <a:lnTo>
                    <a:pt x="5905030" y="4279900"/>
                  </a:lnTo>
                  <a:lnTo>
                    <a:pt x="5912401" y="4292600"/>
                  </a:lnTo>
                  <a:lnTo>
                    <a:pt x="5914858" y="4305300"/>
                  </a:lnTo>
                  <a:lnTo>
                    <a:pt x="5912401" y="4330700"/>
                  </a:lnTo>
                  <a:lnTo>
                    <a:pt x="5905030" y="4343400"/>
                  </a:lnTo>
                  <a:lnTo>
                    <a:pt x="5756622" y="4508500"/>
                  </a:lnTo>
                  <a:lnTo>
                    <a:pt x="6004180" y="4508500"/>
                  </a:lnTo>
                  <a:lnTo>
                    <a:pt x="6025728" y="4483100"/>
                  </a:lnTo>
                  <a:lnTo>
                    <a:pt x="6055536" y="4432300"/>
                  </a:lnTo>
                  <a:lnTo>
                    <a:pt x="6120679" y="4305300"/>
                  </a:lnTo>
                  <a:lnTo>
                    <a:pt x="6120679" y="3581400"/>
                  </a:lnTo>
                  <a:lnTo>
                    <a:pt x="6095362" y="3517900"/>
                  </a:lnTo>
                  <a:lnTo>
                    <a:pt x="6079183" y="3492500"/>
                  </a:lnTo>
                  <a:lnTo>
                    <a:pt x="6061814" y="3454400"/>
                  </a:lnTo>
                  <a:lnTo>
                    <a:pt x="6043272" y="3429000"/>
                  </a:lnTo>
                  <a:lnTo>
                    <a:pt x="6033421" y="3416300"/>
                  </a:lnTo>
                  <a:lnTo>
                    <a:pt x="5928103" y="3416300"/>
                  </a:lnTo>
                  <a:lnTo>
                    <a:pt x="5901831" y="3403600"/>
                  </a:lnTo>
                  <a:lnTo>
                    <a:pt x="5877627" y="3390900"/>
                  </a:lnTo>
                  <a:lnTo>
                    <a:pt x="5856103" y="3365500"/>
                  </a:lnTo>
                  <a:close/>
                </a:path>
                <a:path w="6120765" h="4737100">
                  <a:moveTo>
                    <a:pt x="5674194" y="3086100"/>
                  </a:moveTo>
                  <a:lnTo>
                    <a:pt x="5181222" y="3086100"/>
                  </a:lnTo>
                  <a:lnTo>
                    <a:pt x="5140236" y="3111500"/>
                  </a:lnTo>
                  <a:lnTo>
                    <a:pt x="5061290" y="3136900"/>
                  </a:lnTo>
                  <a:lnTo>
                    <a:pt x="5023464" y="3162300"/>
                  </a:lnTo>
                  <a:lnTo>
                    <a:pt x="4986826" y="3187700"/>
                  </a:lnTo>
                  <a:lnTo>
                    <a:pt x="4951444" y="3213100"/>
                  </a:lnTo>
                  <a:lnTo>
                    <a:pt x="4917384" y="3238500"/>
                  </a:lnTo>
                  <a:lnTo>
                    <a:pt x="4884715" y="3263900"/>
                  </a:lnTo>
                  <a:lnTo>
                    <a:pt x="4853503" y="3302000"/>
                  </a:lnTo>
                  <a:lnTo>
                    <a:pt x="4823817" y="3327400"/>
                  </a:lnTo>
                  <a:lnTo>
                    <a:pt x="4795723" y="3365500"/>
                  </a:lnTo>
                  <a:lnTo>
                    <a:pt x="4769289" y="3403600"/>
                  </a:lnTo>
                  <a:lnTo>
                    <a:pt x="4744582" y="3441700"/>
                  </a:lnTo>
                  <a:lnTo>
                    <a:pt x="4721670" y="3479800"/>
                  </a:lnTo>
                  <a:lnTo>
                    <a:pt x="4700620" y="3517900"/>
                  </a:lnTo>
                  <a:lnTo>
                    <a:pt x="4681500" y="3568700"/>
                  </a:lnTo>
                  <a:lnTo>
                    <a:pt x="4664376" y="3606800"/>
                  </a:lnTo>
                  <a:lnTo>
                    <a:pt x="4649317" y="3657600"/>
                  </a:lnTo>
                  <a:lnTo>
                    <a:pt x="4636390" y="3695700"/>
                  </a:lnTo>
                  <a:lnTo>
                    <a:pt x="4625663" y="3746500"/>
                  </a:lnTo>
                  <a:lnTo>
                    <a:pt x="4617201" y="3797300"/>
                  </a:lnTo>
                  <a:lnTo>
                    <a:pt x="4611074" y="3835400"/>
                  </a:lnTo>
                  <a:lnTo>
                    <a:pt x="4607348" y="3886200"/>
                  </a:lnTo>
                  <a:lnTo>
                    <a:pt x="4606091" y="3937000"/>
                  </a:lnTo>
                  <a:lnTo>
                    <a:pt x="4607322" y="3987800"/>
                  </a:lnTo>
                  <a:lnTo>
                    <a:pt x="4610989" y="4038600"/>
                  </a:lnTo>
                  <a:lnTo>
                    <a:pt x="4617055" y="4089400"/>
                  </a:lnTo>
                  <a:lnTo>
                    <a:pt x="4625485" y="4127500"/>
                  </a:lnTo>
                  <a:lnTo>
                    <a:pt x="4636241" y="4178300"/>
                  </a:lnTo>
                  <a:lnTo>
                    <a:pt x="4649286" y="4229100"/>
                  </a:lnTo>
                  <a:lnTo>
                    <a:pt x="4664584" y="4267200"/>
                  </a:lnTo>
                  <a:lnTo>
                    <a:pt x="4682099" y="4318000"/>
                  </a:lnTo>
                  <a:lnTo>
                    <a:pt x="4701793" y="4356100"/>
                  </a:lnTo>
                  <a:lnTo>
                    <a:pt x="4723629" y="4406900"/>
                  </a:lnTo>
                  <a:lnTo>
                    <a:pt x="4747572" y="4445000"/>
                  </a:lnTo>
                  <a:lnTo>
                    <a:pt x="4773584" y="4483100"/>
                  </a:lnTo>
                  <a:lnTo>
                    <a:pt x="4789443" y="4470400"/>
                  </a:lnTo>
                  <a:lnTo>
                    <a:pt x="4823469" y="4470400"/>
                  </a:lnTo>
                  <a:lnTo>
                    <a:pt x="4841321" y="4457700"/>
                  </a:lnTo>
                  <a:lnTo>
                    <a:pt x="4994868" y="4457700"/>
                  </a:lnTo>
                  <a:lnTo>
                    <a:pt x="4892123" y="4343400"/>
                  </a:lnTo>
                  <a:lnTo>
                    <a:pt x="4884747" y="4330700"/>
                  </a:lnTo>
                  <a:lnTo>
                    <a:pt x="4882291" y="4305300"/>
                  </a:lnTo>
                  <a:lnTo>
                    <a:pt x="4884751" y="4292600"/>
                  </a:lnTo>
                  <a:lnTo>
                    <a:pt x="4892123" y="4279900"/>
                  </a:lnTo>
                  <a:lnTo>
                    <a:pt x="4938034" y="4229100"/>
                  </a:lnTo>
                  <a:lnTo>
                    <a:pt x="4921904" y="4203700"/>
                  </a:lnTo>
                  <a:lnTo>
                    <a:pt x="4907806" y="4165600"/>
                  </a:lnTo>
                  <a:lnTo>
                    <a:pt x="4895763" y="4127500"/>
                  </a:lnTo>
                  <a:lnTo>
                    <a:pt x="4885801" y="4089400"/>
                  </a:lnTo>
                  <a:lnTo>
                    <a:pt x="4802309" y="4089400"/>
                  </a:lnTo>
                  <a:lnTo>
                    <a:pt x="4797195" y="4076700"/>
                  </a:lnTo>
                  <a:lnTo>
                    <a:pt x="4789916" y="4076700"/>
                  </a:lnTo>
                  <a:lnTo>
                    <a:pt x="4788014" y="4064000"/>
                  </a:lnTo>
                  <a:lnTo>
                    <a:pt x="4787370" y="4051300"/>
                  </a:lnTo>
                  <a:lnTo>
                    <a:pt x="4787488" y="3822700"/>
                  </a:lnTo>
                  <a:lnTo>
                    <a:pt x="4790127" y="3810000"/>
                  </a:lnTo>
                  <a:lnTo>
                    <a:pt x="4797322" y="3797300"/>
                  </a:lnTo>
                  <a:lnTo>
                    <a:pt x="4807996" y="3784600"/>
                  </a:lnTo>
                  <a:lnTo>
                    <a:pt x="4885801" y="3784600"/>
                  </a:lnTo>
                  <a:lnTo>
                    <a:pt x="4895763" y="3746500"/>
                  </a:lnTo>
                  <a:lnTo>
                    <a:pt x="4907806" y="3708400"/>
                  </a:lnTo>
                  <a:lnTo>
                    <a:pt x="4921904" y="3683000"/>
                  </a:lnTo>
                  <a:lnTo>
                    <a:pt x="4938034" y="3644900"/>
                  </a:lnTo>
                  <a:lnTo>
                    <a:pt x="4892372" y="3594100"/>
                  </a:lnTo>
                  <a:lnTo>
                    <a:pt x="4888179" y="3594100"/>
                  </a:lnTo>
                  <a:lnTo>
                    <a:pt x="4885093" y="3581400"/>
                  </a:lnTo>
                  <a:lnTo>
                    <a:pt x="4883187" y="3581400"/>
                  </a:lnTo>
                  <a:lnTo>
                    <a:pt x="4882535" y="3568700"/>
                  </a:lnTo>
                  <a:lnTo>
                    <a:pt x="4883187" y="3556000"/>
                  </a:lnTo>
                  <a:lnTo>
                    <a:pt x="4885095" y="3556000"/>
                  </a:lnTo>
                  <a:lnTo>
                    <a:pt x="4888185" y="3543300"/>
                  </a:lnTo>
                  <a:lnTo>
                    <a:pt x="4892386" y="3543300"/>
                  </a:lnTo>
                  <a:lnTo>
                    <a:pt x="5040899" y="3378200"/>
                  </a:lnTo>
                  <a:lnTo>
                    <a:pt x="5052009" y="3365500"/>
                  </a:lnTo>
                  <a:lnTo>
                    <a:pt x="5260007" y="3365500"/>
                  </a:lnTo>
                  <a:lnTo>
                    <a:pt x="5260007" y="3302000"/>
                  </a:lnTo>
                  <a:lnTo>
                    <a:pt x="5262647" y="3289300"/>
                  </a:lnTo>
                  <a:lnTo>
                    <a:pt x="5269846" y="3276600"/>
                  </a:lnTo>
                  <a:lnTo>
                    <a:pt x="5280521" y="3263900"/>
                  </a:lnTo>
                  <a:lnTo>
                    <a:pt x="5814797" y="3263900"/>
                  </a:lnTo>
                  <a:lnTo>
                    <a:pt x="5817505" y="3225800"/>
                  </a:lnTo>
                  <a:lnTo>
                    <a:pt x="5825460" y="3200400"/>
                  </a:lnTo>
                  <a:lnTo>
                    <a:pt x="5838410" y="3175000"/>
                  </a:lnTo>
                  <a:lnTo>
                    <a:pt x="5856103" y="3149600"/>
                  </a:lnTo>
                  <a:lnTo>
                    <a:pt x="5877627" y="3124200"/>
                  </a:lnTo>
                  <a:lnTo>
                    <a:pt x="5689140" y="3124200"/>
                  </a:lnTo>
                  <a:lnTo>
                    <a:pt x="5684046" y="3111500"/>
                  </a:lnTo>
                  <a:lnTo>
                    <a:pt x="5679867" y="3111500"/>
                  </a:lnTo>
                  <a:lnTo>
                    <a:pt x="5676774" y="3098800"/>
                  </a:lnTo>
                  <a:lnTo>
                    <a:pt x="5674854" y="3098800"/>
                  </a:lnTo>
                  <a:lnTo>
                    <a:pt x="5674194" y="3086100"/>
                  </a:lnTo>
                  <a:close/>
                </a:path>
                <a:path w="6120765" h="4737100">
                  <a:moveTo>
                    <a:pt x="5649995" y="4368800"/>
                  </a:moveTo>
                  <a:lnTo>
                    <a:pt x="5147147" y="4368800"/>
                  </a:lnTo>
                  <a:lnTo>
                    <a:pt x="5183311" y="4394200"/>
                  </a:lnTo>
                  <a:lnTo>
                    <a:pt x="5221038" y="4419600"/>
                  </a:lnTo>
                  <a:lnTo>
                    <a:pt x="5260194" y="4432300"/>
                  </a:lnTo>
                  <a:lnTo>
                    <a:pt x="5300645" y="4445000"/>
                  </a:lnTo>
                  <a:lnTo>
                    <a:pt x="5496496" y="4445000"/>
                  </a:lnTo>
                  <a:lnTo>
                    <a:pt x="5536947" y="4432300"/>
                  </a:lnTo>
                  <a:lnTo>
                    <a:pt x="5576103" y="4419600"/>
                  </a:lnTo>
                  <a:lnTo>
                    <a:pt x="5613830" y="4394200"/>
                  </a:lnTo>
                  <a:lnTo>
                    <a:pt x="5649995" y="4368800"/>
                  </a:lnTo>
                  <a:close/>
                </a:path>
                <a:path w="6120765" h="4737100">
                  <a:moveTo>
                    <a:pt x="5786313" y="3619500"/>
                  </a:moveTo>
                  <a:lnTo>
                    <a:pt x="5010822" y="3619500"/>
                  </a:lnTo>
                  <a:lnTo>
                    <a:pt x="5013844" y="3632200"/>
                  </a:lnTo>
                  <a:lnTo>
                    <a:pt x="5013157" y="3644900"/>
                  </a:lnTo>
                  <a:lnTo>
                    <a:pt x="5008656" y="3657600"/>
                  </a:lnTo>
                  <a:lnTo>
                    <a:pt x="4987527" y="3695700"/>
                  </a:lnTo>
                  <a:lnTo>
                    <a:pt x="4969844" y="3746500"/>
                  </a:lnTo>
                  <a:lnTo>
                    <a:pt x="4955667" y="3784600"/>
                  </a:lnTo>
                  <a:lnTo>
                    <a:pt x="4945052" y="3835400"/>
                  </a:lnTo>
                  <a:lnTo>
                    <a:pt x="4940742" y="3848100"/>
                  </a:lnTo>
                  <a:lnTo>
                    <a:pt x="4933323" y="3848100"/>
                  </a:lnTo>
                  <a:lnTo>
                    <a:pt x="4923560" y="3860800"/>
                  </a:lnTo>
                  <a:lnTo>
                    <a:pt x="4854621" y="3860800"/>
                  </a:lnTo>
                  <a:lnTo>
                    <a:pt x="4854543" y="4013200"/>
                  </a:lnTo>
                  <a:lnTo>
                    <a:pt x="4912219" y="4013200"/>
                  </a:lnTo>
                  <a:lnTo>
                    <a:pt x="4923560" y="4025900"/>
                  </a:lnTo>
                  <a:lnTo>
                    <a:pt x="4933323" y="4025900"/>
                  </a:lnTo>
                  <a:lnTo>
                    <a:pt x="4940742" y="4038600"/>
                  </a:lnTo>
                  <a:lnTo>
                    <a:pt x="4945052" y="4051300"/>
                  </a:lnTo>
                  <a:lnTo>
                    <a:pt x="4969844" y="4140200"/>
                  </a:lnTo>
                  <a:lnTo>
                    <a:pt x="4987527" y="4178300"/>
                  </a:lnTo>
                  <a:lnTo>
                    <a:pt x="5008656" y="4216400"/>
                  </a:lnTo>
                  <a:lnTo>
                    <a:pt x="5013157" y="4229100"/>
                  </a:lnTo>
                  <a:lnTo>
                    <a:pt x="5013844" y="4241800"/>
                  </a:lnTo>
                  <a:lnTo>
                    <a:pt x="5010822" y="4254500"/>
                  </a:lnTo>
                  <a:lnTo>
                    <a:pt x="5004197" y="4267200"/>
                  </a:lnTo>
                  <a:lnTo>
                    <a:pt x="4963350" y="4305300"/>
                  </a:lnTo>
                  <a:lnTo>
                    <a:pt x="5064287" y="4419600"/>
                  </a:lnTo>
                  <a:lnTo>
                    <a:pt x="5105172" y="4381500"/>
                  </a:lnTo>
                  <a:lnTo>
                    <a:pt x="5114588" y="4368800"/>
                  </a:lnTo>
                  <a:lnTo>
                    <a:pt x="5777715" y="4368800"/>
                  </a:lnTo>
                  <a:lnTo>
                    <a:pt x="5833791" y="4305300"/>
                  </a:lnTo>
                  <a:lnTo>
                    <a:pt x="5792944" y="4267200"/>
                  </a:lnTo>
                  <a:lnTo>
                    <a:pt x="5786319" y="4254500"/>
                  </a:lnTo>
                  <a:lnTo>
                    <a:pt x="5398578" y="4254500"/>
                  </a:lnTo>
                  <a:lnTo>
                    <a:pt x="5353630" y="4241800"/>
                  </a:lnTo>
                  <a:lnTo>
                    <a:pt x="5310969" y="4229100"/>
                  </a:lnTo>
                  <a:lnTo>
                    <a:pt x="5271172" y="4216400"/>
                  </a:lnTo>
                  <a:lnTo>
                    <a:pt x="5234813" y="4191000"/>
                  </a:lnTo>
                  <a:lnTo>
                    <a:pt x="5202469" y="4152900"/>
                  </a:lnTo>
                  <a:lnTo>
                    <a:pt x="5174714" y="4127500"/>
                  </a:lnTo>
                  <a:lnTo>
                    <a:pt x="5152126" y="4076700"/>
                  </a:lnTo>
                  <a:lnTo>
                    <a:pt x="5135278" y="4038600"/>
                  </a:lnTo>
                  <a:lnTo>
                    <a:pt x="5124748" y="3987800"/>
                  </a:lnTo>
                  <a:lnTo>
                    <a:pt x="5121109" y="3937000"/>
                  </a:lnTo>
                  <a:lnTo>
                    <a:pt x="5124748" y="3886200"/>
                  </a:lnTo>
                  <a:lnTo>
                    <a:pt x="5135278" y="3848100"/>
                  </a:lnTo>
                  <a:lnTo>
                    <a:pt x="5152126" y="3797300"/>
                  </a:lnTo>
                  <a:lnTo>
                    <a:pt x="5174714" y="3759200"/>
                  </a:lnTo>
                  <a:lnTo>
                    <a:pt x="5202469" y="3721100"/>
                  </a:lnTo>
                  <a:lnTo>
                    <a:pt x="5234813" y="3695700"/>
                  </a:lnTo>
                  <a:lnTo>
                    <a:pt x="5271172" y="3670300"/>
                  </a:lnTo>
                  <a:lnTo>
                    <a:pt x="5310969" y="3644900"/>
                  </a:lnTo>
                  <a:lnTo>
                    <a:pt x="5353630" y="3632200"/>
                  </a:lnTo>
                  <a:lnTo>
                    <a:pt x="5783292" y="3632200"/>
                  </a:lnTo>
                  <a:lnTo>
                    <a:pt x="5786313" y="3619500"/>
                  </a:lnTo>
                  <a:close/>
                </a:path>
                <a:path w="6120765" h="4737100">
                  <a:moveTo>
                    <a:pt x="5777715" y="4368800"/>
                  </a:moveTo>
                  <a:lnTo>
                    <a:pt x="5682553" y="4368800"/>
                  </a:lnTo>
                  <a:lnTo>
                    <a:pt x="5691968" y="4381500"/>
                  </a:lnTo>
                  <a:lnTo>
                    <a:pt x="5732854" y="4419600"/>
                  </a:lnTo>
                  <a:lnTo>
                    <a:pt x="5777715" y="4368800"/>
                  </a:lnTo>
                  <a:close/>
                </a:path>
                <a:path w="6120765" h="4737100">
                  <a:moveTo>
                    <a:pt x="5783292" y="3632200"/>
                  </a:moveTo>
                  <a:lnTo>
                    <a:pt x="5443525" y="3632200"/>
                  </a:lnTo>
                  <a:lnTo>
                    <a:pt x="5486185" y="3644900"/>
                  </a:lnTo>
                  <a:lnTo>
                    <a:pt x="5525983" y="3670300"/>
                  </a:lnTo>
                  <a:lnTo>
                    <a:pt x="5562341" y="3695700"/>
                  </a:lnTo>
                  <a:lnTo>
                    <a:pt x="5594685" y="3721100"/>
                  </a:lnTo>
                  <a:lnTo>
                    <a:pt x="5622439" y="3759200"/>
                  </a:lnTo>
                  <a:lnTo>
                    <a:pt x="5645028" y="3797300"/>
                  </a:lnTo>
                  <a:lnTo>
                    <a:pt x="5661875" y="3848100"/>
                  </a:lnTo>
                  <a:lnTo>
                    <a:pt x="5672405" y="3886200"/>
                  </a:lnTo>
                  <a:lnTo>
                    <a:pt x="5676044" y="3937000"/>
                  </a:lnTo>
                  <a:lnTo>
                    <a:pt x="5672405" y="3987800"/>
                  </a:lnTo>
                  <a:lnTo>
                    <a:pt x="5661875" y="4038600"/>
                  </a:lnTo>
                  <a:lnTo>
                    <a:pt x="5645028" y="4076700"/>
                  </a:lnTo>
                  <a:lnTo>
                    <a:pt x="5622439" y="4127500"/>
                  </a:lnTo>
                  <a:lnTo>
                    <a:pt x="5594685" y="4152900"/>
                  </a:lnTo>
                  <a:lnTo>
                    <a:pt x="5562341" y="4191000"/>
                  </a:lnTo>
                  <a:lnTo>
                    <a:pt x="5525983" y="4216400"/>
                  </a:lnTo>
                  <a:lnTo>
                    <a:pt x="5486185" y="4229100"/>
                  </a:lnTo>
                  <a:lnTo>
                    <a:pt x="5443525" y="4241800"/>
                  </a:lnTo>
                  <a:lnTo>
                    <a:pt x="5398578" y="4254500"/>
                  </a:lnTo>
                  <a:lnTo>
                    <a:pt x="5786319" y="4254500"/>
                  </a:lnTo>
                  <a:lnTo>
                    <a:pt x="5783297" y="4241800"/>
                  </a:lnTo>
                  <a:lnTo>
                    <a:pt x="5783983" y="4229100"/>
                  </a:lnTo>
                  <a:lnTo>
                    <a:pt x="5788484" y="4216400"/>
                  </a:lnTo>
                  <a:lnTo>
                    <a:pt x="5809614" y="4178300"/>
                  </a:lnTo>
                  <a:lnTo>
                    <a:pt x="5827297" y="4140200"/>
                  </a:lnTo>
                  <a:lnTo>
                    <a:pt x="5852090" y="4051300"/>
                  </a:lnTo>
                  <a:lnTo>
                    <a:pt x="5856399" y="4038600"/>
                  </a:lnTo>
                  <a:lnTo>
                    <a:pt x="5863818" y="4025900"/>
                  </a:lnTo>
                  <a:lnTo>
                    <a:pt x="5873582" y="4025900"/>
                  </a:lnTo>
                  <a:lnTo>
                    <a:pt x="5884923" y="4013200"/>
                  </a:lnTo>
                  <a:lnTo>
                    <a:pt x="5942624" y="4013200"/>
                  </a:lnTo>
                  <a:lnTo>
                    <a:pt x="5942624" y="3860800"/>
                  </a:lnTo>
                  <a:lnTo>
                    <a:pt x="5873580" y="3860800"/>
                  </a:lnTo>
                  <a:lnTo>
                    <a:pt x="5863813" y="3848100"/>
                  </a:lnTo>
                  <a:lnTo>
                    <a:pt x="5856393" y="3848100"/>
                  </a:lnTo>
                  <a:lnTo>
                    <a:pt x="5852090" y="3835400"/>
                  </a:lnTo>
                  <a:lnTo>
                    <a:pt x="5841469" y="3784600"/>
                  </a:lnTo>
                  <a:lnTo>
                    <a:pt x="5827292" y="3746500"/>
                  </a:lnTo>
                  <a:lnTo>
                    <a:pt x="5809612" y="3695700"/>
                  </a:lnTo>
                  <a:lnTo>
                    <a:pt x="5788484" y="3657600"/>
                  </a:lnTo>
                  <a:lnTo>
                    <a:pt x="5783981" y="3644900"/>
                  </a:lnTo>
                  <a:lnTo>
                    <a:pt x="5783292" y="3632200"/>
                  </a:lnTo>
                  <a:close/>
                </a:path>
                <a:path w="6120765" h="4737100">
                  <a:moveTo>
                    <a:pt x="5440910" y="3708400"/>
                  </a:moveTo>
                  <a:lnTo>
                    <a:pt x="5356245" y="3708400"/>
                  </a:lnTo>
                  <a:lnTo>
                    <a:pt x="5316792" y="3721100"/>
                  </a:lnTo>
                  <a:lnTo>
                    <a:pt x="5281072" y="3746500"/>
                  </a:lnTo>
                  <a:lnTo>
                    <a:pt x="5249935" y="3771900"/>
                  </a:lnTo>
                  <a:lnTo>
                    <a:pt x="5224234" y="3810000"/>
                  </a:lnTo>
                  <a:lnTo>
                    <a:pt x="5204822" y="3848100"/>
                  </a:lnTo>
                  <a:lnTo>
                    <a:pt x="5192550" y="3898900"/>
                  </a:lnTo>
                  <a:lnTo>
                    <a:pt x="5188270" y="3937000"/>
                  </a:lnTo>
                  <a:lnTo>
                    <a:pt x="5192550" y="3987800"/>
                  </a:lnTo>
                  <a:lnTo>
                    <a:pt x="5204822" y="4025900"/>
                  </a:lnTo>
                  <a:lnTo>
                    <a:pt x="5224234" y="4076700"/>
                  </a:lnTo>
                  <a:lnTo>
                    <a:pt x="5249935" y="4102100"/>
                  </a:lnTo>
                  <a:lnTo>
                    <a:pt x="5281072" y="4140200"/>
                  </a:lnTo>
                  <a:lnTo>
                    <a:pt x="5316792" y="4152900"/>
                  </a:lnTo>
                  <a:lnTo>
                    <a:pt x="5356245" y="4165600"/>
                  </a:lnTo>
                  <a:lnTo>
                    <a:pt x="5398578" y="4178300"/>
                  </a:lnTo>
                  <a:lnTo>
                    <a:pt x="5440910" y="4165600"/>
                  </a:lnTo>
                  <a:lnTo>
                    <a:pt x="5480363" y="4152900"/>
                  </a:lnTo>
                  <a:lnTo>
                    <a:pt x="5516083" y="4140200"/>
                  </a:lnTo>
                  <a:lnTo>
                    <a:pt x="5547219" y="4102100"/>
                  </a:lnTo>
                  <a:lnTo>
                    <a:pt x="5572920" y="4076700"/>
                  </a:lnTo>
                  <a:lnTo>
                    <a:pt x="5592332" y="4025900"/>
                  </a:lnTo>
                  <a:lnTo>
                    <a:pt x="5604605" y="3987800"/>
                  </a:lnTo>
                  <a:lnTo>
                    <a:pt x="5608885" y="3937000"/>
                  </a:lnTo>
                  <a:lnTo>
                    <a:pt x="5604605" y="3898900"/>
                  </a:lnTo>
                  <a:lnTo>
                    <a:pt x="5592332" y="3848100"/>
                  </a:lnTo>
                  <a:lnTo>
                    <a:pt x="5572920" y="3810000"/>
                  </a:lnTo>
                  <a:lnTo>
                    <a:pt x="5547219" y="3771900"/>
                  </a:lnTo>
                  <a:lnTo>
                    <a:pt x="5516083" y="3746500"/>
                  </a:lnTo>
                  <a:lnTo>
                    <a:pt x="5480363" y="3721100"/>
                  </a:lnTo>
                  <a:lnTo>
                    <a:pt x="5440910" y="3708400"/>
                  </a:lnTo>
                  <a:close/>
                </a:path>
                <a:path w="6120765" h="4737100">
                  <a:moveTo>
                    <a:pt x="5064627" y="3454400"/>
                  </a:moveTo>
                  <a:lnTo>
                    <a:pt x="4963612" y="3568700"/>
                  </a:lnTo>
                  <a:lnTo>
                    <a:pt x="5004197" y="3619500"/>
                  </a:lnTo>
                  <a:lnTo>
                    <a:pt x="5792944" y="3619500"/>
                  </a:lnTo>
                  <a:lnTo>
                    <a:pt x="5833529" y="3568700"/>
                  </a:lnTo>
                  <a:lnTo>
                    <a:pt x="5788633" y="3517900"/>
                  </a:lnTo>
                  <a:lnTo>
                    <a:pt x="5125373" y="3517900"/>
                  </a:lnTo>
                  <a:lnTo>
                    <a:pt x="5114586" y="3505200"/>
                  </a:lnTo>
                  <a:lnTo>
                    <a:pt x="5105172" y="3505200"/>
                  </a:lnTo>
                  <a:lnTo>
                    <a:pt x="5064627" y="3454400"/>
                  </a:lnTo>
                  <a:close/>
                </a:path>
                <a:path w="6120765" h="4737100">
                  <a:moveTo>
                    <a:pt x="5660583" y="3505200"/>
                  </a:moveTo>
                  <a:lnTo>
                    <a:pt x="5136553" y="3505200"/>
                  </a:lnTo>
                  <a:lnTo>
                    <a:pt x="5125373" y="3517900"/>
                  </a:lnTo>
                  <a:lnTo>
                    <a:pt x="5671762" y="3517900"/>
                  </a:lnTo>
                  <a:lnTo>
                    <a:pt x="5660583" y="3505200"/>
                  </a:lnTo>
                  <a:close/>
                </a:path>
                <a:path w="6120765" h="4737100">
                  <a:moveTo>
                    <a:pt x="5732514" y="3454400"/>
                  </a:moveTo>
                  <a:lnTo>
                    <a:pt x="5691955" y="3505200"/>
                  </a:lnTo>
                  <a:lnTo>
                    <a:pt x="5682547" y="3505200"/>
                  </a:lnTo>
                  <a:lnTo>
                    <a:pt x="5671762" y="3517900"/>
                  </a:lnTo>
                  <a:lnTo>
                    <a:pt x="5788633" y="3517900"/>
                  </a:lnTo>
                  <a:lnTo>
                    <a:pt x="5732514" y="3454400"/>
                  </a:lnTo>
                  <a:close/>
                </a:path>
                <a:path w="6120765" h="4737100">
                  <a:moveTo>
                    <a:pt x="5496496" y="3429000"/>
                  </a:moveTo>
                  <a:lnTo>
                    <a:pt x="5300645" y="3429000"/>
                  </a:lnTo>
                  <a:lnTo>
                    <a:pt x="5260187" y="3441700"/>
                  </a:lnTo>
                  <a:lnTo>
                    <a:pt x="5221028" y="3467100"/>
                  </a:lnTo>
                  <a:lnTo>
                    <a:pt x="5183304" y="3479800"/>
                  </a:lnTo>
                  <a:lnTo>
                    <a:pt x="5147147" y="3505200"/>
                  </a:lnTo>
                  <a:lnTo>
                    <a:pt x="5649995" y="3505200"/>
                  </a:lnTo>
                  <a:lnTo>
                    <a:pt x="5613835" y="3479800"/>
                  </a:lnTo>
                  <a:lnTo>
                    <a:pt x="5576108" y="3467100"/>
                  </a:lnTo>
                  <a:lnTo>
                    <a:pt x="5536949" y="3441700"/>
                  </a:lnTo>
                  <a:lnTo>
                    <a:pt x="5496496" y="3429000"/>
                  </a:lnTo>
                  <a:close/>
                </a:path>
                <a:path w="6120765" h="4737100">
                  <a:moveTo>
                    <a:pt x="5260007" y="3365500"/>
                  </a:moveTo>
                  <a:lnTo>
                    <a:pt x="5077280" y="3365500"/>
                  </a:lnTo>
                  <a:lnTo>
                    <a:pt x="5088383" y="3378200"/>
                  </a:lnTo>
                  <a:lnTo>
                    <a:pt x="5133991" y="3429000"/>
                  </a:lnTo>
                  <a:lnTo>
                    <a:pt x="5164208" y="3403600"/>
                  </a:lnTo>
                  <a:lnTo>
                    <a:pt x="5195322" y="3390900"/>
                  </a:lnTo>
                  <a:lnTo>
                    <a:pt x="5260007" y="3365500"/>
                  </a:lnTo>
                  <a:close/>
                </a:path>
                <a:path w="6120765" h="4737100">
                  <a:moveTo>
                    <a:pt x="5477431" y="3416300"/>
                  </a:moveTo>
                  <a:lnTo>
                    <a:pt x="5319706" y="3416300"/>
                  </a:lnTo>
                  <a:lnTo>
                    <a:pt x="5311313" y="3429000"/>
                  </a:lnTo>
                  <a:lnTo>
                    <a:pt x="5485822" y="3429000"/>
                  </a:lnTo>
                  <a:lnTo>
                    <a:pt x="5477431" y="3416300"/>
                  </a:lnTo>
                  <a:close/>
                </a:path>
                <a:path w="6120765" h="4737100">
                  <a:moveTo>
                    <a:pt x="5814797" y="3263900"/>
                  </a:moveTo>
                  <a:lnTo>
                    <a:pt x="5516625" y="3263900"/>
                  </a:lnTo>
                  <a:lnTo>
                    <a:pt x="5527299" y="3276600"/>
                  </a:lnTo>
                  <a:lnTo>
                    <a:pt x="5534495" y="3289300"/>
                  </a:lnTo>
                  <a:lnTo>
                    <a:pt x="5537133" y="3302000"/>
                  </a:lnTo>
                  <a:lnTo>
                    <a:pt x="5537133" y="3365500"/>
                  </a:lnTo>
                  <a:lnTo>
                    <a:pt x="5601831" y="3390900"/>
                  </a:lnTo>
                  <a:lnTo>
                    <a:pt x="5632946" y="3403600"/>
                  </a:lnTo>
                  <a:lnTo>
                    <a:pt x="5663163" y="3429000"/>
                  </a:lnTo>
                  <a:lnTo>
                    <a:pt x="5708759" y="3378200"/>
                  </a:lnTo>
                  <a:lnTo>
                    <a:pt x="5719869" y="3365500"/>
                  </a:lnTo>
                  <a:lnTo>
                    <a:pt x="5856103" y="3365500"/>
                  </a:lnTo>
                  <a:lnTo>
                    <a:pt x="5838410" y="3352800"/>
                  </a:lnTo>
                  <a:lnTo>
                    <a:pt x="5825460" y="3314700"/>
                  </a:lnTo>
                  <a:lnTo>
                    <a:pt x="5817505" y="3289300"/>
                  </a:lnTo>
                  <a:lnTo>
                    <a:pt x="5814797" y="3263900"/>
                  </a:lnTo>
                  <a:close/>
                </a:path>
                <a:path w="6120765" h="4737100">
                  <a:moveTo>
                    <a:pt x="6120679" y="3048000"/>
                  </a:moveTo>
                  <a:lnTo>
                    <a:pt x="5720619" y="3048000"/>
                  </a:lnTo>
                  <a:lnTo>
                    <a:pt x="5726416" y="3060700"/>
                  </a:lnTo>
                  <a:lnTo>
                    <a:pt x="5735693" y="3060700"/>
                  </a:lnTo>
                  <a:lnTo>
                    <a:pt x="5738781" y="3073400"/>
                  </a:lnTo>
                  <a:lnTo>
                    <a:pt x="5740696" y="3086100"/>
                  </a:lnTo>
                  <a:lnTo>
                    <a:pt x="5741353" y="3086100"/>
                  </a:lnTo>
                  <a:lnTo>
                    <a:pt x="5740694" y="3098800"/>
                  </a:lnTo>
                  <a:lnTo>
                    <a:pt x="5955833" y="3098800"/>
                  </a:lnTo>
                  <a:lnTo>
                    <a:pt x="5983563" y="3111500"/>
                  </a:lnTo>
                  <a:lnTo>
                    <a:pt x="6009835" y="3111500"/>
                  </a:lnTo>
                  <a:lnTo>
                    <a:pt x="6034039" y="3124200"/>
                  </a:lnTo>
                  <a:lnTo>
                    <a:pt x="6055564" y="3149600"/>
                  </a:lnTo>
                  <a:lnTo>
                    <a:pt x="6083823" y="3200400"/>
                  </a:lnTo>
                  <a:lnTo>
                    <a:pt x="6096180" y="3251200"/>
                  </a:lnTo>
                  <a:lnTo>
                    <a:pt x="6092639" y="3302000"/>
                  </a:lnTo>
                  <a:lnTo>
                    <a:pt x="6073206" y="3352800"/>
                  </a:lnTo>
                  <a:lnTo>
                    <a:pt x="6120679" y="3429000"/>
                  </a:lnTo>
                  <a:lnTo>
                    <a:pt x="6120679" y="3048000"/>
                  </a:lnTo>
                  <a:close/>
                </a:path>
                <a:path w="6120765" h="4737100">
                  <a:moveTo>
                    <a:pt x="5469973" y="3340100"/>
                  </a:moveTo>
                  <a:lnTo>
                    <a:pt x="5327168" y="3340100"/>
                  </a:lnTo>
                  <a:lnTo>
                    <a:pt x="5327168" y="3403600"/>
                  </a:lnTo>
                  <a:lnTo>
                    <a:pt x="5325199" y="3416300"/>
                  </a:lnTo>
                  <a:lnTo>
                    <a:pt x="5471941" y="3416300"/>
                  </a:lnTo>
                  <a:lnTo>
                    <a:pt x="5469973" y="3403600"/>
                  </a:lnTo>
                  <a:lnTo>
                    <a:pt x="5469973" y="3340100"/>
                  </a:lnTo>
                  <a:close/>
                </a:path>
                <a:path w="6120765" h="4737100">
                  <a:moveTo>
                    <a:pt x="6023570" y="3403600"/>
                  </a:moveTo>
                  <a:lnTo>
                    <a:pt x="6007711" y="3403600"/>
                  </a:lnTo>
                  <a:lnTo>
                    <a:pt x="5991030" y="3416300"/>
                  </a:lnTo>
                  <a:lnTo>
                    <a:pt x="6033421" y="3416300"/>
                  </a:lnTo>
                  <a:lnTo>
                    <a:pt x="6023570" y="3403600"/>
                  </a:lnTo>
                  <a:close/>
                </a:path>
                <a:path w="6120765" h="4737100">
                  <a:moveTo>
                    <a:pt x="5996801" y="3187700"/>
                  </a:moveTo>
                  <a:lnTo>
                    <a:pt x="5914870" y="3187700"/>
                  </a:lnTo>
                  <a:lnTo>
                    <a:pt x="5903601" y="3200400"/>
                  </a:lnTo>
                  <a:lnTo>
                    <a:pt x="5894331" y="3213100"/>
                  </a:lnTo>
                  <a:lnTo>
                    <a:pt x="5887546" y="3225800"/>
                  </a:lnTo>
                  <a:lnTo>
                    <a:pt x="5883377" y="3238500"/>
                  </a:lnTo>
                  <a:lnTo>
                    <a:pt x="5881958" y="3263900"/>
                  </a:lnTo>
                  <a:lnTo>
                    <a:pt x="5883377" y="3276600"/>
                  </a:lnTo>
                  <a:lnTo>
                    <a:pt x="5903601" y="3314700"/>
                  </a:lnTo>
                  <a:lnTo>
                    <a:pt x="5927543" y="3340100"/>
                  </a:lnTo>
                  <a:lnTo>
                    <a:pt x="5984120" y="3340100"/>
                  </a:lnTo>
                  <a:lnTo>
                    <a:pt x="5996801" y="3327400"/>
                  </a:lnTo>
                  <a:lnTo>
                    <a:pt x="6008079" y="3314700"/>
                  </a:lnTo>
                  <a:lnTo>
                    <a:pt x="6024274" y="3289300"/>
                  </a:lnTo>
                  <a:lnTo>
                    <a:pt x="6029673" y="3263900"/>
                  </a:lnTo>
                  <a:lnTo>
                    <a:pt x="6024274" y="3225800"/>
                  </a:lnTo>
                  <a:lnTo>
                    <a:pt x="6008079" y="3200400"/>
                  </a:lnTo>
                  <a:lnTo>
                    <a:pt x="5996801" y="3187700"/>
                  </a:lnTo>
                  <a:close/>
                </a:path>
                <a:path w="6120765" h="4737100">
                  <a:moveTo>
                    <a:pt x="5970356" y="3175000"/>
                  </a:moveTo>
                  <a:lnTo>
                    <a:pt x="5941310" y="3175000"/>
                  </a:lnTo>
                  <a:lnTo>
                    <a:pt x="5927548" y="3187700"/>
                  </a:lnTo>
                  <a:lnTo>
                    <a:pt x="5984120" y="3187700"/>
                  </a:lnTo>
                  <a:lnTo>
                    <a:pt x="5970356" y="3175000"/>
                  </a:lnTo>
                  <a:close/>
                </a:path>
                <a:path w="6120765" h="4737100">
                  <a:moveTo>
                    <a:pt x="5901831" y="3111500"/>
                  </a:moveTo>
                  <a:lnTo>
                    <a:pt x="5731516" y="3111500"/>
                  </a:lnTo>
                  <a:lnTo>
                    <a:pt x="5726416" y="3124200"/>
                  </a:lnTo>
                  <a:lnTo>
                    <a:pt x="5877627" y="3124200"/>
                  </a:lnTo>
                  <a:lnTo>
                    <a:pt x="5901831" y="3111500"/>
                  </a:lnTo>
                  <a:close/>
                </a:path>
                <a:path w="6120765" h="4737100">
                  <a:moveTo>
                    <a:pt x="5955833" y="3098800"/>
                  </a:moveTo>
                  <a:lnTo>
                    <a:pt x="5738776" y="3098800"/>
                  </a:lnTo>
                  <a:lnTo>
                    <a:pt x="5735687" y="3111500"/>
                  </a:lnTo>
                  <a:lnTo>
                    <a:pt x="5928103" y="3111500"/>
                  </a:lnTo>
                  <a:lnTo>
                    <a:pt x="5955833" y="3098800"/>
                  </a:lnTo>
                  <a:close/>
                </a:path>
                <a:path w="6120765" h="4737100">
                  <a:moveTo>
                    <a:pt x="5478061" y="3060700"/>
                  </a:moveTo>
                  <a:lnTo>
                    <a:pt x="5309420" y="3060700"/>
                  </a:lnTo>
                  <a:lnTo>
                    <a:pt x="5223126" y="3086100"/>
                  </a:lnTo>
                  <a:lnTo>
                    <a:pt x="5674854" y="3086100"/>
                  </a:lnTo>
                  <a:lnTo>
                    <a:pt x="5676774" y="3073400"/>
                  </a:lnTo>
                  <a:lnTo>
                    <a:pt x="5517443" y="3073400"/>
                  </a:lnTo>
                  <a:lnTo>
                    <a:pt x="5478061" y="3060700"/>
                  </a:lnTo>
                  <a:close/>
                </a:path>
                <a:path w="6120765" h="4737100">
                  <a:moveTo>
                    <a:pt x="6120679" y="2984500"/>
                  </a:moveTo>
                  <a:lnTo>
                    <a:pt x="5484746" y="2984500"/>
                  </a:lnTo>
                  <a:lnTo>
                    <a:pt x="5527450" y="2997200"/>
                  </a:lnTo>
                  <a:lnTo>
                    <a:pt x="5569704" y="2997200"/>
                  </a:lnTo>
                  <a:lnTo>
                    <a:pt x="5581993" y="3009900"/>
                  </a:lnTo>
                  <a:lnTo>
                    <a:pt x="5591029" y="3022600"/>
                  </a:lnTo>
                  <a:lnTo>
                    <a:pt x="5595967" y="3035300"/>
                  </a:lnTo>
                  <a:lnTo>
                    <a:pt x="5595965" y="3048000"/>
                  </a:lnTo>
                  <a:lnTo>
                    <a:pt x="5590786" y="3060700"/>
                  </a:lnTo>
                  <a:lnTo>
                    <a:pt x="5581614" y="3073400"/>
                  </a:lnTo>
                  <a:lnTo>
                    <a:pt x="5676774" y="3073400"/>
                  </a:lnTo>
                  <a:lnTo>
                    <a:pt x="5679867" y="3060700"/>
                  </a:lnTo>
                  <a:lnTo>
                    <a:pt x="5689140" y="3060700"/>
                  </a:lnTo>
                  <a:lnTo>
                    <a:pt x="5694926" y="3048000"/>
                  </a:lnTo>
                  <a:lnTo>
                    <a:pt x="6120679" y="3048000"/>
                  </a:lnTo>
                  <a:lnTo>
                    <a:pt x="6120679" y="29845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2176" y="1326387"/>
            <a:ext cx="138493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12827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Facebook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0886" y="331723"/>
            <a:ext cx="6033135" cy="455829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27749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&lt;graph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id</a:t>
            </a:r>
            <a:r>
              <a:rPr sz="1800" b="1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b="1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"Grafo</a:t>
            </a:r>
            <a:r>
              <a:rPr sz="1800" b="1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Facebook"</a:t>
            </a:r>
            <a:r>
              <a:rPr sz="1800" b="1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edgedefault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=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"undirected"&gt;</a:t>
            </a:r>
            <a:endParaRPr sz="18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422275">
              <a:lnSpc>
                <a:spcPts val="1800"/>
              </a:lnSpc>
            </a:pPr>
            <a:r>
              <a:rPr sz="1800" b="1" dirty="0">
                <a:latin typeface="Courier New"/>
                <a:cs typeface="Courier New"/>
              </a:rPr>
              <a:t>&lt;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node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"Luci_a"/&gt;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"Alicia_FG"/&gt;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50" dirty="0">
                <a:latin typeface="Courier New"/>
                <a:cs typeface="Courier New"/>
              </a:rPr>
              <a:t>…</a:t>
            </a:r>
            <a:endParaRPr sz="1800" dirty="0">
              <a:latin typeface="Courier New"/>
              <a:cs typeface="Courier New"/>
            </a:endParaRPr>
          </a:p>
          <a:p>
            <a:pPr marL="422275" marR="823594">
              <a:lnSpc>
                <a:spcPts val="2020"/>
              </a:lnSpc>
              <a:spcBef>
                <a:spcPts val="55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&lt;edge</a:t>
            </a:r>
            <a:r>
              <a:rPr sz="18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id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"1"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source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"Alicia_FG"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target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"Luci_a"/&gt;</a:t>
            </a:r>
            <a:endParaRPr sz="18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422275">
              <a:lnSpc>
                <a:spcPts val="1764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"2"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"Luci_a"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=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"Toni_10"/&gt;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"3"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"Lucia_a"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"Merche!333"/&gt;</a:t>
            </a:r>
            <a:endParaRPr sz="1800" dirty="0">
              <a:latin typeface="Courier New"/>
              <a:cs typeface="Courier New"/>
            </a:endParaRPr>
          </a:p>
          <a:p>
            <a:pPr marL="422275" marR="823594">
              <a:lnSpc>
                <a:spcPts val="1989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"4"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"Alicia_FG"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"Marcos_91"/&gt;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"Toni_10"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"Marcos_91"/&gt;</a:t>
            </a:r>
            <a:endParaRPr sz="1800" dirty="0">
              <a:latin typeface="Courier New"/>
              <a:cs typeface="Courier New"/>
            </a:endParaRPr>
          </a:p>
          <a:p>
            <a:pPr marL="422275" marR="688340">
              <a:lnSpc>
                <a:spcPts val="1900"/>
              </a:lnSpc>
              <a:spcBef>
                <a:spcPts val="204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"6"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"Merche!333"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"Marcos_91"/&gt;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ts val="1970"/>
              </a:lnSpc>
            </a:pPr>
            <a:r>
              <a:rPr sz="1800" b="1" spc="-10" dirty="0">
                <a:latin typeface="Courier New"/>
                <a:cs typeface="Courier New"/>
              </a:rPr>
              <a:t>&lt;/graph&gt;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9060" marR="5080" indent="-8699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Youtube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92531"/>
            <a:ext cx="4910584" cy="957313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lang="en-US" sz="2800" spc="275" dirty="0">
                <a:latin typeface="Arial"/>
                <a:cs typeface="Arial"/>
              </a:rPr>
              <a:t>¿</a:t>
            </a:r>
            <a:r>
              <a:rPr lang="en-US" sz="2800" spc="275" dirty="0" err="1">
                <a:latin typeface="Arial"/>
                <a:cs typeface="Arial"/>
              </a:rPr>
              <a:t>Cuántos</a:t>
            </a:r>
            <a:r>
              <a:rPr lang="en-US" sz="2800" spc="275" dirty="0">
                <a:latin typeface="Arial"/>
                <a:cs typeface="Arial"/>
              </a:rPr>
              <a:t> </a:t>
            </a:r>
            <a:r>
              <a:rPr lang="en-US" sz="2800" spc="275" dirty="0" err="1">
                <a:latin typeface="Arial"/>
                <a:cs typeface="Arial"/>
              </a:rPr>
              <a:t>nodos</a:t>
            </a:r>
            <a:r>
              <a:rPr lang="en-US" sz="2800" spc="275" dirty="0">
                <a:latin typeface="Arial"/>
                <a:cs typeface="Arial"/>
              </a:rPr>
              <a:t> y </a:t>
            </a:r>
            <a:r>
              <a:rPr lang="en-US" sz="2800" spc="275" dirty="0" err="1">
                <a:latin typeface="Arial"/>
                <a:cs typeface="Arial"/>
              </a:rPr>
              <a:t>conexiones</a:t>
            </a:r>
            <a:r>
              <a:rPr lang="en-US" sz="2800" spc="275" dirty="0">
                <a:latin typeface="Arial"/>
                <a:cs typeface="Arial"/>
              </a:rPr>
              <a:t> temenos?</a:t>
            </a:r>
            <a:endParaRPr lang="en-US" sz="28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887" y="2067693"/>
            <a:ext cx="4392488" cy="28803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98612" y="4680203"/>
            <a:ext cx="16979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latin typeface="Arial"/>
                <a:cs typeface="Arial"/>
              </a:rPr>
              <a:t>Naturaleza_Viva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760" y="4030979"/>
            <a:ext cx="7156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latin typeface="Arial"/>
                <a:cs typeface="Arial"/>
              </a:rPr>
              <a:t>Cocina </a:t>
            </a:r>
            <a:r>
              <a:rPr sz="2000" spc="-185" dirty="0">
                <a:latin typeface="Arial"/>
                <a:cs typeface="Arial"/>
              </a:rPr>
              <a:t>Casera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5696" y="2001011"/>
            <a:ext cx="5003800" cy="131508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601345" algn="ctr">
              <a:lnSpc>
                <a:spcPct val="100000"/>
              </a:lnSpc>
              <a:spcBef>
                <a:spcPts val="845"/>
              </a:spcBef>
            </a:pPr>
            <a:r>
              <a:rPr sz="2000" spc="-10" dirty="0">
                <a:latin typeface="Arial"/>
                <a:cs typeface="Arial"/>
              </a:rPr>
              <a:t>Fitness</a:t>
            </a:r>
            <a:endParaRPr sz="2000">
              <a:latin typeface="Arial"/>
              <a:cs typeface="Arial"/>
            </a:endParaRPr>
          </a:p>
          <a:p>
            <a:pPr marR="3660775" algn="ctr">
              <a:lnSpc>
                <a:spcPct val="100000"/>
              </a:lnSpc>
              <a:spcBef>
                <a:spcPts val="740"/>
              </a:spcBef>
            </a:pPr>
            <a:r>
              <a:rPr sz="2000" spc="-114" dirty="0">
                <a:latin typeface="Arial"/>
                <a:cs typeface="Arial"/>
              </a:rPr>
              <a:t>VideoGames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465"/>
              </a:spcBef>
            </a:pPr>
            <a:r>
              <a:rPr sz="2000" spc="-10" dirty="0">
                <a:latin typeface="Arial"/>
                <a:cs typeface="Arial"/>
              </a:rPr>
              <a:t>Bricoymas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0469" y="3988308"/>
            <a:ext cx="604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latin typeface="Arial"/>
                <a:cs typeface="Arial"/>
              </a:rPr>
              <a:t>Rubik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CDC7CB-DF3B-79DC-9343-CA76EF7E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B9ACED-D648-E043-BEA1-1B67A93A8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7387E44-396D-6604-AE83-4D0AD59C8400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A5B39B-9D20-8BC2-29A2-A2F25CB18B96}"/>
              </a:ext>
            </a:extLst>
          </p:cNvPr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9060" marR="5080" indent="-8699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Youtube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1A9129-E329-3044-9203-4EA9E57B38FE}"/>
              </a:ext>
            </a:extLst>
          </p:cNvPr>
          <p:cNvSpPr txBox="1"/>
          <p:nvPr/>
        </p:nvSpPr>
        <p:spPr>
          <a:xfrm>
            <a:off x="3344302" y="192531"/>
            <a:ext cx="4809098" cy="15420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6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9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lang="es-ES" sz="2800" spc="-165" dirty="0">
                <a:latin typeface="Arial"/>
                <a:cs typeface="Arial"/>
              </a:rPr>
              <a:t>¿Es dirigido o no?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9798C24D-69DE-9561-9584-54AD490886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887" y="2067693"/>
            <a:ext cx="4392488" cy="288032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29F2647F-401A-B52F-4136-3E3E878F154F}"/>
              </a:ext>
            </a:extLst>
          </p:cNvPr>
          <p:cNvSpPr txBox="1"/>
          <p:nvPr/>
        </p:nvSpPr>
        <p:spPr>
          <a:xfrm>
            <a:off x="3498612" y="4680203"/>
            <a:ext cx="16979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latin typeface="Arial"/>
                <a:cs typeface="Arial"/>
              </a:rPr>
              <a:t>Naturaleza_Viva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22931C1-7BE6-9CE5-0DE5-0C66D9B610D4}"/>
              </a:ext>
            </a:extLst>
          </p:cNvPr>
          <p:cNvSpPr txBox="1"/>
          <p:nvPr/>
        </p:nvSpPr>
        <p:spPr>
          <a:xfrm>
            <a:off x="5469760" y="4030979"/>
            <a:ext cx="7156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latin typeface="Arial"/>
                <a:cs typeface="Arial"/>
              </a:rPr>
              <a:t>Cocina </a:t>
            </a:r>
            <a:r>
              <a:rPr sz="2000" spc="-185" dirty="0">
                <a:latin typeface="Arial"/>
                <a:cs typeface="Arial"/>
              </a:rPr>
              <a:t>Casera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8BDF0CA-B381-6F39-45DF-AB2782DE413A}"/>
              </a:ext>
            </a:extLst>
          </p:cNvPr>
          <p:cNvSpPr txBox="1"/>
          <p:nvPr/>
        </p:nvSpPr>
        <p:spPr>
          <a:xfrm>
            <a:off x="3615696" y="2001011"/>
            <a:ext cx="5003800" cy="131508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601345" algn="ctr">
              <a:lnSpc>
                <a:spcPct val="100000"/>
              </a:lnSpc>
              <a:spcBef>
                <a:spcPts val="845"/>
              </a:spcBef>
            </a:pPr>
            <a:r>
              <a:rPr sz="2000" spc="-10" dirty="0">
                <a:latin typeface="Arial"/>
                <a:cs typeface="Arial"/>
              </a:rPr>
              <a:t>Fitness</a:t>
            </a:r>
            <a:endParaRPr sz="2000">
              <a:latin typeface="Arial"/>
              <a:cs typeface="Arial"/>
            </a:endParaRPr>
          </a:p>
          <a:p>
            <a:pPr marR="3660775" algn="ctr">
              <a:lnSpc>
                <a:spcPct val="100000"/>
              </a:lnSpc>
              <a:spcBef>
                <a:spcPts val="740"/>
              </a:spcBef>
            </a:pPr>
            <a:r>
              <a:rPr sz="2000" spc="-114" dirty="0">
                <a:latin typeface="Arial"/>
                <a:cs typeface="Arial"/>
              </a:rPr>
              <a:t>VideoGames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465"/>
              </a:spcBef>
            </a:pPr>
            <a:r>
              <a:rPr sz="2000" spc="-10" dirty="0">
                <a:latin typeface="Arial"/>
                <a:cs typeface="Arial"/>
              </a:rPr>
              <a:t>Bricoymas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3B1A7F9-502E-2486-5706-E0EA16960AF0}"/>
              </a:ext>
            </a:extLst>
          </p:cNvPr>
          <p:cNvSpPr txBox="1"/>
          <p:nvPr/>
        </p:nvSpPr>
        <p:spPr>
          <a:xfrm>
            <a:off x="7040469" y="3988308"/>
            <a:ext cx="604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latin typeface="Arial"/>
                <a:cs typeface="Arial"/>
              </a:rPr>
              <a:t>Rubik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58243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725220-EBF2-7449-6C7B-4D02360B2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3C0E211-6AD6-8885-14C1-E75938013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7A154BF-8D6F-144D-BA27-A7DAF2F9F229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67344CA-2015-EB98-0EF7-BD57BC822D86}"/>
              </a:ext>
            </a:extLst>
          </p:cNvPr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9060" marR="5080" indent="-8699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Youtube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1B71E75-13E2-C302-4F4D-C59C2213B34D}"/>
              </a:ext>
            </a:extLst>
          </p:cNvPr>
          <p:cNvSpPr txBox="1"/>
          <p:nvPr/>
        </p:nvSpPr>
        <p:spPr>
          <a:xfrm>
            <a:off x="3344302" y="192531"/>
            <a:ext cx="2284095" cy="15373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6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9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Grafo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dirigido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62A0CEAD-5EB5-274E-B1BD-BABAE895AB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887" y="2067693"/>
            <a:ext cx="4392488" cy="288032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92591CC4-859D-6E1E-1867-EE00C24C1CAB}"/>
              </a:ext>
            </a:extLst>
          </p:cNvPr>
          <p:cNvSpPr txBox="1"/>
          <p:nvPr/>
        </p:nvSpPr>
        <p:spPr>
          <a:xfrm>
            <a:off x="3498612" y="4680203"/>
            <a:ext cx="16979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latin typeface="Arial"/>
                <a:cs typeface="Arial"/>
              </a:rPr>
              <a:t>Naturaleza_Viva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6443090-C99F-A0AA-3CD5-04B8FC6F7936}"/>
              </a:ext>
            </a:extLst>
          </p:cNvPr>
          <p:cNvSpPr txBox="1"/>
          <p:nvPr/>
        </p:nvSpPr>
        <p:spPr>
          <a:xfrm>
            <a:off x="5469760" y="4030979"/>
            <a:ext cx="7156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latin typeface="Arial"/>
                <a:cs typeface="Arial"/>
              </a:rPr>
              <a:t>Cocina </a:t>
            </a:r>
            <a:r>
              <a:rPr sz="2000" spc="-185" dirty="0">
                <a:latin typeface="Arial"/>
                <a:cs typeface="Arial"/>
              </a:rPr>
              <a:t>Casera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583D1D7-0B8B-CE44-AE7F-C4BDF3D05833}"/>
              </a:ext>
            </a:extLst>
          </p:cNvPr>
          <p:cNvSpPr txBox="1"/>
          <p:nvPr/>
        </p:nvSpPr>
        <p:spPr>
          <a:xfrm>
            <a:off x="3615696" y="2001011"/>
            <a:ext cx="5003800" cy="131508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601345" algn="ctr">
              <a:lnSpc>
                <a:spcPct val="100000"/>
              </a:lnSpc>
              <a:spcBef>
                <a:spcPts val="845"/>
              </a:spcBef>
            </a:pPr>
            <a:r>
              <a:rPr sz="2000" spc="-10" dirty="0">
                <a:latin typeface="Arial"/>
                <a:cs typeface="Arial"/>
              </a:rPr>
              <a:t>Fitness</a:t>
            </a:r>
            <a:endParaRPr sz="2000">
              <a:latin typeface="Arial"/>
              <a:cs typeface="Arial"/>
            </a:endParaRPr>
          </a:p>
          <a:p>
            <a:pPr marR="3660775" algn="ctr">
              <a:lnSpc>
                <a:spcPct val="100000"/>
              </a:lnSpc>
              <a:spcBef>
                <a:spcPts val="740"/>
              </a:spcBef>
            </a:pPr>
            <a:r>
              <a:rPr sz="2000" spc="-114" dirty="0">
                <a:latin typeface="Arial"/>
                <a:cs typeface="Arial"/>
              </a:rPr>
              <a:t>VideoGames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465"/>
              </a:spcBef>
            </a:pPr>
            <a:r>
              <a:rPr sz="2000" spc="-10" dirty="0">
                <a:latin typeface="Arial"/>
                <a:cs typeface="Arial"/>
              </a:rPr>
              <a:t>Bricoymas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81BD5EB-E3E3-A28F-A050-C17D8B4B08EA}"/>
              </a:ext>
            </a:extLst>
          </p:cNvPr>
          <p:cNvSpPr txBox="1"/>
          <p:nvPr/>
        </p:nvSpPr>
        <p:spPr>
          <a:xfrm>
            <a:off x="7040469" y="3988308"/>
            <a:ext cx="604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latin typeface="Arial"/>
                <a:cs typeface="Arial"/>
              </a:rPr>
              <a:t>Rubik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47658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78090" y="273999"/>
            <a:ext cx="6166485" cy="4869815"/>
            <a:chOff x="2978090" y="273999"/>
            <a:chExt cx="6166485" cy="48698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78090" y="273999"/>
              <a:ext cx="6120765" cy="4737100"/>
            </a:xfrm>
            <a:custGeom>
              <a:avLst/>
              <a:gdLst/>
              <a:ahLst/>
              <a:cxnLst/>
              <a:rect l="l" t="t" r="r" b="b"/>
              <a:pathLst>
                <a:path w="6120765" h="4737100">
                  <a:moveTo>
                    <a:pt x="6120679" y="0"/>
                  </a:moveTo>
                  <a:lnTo>
                    <a:pt x="0" y="0"/>
                  </a:lnTo>
                  <a:lnTo>
                    <a:pt x="0" y="4737100"/>
                  </a:lnTo>
                  <a:lnTo>
                    <a:pt x="4741604" y="4737100"/>
                  </a:lnTo>
                  <a:lnTo>
                    <a:pt x="4723909" y="4711700"/>
                  </a:lnTo>
                  <a:lnTo>
                    <a:pt x="4710954" y="4673600"/>
                  </a:lnTo>
                  <a:lnTo>
                    <a:pt x="4702995" y="4648200"/>
                  </a:lnTo>
                  <a:lnTo>
                    <a:pt x="4700285" y="4622800"/>
                  </a:lnTo>
                  <a:lnTo>
                    <a:pt x="4701816" y="4597400"/>
                  </a:lnTo>
                  <a:lnTo>
                    <a:pt x="4706339" y="4572000"/>
                  </a:lnTo>
                  <a:lnTo>
                    <a:pt x="4713744" y="4546600"/>
                  </a:lnTo>
                  <a:lnTo>
                    <a:pt x="4723923" y="4533900"/>
                  </a:lnTo>
                  <a:lnTo>
                    <a:pt x="4697329" y="4495800"/>
                  </a:lnTo>
                  <a:lnTo>
                    <a:pt x="4672677" y="4457700"/>
                  </a:lnTo>
                  <a:lnTo>
                    <a:pt x="4650000" y="4406900"/>
                  </a:lnTo>
                  <a:lnTo>
                    <a:pt x="4629331" y="4368800"/>
                  </a:lnTo>
                  <a:lnTo>
                    <a:pt x="4610701" y="4318000"/>
                  </a:lnTo>
                  <a:lnTo>
                    <a:pt x="4594142" y="4279900"/>
                  </a:lnTo>
                  <a:lnTo>
                    <a:pt x="4579687" y="4229100"/>
                  </a:lnTo>
                  <a:lnTo>
                    <a:pt x="4567368" y="4178300"/>
                  </a:lnTo>
                  <a:lnTo>
                    <a:pt x="4557216" y="4140200"/>
                  </a:lnTo>
                  <a:lnTo>
                    <a:pt x="4549265" y="4089400"/>
                  </a:lnTo>
                  <a:lnTo>
                    <a:pt x="4543545" y="4038600"/>
                  </a:lnTo>
                  <a:lnTo>
                    <a:pt x="4540090" y="3987800"/>
                  </a:lnTo>
                  <a:lnTo>
                    <a:pt x="4538931" y="3937000"/>
                  </a:lnTo>
                  <a:lnTo>
                    <a:pt x="4540119" y="3886200"/>
                  </a:lnTo>
                  <a:lnTo>
                    <a:pt x="4543661" y="3835400"/>
                  </a:lnTo>
                  <a:lnTo>
                    <a:pt x="4549530" y="3784600"/>
                  </a:lnTo>
                  <a:lnTo>
                    <a:pt x="4557695" y="3733800"/>
                  </a:lnTo>
                  <a:lnTo>
                    <a:pt x="4568128" y="3695700"/>
                  </a:lnTo>
                  <a:lnTo>
                    <a:pt x="4580798" y="3644900"/>
                  </a:lnTo>
                  <a:lnTo>
                    <a:pt x="4595678" y="3594100"/>
                  </a:lnTo>
                  <a:lnTo>
                    <a:pt x="4612737" y="3556000"/>
                  </a:lnTo>
                  <a:lnTo>
                    <a:pt x="4631946" y="3505200"/>
                  </a:lnTo>
                  <a:lnTo>
                    <a:pt x="4653276" y="3467100"/>
                  </a:lnTo>
                  <a:lnTo>
                    <a:pt x="4676698" y="3416300"/>
                  </a:lnTo>
                  <a:lnTo>
                    <a:pt x="4702182" y="3378200"/>
                  </a:lnTo>
                  <a:lnTo>
                    <a:pt x="4729699" y="3340100"/>
                  </a:lnTo>
                  <a:lnTo>
                    <a:pt x="4759220" y="3302000"/>
                  </a:lnTo>
                  <a:lnTo>
                    <a:pt x="4790715" y="3263900"/>
                  </a:lnTo>
                  <a:lnTo>
                    <a:pt x="4826312" y="3225800"/>
                  </a:lnTo>
                  <a:lnTo>
                    <a:pt x="4863460" y="3187700"/>
                  </a:lnTo>
                  <a:lnTo>
                    <a:pt x="4902073" y="3162300"/>
                  </a:lnTo>
                  <a:lnTo>
                    <a:pt x="4942063" y="3124200"/>
                  </a:lnTo>
                  <a:lnTo>
                    <a:pt x="4983343" y="3098800"/>
                  </a:lnTo>
                  <a:lnTo>
                    <a:pt x="5025827" y="3073400"/>
                  </a:lnTo>
                  <a:lnTo>
                    <a:pt x="5069427" y="3060700"/>
                  </a:lnTo>
                  <a:lnTo>
                    <a:pt x="5114056" y="3035300"/>
                  </a:lnTo>
                  <a:lnTo>
                    <a:pt x="5301128" y="2984500"/>
                  </a:lnTo>
                  <a:lnTo>
                    <a:pt x="6120679" y="2984500"/>
                  </a:lnTo>
                  <a:lnTo>
                    <a:pt x="6120679" y="0"/>
                  </a:lnTo>
                  <a:close/>
                </a:path>
                <a:path w="6120765" h="4737100">
                  <a:moveTo>
                    <a:pt x="4994868" y="4457700"/>
                  </a:moveTo>
                  <a:lnTo>
                    <a:pt x="4841321" y="4457700"/>
                  </a:lnTo>
                  <a:lnTo>
                    <a:pt x="4869051" y="4470400"/>
                  </a:lnTo>
                  <a:lnTo>
                    <a:pt x="4895323" y="4470400"/>
                  </a:lnTo>
                  <a:lnTo>
                    <a:pt x="4919527" y="4483100"/>
                  </a:lnTo>
                  <a:lnTo>
                    <a:pt x="4958744" y="4533900"/>
                  </a:lnTo>
                  <a:lnTo>
                    <a:pt x="4979649" y="4584700"/>
                  </a:lnTo>
                  <a:lnTo>
                    <a:pt x="4982357" y="4622800"/>
                  </a:lnTo>
                  <a:lnTo>
                    <a:pt x="4979649" y="4648200"/>
                  </a:lnTo>
                  <a:lnTo>
                    <a:pt x="4971694" y="4673600"/>
                  </a:lnTo>
                  <a:lnTo>
                    <a:pt x="4958744" y="4711700"/>
                  </a:lnTo>
                  <a:lnTo>
                    <a:pt x="4941051" y="4737100"/>
                  </a:lnTo>
                  <a:lnTo>
                    <a:pt x="5721493" y="4737100"/>
                  </a:lnTo>
                  <a:lnTo>
                    <a:pt x="5841359" y="4673600"/>
                  </a:lnTo>
                  <a:lnTo>
                    <a:pt x="5882547" y="4635500"/>
                  </a:lnTo>
                  <a:lnTo>
                    <a:pt x="5895597" y="4622800"/>
                  </a:lnTo>
                  <a:lnTo>
                    <a:pt x="5280521" y="4622800"/>
                  </a:lnTo>
                  <a:lnTo>
                    <a:pt x="5269846" y="4610100"/>
                  </a:lnTo>
                  <a:lnTo>
                    <a:pt x="5262647" y="4597400"/>
                  </a:lnTo>
                  <a:lnTo>
                    <a:pt x="5260007" y="4584700"/>
                  </a:lnTo>
                  <a:lnTo>
                    <a:pt x="5260007" y="4508500"/>
                  </a:lnTo>
                  <a:lnTo>
                    <a:pt x="5040532" y="4508500"/>
                  </a:lnTo>
                  <a:lnTo>
                    <a:pt x="4994868" y="4457700"/>
                  </a:lnTo>
                  <a:close/>
                </a:path>
                <a:path w="6120765" h="4737100">
                  <a:moveTo>
                    <a:pt x="6120679" y="4457700"/>
                  </a:moveTo>
                  <a:lnTo>
                    <a:pt x="6089967" y="4508500"/>
                  </a:lnTo>
                  <a:lnTo>
                    <a:pt x="6063874" y="4546600"/>
                  </a:lnTo>
                  <a:lnTo>
                    <a:pt x="6036023" y="4584700"/>
                  </a:lnTo>
                  <a:lnTo>
                    <a:pt x="6006439" y="4610100"/>
                  </a:lnTo>
                  <a:lnTo>
                    <a:pt x="5975378" y="4648200"/>
                  </a:lnTo>
                  <a:lnTo>
                    <a:pt x="5943121" y="4686300"/>
                  </a:lnTo>
                  <a:lnTo>
                    <a:pt x="5909726" y="4711700"/>
                  </a:lnTo>
                  <a:lnTo>
                    <a:pt x="5875252" y="4737100"/>
                  </a:lnTo>
                  <a:lnTo>
                    <a:pt x="6120679" y="4737100"/>
                  </a:lnTo>
                  <a:lnTo>
                    <a:pt x="6120679" y="4457700"/>
                  </a:lnTo>
                  <a:close/>
                </a:path>
                <a:path w="6120765" h="4737100">
                  <a:moveTo>
                    <a:pt x="4882279" y="4546600"/>
                  </a:moveTo>
                  <a:lnTo>
                    <a:pt x="4800358" y="4546600"/>
                  </a:lnTo>
                  <a:lnTo>
                    <a:pt x="4789088" y="4559300"/>
                  </a:lnTo>
                  <a:lnTo>
                    <a:pt x="4779819" y="4572000"/>
                  </a:lnTo>
                  <a:lnTo>
                    <a:pt x="4773033" y="4584700"/>
                  </a:lnTo>
                  <a:lnTo>
                    <a:pt x="4768864" y="4597400"/>
                  </a:lnTo>
                  <a:lnTo>
                    <a:pt x="4767445" y="4622800"/>
                  </a:lnTo>
                  <a:lnTo>
                    <a:pt x="4768864" y="4635500"/>
                  </a:lnTo>
                  <a:lnTo>
                    <a:pt x="4789088" y="4673600"/>
                  </a:lnTo>
                  <a:lnTo>
                    <a:pt x="4813040" y="4699000"/>
                  </a:lnTo>
                  <a:lnTo>
                    <a:pt x="4869606" y="4699000"/>
                  </a:lnTo>
                  <a:lnTo>
                    <a:pt x="4902823" y="4660900"/>
                  </a:lnTo>
                  <a:lnTo>
                    <a:pt x="4915197" y="4622800"/>
                  </a:lnTo>
                  <a:lnTo>
                    <a:pt x="4913778" y="4597400"/>
                  </a:lnTo>
                  <a:lnTo>
                    <a:pt x="4909609" y="4584700"/>
                  </a:lnTo>
                  <a:lnTo>
                    <a:pt x="4902823" y="4572000"/>
                  </a:lnTo>
                  <a:lnTo>
                    <a:pt x="4893553" y="4559300"/>
                  </a:lnTo>
                  <a:lnTo>
                    <a:pt x="4882279" y="4546600"/>
                  </a:lnTo>
                  <a:close/>
                </a:path>
                <a:path w="6120765" h="4737100">
                  <a:moveTo>
                    <a:pt x="5663163" y="4457700"/>
                  </a:moveTo>
                  <a:lnTo>
                    <a:pt x="5632946" y="4470400"/>
                  </a:lnTo>
                  <a:lnTo>
                    <a:pt x="5601831" y="4483100"/>
                  </a:lnTo>
                  <a:lnTo>
                    <a:pt x="5537133" y="4508500"/>
                  </a:lnTo>
                  <a:lnTo>
                    <a:pt x="5537133" y="4584700"/>
                  </a:lnTo>
                  <a:lnTo>
                    <a:pt x="5534495" y="4597400"/>
                  </a:lnTo>
                  <a:lnTo>
                    <a:pt x="5527299" y="4610100"/>
                  </a:lnTo>
                  <a:lnTo>
                    <a:pt x="5516625" y="4622800"/>
                  </a:lnTo>
                  <a:lnTo>
                    <a:pt x="5895597" y="4622800"/>
                  </a:lnTo>
                  <a:lnTo>
                    <a:pt x="5921697" y="4597400"/>
                  </a:lnTo>
                  <a:lnTo>
                    <a:pt x="5958689" y="4559300"/>
                  </a:lnTo>
                  <a:lnTo>
                    <a:pt x="5993406" y="4521200"/>
                  </a:lnTo>
                  <a:lnTo>
                    <a:pt x="6004180" y="4508500"/>
                  </a:lnTo>
                  <a:lnTo>
                    <a:pt x="5709126" y="4508500"/>
                  </a:lnTo>
                  <a:lnTo>
                    <a:pt x="5663163" y="4457700"/>
                  </a:lnTo>
                  <a:close/>
                </a:path>
                <a:path w="6120765" h="4737100">
                  <a:moveTo>
                    <a:pt x="4855842" y="4533900"/>
                  </a:moveTo>
                  <a:lnTo>
                    <a:pt x="4826797" y="4533900"/>
                  </a:lnTo>
                  <a:lnTo>
                    <a:pt x="4813035" y="4546600"/>
                  </a:lnTo>
                  <a:lnTo>
                    <a:pt x="4869602" y="4546600"/>
                  </a:lnTo>
                  <a:lnTo>
                    <a:pt x="4855842" y="4533900"/>
                  </a:lnTo>
                  <a:close/>
                </a:path>
                <a:path w="6120765" h="4737100">
                  <a:moveTo>
                    <a:pt x="5485822" y="4445000"/>
                  </a:moveTo>
                  <a:lnTo>
                    <a:pt x="5311313" y="4445000"/>
                  </a:lnTo>
                  <a:lnTo>
                    <a:pt x="5319706" y="4457700"/>
                  </a:lnTo>
                  <a:lnTo>
                    <a:pt x="5325199" y="4470400"/>
                  </a:lnTo>
                  <a:lnTo>
                    <a:pt x="5327168" y="4483100"/>
                  </a:lnTo>
                  <a:lnTo>
                    <a:pt x="5327168" y="4546600"/>
                  </a:lnTo>
                  <a:lnTo>
                    <a:pt x="5469973" y="4546600"/>
                  </a:lnTo>
                  <a:lnTo>
                    <a:pt x="5469973" y="4483100"/>
                  </a:lnTo>
                  <a:lnTo>
                    <a:pt x="5471941" y="4470400"/>
                  </a:lnTo>
                  <a:lnTo>
                    <a:pt x="5477431" y="4457700"/>
                  </a:lnTo>
                  <a:lnTo>
                    <a:pt x="5485822" y="4445000"/>
                  </a:lnTo>
                  <a:close/>
                </a:path>
                <a:path w="6120765" h="4737100">
                  <a:moveTo>
                    <a:pt x="5133978" y="4457700"/>
                  </a:moveTo>
                  <a:lnTo>
                    <a:pt x="5088028" y="4508500"/>
                  </a:lnTo>
                  <a:lnTo>
                    <a:pt x="5260007" y="4508500"/>
                  </a:lnTo>
                  <a:lnTo>
                    <a:pt x="5195320" y="4483100"/>
                  </a:lnTo>
                  <a:lnTo>
                    <a:pt x="5164203" y="4470400"/>
                  </a:lnTo>
                  <a:lnTo>
                    <a:pt x="5133978" y="4457700"/>
                  </a:lnTo>
                  <a:close/>
                </a:path>
                <a:path w="6120765" h="4737100">
                  <a:moveTo>
                    <a:pt x="5856103" y="3365500"/>
                  </a:moveTo>
                  <a:lnTo>
                    <a:pt x="5745140" y="3365500"/>
                  </a:lnTo>
                  <a:lnTo>
                    <a:pt x="5756243" y="3378200"/>
                  </a:lnTo>
                  <a:lnTo>
                    <a:pt x="5904768" y="3543300"/>
                  </a:lnTo>
                  <a:lnTo>
                    <a:pt x="5908962" y="3543300"/>
                  </a:lnTo>
                  <a:lnTo>
                    <a:pt x="5912050" y="3556000"/>
                  </a:lnTo>
                  <a:lnTo>
                    <a:pt x="5913960" y="3556000"/>
                  </a:lnTo>
                  <a:lnTo>
                    <a:pt x="5914619" y="3568700"/>
                  </a:lnTo>
                  <a:lnTo>
                    <a:pt x="5913968" y="3581400"/>
                  </a:lnTo>
                  <a:lnTo>
                    <a:pt x="5912061" y="3581400"/>
                  </a:lnTo>
                  <a:lnTo>
                    <a:pt x="5908975" y="3594100"/>
                  </a:lnTo>
                  <a:lnTo>
                    <a:pt x="5904782" y="3594100"/>
                  </a:lnTo>
                  <a:lnTo>
                    <a:pt x="5859120" y="3644900"/>
                  </a:lnTo>
                  <a:lnTo>
                    <a:pt x="5875248" y="3683000"/>
                  </a:lnTo>
                  <a:lnTo>
                    <a:pt x="5889342" y="3708400"/>
                  </a:lnTo>
                  <a:lnTo>
                    <a:pt x="5901380" y="3746500"/>
                  </a:lnTo>
                  <a:lnTo>
                    <a:pt x="5911340" y="3784600"/>
                  </a:lnTo>
                  <a:lnTo>
                    <a:pt x="5989277" y="3784600"/>
                  </a:lnTo>
                  <a:lnTo>
                    <a:pt x="5999950" y="3797300"/>
                  </a:lnTo>
                  <a:lnTo>
                    <a:pt x="6007146" y="3810000"/>
                  </a:lnTo>
                  <a:lnTo>
                    <a:pt x="6009784" y="3822700"/>
                  </a:lnTo>
                  <a:lnTo>
                    <a:pt x="6009784" y="4051300"/>
                  </a:lnTo>
                  <a:lnTo>
                    <a:pt x="6007146" y="4076700"/>
                  </a:lnTo>
                  <a:lnTo>
                    <a:pt x="5999950" y="4076700"/>
                  </a:lnTo>
                  <a:lnTo>
                    <a:pt x="5989277" y="4089400"/>
                  </a:lnTo>
                  <a:lnTo>
                    <a:pt x="5911353" y="4089400"/>
                  </a:lnTo>
                  <a:lnTo>
                    <a:pt x="5901392" y="4127500"/>
                  </a:lnTo>
                  <a:lnTo>
                    <a:pt x="5889349" y="4165600"/>
                  </a:lnTo>
                  <a:lnTo>
                    <a:pt x="5875250" y="4203700"/>
                  </a:lnTo>
                  <a:lnTo>
                    <a:pt x="5859120" y="4229100"/>
                  </a:lnTo>
                  <a:lnTo>
                    <a:pt x="5905030" y="4279900"/>
                  </a:lnTo>
                  <a:lnTo>
                    <a:pt x="5912401" y="4292600"/>
                  </a:lnTo>
                  <a:lnTo>
                    <a:pt x="5914858" y="4305300"/>
                  </a:lnTo>
                  <a:lnTo>
                    <a:pt x="5912401" y="4330700"/>
                  </a:lnTo>
                  <a:lnTo>
                    <a:pt x="5905030" y="4343400"/>
                  </a:lnTo>
                  <a:lnTo>
                    <a:pt x="5756622" y="4508500"/>
                  </a:lnTo>
                  <a:lnTo>
                    <a:pt x="6004180" y="4508500"/>
                  </a:lnTo>
                  <a:lnTo>
                    <a:pt x="6025728" y="4483100"/>
                  </a:lnTo>
                  <a:lnTo>
                    <a:pt x="6055536" y="4432300"/>
                  </a:lnTo>
                  <a:lnTo>
                    <a:pt x="6120679" y="4305300"/>
                  </a:lnTo>
                  <a:lnTo>
                    <a:pt x="6120679" y="3581400"/>
                  </a:lnTo>
                  <a:lnTo>
                    <a:pt x="6095362" y="3517900"/>
                  </a:lnTo>
                  <a:lnTo>
                    <a:pt x="6079183" y="3492500"/>
                  </a:lnTo>
                  <a:lnTo>
                    <a:pt x="6061814" y="3454400"/>
                  </a:lnTo>
                  <a:lnTo>
                    <a:pt x="6043272" y="3429000"/>
                  </a:lnTo>
                  <a:lnTo>
                    <a:pt x="6033421" y="3416300"/>
                  </a:lnTo>
                  <a:lnTo>
                    <a:pt x="5928103" y="3416300"/>
                  </a:lnTo>
                  <a:lnTo>
                    <a:pt x="5901831" y="3403600"/>
                  </a:lnTo>
                  <a:lnTo>
                    <a:pt x="5877627" y="3390900"/>
                  </a:lnTo>
                  <a:lnTo>
                    <a:pt x="5856103" y="3365500"/>
                  </a:lnTo>
                  <a:close/>
                </a:path>
                <a:path w="6120765" h="4737100">
                  <a:moveTo>
                    <a:pt x="5674194" y="3086100"/>
                  </a:moveTo>
                  <a:lnTo>
                    <a:pt x="5181222" y="3086100"/>
                  </a:lnTo>
                  <a:lnTo>
                    <a:pt x="5140236" y="3111500"/>
                  </a:lnTo>
                  <a:lnTo>
                    <a:pt x="5061290" y="3136900"/>
                  </a:lnTo>
                  <a:lnTo>
                    <a:pt x="5023464" y="3162300"/>
                  </a:lnTo>
                  <a:lnTo>
                    <a:pt x="4986826" y="3187700"/>
                  </a:lnTo>
                  <a:lnTo>
                    <a:pt x="4951444" y="3213100"/>
                  </a:lnTo>
                  <a:lnTo>
                    <a:pt x="4917384" y="3238500"/>
                  </a:lnTo>
                  <a:lnTo>
                    <a:pt x="4884715" y="3263900"/>
                  </a:lnTo>
                  <a:lnTo>
                    <a:pt x="4853503" y="3302000"/>
                  </a:lnTo>
                  <a:lnTo>
                    <a:pt x="4823817" y="3327400"/>
                  </a:lnTo>
                  <a:lnTo>
                    <a:pt x="4795723" y="3365500"/>
                  </a:lnTo>
                  <a:lnTo>
                    <a:pt x="4769289" y="3403600"/>
                  </a:lnTo>
                  <a:lnTo>
                    <a:pt x="4744582" y="3441700"/>
                  </a:lnTo>
                  <a:lnTo>
                    <a:pt x="4721670" y="3479800"/>
                  </a:lnTo>
                  <a:lnTo>
                    <a:pt x="4700620" y="3517900"/>
                  </a:lnTo>
                  <a:lnTo>
                    <a:pt x="4681500" y="3568700"/>
                  </a:lnTo>
                  <a:lnTo>
                    <a:pt x="4664376" y="3606800"/>
                  </a:lnTo>
                  <a:lnTo>
                    <a:pt x="4649317" y="3657600"/>
                  </a:lnTo>
                  <a:lnTo>
                    <a:pt x="4636390" y="3695700"/>
                  </a:lnTo>
                  <a:lnTo>
                    <a:pt x="4625663" y="3746500"/>
                  </a:lnTo>
                  <a:lnTo>
                    <a:pt x="4617201" y="3797300"/>
                  </a:lnTo>
                  <a:lnTo>
                    <a:pt x="4611074" y="3835400"/>
                  </a:lnTo>
                  <a:lnTo>
                    <a:pt x="4607348" y="3886200"/>
                  </a:lnTo>
                  <a:lnTo>
                    <a:pt x="4606091" y="3937000"/>
                  </a:lnTo>
                  <a:lnTo>
                    <a:pt x="4607322" y="3987800"/>
                  </a:lnTo>
                  <a:lnTo>
                    <a:pt x="4610989" y="4038600"/>
                  </a:lnTo>
                  <a:lnTo>
                    <a:pt x="4617055" y="4089400"/>
                  </a:lnTo>
                  <a:lnTo>
                    <a:pt x="4625485" y="4127500"/>
                  </a:lnTo>
                  <a:lnTo>
                    <a:pt x="4636241" y="4178300"/>
                  </a:lnTo>
                  <a:lnTo>
                    <a:pt x="4649286" y="4229100"/>
                  </a:lnTo>
                  <a:lnTo>
                    <a:pt x="4664584" y="4267200"/>
                  </a:lnTo>
                  <a:lnTo>
                    <a:pt x="4682099" y="4318000"/>
                  </a:lnTo>
                  <a:lnTo>
                    <a:pt x="4701793" y="4356100"/>
                  </a:lnTo>
                  <a:lnTo>
                    <a:pt x="4723629" y="4406900"/>
                  </a:lnTo>
                  <a:lnTo>
                    <a:pt x="4747572" y="4445000"/>
                  </a:lnTo>
                  <a:lnTo>
                    <a:pt x="4773584" y="4483100"/>
                  </a:lnTo>
                  <a:lnTo>
                    <a:pt x="4789443" y="4470400"/>
                  </a:lnTo>
                  <a:lnTo>
                    <a:pt x="4823469" y="4470400"/>
                  </a:lnTo>
                  <a:lnTo>
                    <a:pt x="4841321" y="4457700"/>
                  </a:lnTo>
                  <a:lnTo>
                    <a:pt x="4994868" y="4457700"/>
                  </a:lnTo>
                  <a:lnTo>
                    <a:pt x="4892123" y="4343400"/>
                  </a:lnTo>
                  <a:lnTo>
                    <a:pt x="4884747" y="4330700"/>
                  </a:lnTo>
                  <a:lnTo>
                    <a:pt x="4882291" y="4305300"/>
                  </a:lnTo>
                  <a:lnTo>
                    <a:pt x="4884751" y="4292600"/>
                  </a:lnTo>
                  <a:lnTo>
                    <a:pt x="4892123" y="4279900"/>
                  </a:lnTo>
                  <a:lnTo>
                    <a:pt x="4938034" y="4229100"/>
                  </a:lnTo>
                  <a:lnTo>
                    <a:pt x="4921904" y="4203700"/>
                  </a:lnTo>
                  <a:lnTo>
                    <a:pt x="4907806" y="4165600"/>
                  </a:lnTo>
                  <a:lnTo>
                    <a:pt x="4895763" y="4127500"/>
                  </a:lnTo>
                  <a:lnTo>
                    <a:pt x="4885801" y="4089400"/>
                  </a:lnTo>
                  <a:lnTo>
                    <a:pt x="4802309" y="4089400"/>
                  </a:lnTo>
                  <a:lnTo>
                    <a:pt x="4797195" y="4076700"/>
                  </a:lnTo>
                  <a:lnTo>
                    <a:pt x="4789916" y="4076700"/>
                  </a:lnTo>
                  <a:lnTo>
                    <a:pt x="4788014" y="4064000"/>
                  </a:lnTo>
                  <a:lnTo>
                    <a:pt x="4787370" y="4051300"/>
                  </a:lnTo>
                  <a:lnTo>
                    <a:pt x="4787488" y="3822700"/>
                  </a:lnTo>
                  <a:lnTo>
                    <a:pt x="4790127" y="3810000"/>
                  </a:lnTo>
                  <a:lnTo>
                    <a:pt x="4797322" y="3797300"/>
                  </a:lnTo>
                  <a:lnTo>
                    <a:pt x="4807996" y="3784600"/>
                  </a:lnTo>
                  <a:lnTo>
                    <a:pt x="4885801" y="3784600"/>
                  </a:lnTo>
                  <a:lnTo>
                    <a:pt x="4895763" y="3746500"/>
                  </a:lnTo>
                  <a:lnTo>
                    <a:pt x="4907806" y="3708400"/>
                  </a:lnTo>
                  <a:lnTo>
                    <a:pt x="4921904" y="3683000"/>
                  </a:lnTo>
                  <a:lnTo>
                    <a:pt x="4938034" y="3644900"/>
                  </a:lnTo>
                  <a:lnTo>
                    <a:pt x="4892372" y="3594100"/>
                  </a:lnTo>
                  <a:lnTo>
                    <a:pt x="4888179" y="3594100"/>
                  </a:lnTo>
                  <a:lnTo>
                    <a:pt x="4885093" y="3581400"/>
                  </a:lnTo>
                  <a:lnTo>
                    <a:pt x="4883187" y="3581400"/>
                  </a:lnTo>
                  <a:lnTo>
                    <a:pt x="4882535" y="3568700"/>
                  </a:lnTo>
                  <a:lnTo>
                    <a:pt x="4883187" y="3556000"/>
                  </a:lnTo>
                  <a:lnTo>
                    <a:pt x="4885095" y="3556000"/>
                  </a:lnTo>
                  <a:lnTo>
                    <a:pt x="4888185" y="3543300"/>
                  </a:lnTo>
                  <a:lnTo>
                    <a:pt x="4892386" y="3543300"/>
                  </a:lnTo>
                  <a:lnTo>
                    <a:pt x="5040899" y="3378200"/>
                  </a:lnTo>
                  <a:lnTo>
                    <a:pt x="5052009" y="3365500"/>
                  </a:lnTo>
                  <a:lnTo>
                    <a:pt x="5260007" y="3365500"/>
                  </a:lnTo>
                  <a:lnTo>
                    <a:pt x="5260007" y="3302000"/>
                  </a:lnTo>
                  <a:lnTo>
                    <a:pt x="5262647" y="3289300"/>
                  </a:lnTo>
                  <a:lnTo>
                    <a:pt x="5269846" y="3276600"/>
                  </a:lnTo>
                  <a:lnTo>
                    <a:pt x="5280521" y="3263900"/>
                  </a:lnTo>
                  <a:lnTo>
                    <a:pt x="5814797" y="3263900"/>
                  </a:lnTo>
                  <a:lnTo>
                    <a:pt x="5817505" y="3225800"/>
                  </a:lnTo>
                  <a:lnTo>
                    <a:pt x="5825460" y="3200400"/>
                  </a:lnTo>
                  <a:lnTo>
                    <a:pt x="5838410" y="3175000"/>
                  </a:lnTo>
                  <a:lnTo>
                    <a:pt x="5856103" y="3149600"/>
                  </a:lnTo>
                  <a:lnTo>
                    <a:pt x="5877627" y="3124200"/>
                  </a:lnTo>
                  <a:lnTo>
                    <a:pt x="5689140" y="3124200"/>
                  </a:lnTo>
                  <a:lnTo>
                    <a:pt x="5684046" y="3111500"/>
                  </a:lnTo>
                  <a:lnTo>
                    <a:pt x="5679867" y="3111500"/>
                  </a:lnTo>
                  <a:lnTo>
                    <a:pt x="5676774" y="3098800"/>
                  </a:lnTo>
                  <a:lnTo>
                    <a:pt x="5674854" y="3098800"/>
                  </a:lnTo>
                  <a:lnTo>
                    <a:pt x="5674194" y="3086100"/>
                  </a:lnTo>
                  <a:close/>
                </a:path>
                <a:path w="6120765" h="4737100">
                  <a:moveTo>
                    <a:pt x="5649995" y="4368800"/>
                  </a:moveTo>
                  <a:lnTo>
                    <a:pt x="5147147" y="4368800"/>
                  </a:lnTo>
                  <a:lnTo>
                    <a:pt x="5183311" y="4394200"/>
                  </a:lnTo>
                  <a:lnTo>
                    <a:pt x="5221038" y="4419600"/>
                  </a:lnTo>
                  <a:lnTo>
                    <a:pt x="5260194" y="4432300"/>
                  </a:lnTo>
                  <a:lnTo>
                    <a:pt x="5300645" y="4445000"/>
                  </a:lnTo>
                  <a:lnTo>
                    <a:pt x="5496496" y="4445000"/>
                  </a:lnTo>
                  <a:lnTo>
                    <a:pt x="5536947" y="4432300"/>
                  </a:lnTo>
                  <a:lnTo>
                    <a:pt x="5576103" y="4419600"/>
                  </a:lnTo>
                  <a:lnTo>
                    <a:pt x="5613830" y="4394200"/>
                  </a:lnTo>
                  <a:lnTo>
                    <a:pt x="5649995" y="4368800"/>
                  </a:lnTo>
                  <a:close/>
                </a:path>
                <a:path w="6120765" h="4737100">
                  <a:moveTo>
                    <a:pt x="5786313" y="3619500"/>
                  </a:moveTo>
                  <a:lnTo>
                    <a:pt x="5010822" y="3619500"/>
                  </a:lnTo>
                  <a:lnTo>
                    <a:pt x="5013844" y="3632200"/>
                  </a:lnTo>
                  <a:lnTo>
                    <a:pt x="5013157" y="3644900"/>
                  </a:lnTo>
                  <a:lnTo>
                    <a:pt x="5008656" y="3657600"/>
                  </a:lnTo>
                  <a:lnTo>
                    <a:pt x="4987527" y="3695700"/>
                  </a:lnTo>
                  <a:lnTo>
                    <a:pt x="4969844" y="3746500"/>
                  </a:lnTo>
                  <a:lnTo>
                    <a:pt x="4955667" y="3784600"/>
                  </a:lnTo>
                  <a:lnTo>
                    <a:pt x="4945052" y="3835400"/>
                  </a:lnTo>
                  <a:lnTo>
                    <a:pt x="4940742" y="3848100"/>
                  </a:lnTo>
                  <a:lnTo>
                    <a:pt x="4933323" y="3848100"/>
                  </a:lnTo>
                  <a:lnTo>
                    <a:pt x="4923560" y="3860800"/>
                  </a:lnTo>
                  <a:lnTo>
                    <a:pt x="4854621" y="3860800"/>
                  </a:lnTo>
                  <a:lnTo>
                    <a:pt x="4854543" y="4013200"/>
                  </a:lnTo>
                  <a:lnTo>
                    <a:pt x="4912219" y="4013200"/>
                  </a:lnTo>
                  <a:lnTo>
                    <a:pt x="4923560" y="4025900"/>
                  </a:lnTo>
                  <a:lnTo>
                    <a:pt x="4933323" y="4025900"/>
                  </a:lnTo>
                  <a:lnTo>
                    <a:pt x="4940742" y="4038600"/>
                  </a:lnTo>
                  <a:lnTo>
                    <a:pt x="4945052" y="4051300"/>
                  </a:lnTo>
                  <a:lnTo>
                    <a:pt x="4969844" y="4140200"/>
                  </a:lnTo>
                  <a:lnTo>
                    <a:pt x="4987527" y="4178300"/>
                  </a:lnTo>
                  <a:lnTo>
                    <a:pt x="5008656" y="4216400"/>
                  </a:lnTo>
                  <a:lnTo>
                    <a:pt x="5013157" y="4229100"/>
                  </a:lnTo>
                  <a:lnTo>
                    <a:pt x="5013844" y="4241800"/>
                  </a:lnTo>
                  <a:lnTo>
                    <a:pt x="5010822" y="4254500"/>
                  </a:lnTo>
                  <a:lnTo>
                    <a:pt x="5004197" y="4267200"/>
                  </a:lnTo>
                  <a:lnTo>
                    <a:pt x="4963350" y="4305300"/>
                  </a:lnTo>
                  <a:lnTo>
                    <a:pt x="5064287" y="4419600"/>
                  </a:lnTo>
                  <a:lnTo>
                    <a:pt x="5105172" y="4381500"/>
                  </a:lnTo>
                  <a:lnTo>
                    <a:pt x="5114588" y="4368800"/>
                  </a:lnTo>
                  <a:lnTo>
                    <a:pt x="5777715" y="4368800"/>
                  </a:lnTo>
                  <a:lnTo>
                    <a:pt x="5833791" y="4305300"/>
                  </a:lnTo>
                  <a:lnTo>
                    <a:pt x="5792944" y="4267200"/>
                  </a:lnTo>
                  <a:lnTo>
                    <a:pt x="5786319" y="4254500"/>
                  </a:lnTo>
                  <a:lnTo>
                    <a:pt x="5398578" y="4254500"/>
                  </a:lnTo>
                  <a:lnTo>
                    <a:pt x="5353630" y="4241800"/>
                  </a:lnTo>
                  <a:lnTo>
                    <a:pt x="5310969" y="4229100"/>
                  </a:lnTo>
                  <a:lnTo>
                    <a:pt x="5271172" y="4216400"/>
                  </a:lnTo>
                  <a:lnTo>
                    <a:pt x="5234813" y="4191000"/>
                  </a:lnTo>
                  <a:lnTo>
                    <a:pt x="5202469" y="4152900"/>
                  </a:lnTo>
                  <a:lnTo>
                    <a:pt x="5174714" y="4127500"/>
                  </a:lnTo>
                  <a:lnTo>
                    <a:pt x="5152126" y="4076700"/>
                  </a:lnTo>
                  <a:lnTo>
                    <a:pt x="5135278" y="4038600"/>
                  </a:lnTo>
                  <a:lnTo>
                    <a:pt x="5124748" y="3987800"/>
                  </a:lnTo>
                  <a:lnTo>
                    <a:pt x="5121109" y="3937000"/>
                  </a:lnTo>
                  <a:lnTo>
                    <a:pt x="5124748" y="3886200"/>
                  </a:lnTo>
                  <a:lnTo>
                    <a:pt x="5135278" y="3848100"/>
                  </a:lnTo>
                  <a:lnTo>
                    <a:pt x="5152126" y="3797300"/>
                  </a:lnTo>
                  <a:lnTo>
                    <a:pt x="5174714" y="3759200"/>
                  </a:lnTo>
                  <a:lnTo>
                    <a:pt x="5202469" y="3721100"/>
                  </a:lnTo>
                  <a:lnTo>
                    <a:pt x="5234813" y="3695700"/>
                  </a:lnTo>
                  <a:lnTo>
                    <a:pt x="5271172" y="3670300"/>
                  </a:lnTo>
                  <a:lnTo>
                    <a:pt x="5310969" y="3644900"/>
                  </a:lnTo>
                  <a:lnTo>
                    <a:pt x="5353630" y="3632200"/>
                  </a:lnTo>
                  <a:lnTo>
                    <a:pt x="5783292" y="3632200"/>
                  </a:lnTo>
                  <a:lnTo>
                    <a:pt x="5786313" y="3619500"/>
                  </a:lnTo>
                  <a:close/>
                </a:path>
                <a:path w="6120765" h="4737100">
                  <a:moveTo>
                    <a:pt x="5777715" y="4368800"/>
                  </a:moveTo>
                  <a:lnTo>
                    <a:pt x="5682553" y="4368800"/>
                  </a:lnTo>
                  <a:lnTo>
                    <a:pt x="5691968" y="4381500"/>
                  </a:lnTo>
                  <a:lnTo>
                    <a:pt x="5732854" y="4419600"/>
                  </a:lnTo>
                  <a:lnTo>
                    <a:pt x="5777715" y="4368800"/>
                  </a:lnTo>
                  <a:close/>
                </a:path>
                <a:path w="6120765" h="4737100">
                  <a:moveTo>
                    <a:pt x="5783292" y="3632200"/>
                  </a:moveTo>
                  <a:lnTo>
                    <a:pt x="5443525" y="3632200"/>
                  </a:lnTo>
                  <a:lnTo>
                    <a:pt x="5486185" y="3644900"/>
                  </a:lnTo>
                  <a:lnTo>
                    <a:pt x="5525983" y="3670300"/>
                  </a:lnTo>
                  <a:lnTo>
                    <a:pt x="5562341" y="3695700"/>
                  </a:lnTo>
                  <a:lnTo>
                    <a:pt x="5594685" y="3721100"/>
                  </a:lnTo>
                  <a:lnTo>
                    <a:pt x="5622439" y="3759200"/>
                  </a:lnTo>
                  <a:lnTo>
                    <a:pt x="5645028" y="3797300"/>
                  </a:lnTo>
                  <a:lnTo>
                    <a:pt x="5661875" y="3848100"/>
                  </a:lnTo>
                  <a:lnTo>
                    <a:pt x="5672405" y="3886200"/>
                  </a:lnTo>
                  <a:lnTo>
                    <a:pt x="5676044" y="3937000"/>
                  </a:lnTo>
                  <a:lnTo>
                    <a:pt x="5672405" y="3987800"/>
                  </a:lnTo>
                  <a:lnTo>
                    <a:pt x="5661875" y="4038600"/>
                  </a:lnTo>
                  <a:lnTo>
                    <a:pt x="5645028" y="4076700"/>
                  </a:lnTo>
                  <a:lnTo>
                    <a:pt x="5622439" y="4127500"/>
                  </a:lnTo>
                  <a:lnTo>
                    <a:pt x="5594685" y="4152900"/>
                  </a:lnTo>
                  <a:lnTo>
                    <a:pt x="5562341" y="4191000"/>
                  </a:lnTo>
                  <a:lnTo>
                    <a:pt x="5525983" y="4216400"/>
                  </a:lnTo>
                  <a:lnTo>
                    <a:pt x="5486185" y="4229100"/>
                  </a:lnTo>
                  <a:lnTo>
                    <a:pt x="5443525" y="4241800"/>
                  </a:lnTo>
                  <a:lnTo>
                    <a:pt x="5398578" y="4254500"/>
                  </a:lnTo>
                  <a:lnTo>
                    <a:pt x="5786319" y="4254500"/>
                  </a:lnTo>
                  <a:lnTo>
                    <a:pt x="5783297" y="4241800"/>
                  </a:lnTo>
                  <a:lnTo>
                    <a:pt x="5783983" y="4229100"/>
                  </a:lnTo>
                  <a:lnTo>
                    <a:pt x="5788484" y="4216400"/>
                  </a:lnTo>
                  <a:lnTo>
                    <a:pt x="5809614" y="4178300"/>
                  </a:lnTo>
                  <a:lnTo>
                    <a:pt x="5827297" y="4140200"/>
                  </a:lnTo>
                  <a:lnTo>
                    <a:pt x="5852090" y="4051300"/>
                  </a:lnTo>
                  <a:lnTo>
                    <a:pt x="5856399" y="4038600"/>
                  </a:lnTo>
                  <a:lnTo>
                    <a:pt x="5863818" y="4025900"/>
                  </a:lnTo>
                  <a:lnTo>
                    <a:pt x="5873582" y="4025900"/>
                  </a:lnTo>
                  <a:lnTo>
                    <a:pt x="5884923" y="4013200"/>
                  </a:lnTo>
                  <a:lnTo>
                    <a:pt x="5942624" y="4013200"/>
                  </a:lnTo>
                  <a:lnTo>
                    <a:pt x="5942624" y="3860800"/>
                  </a:lnTo>
                  <a:lnTo>
                    <a:pt x="5873580" y="3860800"/>
                  </a:lnTo>
                  <a:lnTo>
                    <a:pt x="5863813" y="3848100"/>
                  </a:lnTo>
                  <a:lnTo>
                    <a:pt x="5856393" y="3848100"/>
                  </a:lnTo>
                  <a:lnTo>
                    <a:pt x="5852090" y="3835400"/>
                  </a:lnTo>
                  <a:lnTo>
                    <a:pt x="5841469" y="3784600"/>
                  </a:lnTo>
                  <a:lnTo>
                    <a:pt x="5827292" y="3746500"/>
                  </a:lnTo>
                  <a:lnTo>
                    <a:pt x="5809612" y="3695700"/>
                  </a:lnTo>
                  <a:lnTo>
                    <a:pt x="5788484" y="3657600"/>
                  </a:lnTo>
                  <a:lnTo>
                    <a:pt x="5783981" y="3644900"/>
                  </a:lnTo>
                  <a:lnTo>
                    <a:pt x="5783292" y="3632200"/>
                  </a:lnTo>
                  <a:close/>
                </a:path>
                <a:path w="6120765" h="4737100">
                  <a:moveTo>
                    <a:pt x="5440910" y="3708400"/>
                  </a:moveTo>
                  <a:lnTo>
                    <a:pt x="5356245" y="3708400"/>
                  </a:lnTo>
                  <a:lnTo>
                    <a:pt x="5316792" y="3721100"/>
                  </a:lnTo>
                  <a:lnTo>
                    <a:pt x="5281072" y="3746500"/>
                  </a:lnTo>
                  <a:lnTo>
                    <a:pt x="5249935" y="3771900"/>
                  </a:lnTo>
                  <a:lnTo>
                    <a:pt x="5224234" y="3810000"/>
                  </a:lnTo>
                  <a:lnTo>
                    <a:pt x="5204822" y="3848100"/>
                  </a:lnTo>
                  <a:lnTo>
                    <a:pt x="5192550" y="3898900"/>
                  </a:lnTo>
                  <a:lnTo>
                    <a:pt x="5188270" y="3937000"/>
                  </a:lnTo>
                  <a:lnTo>
                    <a:pt x="5192550" y="3987800"/>
                  </a:lnTo>
                  <a:lnTo>
                    <a:pt x="5204822" y="4025900"/>
                  </a:lnTo>
                  <a:lnTo>
                    <a:pt x="5224234" y="4076700"/>
                  </a:lnTo>
                  <a:lnTo>
                    <a:pt x="5249935" y="4102100"/>
                  </a:lnTo>
                  <a:lnTo>
                    <a:pt x="5281072" y="4140200"/>
                  </a:lnTo>
                  <a:lnTo>
                    <a:pt x="5316792" y="4152900"/>
                  </a:lnTo>
                  <a:lnTo>
                    <a:pt x="5356245" y="4165600"/>
                  </a:lnTo>
                  <a:lnTo>
                    <a:pt x="5398578" y="4178300"/>
                  </a:lnTo>
                  <a:lnTo>
                    <a:pt x="5440910" y="4165600"/>
                  </a:lnTo>
                  <a:lnTo>
                    <a:pt x="5480363" y="4152900"/>
                  </a:lnTo>
                  <a:lnTo>
                    <a:pt x="5516083" y="4140200"/>
                  </a:lnTo>
                  <a:lnTo>
                    <a:pt x="5547219" y="4102100"/>
                  </a:lnTo>
                  <a:lnTo>
                    <a:pt x="5572920" y="4076700"/>
                  </a:lnTo>
                  <a:lnTo>
                    <a:pt x="5592332" y="4025900"/>
                  </a:lnTo>
                  <a:lnTo>
                    <a:pt x="5604605" y="3987800"/>
                  </a:lnTo>
                  <a:lnTo>
                    <a:pt x="5608885" y="3937000"/>
                  </a:lnTo>
                  <a:lnTo>
                    <a:pt x="5604605" y="3898900"/>
                  </a:lnTo>
                  <a:lnTo>
                    <a:pt x="5592332" y="3848100"/>
                  </a:lnTo>
                  <a:lnTo>
                    <a:pt x="5572920" y="3810000"/>
                  </a:lnTo>
                  <a:lnTo>
                    <a:pt x="5547219" y="3771900"/>
                  </a:lnTo>
                  <a:lnTo>
                    <a:pt x="5516083" y="3746500"/>
                  </a:lnTo>
                  <a:lnTo>
                    <a:pt x="5480363" y="3721100"/>
                  </a:lnTo>
                  <a:lnTo>
                    <a:pt x="5440910" y="3708400"/>
                  </a:lnTo>
                  <a:close/>
                </a:path>
                <a:path w="6120765" h="4737100">
                  <a:moveTo>
                    <a:pt x="5064627" y="3454400"/>
                  </a:moveTo>
                  <a:lnTo>
                    <a:pt x="4963612" y="3568700"/>
                  </a:lnTo>
                  <a:lnTo>
                    <a:pt x="5004197" y="3619500"/>
                  </a:lnTo>
                  <a:lnTo>
                    <a:pt x="5792944" y="3619500"/>
                  </a:lnTo>
                  <a:lnTo>
                    <a:pt x="5833529" y="3568700"/>
                  </a:lnTo>
                  <a:lnTo>
                    <a:pt x="5788633" y="3517900"/>
                  </a:lnTo>
                  <a:lnTo>
                    <a:pt x="5125373" y="3517900"/>
                  </a:lnTo>
                  <a:lnTo>
                    <a:pt x="5114586" y="3505200"/>
                  </a:lnTo>
                  <a:lnTo>
                    <a:pt x="5105172" y="3505200"/>
                  </a:lnTo>
                  <a:lnTo>
                    <a:pt x="5064627" y="3454400"/>
                  </a:lnTo>
                  <a:close/>
                </a:path>
                <a:path w="6120765" h="4737100">
                  <a:moveTo>
                    <a:pt x="5660583" y="3505200"/>
                  </a:moveTo>
                  <a:lnTo>
                    <a:pt x="5136553" y="3505200"/>
                  </a:lnTo>
                  <a:lnTo>
                    <a:pt x="5125373" y="3517900"/>
                  </a:lnTo>
                  <a:lnTo>
                    <a:pt x="5671762" y="3517900"/>
                  </a:lnTo>
                  <a:lnTo>
                    <a:pt x="5660583" y="3505200"/>
                  </a:lnTo>
                  <a:close/>
                </a:path>
                <a:path w="6120765" h="4737100">
                  <a:moveTo>
                    <a:pt x="5732514" y="3454400"/>
                  </a:moveTo>
                  <a:lnTo>
                    <a:pt x="5691955" y="3505200"/>
                  </a:lnTo>
                  <a:lnTo>
                    <a:pt x="5682547" y="3505200"/>
                  </a:lnTo>
                  <a:lnTo>
                    <a:pt x="5671762" y="3517900"/>
                  </a:lnTo>
                  <a:lnTo>
                    <a:pt x="5788633" y="3517900"/>
                  </a:lnTo>
                  <a:lnTo>
                    <a:pt x="5732514" y="3454400"/>
                  </a:lnTo>
                  <a:close/>
                </a:path>
                <a:path w="6120765" h="4737100">
                  <a:moveTo>
                    <a:pt x="5496496" y="3429000"/>
                  </a:moveTo>
                  <a:lnTo>
                    <a:pt x="5300645" y="3429000"/>
                  </a:lnTo>
                  <a:lnTo>
                    <a:pt x="5260187" y="3441700"/>
                  </a:lnTo>
                  <a:lnTo>
                    <a:pt x="5221028" y="3467100"/>
                  </a:lnTo>
                  <a:lnTo>
                    <a:pt x="5183304" y="3479800"/>
                  </a:lnTo>
                  <a:lnTo>
                    <a:pt x="5147147" y="3505200"/>
                  </a:lnTo>
                  <a:lnTo>
                    <a:pt x="5649995" y="3505200"/>
                  </a:lnTo>
                  <a:lnTo>
                    <a:pt x="5613835" y="3479800"/>
                  </a:lnTo>
                  <a:lnTo>
                    <a:pt x="5576108" y="3467100"/>
                  </a:lnTo>
                  <a:lnTo>
                    <a:pt x="5536949" y="3441700"/>
                  </a:lnTo>
                  <a:lnTo>
                    <a:pt x="5496496" y="3429000"/>
                  </a:lnTo>
                  <a:close/>
                </a:path>
                <a:path w="6120765" h="4737100">
                  <a:moveTo>
                    <a:pt x="5260007" y="3365500"/>
                  </a:moveTo>
                  <a:lnTo>
                    <a:pt x="5077280" y="3365500"/>
                  </a:lnTo>
                  <a:lnTo>
                    <a:pt x="5088383" y="3378200"/>
                  </a:lnTo>
                  <a:lnTo>
                    <a:pt x="5133991" y="3429000"/>
                  </a:lnTo>
                  <a:lnTo>
                    <a:pt x="5164208" y="3403600"/>
                  </a:lnTo>
                  <a:lnTo>
                    <a:pt x="5195322" y="3390900"/>
                  </a:lnTo>
                  <a:lnTo>
                    <a:pt x="5260007" y="3365500"/>
                  </a:lnTo>
                  <a:close/>
                </a:path>
                <a:path w="6120765" h="4737100">
                  <a:moveTo>
                    <a:pt x="5477431" y="3416300"/>
                  </a:moveTo>
                  <a:lnTo>
                    <a:pt x="5319706" y="3416300"/>
                  </a:lnTo>
                  <a:lnTo>
                    <a:pt x="5311313" y="3429000"/>
                  </a:lnTo>
                  <a:lnTo>
                    <a:pt x="5485822" y="3429000"/>
                  </a:lnTo>
                  <a:lnTo>
                    <a:pt x="5477431" y="3416300"/>
                  </a:lnTo>
                  <a:close/>
                </a:path>
                <a:path w="6120765" h="4737100">
                  <a:moveTo>
                    <a:pt x="5814797" y="3263900"/>
                  </a:moveTo>
                  <a:lnTo>
                    <a:pt x="5516625" y="3263900"/>
                  </a:lnTo>
                  <a:lnTo>
                    <a:pt x="5527299" y="3276600"/>
                  </a:lnTo>
                  <a:lnTo>
                    <a:pt x="5534495" y="3289300"/>
                  </a:lnTo>
                  <a:lnTo>
                    <a:pt x="5537133" y="3302000"/>
                  </a:lnTo>
                  <a:lnTo>
                    <a:pt x="5537133" y="3365500"/>
                  </a:lnTo>
                  <a:lnTo>
                    <a:pt x="5601831" y="3390900"/>
                  </a:lnTo>
                  <a:lnTo>
                    <a:pt x="5632946" y="3403600"/>
                  </a:lnTo>
                  <a:lnTo>
                    <a:pt x="5663163" y="3429000"/>
                  </a:lnTo>
                  <a:lnTo>
                    <a:pt x="5708759" y="3378200"/>
                  </a:lnTo>
                  <a:lnTo>
                    <a:pt x="5719869" y="3365500"/>
                  </a:lnTo>
                  <a:lnTo>
                    <a:pt x="5856103" y="3365500"/>
                  </a:lnTo>
                  <a:lnTo>
                    <a:pt x="5838410" y="3352800"/>
                  </a:lnTo>
                  <a:lnTo>
                    <a:pt x="5825460" y="3314700"/>
                  </a:lnTo>
                  <a:lnTo>
                    <a:pt x="5817505" y="3289300"/>
                  </a:lnTo>
                  <a:lnTo>
                    <a:pt x="5814797" y="3263900"/>
                  </a:lnTo>
                  <a:close/>
                </a:path>
                <a:path w="6120765" h="4737100">
                  <a:moveTo>
                    <a:pt x="6120679" y="3048000"/>
                  </a:moveTo>
                  <a:lnTo>
                    <a:pt x="5720619" y="3048000"/>
                  </a:lnTo>
                  <a:lnTo>
                    <a:pt x="5726416" y="3060700"/>
                  </a:lnTo>
                  <a:lnTo>
                    <a:pt x="5735693" y="3060700"/>
                  </a:lnTo>
                  <a:lnTo>
                    <a:pt x="5738781" y="3073400"/>
                  </a:lnTo>
                  <a:lnTo>
                    <a:pt x="5740696" y="3086100"/>
                  </a:lnTo>
                  <a:lnTo>
                    <a:pt x="5741353" y="3086100"/>
                  </a:lnTo>
                  <a:lnTo>
                    <a:pt x="5740694" y="3098800"/>
                  </a:lnTo>
                  <a:lnTo>
                    <a:pt x="5955833" y="3098800"/>
                  </a:lnTo>
                  <a:lnTo>
                    <a:pt x="5983563" y="3111500"/>
                  </a:lnTo>
                  <a:lnTo>
                    <a:pt x="6009835" y="3111500"/>
                  </a:lnTo>
                  <a:lnTo>
                    <a:pt x="6034039" y="3124200"/>
                  </a:lnTo>
                  <a:lnTo>
                    <a:pt x="6055564" y="3149600"/>
                  </a:lnTo>
                  <a:lnTo>
                    <a:pt x="6083823" y="3200400"/>
                  </a:lnTo>
                  <a:lnTo>
                    <a:pt x="6096180" y="3251200"/>
                  </a:lnTo>
                  <a:lnTo>
                    <a:pt x="6092639" y="3302000"/>
                  </a:lnTo>
                  <a:lnTo>
                    <a:pt x="6073206" y="3352800"/>
                  </a:lnTo>
                  <a:lnTo>
                    <a:pt x="6120679" y="3429000"/>
                  </a:lnTo>
                  <a:lnTo>
                    <a:pt x="6120679" y="3048000"/>
                  </a:lnTo>
                  <a:close/>
                </a:path>
                <a:path w="6120765" h="4737100">
                  <a:moveTo>
                    <a:pt x="5469973" y="3340100"/>
                  </a:moveTo>
                  <a:lnTo>
                    <a:pt x="5327168" y="3340100"/>
                  </a:lnTo>
                  <a:lnTo>
                    <a:pt x="5327168" y="3403600"/>
                  </a:lnTo>
                  <a:lnTo>
                    <a:pt x="5325199" y="3416300"/>
                  </a:lnTo>
                  <a:lnTo>
                    <a:pt x="5471941" y="3416300"/>
                  </a:lnTo>
                  <a:lnTo>
                    <a:pt x="5469973" y="3403600"/>
                  </a:lnTo>
                  <a:lnTo>
                    <a:pt x="5469973" y="3340100"/>
                  </a:lnTo>
                  <a:close/>
                </a:path>
                <a:path w="6120765" h="4737100">
                  <a:moveTo>
                    <a:pt x="6023570" y="3403600"/>
                  </a:moveTo>
                  <a:lnTo>
                    <a:pt x="6007711" y="3403600"/>
                  </a:lnTo>
                  <a:lnTo>
                    <a:pt x="5991030" y="3416300"/>
                  </a:lnTo>
                  <a:lnTo>
                    <a:pt x="6033421" y="3416300"/>
                  </a:lnTo>
                  <a:lnTo>
                    <a:pt x="6023570" y="3403600"/>
                  </a:lnTo>
                  <a:close/>
                </a:path>
                <a:path w="6120765" h="4737100">
                  <a:moveTo>
                    <a:pt x="5996801" y="3187700"/>
                  </a:moveTo>
                  <a:lnTo>
                    <a:pt x="5914870" y="3187700"/>
                  </a:lnTo>
                  <a:lnTo>
                    <a:pt x="5903601" y="3200400"/>
                  </a:lnTo>
                  <a:lnTo>
                    <a:pt x="5894331" y="3213100"/>
                  </a:lnTo>
                  <a:lnTo>
                    <a:pt x="5887546" y="3225800"/>
                  </a:lnTo>
                  <a:lnTo>
                    <a:pt x="5883377" y="3238500"/>
                  </a:lnTo>
                  <a:lnTo>
                    <a:pt x="5881958" y="3263900"/>
                  </a:lnTo>
                  <a:lnTo>
                    <a:pt x="5883377" y="3276600"/>
                  </a:lnTo>
                  <a:lnTo>
                    <a:pt x="5903601" y="3314700"/>
                  </a:lnTo>
                  <a:lnTo>
                    <a:pt x="5927543" y="3340100"/>
                  </a:lnTo>
                  <a:lnTo>
                    <a:pt x="5984120" y="3340100"/>
                  </a:lnTo>
                  <a:lnTo>
                    <a:pt x="5996801" y="3327400"/>
                  </a:lnTo>
                  <a:lnTo>
                    <a:pt x="6008079" y="3314700"/>
                  </a:lnTo>
                  <a:lnTo>
                    <a:pt x="6024274" y="3289300"/>
                  </a:lnTo>
                  <a:lnTo>
                    <a:pt x="6029673" y="3263900"/>
                  </a:lnTo>
                  <a:lnTo>
                    <a:pt x="6024274" y="3225800"/>
                  </a:lnTo>
                  <a:lnTo>
                    <a:pt x="6008079" y="3200400"/>
                  </a:lnTo>
                  <a:lnTo>
                    <a:pt x="5996801" y="3187700"/>
                  </a:lnTo>
                  <a:close/>
                </a:path>
                <a:path w="6120765" h="4737100">
                  <a:moveTo>
                    <a:pt x="5970356" y="3175000"/>
                  </a:moveTo>
                  <a:lnTo>
                    <a:pt x="5941310" y="3175000"/>
                  </a:lnTo>
                  <a:lnTo>
                    <a:pt x="5927548" y="3187700"/>
                  </a:lnTo>
                  <a:lnTo>
                    <a:pt x="5984120" y="3187700"/>
                  </a:lnTo>
                  <a:lnTo>
                    <a:pt x="5970356" y="3175000"/>
                  </a:lnTo>
                  <a:close/>
                </a:path>
                <a:path w="6120765" h="4737100">
                  <a:moveTo>
                    <a:pt x="5901831" y="3111500"/>
                  </a:moveTo>
                  <a:lnTo>
                    <a:pt x="5731516" y="3111500"/>
                  </a:lnTo>
                  <a:lnTo>
                    <a:pt x="5726416" y="3124200"/>
                  </a:lnTo>
                  <a:lnTo>
                    <a:pt x="5877627" y="3124200"/>
                  </a:lnTo>
                  <a:lnTo>
                    <a:pt x="5901831" y="3111500"/>
                  </a:lnTo>
                  <a:close/>
                </a:path>
                <a:path w="6120765" h="4737100">
                  <a:moveTo>
                    <a:pt x="5955833" y="3098800"/>
                  </a:moveTo>
                  <a:lnTo>
                    <a:pt x="5738776" y="3098800"/>
                  </a:lnTo>
                  <a:lnTo>
                    <a:pt x="5735687" y="3111500"/>
                  </a:lnTo>
                  <a:lnTo>
                    <a:pt x="5928103" y="3111500"/>
                  </a:lnTo>
                  <a:lnTo>
                    <a:pt x="5955833" y="3098800"/>
                  </a:lnTo>
                  <a:close/>
                </a:path>
                <a:path w="6120765" h="4737100">
                  <a:moveTo>
                    <a:pt x="5478061" y="3060700"/>
                  </a:moveTo>
                  <a:lnTo>
                    <a:pt x="5309420" y="3060700"/>
                  </a:lnTo>
                  <a:lnTo>
                    <a:pt x="5223126" y="3086100"/>
                  </a:lnTo>
                  <a:lnTo>
                    <a:pt x="5674854" y="3086100"/>
                  </a:lnTo>
                  <a:lnTo>
                    <a:pt x="5676774" y="3073400"/>
                  </a:lnTo>
                  <a:lnTo>
                    <a:pt x="5517443" y="3073400"/>
                  </a:lnTo>
                  <a:lnTo>
                    <a:pt x="5478061" y="3060700"/>
                  </a:lnTo>
                  <a:close/>
                </a:path>
                <a:path w="6120765" h="4737100">
                  <a:moveTo>
                    <a:pt x="6120679" y="2984500"/>
                  </a:moveTo>
                  <a:lnTo>
                    <a:pt x="5484746" y="2984500"/>
                  </a:lnTo>
                  <a:lnTo>
                    <a:pt x="5527450" y="2997200"/>
                  </a:lnTo>
                  <a:lnTo>
                    <a:pt x="5569704" y="2997200"/>
                  </a:lnTo>
                  <a:lnTo>
                    <a:pt x="5581993" y="3009900"/>
                  </a:lnTo>
                  <a:lnTo>
                    <a:pt x="5591029" y="3022600"/>
                  </a:lnTo>
                  <a:lnTo>
                    <a:pt x="5595967" y="3035300"/>
                  </a:lnTo>
                  <a:lnTo>
                    <a:pt x="5595965" y="3048000"/>
                  </a:lnTo>
                  <a:lnTo>
                    <a:pt x="5590786" y="3060700"/>
                  </a:lnTo>
                  <a:lnTo>
                    <a:pt x="5581614" y="3073400"/>
                  </a:lnTo>
                  <a:lnTo>
                    <a:pt x="5676774" y="3073400"/>
                  </a:lnTo>
                  <a:lnTo>
                    <a:pt x="5679867" y="3060700"/>
                  </a:lnTo>
                  <a:lnTo>
                    <a:pt x="5689140" y="3060700"/>
                  </a:lnTo>
                  <a:lnTo>
                    <a:pt x="5694926" y="3048000"/>
                  </a:lnTo>
                  <a:lnTo>
                    <a:pt x="6120679" y="3048000"/>
                  </a:lnTo>
                  <a:lnTo>
                    <a:pt x="6120679" y="29845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9060" marR="5080" indent="-8699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Youtube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0886" y="228091"/>
            <a:ext cx="5895975" cy="4744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276860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&lt;graph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"Grafo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Youtube"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edgedefault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"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directed</a:t>
            </a:r>
            <a:r>
              <a:rPr sz="1800" b="1" spc="-10" dirty="0">
                <a:latin typeface="Courier New"/>
                <a:cs typeface="Courier New"/>
              </a:rPr>
              <a:t>"&gt;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75"/>
              </a:lnSpc>
            </a:pP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"Fitness"/&gt;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id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="VideoGames"/&gt;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10"/>
              </a:lnSpc>
            </a:pPr>
            <a:r>
              <a:rPr sz="1800" b="1" spc="-25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422275" marR="549910">
              <a:lnSpc>
                <a:spcPts val="1989"/>
              </a:lnSpc>
              <a:spcBef>
                <a:spcPts val="80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"1"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"Fitness"/&gt;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89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"2"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"Bricoymas"/&gt;</a:t>
            </a:r>
            <a:endParaRPr sz="1800">
              <a:latin typeface="Courier New"/>
              <a:cs typeface="Courier New"/>
            </a:endParaRPr>
          </a:p>
          <a:p>
            <a:pPr marL="422275" marR="549910">
              <a:lnSpc>
                <a:spcPts val="1989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"3"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"Cocina_Casera"/&gt;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89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"4"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"Naturaleza_Viva"/&gt;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"Bricoymas"/&gt;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"6"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"Cocina_Casera"/&gt;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25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&lt;/graph&gt;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1920" y="1937716"/>
            <a:ext cx="4168757" cy="31990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44301" y="192531"/>
            <a:ext cx="4676375" cy="957313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lang="en-US" sz="2800" spc="275" dirty="0">
                <a:latin typeface="Arial"/>
                <a:cs typeface="Arial"/>
              </a:rPr>
              <a:t>¿</a:t>
            </a:r>
            <a:r>
              <a:rPr lang="en-US" sz="2800" spc="275" dirty="0" err="1">
                <a:latin typeface="Arial"/>
                <a:cs typeface="Arial"/>
              </a:rPr>
              <a:t>Cuántos</a:t>
            </a:r>
            <a:r>
              <a:rPr lang="en-US" sz="2800" spc="275" dirty="0">
                <a:latin typeface="Arial"/>
                <a:cs typeface="Arial"/>
              </a:rPr>
              <a:t> </a:t>
            </a:r>
            <a:r>
              <a:rPr lang="en-US" sz="2800" spc="275" dirty="0" err="1">
                <a:latin typeface="Arial"/>
                <a:cs typeface="Arial"/>
              </a:rPr>
              <a:t>nodos</a:t>
            </a:r>
            <a:r>
              <a:rPr lang="en-US" sz="2800" spc="275" dirty="0">
                <a:latin typeface="Arial"/>
                <a:cs typeface="Arial"/>
              </a:rPr>
              <a:t> y </a:t>
            </a:r>
            <a:r>
              <a:rPr lang="en-US" sz="2800" spc="275" dirty="0" err="1">
                <a:latin typeface="Arial"/>
                <a:cs typeface="Arial"/>
              </a:rPr>
              <a:t>conexiones</a:t>
            </a:r>
            <a:r>
              <a:rPr lang="en-US" sz="2800" spc="275" dirty="0">
                <a:latin typeface="Arial"/>
                <a:cs typeface="Arial"/>
              </a:rPr>
              <a:t> temenos?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F4C449-6CF6-A332-B965-59E75706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556229-9E16-C6AB-9898-EFFAADA15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987BEC0-5B22-EE7B-997A-FF3D4D9F51F8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2F4852C-4914-2172-8D1B-2C8FD9C3748E}"/>
              </a:ext>
            </a:extLst>
          </p:cNvPr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CBA6CA2-56FF-897C-0B5F-A7599C759D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1920" y="1937716"/>
            <a:ext cx="4168757" cy="319907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69BD98D-A6B0-4884-C10F-3721A113CAC8}"/>
              </a:ext>
            </a:extLst>
          </p:cNvPr>
          <p:cNvSpPr txBox="1"/>
          <p:nvPr/>
        </p:nvSpPr>
        <p:spPr>
          <a:xfrm>
            <a:off x="3344302" y="192531"/>
            <a:ext cx="4809098" cy="15373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7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8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lang="es-ES" sz="2800" spc="-165" dirty="0">
                <a:latin typeface="Arial"/>
                <a:cs typeface="Arial"/>
              </a:rPr>
              <a:t>¿Es dirigido o no?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42001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BC89A4-76F4-1F1B-89FA-D32F8B1D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5D60FB-3838-1110-1E8F-8EB4AA040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19DE84B-9ABD-9B6F-66F2-A41C5386D784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6E4FF3D-D36C-0735-4CEA-60BBBAB6286E}"/>
              </a:ext>
            </a:extLst>
          </p:cNvPr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C51264F-C9F7-991F-58B3-18C9425E91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1920" y="1937716"/>
            <a:ext cx="4168757" cy="319907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B6355FD-2C91-2D9B-2051-929AF23671D0}"/>
              </a:ext>
            </a:extLst>
          </p:cNvPr>
          <p:cNvSpPr txBox="1"/>
          <p:nvPr/>
        </p:nvSpPr>
        <p:spPr>
          <a:xfrm>
            <a:off x="3344302" y="192531"/>
            <a:ext cx="2739390" cy="15373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7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8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Grafo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no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dirigido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75693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396578"/>
            <a:ext cx="6156325" cy="4747260"/>
            <a:chOff x="2987823" y="396578"/>
            <a:chExt cx="6156325" cy="47472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396578"/>
              <a:ext cx="5977255" cy="4584700"/>
            </a:xfrm>
            <a:custGeom>
              <a:avLst/>
              <a:gdLst/>
              <a:ahLst/>
              <a:cxnLst/>
              <a:rect l="l" t="t" r="r" b="b"/>
              <a:pathLst>
                <a:path w="5977255" h="4584700">
                  <a:moveTo>
                    <a:pt x="5976664" y="0"/>
                  </a:moveTo>
                  <a:lnTo>
                    <a:pt x="0" y="0"/>
                  </a:lnTo>
                  <a:lnTo>
                    <a:pt x="0" y="4584700"/>
                  </a:lnTo>
                  <a:lnTo>
                    <a:pt x="4630037" y="4584700"/>
                  </a:lnTo>
                  <a:lnTo>
                    <a:pt x="4612758" y="4559300"/>
                  </a:lnTo>
                  <a:lnTo>
                    <a:pt x="4600108" y="4533900"/>
                  </a:lnTo>
                  <a:lnTo>
                    <a:pt x="4592335" y="4495800"/>
                  </a:lnTo>
                  <a:lnTo>
                    <a:pt x="4589689" y="4470400"/>
                  </a:lnTo>
                  <a:lnTo>
                    <a:pt x="4591185" y="4445000"/>
                  </a:lnTo>
                  <a:lnTo>
                    <a:pt x="4595601" y="4432300"/>
                  </a:lnTo>
                  <a:lnTo>
                    <a:pt x="4602832" y="4406900"/>
                  </a:lnTo>
                  <a:lnTo>
                    <a:pt x="4612772" y="4381500"/>
                  </a:lnTo>
                  <a:lnTo>
                    <a:pt x="4584724" y="4343400"/>
                  </a:lnTo>
                  <a:lnTo>
                    <a:pt x="4558906" y="4305300"/>
                  </a:lnTo>
                  <a:lnTo>
                    <a:pt x="4535358" y="4254500"/>
                  </a:lnTo>
                  <a:lnTo>
                    <a:pt x="4514119" y="4216400"/>
                  </a:lnTo>
                  <a:lnTo>
                    <a:pt x="4495229" y="4165600"/>
                  </a:lnTo>
                  <a:lnTo>
                    <a:pt x="4478729" y="4114800"/>
                  </a:lnTo>
                  <a:lnTo>
                    <a:pt x="4464657" y="4064000"/>
                  </a:lnTo>
                  <a:lnTo>
                    <a:pt x="4453055" y="4013200"/>
                  </a:lnTo>
                  <a:lnTo>
                    <a:pt x="4443962" y="3962400"/>
                  </a:lnTo>
                  <a:lnTo>
                    <a:pt x="4437417" y="3911600"/>
                  </a:lnTo>
                  <a:lnTo>
                    <a:pt x="4433461" y="3860800"/>
                  </a:lnTo>
                  <a:lnTo>
                    <a:pt x="4432133" y="3810000"/>
                  </a:lnTo>
                  <a:lnTo>
                    <a:pt x="4433464" y="3759200"/>
                  </a:lnTo>
                  <a:lnTo>
                    <a:pt x="4437432" y="3708400"/>
                  </a:lnTo>
                  <a:lnTo>
                    <a:pt x="4444003" y="3657600"/>
                  </a:lnTo>
                  <a:lnTo>
                    <a:pt x="4453141" y="3606800"/>
                  </a:lnTo>
                  <a:lnTo>
                    <a:pt x="4464812" y="3556000"/>
                  </a:lnTo>
                  <a:lnTo>
                    <a:pt x="4478979" y="3505200"/>
                  </a:lnTo>
                  <a:lnTo>
                    <a:pt x="4495609" y="3454400"/>
                  </a:lnTo>
                  <a:lnTo>
                    <a:pt x="4514665" y="3416300"/>
                  </a:lnTo>
                  <a:lnTo>
                    <a:pt x="4536112" y="3365500"/>
                  </a:lnTo>
                  <a:lnTo>
                    <a:pt x="4559916" y="3327400"/>
                  </a:lnTo>
                  <a:lnTo>
                    <a:pt x="4586042" y="3276600"/>
                  </a:lnTo>
                  <a:lnTo>
                    <a:pt x="4614453" y="3238500"/>
                  </a:lnTo>
                  <a:lnTo>
                    <a:pt x="4645115" y="3200400"/>
                  </a:lnTo>
                  <a:lnTo>
                    <a:pt x="4677992" y="3162300"/>
                  </a:lnTo>
                  <a:lnTo>
                    <a:pt x="4712752" y="3124200"/>
                  </a:lnTo>
                  <a:lnTo>
                    <a:pt x="4749026" y="3086100"/>
                  </a:lnTo>
                  <a:lnTo>
                    <a:pt x="4786730" y="3060700"/>
                  </a:lnTo>
                  <a:lnTo>
                    <a:pt x="4825779" y="3022600"/>
                  </a:lnTo>
                  <a:lnTo>
                    <a:pt x="4866088" y="2997200"/>
                  </a:lnTo>
                  <a:lnTo>
                    <a:pt x="4907572" y="2971800"/>
                  </a:lnTo>
                  <a:lnTo>
                    <a:pt x="4950146" y="2959100"/>
                  </a:lnTo>
                  <a:lnTo>
                    <a:pt x="4993725" y="2933700"/>
                  </a:lnTo>
                  <a:lnTo>
                    <a:pt x="5129644" y="2895600"/>
                  </a:lnTo>
                  <a:lnTo>
                    <a:pt x="5176394" y="2895600"/>
                  </a:lnTo>
                  <a:lnTo>
                    <a:pt x="5223725" y="2882900"/>
                  </a:lnTo>
                  <a:lnTo>
                    <a:pt x="5976664" y="2882900"/>
                  </a:lnTo>
                  <a:lnTo>
                    <a:pt x="5976664" y="0"/>
                  </a:lnTo>
                  <a:close/>
                </a:path>
                <a:path w="5977255" h="4584700">
                  <a:moveTo>
                    <a:pt x="4885701" y="4318000"/>
                  </a:moveTo>
                  <a:lnTo>
                    <a:pt x="4754484" y="4318000"/>
                  </a:lnTo>
                  <a:lnTo>
                    <a:pt x="4780138" y="4330700"/>
                  </a:lnTo>
                  <a:lnTo>
                    <a:pt x="4803772" y="4343400"/>
                  </a:lnTo>
                  <a:lnTo>
                    <a:pt x="4824790" y="4368800"/>
                  </a:lnTo>
                  <a:lnTo>
                    <a:pt x="4842068" y="4381500"/>
                  </a:lnTo>
                  <a:lnTo>
                    <a:pt x="4854713" y="4406900"/>
                  </a:lnTo>
                  <a:lnTo>
                    <a:pt x="4862481" y="4445000"/>
                  </a:lnTo>
                  <a:lnTo>
                    <a:pt x="4865124" y="4470400"/>
                  </a:lnTo>
                  <a:lnTo>
                    <a:pt x="4862481" y="4495800"/>
                  </a:lnTo>
                  <a:lnTo>
                    <a:pt x="4854713" y="4533900"/>
                  </a:lnTo>
                  <a:lnTo>
                    <a:pt x="4842068" y="4559300"/>
                  </a:lnTo>
                  <a:lnTo>
                    <a:pt x="4824790" y="4584700"/>
                  </a:lnTo>
                  <a:lnTo>
                    <a:pt x="5586869" y="4584700"/>
                  </a:lnTo>
                  <a:lnTo>
                    <a:pt x="5703915" y="4521200"/>
                  </a:lnTo>
                  <a:lnTo>
                    <a:pt x="5744134" y="4483100"/>
                  </a:lnTo>
                  <a:lnTo>
                    <a:pt x="5763248" y="4470400"/>
                  </a:lnTo>
                  <a:lnTo>
                    <a:pt x="5156273" y="4470400"/>
                  </a:lnTo>
                  <a:lnTo>
                    <a:pt x="5145851" y="4457700"/>
                  </a:lnTo>
                  <a:lnTo>
                    <a:pt x="5138821" y="4445000"/>
                  </a:lnTo>
                  <a:lnTo>
                    <a:pt x="5136243" y="4432300"/>
                  </a:lnTo>
                  <a:lnTo>
                    <a:pt x="5136243" y="4368800"/>
                  </a:lnTo>
                  <a:lnTo>
                    <a:pt x="4926923" y="4368800"/>
                  </a:lnTo>
                  <a:lnTo>
                    <a:pt x="4921930" y="4356100"/>
                  </a:lnTo>
                  <a:lnTo>
                    <a:pt x="4885701" y="4318000"/>
                  </a:lnTo>
                  <a:close/>
                </a:path>
                <a:path w="5977255" h="4584700">
                  <a:moveTo>
                    <a:pt x="5976664" y="4318000"/>
                  </a:moveTo>
                  <a:lnTo>
                    <a:pt x="5970413" y="4330700"/>
                  </a:lnTo>
                  <a:lnTo>
                    <a:pt x="5946674" y="4368800"/>
                  </a:lnTo>
                  <a:lnTo>
                    <a:pt x="5921195" y="4394200"/>
                  </a:lnTo>
                  <a:lnTo>
                    <a:pt x="5893999" y="4432300"/>
                  </a:lnTo>
                  <a:lnTo>
                    <a:pt x="5865111" y="4470400"/>
                  </a:lnTo>
                  <a:lnTo>
                    <a:pt x="5834781" y="4495800"/>
                  </a:lnTo>
                  <a:lnTo>
                    <a:pt x="5803283" y="4533900"/>
                  </a:lnTo>
                  <a:lnTo>
                    <a:pt x="5770674" y="4559300"/>
                  </a:lnTo>
                  <a:lnTo>
                    <a:pt x="5737011" y="4584700"/>
                  </a:lnTo>
                  <a:lnTo>
                    <a:pt x="5976664" y="4584700"/>
                  </a:lnTo>
                  <a:lnTo>
                    <a:pt x="5976664" y="4318000"/>
                  </a:lnTo>
                  <a:close/>
                </a:path>
                <a:path w="5977255" h="4584700">
                  <a:moveTo>
                    <a:pt x="4767406" y="4533900"/>
                  </a:moveTo>
                  <a:lnTo>
                    <a:pt x="4687413" y="4533900"/>
                  </a:lnTo>
                  <a:lnTo>
                    <a:pt x="4699792" y="4546600"/>
                  </a:lnTo>
                  <a:lnTo>
                    <a:pt x="4755027" y="4546600"/>
                  </a:lnTo>
                  <a:lnTo>
                    <a:pt x="4767406" y="4533900"/>
                  </a:lnTo>
                  <a:close/>
                </a:path>
                <a:path w="5977255" h="4584700">
                  <a:moveTo>
                    <a:pt x="4755023" y="4394200"/>
                  </a:moveTo>
                  <a:lnTo>
                    <a:pt x="4699787" y="4394200"/>
                  </a:lnTo>
                  <a:lnTo>
                    <a:pt x="4687408" y="4406900"/>
                  </a:lnTo>
                  <a:lnTo>
                    <a:pt x="4660726" y="4445000"/>
                  </a:lnTo>
                  <a:lnTo>
                    <a:pt x="4655270" y="4470400"/>
                  </a:lnTo>
                  <a:lnTo>
                    <a:pt x="4656655" y="4483100"/>
                  </a:lnTo>
                  <a:lnTo>
                    <a:pt x="4660726" y="4495800"/>
                  </a:lnTo>
                  <a:lnTo>
                    <a:pt x="4667352" y="4521200"/>
                  </a:lnTo>
                  <a:lnTo>
                    <a:pt x="4676404" y="4533900"/>
                  </a:lnTo>
                  <a:lnTo>
                    <a:pt x="4778410" y="4533900"/>
                  </a:lnTo>
                  <a:lnTo>
                    <a:pt x="4787462" y="4521200"/>
                  </a:lnTo>
                  <a:lnTo>
                    <a:pt x="4794088" y="4495800"/>
                  </a:lnTo>
                  <a:lnTo>
                    <a:pt x="4798159" y="4483100"/>
                  </a:lnTo>
                  <a:lnTo>
                    <a:pt x="4799544" y="4470400"/>
                  </a:lnTo>
                  <a:lnTo>
                    <a:pt x="4798159" y="4457700"/>
                  </a:lnTo>
                  <a:lnTo>
                    <a:pt x="4794088" y="4445000"/>
                  </a:lnTo>
                  <a:lnTo>
                    <a:pt x="4787462" y="4432300"/>
                  </a:lnTo>
                  <a:lnTo>
                    <a:pt x="4778410" y="4419600"/>
                  </a:lnTo>
                  <a:lnTo>
                    <a:pt x="4767401" y="4406900"/>
                  </a:lnTo>
                  <a:lnTo>
                    <a:pt x="4755023" y="4394200"/>
                  </a:lnTo>
                  <a:close/>
                </a:path>
                <a:path w="5977255" h="4584700">
                  <a:moveTo>
                    <a:pt x="5529912" y="4305300"/>
                  </a:moveTo>
                  <a:lnTo>
                    <a:pt x="5500406" y="4330700"/>
                  </a:lnTo>
                  <a:lnTo>
                    <a:pt x="5470023" y="4343400"/>
                  </a:lnTo>
                  <a:lnTo>
                    <a:pt x="5406848" y="4368800"/>
                  </a:lnTo>
                  <a:lnTo>
                    <a:pt x="5406848" y="4432300"/>
                  </a:lnTo>
                  <a:lnTo>
                    <a:pt x="5404271" y="4445000"/>
                  </a:lnTo>
                  <a:lnTo>
                    <a:pt x="5397245" y="4457700"/>
                  </a:lnTo>
                  <a:lnTo>
                    <a:pt x="5386823" y="4470400"/>
                  </a:lnTo>
                  <a:lnTo>
                    <a:pt x="5763248" y="4470400"/>
                  </a:lnTo>
                  <a:lnTo>
                    <a:pt x="5782363" y="4457700"/>
                  </a:lnTo>
                  <a:lnTo>
                    <a:pt x="5818485" y="4419600"/>
                  </a:lnTo>
                  <a:lnTo>
                    <a:pt x="5852385" y="4381500"/>
                  </a:lnTo>
                  <a:lnTo>
                    <a:pt x="5860275" y="4368800"/>
                  </a:lnTo>
                  <a:lnTo>
                    <a:pt x="5579787" y="4368800"/>
                  </a:lnTo>
                  <a:lnTo>
                    <a:pt x="5574794" y="4356100"/>
                  </a:lnTo>
                  <a:lnTo>
                    <a:pt x="5529912" y="4305300"/>
                  </a:lnTo>
                  <a:close/>
                </a:path>
                <a:path w="5977255" h="4584700">
                  <a:moveTo>
                    <a:pt x="5341268" y="4330700"/>
                  </a:moveTo>
                  <a:lnTo>
                    <a:pt x="5201822" y="4330700"/>
                  </a:lnTo>
                  <a:lnTo>
                    <a:pt x="5201822" y="4394200"/>
                  </a:lnTo>
                  <a:lnTo>
                    <a:pt x="5341268" y="4394200"/>
                  </a:lnTo>
                  <a:lnTo>
                    <a:pt x="5341268" y="4330700"/>
                  </a:lnTo>
                  <a:close/>
                </a:path>
                <a:path w="5977255" h="4584700">
                  <a:moveTo>
                    <a:pt x="5013178" y="4305300"/>
                  </a:moveTo>
                  <a:lnTo>
                    <a:pt x="4968309" y="4356100"/>
                  </a:lnTo>
                  <a:lnTo>
                    <a:pt x="4963317" y="4368800"/>
                  </a:lnTo>
                  <a:lnTo>
                    <a:pt x="5136243" y="4368800"/>
                  </a:lnTo>
                  <a:lnTo>
                    <a:pt x="5073077" y="4343400"/>
                  </a:lnTo>
                  <a:lnTo>
                    <a:pt x="5042692" y="4330700"/>
                  </a:lnTo>
                  <a:lnTo>
                    <a:pt x="5013178" y="4305300"/>
                  </a:lnTo>
                  <a:close/>
                </a:path>
                <a:path w="5977255" h="4584700">
                  <a:moveTo>
                    <a:pt x="5709674" y="3251200"/>
                  </a:moveTo>
                  <a:lnTo>
                    <a:pt x="5597623" y="3251200"/>
                  </a:lnTo>
                  <a:lnTo>
                    <a:pt x="5609959" y="3263900"/>
                  </a:lnTo>
                  <a:lnTo>
                    <a:pt x="5620801" y="3263900"/>
                  </a:lnTo>
                  <a:lnTo>
                    <a:pt x="5765833" y="3429000"/>
                  </a:lnTo>
                  <a:lnTo>
                    <a:pt x="5769927" y="3429000"/>
                  </a:lnTo>
                  <a:lnTo>
                    <a:pt x="5772943" y="3441700"/>
                  </a:lnTo>
                  <a:lnTo>
                    <a:pt x="5774808" y="3441700"/>
                  </a:lnTo>
                  <a:lnTo>
                    <a:pt x="5775452" y="3454400"/>
                  </a:lnTo>
                  <a:lnTo>
                    <a:pt x="5774815" y="3454400"/>
                  </a:lnTo>
                  <a:lnTo>
                    <a:pt x="5772954" y="3467100"/>
                  </a:lnTo>
                  <a:lnTo>
                    <a:pt x="5769940" y="3467100"/>
                  </a:lnTo>
                  <a:lnTo>
                    <a:pt x="5765845" y="3479800"/>
                  </a:lnTo>
                  <a:lnTo>
                    <a:pt x="5721258" y="3530600"/>
                  </a:lnTo>
                  <a:lnTo>
                    <a:pt x="5737007" y="3556000"/>
                  </a:lnTo>
                  <a:lnTo>
                    <a:pt x="5750769" y="3594100"/>
                  </a:lnTo>
                  <a:lnTo>
                    <a:pt x="5762524" y="3632200"/>
                  </a:lnTo>
                  <a:lnTo>
                    <a:pt x="5772250" y="3657600"/>
                  </a:lnTo>
                  <a:lnTo>
                    <a:pt x="5835587" y="3657600"/>
                  </a:lnTo>
                  <a:lnTo>
                    <a:pt x="5848352" y="3670300"/>
                  </a:lnTo>
                  <a:lnTo>
                    <a:pt x="5858774" y="3670300"/>
                  </a:lnTo>
                  <a:lnTo>
                    <a:pt x="5865801" y="3683000"/>
                  </a:lnTo>
                  <a:lnTo>
                    <a:pt x="5868377" y="3695700"/>
                  </a:lnTo>
                  <a:lnTo>
                    <a:pt x="5868377" y="3924300"/>
                  </a:lnTo>
                  <a:lnTo>
                    <a:pt x="5865801" y="3937000"/>
                  </a:lnTo>
                  <a:lnTo>
                    <a:pt x="5858774" y="3949700"/>
                  </a:lnTo>
                  <a:lnTo>
                    <a:pt x="5848352" y="3962400"/>
                  </a:lnTo>
                  <a:lnTo>
                    <a:pt x="5772261" y="3962400"/>
                  </a:lnTo>
                  <a:lnTo>
                    <a:pt x="5762534" y="4000500"/>
                  </a:lnTo>
                  <a:lnTo>
                    <a:pt x="5750775" y="4025900"/>
                  </a:lnTo>
                  <a:lnTo>
                    <a:pt x="5737009" y="4064000"/>
                  </a:lnTo>
                  <a:lnTo>
                    <a:pt x="5721258" y="4102100"/>
                  </a:lnTo>
                  <a:lnTo>
                    <a:pt x="5766088" y="4152900"/>
                  </a:lnTo>
                  <a:lnTo>
                    <a:pt x="5773286" y="4152900"/>
                  </a:lnTo>
                  <a:lnTo>
                    <a:pt x="5775685" y="4178300"/>
                  </a:lnTo>
                  <a:lnTo>
                    <a:pt x="5773286" y="4191000"/>
                  </a:lnTo>
                  <a:lnTo>
                    <a:pt x="5766088" y="4203700"/>
                  </a:lnTo>
                  <a:lnTo>
                    <a:pt x="5621173" y="4356100"/>
                  </a:lnTo>
                  <a:lnTo>
                    <a:pt x="5616178" y="4368800"/>
                  </a:lnTo>
                  <a:lnTo>
                    <a:pt x="5860275" y="4368800"/>
                  </a:lnTo>
                  <a:lnTo>
                    <a:pt x="5883947" y="4330700"/>
                  </a:lnTo>
                  <a:lnTo>
                    <a:pt x="5913053" y="4292600"/>
                  </a:lnTo>
                  <a:lnTo>
                    <a:pt x="5976664" y="4165600"/>
                  </a:lnTo>
                  <a:lnTo>
                    <a:pt x="5976664" y="3467100"/>
                  </a:lnTo>
                  <a:lnTo>
                    <a:pt x="5951941" y="3403600"/>
                  </a:lnTo>
                  <a:lnTo>
                    <a:pt x="5936143" y="3378200"/>
                  </a:lnTo>
                  <a:lnTo>
                    <a:pt x="5919183" y="3340100"/>
                  </a:lnTo>
                  <a:lnTo>
                    <a:pt x="5901077" y="3314700"/>
                  </a:lnTo>
                  <a:lnTo>
                    <a:pt x="5891457" y="3302000"/>
                  </a:lnTo>
                  <a:lnTo>
                    <a:pt x="5788619" y="3302000"/>
                  </a:lnTo>
                  <a:lnTo>
                    <a:pt x="5762965" y="3289300"/>
                  </a:lnTo>
                  <a:lnTo>
                    <a:pt x="5739330" y="3276600"/>
                  </a:lnTo>
                  <a:lnTo>
                    <a:pt x="5718313" y="3263900"/>
                  </a:lnTo>
                  <a:lnTo>
                    <a:pt x="5709674" y="3251200"/>
                  </a:lnTo>
                  <a:close/>
                </a:path>
                <a:path w="5977255" h="4584700">
                  <a:moveTo>
                    <a:pt x="5349164" y="2959100"/>
                  </a:moveTo>
                  <a:lnTo>
                    <a:pt x="5181430" y="2959100"/>
                  </a:lnTo>
                  <a:lnTo>
                    <a:pt x="5052096" y="2997200"/>
                  </a:lnTo>
                  <a:lnTo>
                    <a:pt x="4970624" y="3022600"/>
                  </a:lnTo>
                  <a:lnTo>
                    <a:pt x="4931532" y="3048000"/>
                  </a:lnTo>
                  <a:lnTo>
                    <a:pt x="4893635" y="3073400"/>
                  </a:lnTo>
                  <a:lnTo>
                    <a:pt x="4857005" y="3086100"/>
                  </a:lnTo>
                  <a:lnTo>
                    <a:pt x="4821715" y="3124200"/>
                  </a:lnTo>
                  <a:lnTo>
                    <a:pt x="4787839" y="3149600"/>
                  </a:lnTo>
                  <a:lnTo>
                    <a:pt x="4755449" y="3175000"/>
                  </a:lnTo>
                  <a:lnTo>
                    <a:pt x="4724618" y="3213100"/>
                  </a:lnTo>
                  <a:lnTo>
                    <a:pt x="4695421" y="3238500"/>
                  </a:lnTo>
                  <a:lnTo>
                    <a:pt x="4667929" y="3276600"/>
                  </a:lnTo>
                  <a:lnTo>
                    <a:pt x="4642217" y="3314700"/>
                  </a:lnTo>
                  <a:lnTo>
                    <a:pt x="4618356" y="3352800"/>
                  </a:lnTo>
                  <a:lnTo>
                    <a:pt x="4596421" y="3390900"/>
                  </a:lnTo>
                  <a:lnTo>
                    <a:pt x="4576484" y="3441700"/>
                  </a:lnTo>
                  <a:lnTo>
                    <a:pt x="4558619" y="3479800"/>
                  </a:lnTo>
                  <a:lnTo>
                    <a:pt x="4542899" y="3530600"/>
                  </a:lnTo>
                  <a:lnTo>
                    <a:pt x="4529397" y="3568700"/>
                  </a:lnTo>
                  <a:lnTo>
                    <a:pt x="4518185" y="3619500"/>
                  </a:lnTo>
                  <a:lnTo>
                    <a:pt x="4509338" y="3670300"/>
                  </a:lnTo>
                  <a:lnTo>
                    <a:pt x="4502928" y="3708400"/>
                  </a:lnTo>
                  <a:lnTo>
                    <a:pt x="4499028" y="3759200"/>
                  </a:lnTo>
                  <a:lnTo>
                    <a:pt x="4497712" y="3810000"/>
                  </a:lnTo>
                  <a:lnTo>
                    <a:pt x="4499141" y="3860800"/>
                  </a:lnTo>
                  <a:lnTo>
                    <a:pt x="4503398" y="3911600"/>
                  </a:lnTo>
                  <a:lnTo>
                    <a:pt x="4510436" y="3962400"/>
                  </a:lnTo>
                  <a:lnTo>
                    <a:pt x="4520208" y="4013200"/>
                  </a:lnTo>
                  <a:lnTo>
                    <a:pt x="4532667" y="4064000"/>
                  </a:lnTo>
                  <a:lnTo>
                    <a:pt x="4547769" y="4114800"/>
                  </a:lnTo>
                  <a:lnTo>
                    <a:pt x="4565464" y="4165600"/>
                  </a:lnTo>
                  <a:lnTo>
                    <a:pt x="4585708" y="4203700"/>
                  </a:lnTo>
                  <a:lnTo>
                    <a:pt x="4608454" y="4254500"/>
                  </a:lnTo>
                  <a:lnTo>
                    <a:pt x="4633655" y="4292600"/>
                  </a:lnTo>
                  <a:lnTo>
                    <a:pt x="4661264" y="4343400"/>
                  </a:lnTo>
                  <a:lnTo>
                    <a:pt x="4676751" y="4330700"/>
                  </a:lnTo>
                  <a:lnTo>
                    <a:pt x="4693039" y="4318000"/>
                  </a:lnTo>
                  <a:lnTo>
                    <a:pt x="4885701" y="4318000"/>
                  </a:lnTo>
                  <a:lnTo>
                    <a:pt x="4777014" y="4203700"/>
                  </a:lnTo>
                  <a:lnTo>
                    <a:pt x="4769812" y="4191000"/>
                  </a:lnTo>
                  <a:lnTo>
                    <a:pt x="4767413" y="4178300"/>
                  </a:lnTo>
                  <a:lnTo>
                    <a:pt x="4769815" y="4152900"/>
                  </a:lnTo>
                  <a:lnTo>
                    <a:pt x="4777014" y="4152900"/>
                  </a:lnTo>
                  <a:lnTo>
                    <a:pt x="4821844" y="4102100"/>
                  </a:lnTo>
                  <a:lnTo>
                    <a:pt x="4806094" y="4064000"/>
                  </a:lnTo>
                  <a:lnTo>
                    <a:pt x="4792327" y="4025900"/>
                  </a:lnTo>
                  <a:lnTo>
                    <a:pt x="4780568" y="4000500"/>
                  </a:lnTo>
                  <a:lnTo>
                    <a:pt x="4770841" y="3962400"/>
                  </a:lnTo>
                  <a:lnTo>
                    <a:pt x="4694957" y="3962400"/>
                  </a:lnTo>
                  <a:lnTo>
                    <a:pt x="4689313" y="3949700"/>
                  </a:lnTo>
                  <a:lnTo>
                    <a:pt x="4680225" y="3949700"/>
                  </a:lnTo>
                  <a:lnTo>
                    <a:pt x="4677212" y="3937000"/>
                  </a:lnTo>
                  <a:lnTo>
                    <a:pt x="4675355" y="3937000"/>
                  </a:lnTo>
                  <a:lnTo>
                    <a:pt x="4674726" y="3924300"/>
                  </a:lnTo>
                  <a:lnTo>
                    <a:pt x="4674842" y="3695700"/>
                  </a:lnTo>
                  <a:lnTo>
                    <a:pt x="4677418" y="3683000"/>
                  </a:lnTo>
                  <a:lnTo>
                    <a:pt x="4684444" y="3670300"/>
                  </a:lnTo>
                  <a:lnTo>
                    <a:pt x="4694867" y="3670300"/>
                  </a:lnTo>
                  <a:lnTo>
                    <a:pt x="4707632" y="3657600"/>
                  </a:lnTo>
                  <a:lnTo>
                    <a:pt x="4770841" y="3657600"/>
                  </a:lnTo>
                  <a:lnTo>
                    <a:pt x="4780568" y="3632200"/>
                  </a:lnTo>
                  <a:lnTo>
                    <a:pt x="4792327" y="3594100"/>
                  </a:lnTo>
                  <a:lnTo>
                    <a:pt x="4806094" y="3556000"/>
                  </a:lnTo>
                  <a:lnTo>
                    <a:pt x="4821844" y="3530600"/>
                  </a:lnTo>
                  <a:lnTo>
                    <a:pt x="4777258" y="3479800"/>
                  </a:lnTo>
                  <a:lnTo>
                    <a:pt x="4773163" y="3467100"/>
                  </a:lnTo>
                  <a:lnTo>
                    <a:pt x="4770149" y="3467100"/>
                  </a:lnTo>
                  <a:lnTo>
                    <a:pt x="4768287" y="3454400"/>
                  </a:lnTo>
                  <a:lnTo>
                    <a:pt x="4767651" y="3454400"/>
                  </a:lnTo>
                  <a:lnTo>
                    <a:pt x="4768287" y="3441700"/>
                  </a:lnTo>
                  <a:lnTo>
                    <a:pt x="4770150" y="3441700"/>
                  </a:lnTo>
                  <a:lnTo>
                    <a:pt x="4773169" y="3429000"/>
                  </a:lnTo>
                  <a:lnTo>
                    <a:pt x="4777271" y="3429000"/>
                  </a:lnTo>
                  <a:lnTo>
                    <a:pt x="4922288" y="3263900"/>
                  </a:lnTo>
                  <a:lnTo>
                    <a:pt x="4933138" y="3263900"/>
                  </a:lnTo>
                  <a:lnTo>
                    <a:pt x="4945477" y="3251200"/>
                  </a:lnTo>
                  <a:lnTo>
                    <a:pt x="5136243" y="3251200"/>
                  </a:lnTo>
                  <a:lnTo>
                    <a:pt x="5136243" y="3187700"/>
                  </a:lnTo>
                  <a:lnTo>
                    <a:pt x="5138821" y="3175000"/>
                  </a:lnTo>
                  <a:lnTo>
                    <a:pt x="5145851" y="3162300"/>
                  </a:lnTo>
                  <a:lnTo>
                    <a:pt x="5156273" y="3162300"/>
                  </a:lnTo>
                  <a:lnTo>
                    <a:pt x="5169032" y="3149600"/>
                  </a:lnTo>
                  <a:lnTo>
                    <a:pt x="5677978" y="3149600"/>
                  </a:lnTo>
                  <a:lnTo>
                    <a:pt x="5680622" y="3124200"/>
                  </a:lnTo>
                  <a:lnTo>
                    <a:pt x="5688390" y="3098800"/>
                  </a:lnTo>
                  <a:lnTo>
                    <a:pt x="5701036" y="3073400"/>
                  </a:lnTo>
                  <a:lnTo>
                    <a:pt x="5718313" y="3048000"/>
                  </a:lnTo>
                  <a:lnTo>
                    <a:pt x="5739330" y="3022600"/>
                  </a:lnTo>
                  <a:lnTo>
                    <a:pt x="5555278" y="3022600"/>
                  </a:lnTo>
                  <a:lnTo>
                    <a:pt x="5550303" y="3009900"/>
                  </a:lnTo>
                  <a:lnTo>
                    <a:pt x="5546222" y="3009900"/>
                  </a:lnTo>
                  <a:lnTo>
                    <a:pt x="5543202" y="2997200"/>
                  </a:lnTo>
                  <a:lnTo>
                    <a:pt x="5541327" y="2997200"/>
                  </a:lnTo>
                  <a:lnTo>
                    <a:pt x="5540683" y="2984500"/>
                  </a:lnTo>
                  <a:lnTo>
                    <a:pt x="5541327" y="2984500"/>
                  </a:lnTo>
                  <a:lnTo>
                    <a:pt x="5543202" y="2971800"/>
                  </a:lnTo>
                  <a:lnTo>
                    <a:pt x="5387621" y="2971800"/>
                  </a:lnTo>
                  <a:lnTo>
                    <a:pt x="5349164" y="2959100"/>
                  </a:lnTo>
                  <a:close/>
                </a:path>
                <a:path w="5977255" h="4584700">
                  <a:moveTo>
                    <a:pt x="5356744" y="4305300"/>
                  </a:moveTo>
                  <a:lnTo>
                    <a:pt x="5186341" y="4305300"/>
                  </a:lnTo>
                  <a:lnTo>
                    <a:pt x="5194535" y="4318000"/>
                  </a:lnTo>
                  <a:lnTo>
                    <a:pt x="5199899" y="4330700"/>
                  </a:lnTo>
                  <a:lnTo>
                    <a:pt x="5343189" y="4330700"/>
                  </a:lnTo>
                  <a:lnTo>
                    <a:pt x="5348549" y="4318000"/>
                  </a:lnTo>
                  <a:lnTo>
                    <a:pt x="5356744" y="4305300"/>
                  </a:lnTo>
                  <a:close/>
                </a:path>
                <a:path w="5977255" h="4584700">
                  <a:moveTo>
                    <a:pt x="5517052" y="4229100"/>
                  </a:moveTo>
                  <a:lnTo>
                    <a:pt x="5026037" y="4229100"/>
                  </a:lnTo>
                  <a:lnTo>
                    <a:pt x="5061350" y="4254500"/>
                  </a:lnTo>
                  <a:lnTo>
                    <a:pt x="5098190" y="4279900"/>
                  </a:lnTo>
                  <a:lnTo>
                    <a:pt x="5136425" y="4292600"/>
                  </a:lnTo>
                  <a:lnTo>
                    <a:pt x="5175924" y="4305300"/>
                  </a:lnTo>
                  <a:lnTo>
                    <a:pt x="5367167" y="4305300"/>
                  </a:lnTo>
                  <a:lnTo>
                    <a:pt x="5406666" y="4292600"/>
                  </a:lnTo>
                  <a:lnTo>
                    <a:pt x="5444900" y="4279900"/>
                  </a:lnTo>
                  <a:lnTo>
                    <a:pt x="5481740" y="4254500"/>
                  </a:lnTo>
                  <a:lnTo>
                    <a:pt x="5517052" y="4229100"/>
                  </a:lnTo>
                  <a:close/>
                </a:path>
                <a:path w="5977255" h="4584700">
                  <a:moveTo>
                    <a:pt x="4945460" y="3340100"/>
                  </a:moveTo>
                  <a:lnTo>
                    <a:pt x="4846821" y="3454400"/>
                  </a:lnTo>
                  <a:lnTo>
                    <a:pt x="4886450" y="3492500"/>
                  </a:lnTo>
                  <a:lnTo>
                    <a:pt x="4892920" y="3505200"/>
                  </a:lnTo>
                  <a:lnTo>
                    <a:pt x="4895871" y="3517900"/>
                  </a:lnTo>
                  <a:lnTo>
                    <a:pt x="4895200" y="3530600"/>
                  </a:lnTo>
                  <a:lnTo>
                    <a:pt x="4890805" y="3543300"/>
                  </a:lnTo>
                  <a:lnTo>
                    <a:pt x="4870173" y="3581400"/>
                  </a:lnTo>
                  <a:lnTo>
                    <a:pt x="4852907" y="3619500"/>
                  </a:lnTo>
                  <a:lnTo>
                    <a:pt x="4839063" y="3657600"/>
                  </a:lnTo>
                  <a:lnTo>
                    <a:pt x="4828697" y="3708400"/>
                  </a:lnTo>
                  <a:lnTo>
                    <a:pt x="4824489" y="3721100"/>
                  </a:lnTo>
                  <a:lnTo>
                    <a:pt x="4817244" y="3733800"/>
                  </a:lnTo>
                  <a:lnTo>
                    <a:pt x="4740395" y="3733800"/>
                  </a:lnTo>
                  <a:lnTo>
                    <a:pt x="4740318" y="3886200"/>
                  </a:lnTo>
                  <a:lnTo>
                    <a:pt x="4807711" y="3886200"/>
                  </a:lnTo>
                  <a:lnTo>
                    <a:pt x="4817244" y="3898900"/>
                  </a:lnTo>
                  <a:lnTo>
                    <a:pt x="4824489" y="3911600"/>
                  </a:lnTo>
                  <a:lnTo>
                    <a:pt x="4828697" y="3924300"/>
                  </a:lnTo>
                  <a:lnTo>
                    <a:pt x="4839063" y="3962400"/>
                  </a:lnTo>
                  <a:lnTo>
                    <a:pt x="4852907" y="4000500"/>
                  </a:lnTo>
                  <a:lnTo>
                    <a:pt x="4870173" y="4038600"/>
                  </a:lnTo>
                  <a:lnTo>
                    <a:pt x="4890805" y="4089400"/>
                  </a:lnTo>
                  <a:lnTo>
                    <a:pt x="4895200" y="4089400"/>
                  </a:lnTo>
                  <a:lnTo>
                    <a:pt x="4895871" y="4102100"/>
                  </a:lnTo>
                  <a:lnTo>
                    <a:pt x="4892920" y="4114800"/>
                  </a:lnTo>
                  <a:lnTo>
                    <a:pt x="4886450" y="4127500"/>
                  </a:lnTo>
                  <a:lnTo>
                    <a:pt x="4846565" y="4178300"/>
                  </a:lnTo>
                  <a:lnTo>
                    <a:pt x="4945127" y="4279900"/>
                  </a:lnTo>
                  <a:lnTo>
                    <a:pt x="4985050" y="4241800"/>
                  </a:lnTo>
                  <a:lnTo>
                    <a:pt x="4994245" y="4229100"/>
                  </a:lnTo>
                  <a:lnTo>
                    <a:pt x="5647245" y="4229100"/>
                  </a:lnTo>
                  <a:lnTo>
                    <a:pt x="5696526" y="4178300"/>
                  </a:lnTo>
                  <a:lnTo>
                    <a:pt x="5656639" y="4127500"/>
                  </a:lnTo>
                  <a:lnTo>
                    <a:pt x="5650170" y="4114800"/>
                  </a:lnTo>
                  <a:lnTo>
                    <a:pt x="5271551" y="4114800"/>
                  </a:lnTo>
                  <a:lnTo>
                    <a:pt x="5227661" y="4102100"/>
                  </a:lnTo>
                  <a:lnTo>
                    <a:pt x="5186004" y="4102100"/>
                  </a:lnTo>
                  <a:lnTo>
                    <a:pt x="5147143" y="4076700"/>
                  </a:lnTo>
                  <a:lnTo>
                    <a:pt x="5111641" y="4051300"/>
                  </a:lnTo>
                  <a:lnTo>
                    <a:pt x="5080057" y="4025900"/>
                  </a:lnTo>
                  <a:lnTo>
                    <a:pt x="5052956" y="3987800"/>
                  </a:lnTo>
                  <a:lnTo>
                    <a:pt x="5030899" y="3949700"/>
                  </a:lnTo>
                  <a:lnTo>
                    <a:pt x="5014448" y="3911600"/>
                  </a:lnTo>
                  <a:lnTo>
                    <a:pt x="5004166" y="3860800"/>
                  </a:lnTo>
                  <a:lnTo>
                    <a:pt x="5000613" y="3810000"/>
                  </a:lnTo>
                  <a:lnTo>
                    <a:pt x="5004166" y="3759200"/>
                  </a:lnTo>
                  <a:lnTo>
                    <a:pt x="5014448" y="3721100"/>
                  </a:lnTo>
                  <a:lnTo>
                    <a:pt x="5030899" y="3670300"/>
                  </a:lnTo>
                  <a:lnTo>
                    <a:pt x="5052956" y="3632200"/>
                  </a:lnTo>
                  <a:lnTo>
                    <a:pt x="5080057" y="3606800"/>
                  </a:lnTo>
                  <a:lnTo>
                    <a:pt x="5111641" y="3568700"/>
                  </a:lnTo>
                  <a:lnTo>
                    <a:pt x="5147143" y="3543300"/>
                  </a:lnTo>
                  <a:lnTo>
                    <a:pt x="5186004" y="3530600"/>
                  </a:lnTo>
                  <a:lnTo>
                    <a:pt x="5227661" y="3517900"/>
                  </a:lnTo>
                  <a:lnTo>
                    <a:pt x="5647214" y="3517900"/>
                  </a:lnTo>
                  <a:lnTo>
                    <a:pt x="5650164" y="3505200"/>
                  </a:lnTo>
                  <a:lnTo>
                    <a:pt x="5656639" y="3492500"/>
                  </a:lnTo>
                  <a:lnTo>
                    <a:pt x="5696270" y="3454400"/>
                  </a:lnTo>
                  <a:lnTo>
                    <a:pt x="5652430" y="3403600"/>
                  </a:lnTo>
                  <a:lnTo>
                    <a:pt x="5004776" y="3403600"/>
                  </a:lnTo>
                  <a:lnTo>
                    <a:pt x="4994243" y="3390900"/>
                  </a:lnTo>
                  <a:lnTo>
                    <a:pt x="4985050" y="3390900"/>
                  </a:lnTo>
                  <a:lnTo>
                    <a:pt x="4945460" y="3340100"/>
                  </a:lnTo>
                  <a:close/>
                </a:path>
                <a:path w="5977255" h="4584700">
                  <a:moveTo>
                    <a:pt x="5647245" y="4229100"/>
                  </a:moveTo>
                  <a:lnTo>
                    <a:pt x="5548846" y="4229100"/>
                  </a:lnTo>
                  <a:lnTo>
                    <a:pt x="5558040" y="4241800"/>
                  </a:lnTo>
                  <a:lnTo>
                    <a:pt x="5597964" y="4279900"/>
                  </a:lnTo>
                  <a:lnTo>
                    <a:pt x="5647245" y="4229100"/>
                  </a:lnTo>
                  <a:close/>
                </a:path>
                <a:path w="5977255" h="4584700">
                  <a:moveTo>
                    <a:pt x="5647214" y="3517900"/>
                  </a:moveTo>
                  <a:lnTo>
                    <a:pt x="5315441" y="3517900"/>
                  </a:lnTo>
                  <a:lnTo>
                    <a:pt x="5357098" y="3530600"/>
                  </a:lnTo>
                  <a:lnTo>
                    <a:pt x="5395959" y="3543300"/>
                  </a:lnTo>
                  <a:lnTo>
                    <a:pt x="5431462" y="3568700"/>
                  </a:lnTo>
                  <a:lnTo>
                    <a:pt x="5463045" y="3606800"/>
                  </a:lnTo>
                  <a:lnTo>
                    <a:pt x="5490146" y="3632200"/>
                  </a:lnTo>
                  <a:lnTo>
                    <a:pt x="5512203" y="3670300"/>
                  </a:lnTo>
                  <a:lnTo>
                    <a:pt x="5528654" y="3721100"/>
                  </a:lnTo>
                  <a:lnTo>
                    <a:pt x="5538937" y="3759200"/>
                  </a:lnTo>
                  <a:lnTo>
                    <a:pt x="5542489" y="3810000"/>
                  </a:lnTo>
                  <a:lnTo>
                    <a:pt x="5538937" y="3860800"/>
                  </a:lnTo>
                  <a:lnTo>
                    <a:pt x="5528654" y="3911600"/>
                  </a:lnTo>
                  <a:lnTo>
                    <a:pt x="5512203" y="3949700"/>
                  </a:lnTo>
                  <a:lnTo>
                    <a:pt x="5490146" y="3987800"/>
                  </a:lnTo>
                  <a:lnTo>
                    <a:pt x="5463045" y="4025900"/>
                  </a:lnTo>
                  <a:lnTo>
                    <a:pt x="5431462" y="4051300"/>
                  </a:lnTo>
                  <a:lnTo>
                    <a:pt x="5395959" y="4076700"/>
                  </a:lnTo>
                  <a:lnTo>
                    <a:pt x="5357098" y="4102100"/>
                  </a:lnTo>
                  <a:lnTo>
                    <a:pt x="5315441" y="4102100"/>
                  </a:lnTo>
                  <a:lnTo>
                    <a:pt x="5271551" y="4114800"/>
                  </a:lnTo>
                  <a:lnTo>
                    <a:pt x="5650170" y="4114800"/>
                  </a:lnTo>
                  <a:lnTo>
                    <a:pt x="5647218" y="4102100"/>
                  </a:lnTo>
                  <a:lnTo>
                    <a:pt x="5647889" y="4089400"/>
                  </a:lnTo>
                  <a:lnTo>
                    <a:pt x="5652284" y="4089400"/>
                  </a:lnTo>
                  <a:lnTo>
                    <a:pt x="5672917" y="4038600"/>
                  </a:lnTo>
                  <a:lnTo>
                    <a:pt x="5690184" y="4000500"/>
                  </a:lnTo>
                  <a:lnTo>
                    <a:pt x="5704028" y="3962400"/>
                  </a:lnTo>
                  <a:lnTo>
                    <a:pt x="5714394" y="3924300"/>
                  </a:lnTo>
                  <a:lnTo>
                    <a:pt x="5718601" y="3911600"/>
                  </a:lnTo>
                  <a:lnTo>
                    <a:pt x="5725845" y="3898900"/>
                  </a:lnTo>
                  <a:lnTo>
                    <a:pt x="5735379" y="3886200"/>
                  </a:lnTo>
                  <a:lnTo>
                    <a:pt x="5802797" y="3886200"/>
                  </a:lnTo>
                  <a:lnTo>
                    <a:pt x="5802797" y="3733800"/>
                  </a:lnTo>
                  <a:lnTo>
                    <a:pt x="5725841" y="3733800"/>
                  </a:lnTo>
                  <a:lnTo>
                    <a:pt x="5718596" y="3721100"/>
                  </a:lnTo>
                  <a:lnTo>
                    <a:pt x="5714394" y="3708400"/>
                  </a:lnTo>
                  <a:lnTo>
                    <a:pt x="5704023" y="3657600"/>
                  </a:lnTo>
                  <a:lnTo>
                    <a:pt x="5690179" y="3619500"/>
                  </a:lnTo>
                  <a:lnTo>
                    <a:pt x="5672915" y="3581400"/>
                  </a:lnTo>
                  <a:lnTo>
                    <a:pt x="5652284" y="3543300"/>
                  </a:lnTo>
                  <a:lnTo>
                    <a:pt x="5647887" y="3530600"/>
                  </a:lnTo>
                  <a:lnTo>
                    <a:pt x="5647214" y="3517900"/>
                  </a:lnTo>
                  <a:close/>
                </a:path>
                <a:path w="5977255" h="4584700">
                  <a:moveTo>
                    <a:pt x="5271551" y="3581400"/>
                  </a:moveTo>
                  <a:lnTo>
                    <a:pt x="5224519" y="3594100"/>
                  </a:lnTo>
                  <a:lnTo>
                    <a:pt x="5181316" y="3606800"/>
                  </a:lnTo>
                  <a:lnTo>
                    <a:pt x="5143183" y="3632200"/>
                  </a:lnTo>
                  <a:lnTo>
                    <a:pt x="5111362" y="3670300"/>
                  </a:lnTo>
                  <a:lnTo>
                    <a:pt x="5087096" y="3708400"/>
                  </a:lnTo>
                  <a:lnTo>
                    <a:pt x="5071625" y="3759200"/>
                  </a:lnTo>
                  <a:lnTo>
                    <a:pt x="5066192" y="3810000"/>
                  </a:lnTo>
                  <a:lnTo>
                    <a:pt x="5071625" y="3860800"/>
                  </a:lnTo>
                  <a:lnTo>
                    <a:pt x="5087096" y="3911600"/>
                  </a:lnTo>
                  <a:lnTo>
                    <a:pt x="5111362" y="3949700"/>
                  </a:lnTo>
                  <a:lnTo>
                    <a:pt x="5143183" y="3987800"/>
                  </a:lnTo>
                  <a:lnTo>
                    <a:pt x="5181316" y="4013200"/>
                  </a:lnTo>
                  <a:lnTo>
                    <a:pt x="5224519" y="4038600"/>
                  </a:lnTo>
                  <a:lnTo>
                    <a:pt x="5318583" y="4038600"/>
                  </a:lnTo>
                  <a:lnTo>
                    <a:pt x="5361786" y="4013200"/>
                  </a:lnTo>
                  <a:lnTo>
                    <a:pt x="5399919" y="3987800"/>
                  </a:lnTo>
                  <a:lnTo>
                    <a:pt x="5431740" y="3949700"/>
                  </a:lnTo>
                  <a:lnTo>
                    <a:pt x="5456006" y="3911600"/>
                  </a:lnTo>
                  <a:lnTo>
                    <a:pt x="5471477" y="3860800"/>
                  </a:lnTo>
                  <a:lnTo>
                    <a:pt x="5476910" y="3810000"/>
                  </a:lnTo>
                  <a:lnTo>
                    <a:pt x="5471477" y="3759200"/>
                  </a:lnTo>
                  <a:lnTo>
                    <a:pt x="5456006" y="3708400"/>
                  </a:lnTo>
                  <a:lnTo>
                    <a:pt x="5431740" y="3670300"/>
                  </a:lnTo>
                  <a:lnTo>
                    <a:pt x="5399919" y="3632200"/>
                  </a:lnTo>
                  <a:lnTo>
                    <a:pt x="5361786" y="3606800"/>
                  </a:lnTo>
                  <a:lnTo>
                    <a:pt x="5318583" y="3594100"/>
                  </a:lnTo>
                  <a:lnTo>
                    <a:pt x="5271551" y="3581400"/>
                  </a:lnTo>
                  <a:close/>
                </a:path>
                <a:path w="5977255" h="4584700">
                  <a:moveTo>
                    <a:pt x="5356744" y="3314700"/>
                  </a:moveTo>
                  <a:lnTo>
                    <a:pt x="5186341" y="3314700"/>
                  </a:lnTo>
                  <a:lnTo>
                    <a:pt x="5175924" y="3327400"/>
                  </a:lnTo>
                  <a:lnTo>
                    <a:pt x="5136418" y="3340100"/>
                  </a:lnTo>
                  <a:lnTo>
                    <a:pt x="5098181" y="3352800"/>
                  </a:lnTo>
                  <a:lnTo>
                    <a:pt x="5061344" y="3365500"/>
                  </a:lnTo>
                  <a:lnTo>
                    <a:pt x="5026037" y="3390900"/>
                  </a:lnTo>
                  <a:lnTo>
                    <a:pt x="5015692" y="3403600"/>
                  </a:lnTo>
                  <a:lnTo>
                    <a:pt x="5527392" y="3403600"/>
                  </a:lnTo>
                  <a:lnTo>
                    <a:pt x="5481745" y="3365500"/>
                  </a:lnTo>
                  <a:lnTo>
                    <a:pt x="5444905" y="3352800"/>
                  </a:lnTo>
                  <a:lnTo>
                    <a:pt x="5406667" y="3340100"/>
                  </a:lnTo>
                  <a:lnTo>
                    <a:pt x="5367167" y="3327400"/>
                  </a:lnTo>
                  <a:lnTo>
                    <a:pt x="5356744" y="3314700"/>
                  </a:lnTo>
                  <a:close/>
                </a:path>
                <a:path w="5977255" h="4584700">
                  <a:moveTo>
                    <a:pt x="5597631" y="3340100"/>
                  </a:moveTo>
                  <a:lnTo>
                    <a:pt x="5558026" y="3390900"/>
                  </a:lnTo>
                  <a:lnTo>
                    <a:pt x="5548840" y="3390900"/>
                  </a:lnTo>
                  <a:lnTo>
                    <a:pt x="5538308" y="3403600"/>
                  </a:lnTo>
                  <a:lnTo>
                    <a:pt x="5652430" y="3403600"/>
                  </a:lnTo>
                  <a:lnTo>
                    <a:pt x="5597631" y="3340100"/>
                  </a:lnTo>
                  <a:close/>
                </a:path>
                <a:path w="5977255" h="4584700">
                  <a:moveTo>
                    <a:pt x="5136243" y="3251200"/>
                  </a:moveTo>
                  <a:lnTo>
                    <a:pt x="4945477" y="3251200"/>
                  </a:lnTo>
                  <a:lnTo>
                    <a:pt x="4957814" y="3263900"/>
                  </a:lnTo>
                  <a:lnTo>
                    <a:pt x="4968656" y="3263900"/>
                  </a:lnTo>
                  <a:lnTo>
                    <a:pt x="5013191" y="3314700"/>
                  </a:lnTo>
                  <a:lnTo>
                    <a:pt x="5042697" y="3302000"/>
                  </a:lnTo>
                  <a:lnTo>
                    <a:pt x="5073079" y="3289300"/>
                  </a:lnTo>
                  <a:lnTo>
                    <a:pt x="5136243" y="3263900"/>
                  </a:lnTo>
                  <a:lnTo>
                    <a:pt x="5136243" y="3251200"/>
                  </a:lnTo>
                  <a:close/>
                </a:path>
                <a:path w="5977255" h="4584700">
                  <a:moveTo>
                    <a:pt x="5341268" y="3225800"/>
                  </a:moveTo>
                  <a:lnTo>
                    <a:pt x="5201822" y="3225800"/>
                  </a:lnTo>
                  <a:lnTo>
                    <a:pt x="5201822" y="3289300"/>
                  </a:lnTo>
                  <a:lnTo>
                    <a:pt x="5199899" y="3302000"/>
                  </a:lnTo>
                  <a:lnTo>
                    <a:pt x="5194535" y="3314700"/>
                  </a:lnTo>
                  <a:lnTo>
                    <a:pt x="5348549" y="3314700"/>
                  </a:lnTo>
                  <a:lnTo>
                    <a:pt x="5343189" y="3302000"/>
                  </a:lnTo>
                  <a:lnTo>
                    <a:pt x="5341268" y="3289300"/>
                  </a:lnTo>
                  <a:lnTo>
                    <a:pt x="5341268" y="3225800"/>
                  </a:lnTo>
                  <a:close/>
                </a:path>
                <a:path w="5977255" h="4584700">
                  <a:moveTo>
                    <a:pt x="5677978" y="3149600"/>
                  </a:moveTo>
                  <a:lnTo>
                    <a:pt x="5374059" y="3149600"/>
                  </a:lnTo>
                  <a:lnTo>
                    <a:pt x="5386823" y="3162300"/>
                  </a:lnTo>
                  <a:lnTo>
                    <a:pt x="5397245" y="3162300"/>
                  </a:lnTo>
                  <a:lnTo>
                    <a:pt x="5404271" y="3175000"/>
                  </a:lnTo>
                  <a:lnTo>
                    <a:pt x="5406848" y="3187700"/>
                  </a:lnTo>
                  <a:lnTo>
                    <a:pt x="5406848" y="3263900"/>
                  </a:lnTo>
                  <a:lnTo>
                    <a:pt x="5470023" y="3289300"/>
                  </a:lnTo>
                  <a:lnTo>
                    <a:pt x="5500406" y="3302000"/>
                  </a:lnTo>
                  <a:lnTo>
                    <a:pt x="5529912" y="3314700"/>
                  </a:lnTo>
                  <a:lnTo>
                    <a:pt x="5574435" y="3263900"/>
                  </a:lnTo>
                  <a:lnTo>
                    <a:pt x="5585283" y="3263900"/>
                  </a:lnTo>
                  <a:lnTo>
                    <a:pt x="5597623" y="3251200"/>
                  </a:lnTo>
                  <a:lnTo>
                    <a:pt x="5709674" y="3251200"/>
                  </a:lnTo>
                  <a:lnTo>
                    <a:pt x="5701036" y="3238500"/>
                  </a:lnTo>
                  <a:lnTo>
                    <a:pt x="5688390" y="3213100"/>
                  </a:lnTo>
                  <a:lnTo>
                    <a:pt x="5680622" y="3187700"/>
                  </a:lnTo>
                  <a:lnTo>
                    <a:pt x="5677978" y="3149600"/>
                  </a:lnTo>
                  <a:close/>
                </a:path>
                <a:path w="5977255" h="4584700">
                  <a:moveTo>
                    <a:pt x="5976664" y="2946400"/>
                  </a:moveTo>
                  <a:lnTo>
                    <a:pt x="5579880" y="2946400"/>
                  </a:lnTo>
                  <a:lnTo>
                    <a:pt x="5586016" y="2959100"/>
                  </a:lnTo>
                  <a:lnTo>
                    <a:pt x="5596656" y="2959100"/>
                  </a:lnTo>
                  <a:lnTo>
                    <a:pt x="5600734" y="2971800"/>
                  </a:lnTo>
                  <a:lnTo>
                    <a:pt x="5603750" y="2971800"/>
                  </a:lnTo>
                  <a:lnTo>
                    <a:pt x="5605620" y="2984500"/>
                  </a:lnTo>
                  <a:lnTo>
                    <a:pt x="5606262" y="2984500"/>
                  </a:lnTo>
                  <a:lnTo>
                    <a:pt x="5605619" y="2997200"/>
                  </a:lnTo>
                  <a:lnTo>
                    <a:pt x="5815695" y="2997200"/>
                  </a:lnTo>
                  <a:lnTo>
                    <a:pt x="5842773" y="3009900"/>
                  </a:lnTo>
                  <a:lnTo>
                    <a:pt x="5868427" y="3009900"/>
                  </a:lnTo>
                  <a:lnTo>
                    <a:pt x="5892061" y="3022600"/>
                  </a:lnTo>
                  <a:lnTo>
                    <a:pt x="5913079" y="3048000"/>
                  </a:lnTo>
                  <a:lnTo>
                    <a:pt x="5940674" y="3086100"/>
                  </a:lnTo>
                  <a:lnTo>
                    <a:pt x="5952740" y="3136900"/>
                  </a:lnTo>
                  <a:lnTo>
                    <a:pt x="5949282" y="3187700"/>
                  </a:lnTo>
                  <a:lnTo>
                    <a:pt x="5930305" y="3238500"/>
                  </a:lnTo>
                  <a:lnTo>
                    <a:pt x="5976664" y="3314700"/>
                  </a:lnTo>
                  <a:lnTo>
                    <a:pt x="5976664" y="2946400"/>
                  </a:lnTo>
                  <a:close/>
                </a:path>
                <a:path w="5977255" h="4584700">
                  <a:moveTo>
                    <a:pt x="5881838" y="3289300"/>
                  </a:moveTo>
                  <a:lnTo>
                    <a:pt x="5866352" y="3302000"/>
                  </a:lnTo>
                  <a:lnTo>
                    <a:pt x="5891457" y="3302000"/>
                  </a:lnTo>
                  <a:lnTo>
                    <a:pt x="5881838" y="3289300"/>
                  </a:lnTo>
                  <a:close/>
                </a:path>
                <a:path w="5977255" h="4584700">
                  <a:moveTo>
                    <a:pt x="5843316" y="3225800"/>
                  </a:moveTo>
                  <a:lnTo>
                    <a:pt x="5788071" y="3225800"/>
                  </a:lnTo>
                  <a:lnTo>
                    <a:pt x="5801509" y="3238500"/>
                  </a:lnTo>
                  <a:lnTo>
                    <a:pt x="5829877" y="3238500"/>
                  </a:lnTo>
                  <a:lnTo>
                    <a:pt x="5843316" y="3225800"/>
                  </a:lnTo>
                  <a:close/>
                </a:path>
                <a:path w="5977255" h="4584700">
                  <a:moveTo>
                    <a:pt x="5855700" y="3086100"/>
                  </a:moveTo>
                  <a:lnTo>
                    <a:pt x="5775697" y="3086100"/>
                  </a:lnTo>
                  <a:lnTo>
                    <a:pt x="5764692" y="3098800"/>
                  </a:lnTo>
                  <a:lnTo>
                    <a:pt x="5755640" y="3111500"/>
                  </a:lnTo>
                  <a:lnTo>
                    <a:pt x="5749014" y="3124200"/>
                  </a:lnTo>
                  <a:lnTo>
                    <a:pt x="5744944" y="3136900"/>
                  </a:lnTo>
                  <a:lnTo>
                    <a:pt x="5743558" y="3149600"/>
                  </a:lnTo>
                  <a:lnTo>
                    <a:pt x="5744944" y="3175000"/>
                  </a:lnTo>
                  <a:lnTo>
                    <a:pt x="5749014" y="3187700"/>
                  </a:lnTo>
                  <a:lnTo>
                    <a:pt x="5755640" y="3200400"/>
                  </a:lnTo>
                  <a:lnTo>
                    <a:pt x="5764692" y="3213100"/>
                  </a:lnTo>
                  <a:lnTo>
                    <a:pt x="5775695" y="3225800"/>
                  </a:lnTo>
                  <a:lnTo>
                    <a:pt x="5855700" y="3225800"/>
                  </a:lnTo>
                  <a:lnTo>
                    <a:pt x="5866712" y="3213100"/>
                  </a:lnTo>
                  <a:lnTo>
                    <a:pt x="5882527" y="3187700"/>
                  </a:lnTo>
                  <a:lnTo>
                    <a:pt x="5887798" y="3149600"/>
                  </a:lnTo>
                  <a:lnTo>
                    <a:pt x="5882527" y="3124200"/>
                  </a:lnTo>
                  <a:lnTo>
                    <a:pt x="5866712" y="3098800"/>
                  </a:lnTo>
                  <a:lnTo>
                    <a:pt x="5855700" y="3086100"/>
                  </a:lnTo>
                  <a:close/>
                </a:path>
                <a:path w="5977255" h="4584700">
                  <a:moveTo>
                    <a:pt x="5829877" y="3073400"/>
                  </a:moveTo>
                  <a:lnTo>
                    <a:pt x="5801514" y="3073400"/>
                  </a:lnTo>
                  <a:lnTo>
                    <a:pt x="5788076" y="3086100"/>
                  </a:lnTo>
                  <a:lnTo>
                    <a:pt x="5843316" y="3086100"/>
                  </a:lnTo>
                  <a:lnTo>
                    <a:pt x="5829877" y="3073400"/>
                  </a:lnTo>
                  <a:close/>
                </a:path>
                <a:path w="5977255" h="4584700">
                  <a:moveTo>
                    <a:pt x="5762965" y="3009900"/>
                  </a:moveTo>
                  <a:lnTo>
                    <a:pt x="5596656" y="3009900"/>
                  </a:lnTo>
                  <a:lnTo>
                    <a:pt x="5591676" y="3022600"/>
                  </a:lnTo>
                  <a:lnTo>
                    <a:pt x="5739330" y="3022600"/>
                  </a:lnTo>
                  <a:lnTo>
                    <a:pt x="5762965" y="3009900"/>
                  </a:lnTo>
                  <a:close/>
                </a:path>
                <a:path w="5977255" h="4584700">
                  <a:moveTo>
                    <a:pt x="5815695" y="2997200"/>
                  </a:moveTo>
                  <a:lnTo>
                    <a:pt x="5603745" y="2997200"/>
                  </a:lnTo>
                  <a:lnTo>
                    <a:pt x="5600729" y="3009900"/>
                  </a:lnTo>
                  <a:lnTo>
                    <a:pt x="5788619" y="3009900"/>
                  </a:lnTo>
                  <a:lnTo>
                    <a:pt x="5815695" y="2997200"/>
                  </a:lnTo>
                  <a:close/>
                </a:path>
                <a:path w="5977255" h="4584700">
                  <a:moveTo>
                    <a:pt x="5976664" y="2882900"/>
                  </a:moveTo>
                  <a:lnTo>
                    <a:pt x="5313697" y="2882900"/>
                  </a:lnTo>
                  <a:lnTo>
                    <a:pt x="5355692" y="2895600"/>
                  </a:lnTo>
                  <a:lnTo>
                    <a:pt x="5397393" y="2895600"/>
                  </a:lnTo>
                  <a:lnTo>
                    <a:pt x="5438653" y="2908300"/>
                  </a:lnTo>
                  <a:lnTo>
                    <a:pt x="5450652" y="2908300"/>
                  </a:lnTo>
                  <a:lnTo>
                    <a:pt x="5459475" y="2921000"/>
                  </a:lnTo>
                  <a:lnTo>
                    <a:pt x="5464297" y="2933700"/>
                  </a:lnTo>
                  <a:lnTo>
                    <a:pt x="5464294" y="2946400"/>
                  </a:lnTo>
                  <a:lnTo>
                    <a:pt x="5459238" y="2959100"/>
                  </a:lnTo>
                  <a:lnTo>
                    <a:pt x="5450282" y="2971800"/>
                  </a:lnTo>
                  <a:lnTo>
                    <a:pt x="5546222" y="2971800"/>
                  </a:lnTo>
                  <a:lnTo>
                    <a:pt x="5550303" y="2959100"/>
                  </a:lnTo>
                  <a:lnTo>
                    <a:pt x="5560927" y="2959100"/>
                  </a:lnTo>
                  <a:lnTo>
                    <a:pt x="5567057" y="2946400"/>
                  </a:lnTo>
                  <a:lnTo>
                    <a:pt x="5976664" y="2946400"/>
                  </a:lnTo>
                  <a:lnTo>
                    <a:pt x="5976664" y="28829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1648" y="468883"/>
            <a:ext cx="5349875" cy="12903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49225" marR="1778635" indent="-13652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&lt;graph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id="Grafo_Autovias” edgedefault="undirected"&gt;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89"/>
              </a:lnSpc>
            </a:pP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id="La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Coruña"/&gt;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id="San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Sebastián"/&gt;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1223" y="1700276"/>
            <a:ext cx="521335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5"/>
              </a:spcBef>
              <a:tabLst>
                <a:tab pos="2742565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6"</a:t>
            </a:r>
            <a:r>
              <a:rPr sz="1800" b="1" dirty="0">
                <a:latin typeface="Courier New"/>
                <a:cs typeface="Courier New"/>
              </a:rPr>
              <a:t>	source="La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Coruña" target="Madrid"/&gt;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1223" y="2197100"/>
            <a:ext cx="480377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5"/>
              </a:spcBef>
              <a:tabLst>
                <a:tab pos="2742565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1"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source="Madrid" </a:t>
            </a:r>
            <a:r>
              <a:rPr sz="1800" b="1" dirty="0">
                <a:latin typeface="Courier New"/>
                <a:cs typeface="Courier New"/>
              </a:rPr>
              <a:t>target="San</a:t>
            </a:r>
            <a:r>
              <a:rPr sz="1800" b="1" spc="-114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Sebastián"/&gt;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1723" y="2690876"/>
            <a:ext cx="2073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source="Madrid"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1723" y="3187700"/>
            <a:ext cx="2482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source="Barcelona"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1723" y="3681476"/>
            <a:ext cx="2073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source="Madrid"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5123" y="2690876"/>
            <a:ext cx="3302000" cy="202818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58800" marR="5080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2" </a:t>
            </a:r>
            <a:r>
              <a:rPr sz="1800" b="1" spc="-10" dirty="0">
                <a:latin typeface="Courier New"/>
                <a:cs typeface="Courier New"/>
              </a:rPr>
              <a:t>target="Barcelona"/&gt;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00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7"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target="Valencia"/&gt;</a:t>
            </a:r>
            <a:endParaRPr sz="1800">
              <a:latin typeface="Courier New"/>
              <a:cs typeface="Courier New"/>
            </a:endParaRPr>
          </a:p>
          <a:p>
            <a:pPr marL="558800" marR="142240">
              <a:lnSpc>
                <a:spcPts val="1900"/>
              </a:lnSpc>
              <a:spcBef>
                <a:spcPts val="150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3" </a:t>
            </a:r>
            <a:r>
              <a:rPr sz="1800" b="1" spc="-10" dirty="0">
                <a:latin typeface="Courier New"/>
                <a:cs typeface="Courier New"/>
              </a:rPr>
              <a:t>target="Valencia"/&gt;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60"/>
              </a:lnSpc>
            </a:pPr>
            <a:r>
              <a:rPr sz="1800" b="1" spc="-5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&lt;/graph&gt;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274827"/>
            <a:ext cx="4816475" cy="8497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316230" indent="-285750">
              <a:lnSpc>
                <a:spcPct val="101400"/>
              </a:lnSpc>
              <a:spcBef>
                <a:spcPts val="5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combinar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distintos </a:t>
            </a:r>
            <a:r>
              <a:rPr sz="2800" spc="-80" dirty="0">
                <a:latin typeface="Arial"/>
                <a:cs typeface="Arial"/>
              </a:rPr>
              <a:t>tipos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 err="1">
                <a:latin typeface="Arial"/>
                <a:cs typeface="Arial"/>
              </a:rPr>
              <a:t>aristas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FB7815-EA97-DA08-7ACF-0FB04FF1C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4C3EC8-C84D-BC52-263A-D302AE17D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2E3244-E945-F402-95E1-59EBA1DF2353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C8DA50C-4694-2F58-33FA-D5AAA54BC40D}"/>
              </a:ext>
            </a:extLst>
          </p:cNvPr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C66BA88-A10D-2CEC-81FF-DEAF1D59F306}"/>
              </a:ext>
            </a:extLst>
          </p:cNvPr>
          <p:cNvSpPr txBox="1"/>
          <p:nvPr/>
        </p:nvSpPr>
        <p:spPr>
          <a:xfrm>
            <a:off x="3344302" y="274827"/>
            <a:ext cx="4816475" cy="18357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316230" indent="-285750">
              <a:lnSpc>
                <a:spcPct val="101400"/>
              </a:lnSpc>
              <a:spcBef>
                <a:spcPts val="5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combinar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distintos </a:t>
            </a:r>
            <a:r>
              <a:rPr sz="2800" spc="-80" dirty="0">
                <a:latin typeface="Arial"/>
                <a:cs typeface="Arial"/>
              </a:rPr>
              <a:t>tipos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aristas</a:t>
            </a:r>
            <a:endParaRPr sz="2800" dirty="0">
              <a:latin typeface="Arial"/>
              <a:cs typeface="Arial"/>
            </a:endParaRPr>
          </a:p>
          <a:p>
            <a:pPr marL="298450" marR="140970" indent="-285750">
              <a:lnSpc>
                <a:spcPct val="101099"/>
              </a:lnSpc>
              <a:spcBef>
                <a:spcPts val="520"/>
              </a:spcBef>
              <a:buFont typeface="Arial"/>
              <a:buChar char="■"/>
              <a:tabLst>
                <a:tab pos="298450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directed</a:t>
            </a:r>
            <a:r>
              <a:rPr sz="1800" b="1" spc="-40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=</a:t>
            </a:r>
            <a:r>
              <a:rPr sz="1800" b="1" spc="-35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“true”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2130"/>
              </a:lnSpc>
              <a:spcBef>
                <a:spcPts val="459"/>
              </a:spcBef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</a:t>
            </a:r>
            <a:r>
              <a:rPr sz="1800" b="1" spc="-10" dirty="0" err="1">
                <a:latin typeface="Courier New"/>
                <a:cs typeface="Courier New"/>
              </a:rPr>
              <a:t>Bricoymas</a:t>
            </a:r>
            <a:r>
              <a:rPr sz="1800" b="1" spc="-10" dirty="0">
                <a:latin typeface="Courier New"/>
                <a:cs typeface="Courier New"/>
              </a:rPr>
              <a:t>"/&gt;</a:t>
            </a:r>
            <a:endParaRPr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784797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4299B9-E52B-776C-8E91-8E487DF7A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910F5F-ABC4-E791-B6F4-BC18C6B20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AD2E3E6-15C4-5132-A411-4B47B47C9A2C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6FA102-9396-9CD4-F78D-945660A420DF}"/>
              </a:ext>
            </a:extLst>
          </p:cNvPr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03A89CC-2107-FFC4-85F1-9AEE11C5F81A}"/>
              </a:ext>
            </a:extLst>
          </p:cNvPr>
          <p:cNvSpPr txBox="1"/>
          <p:nvPr/>
        </p:nvSpPr>
        <p:spPr>
          <a:xfrm>
            <a:off x="3344302" y="274827"/>
            <a:ext cx="4816475" cy="269137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316230" indent="-285750">
              <a:lnSpc>
                <a:spcPct val="101400"/>
              </a:lnSpc>
              <a:spcBef>
                <a:spcPts val="5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combinar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distintos </a:t>
            </a:r>
            <a:r>
              <a:rPr sz="2800" spc="-80" dirty="0">
                <a:latin typeface="Arial"/>
                <a:cs typeface="Arial"/>
              </a:rPr>
              <a:t>tipos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aristas</a:t>
            </a:r>
            <a:endParaRPr sz="2800" dirty="0">
              <a:latin typeface="Arial"/>
              <a:cs typeface="Arial"/>
            </a:endParaRPr>
          </a:p>
          <a:p>
            <a:pPr marL="298450" marR="140970" indent="-285750">
              <a:lnSpc>
                <a:spcPct val="101099"/>
              </a:lnSpc>
              <a:spcBef>
                <a:spcPts val="520"/>
              </a:spcBef>
              <a:buFont typeface="Arial"/>
              <a:buChar char="■"/>
              <a:tabLst>
                <a:tab pos="298450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directed</a:t>
            </a:r>
            <a:r>
              <a:rPr sz="1800" b="1" spc="-40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=</a:t>
            </a:r>
            <a:r>
              <a:rPr sz="1800" b="1" spc="-35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“true”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 dirty="0">
              <a:latin typeface="Courier New"/>
              <a:cs typeface="Courier New"/>
            </a:endParaRPr>
          </a:p>
          <a:p>
            <a:pPr marL="422275">
              <a:lnSpc>
                <a:spcPts val="2130"/>
              </a:lnSpc>
              <a:spcBef>
                <a:spcPts val="459"/>
              </a:spcBef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"Bricoymas"/&gt;</a:t>
            </a:r>
            <a:endParaRPr sz="1800" dirty="0">
              <a:latin typeface="Courier New"/>
              <a:cs typeface="Courier New"/>
            </a:endParaRPr>
          </a:p>
          <a:p>
            <a:pPr marL="298450" marR="444500" indent="-285750">
              <a:lnSpc>
                <a:spcPts val="3379"/>
              </a:lnSpc>
              <a:spcBef>
                <a:spcPts val="6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añadir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pesos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las </a:t>
            </a:r>
            <a:r>
              <a:rPr sz="2800" spc="-10" dirty="0" err="1">
                <a:latin typeface="Arial"/>
                <a:cs typeface="Arial"/>
              </a:rPr>
              <a:t>aristas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63636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489337-1E76-D3C4-4E4A-BA87FE3B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9D1005-EBB3-6B8D-0298-25CFA9740B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11FDF4-E135-BD21-9E31-A3C0C3488E56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1642D4-464F-0593-AABA-C0B4233C0F09}"/>
              </a:ext>
            </a:extLst>
          </p:cNvPr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DDB0A67-856B-0409-FA94-EBE263F48493}"/>
              </a:ext>
            </a:extLst>
          </p:cNvPr>
          <p:cNvSpPr txBox="1"/>
          <p:nvPr/>
        </p:nvSpPr>
        <p:spPr>
          <a:xfrm>
            <a:off x="3344302" y="274827"/>
            <a:ext cx="4816475" cy="35756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316230" indent="-285750">
              <a:lnSpc>
                <a:spcPct val="101400"/>
              </a:lnSpc>
              <a:spcBef>
                <a:spcPts val="5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combinar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distintos </a:t>
            </a:r>
            <a:r>
              <a:rPr sz="2800" spc="-80" dirty="0">
                <a:latin typeface="Arial"/>
                <a:cs typeface="Arial"/>
              </a:rPr>
              <a:t>tipos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aristas</a:t>
            </a:r>
            <a:endParaRPr sz="2800">
              <a:latin typeface="Arial"/>
              <a:cs typeface="Arial"/>
            </a:endParaRPr>
          </a:p>
          <a:p>
            <a:pPr marL="298450" marR="140970" indent="-285750">
              <a:lnSpc>
                <a:spcPct val="101099"/>
              </a:lnSpc>
              <a:spcBef>
                <a:spcPts val="520"/>
              </a:spcBef>
              <a:buFont typeface="Arial"/>
              <a:buChar char="■"/>
              <a:tabLst>
                <a:tab pos="298450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directed</a:t>
            </a:r>
            <a:r>
              <a:rPr sz="1800" b="1" spc="-40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=</a:t>
            </a:r>
            <a:r>
              <a:rPr sz="1800" b="1" spc="-35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“true”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2130"/>
              </a:lnSpc>
              <a:spcBef>
                <a:spcPts val="459"/>
              </a:spcBef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"Bricoymas"/&gt;</a:t>
            </a:r>
            <a:endParaRPr sz="1800">
              <a:latin typeface="Courier New"/>
              <a:cs typeface="Courier New"/>
            </a:endParaRPr>
          </a:p>
          <a:p>
            <a:pPr marL="298450" marR="444500" indent="-285750">
              <a:lnSpc>
                <a:spcPts val="3379"/>
              </a:lnSpc>
              <a:spcBef>
                <a:spcPts val="6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añadir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pesos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las </a:t>
            </a:r>
            <a:r>
              <a:rPr sz="2800" spc="-10" dirty="0">
                <a:latin typeface="Arial"/>
                <a:cs typeface="Arial"/>
              </a:rPr>
              <a:t>aristas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102200"/>
              </a:lnSpc>
              <a:spcBef>
                <a:spcPts val="385"/>
              </a:spcBef>
              <a:buFont typeface="Arial"/>
              <a:buChar char="■"/>
              <a:tabLst>
                <a:tab pos="298450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id=”A-</a:t>
            </a:r>
            <a:r>
              <a:rPr sz="1800" b="1" dirty="0">
                <a:latin typeface="Courier New"/>
                <a:cs typeface="Courier New"/>
              </a:rPr>
              <a:t>6"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source=”La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Coruña" </a:t>
            </a:r>
            <a:r>
              <a:rPr sz="1800" b="1" dirty="0">
                <a:latin typeface="Courier New"/>
                <a:cs typeface="Courier New"/>
              </a:rPr>
              <a:t>target=”Madrid"&gt;</a:t>
            </a:r>
            <a:r>
              <a:rPr sz="1800" b="1" spc="-160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&lt;data&gt;600&lt;/data&gt;</a:t>
            </a:r>
            <a:endParaRPr sz="1800">
              <a:latin typeface="Courier New"/>
              <a:cs typeface="Courier New"/>
            </a:endParaRPr>
          </a:p>
          <a:p>
            <a:pPr marL="298450">
              <a:lnSpc>
                <a:spcPts val="2090"/>
              </a:lnSpc>
            </a:pPr>
            <a:r>
              <a:rPr sz="1800" b="1" spc="-10" dirty="0">
                <a:latin typeface="Courier New"/>
                <a:cs typeface="Courier New"/>
              </a:rPr>
              <a:t>&lt;/edge&gt;</a:t>
            </a:r>
            <a:endParaRPr sz="1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660294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91880" y="2859782"/>
            <a:ext cx="5652135" cy="2284095"/>
            <a:chOff x="3491880" y="2859782"/>
            <a:chExt cx="5652135" cy="228409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1880" y="3837821"/>
              <a:ext cx="2431832" cy="12082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3713" y="2859782"/>
              <a:ext cx="2960400" cy="115212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72992" y="1326387"/>
            <a:ext cx="1964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Visualización: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92531"/>
            <a:ext cx="5131435" cy="24790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-295" dirty="0">
                <a:latin typeface="Arial"/>
                <a:cs typeface="Arial"/>
              </a:rPr>
              <a:t>yEd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ts val="3290"/>
              </a:lnSpc>
              <a:spcBef>
                <a:spcPts val="820"/>
              </a:spcBef>
              <a:buClr>
                <a:srgbClr val="000000"/>
              </a:buClr>
              <a:buChar char="■"/>
              <a:tabLst>
                <a:tab pos="298450" algn="l"/>
              </a:tabLst>
            </a:pPr>
            <a:r>
              <a:rPr sz="2800" u="heavy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https://</a:t>
            </a:r>
            <a:r>
              <a:rPr sz="2800" u="heavy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www.yworks.com/produc</a:t>
            </a:r>
            <a:r>
              <a:rPr sz="28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ts/yed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Gephi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lr>
                <a:srgbClr val="000000"/>
              </a:buClr>
              <a:buChar char="■"/>
              <a:tabLst>
                <a:tab pos="297815" algn="l"/>
              </a:tabLst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https://gephi.org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 algn="just">
              <a:lnSpc>
                <a:spcPct val="79300"/>
              </a:lnSpc>
              <a:spcBef>
                <a:spcPts val="1090"/>
              </a:spcBef>
            </a:pPr>
            <a:r>
              <a:rPr spc="-20" dirty="0"/>
              <a:t>Toma</a:t>
            </a:r>
            <a:r>
              <a:rPr spc="-114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decisiones: </a:t>
            </a:r>
            <a:r>
              <a:rPr dirty="0"/>
              <a:t>datos,</a:t>
            </a:r>
            <a:r>
              <a:rPr spc="-65" dirty="0"/>
              <a:t> </a:t>
            </a:r>
            <a:r>
              <a:rPr dirty="0"/>
              <a:t>información</a:t>
            </a:r>
            <a:r>
              <a:rPr spc="-65" dirty="0"/>
              <a:t> </a:t>
            </a:r>
            <a:r>
              <a:rPr spc="-50" dirty="0"/>
              <a:t>y </a:t>
            </a:r>
            <a:r>
              <a:rPr spc="-10" dirty="0"/>
              <a:t>conocimiento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3955</Words>
  <Application>Microsoft Macintosh PowerPoint</Application>
  <PresentationFormat>On-screen Show (16:9)</PresentationFormat>
  <Paragraphs>887</Paragraphs>
  <Slides>92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8" baseType="lpstr">
      <vt:lpstr>Aptos</vt:lpstr>
      <vt:lpstr>Arial</vt:lpstr>
      <vt:lpstr>Arial Narrow</vt:lpstr>
      <vt:lpstr>Courier New</vt:lpstr>
      <vt:lpstr>Google Sans</vt:lpstr>
      <vt:lpstr>Office Theme</vt:lpstr>
      <vt:lpstr>PowerPoint Presentation</vt:lpstr>
      <vt:lpstr>Toma de decisiones El problema:</vt:lpstr>
      <vt:lpstr>Toma de decisiones El problema: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Toma de decisiones</vt:lpstr>
      <vt:lpstr>PowerPoint Presentation</vt:lpstr>
      <vt:lpstr>Toma de decisiones</vt:lpstr>
      <vt:lpstr>Datos vs Tecnología Los datos:</vt:lpstr>
      <vt:lpstr>Datos vs Tecnología</vt:lpstr>
      <vt:lpstr>Datos vs Tecnología</vt:lpstr>
      <vt:lpstr>PowerPoint Presentation</vt:lpstr>
      <vt:lpstr>PowerPoint Presentation</vt:lpstr>
      <vt:lpstr>Datos vs Tecnología Los datos:</vt:lpstr>
      <vt:lpstr>Datos vs Tecnología</vt:lpstr>
      <vt:lpstr>Datos vs Tecnología</vt:lpstr>
      <vt:lpstr>Datos vs Tecnología</vt:lpstr>
      <vt:lpstr>Datos vs Tecnología</vt:lpstr>
      <vt:lpstr>PowerPoint Presentation</vt:lpstr>
      <vt:lpstr>Soluciones Big Data Las tres Vs</vt:lpstr>
      <vt:lpstr>Soluciones Big Data ¿Cuántas Vs?</vt:lpstr>
      <vt:lpstr>Soluciones Big Data</vt:lpstr>
      <vt:lpstr>PowerPoint Presentation</vt:lpstr>
      <vt:lpstr>Soluciones Big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Almacenes de datos</vt:lpstr>
      <vt:lpstr>Transacciones cortas</vt:lpstr>
      <vt:lpstr>PowerPoint Presentation</vt:lpstr>
      <vt:lpstr>Análisis complejos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XML</vt:lpstr>
      <vt:lpstr>XML</vt:lpstr>
      <vt:lpstr>XML</vt:lpstr>
      <vt:lpstr>XML</vt:lpstr>
      <vt:lpstr>XML</vt:lpstr>
      <vt:lpstr>XML</vt:lpstr>
      <vt:lpstr>PowerPoint Presentation</vt:lpstr>
      <vt:lpstr>XML</vt:lpstr>
      <vt:lpstr>XML</vt:lpstr>
      <vt:lpstr>XML</vt:lpstr>
      <vt:lpstr>XML</vt:lpstr>
      <vt:lpstr>PowerPoint Presentation</vt:lpstr>
      <vt:lpstr>PowerPoint Presentation</vt:lpstr>
      <vt:lpstr>PowerPoint Presentation</vt:lpstr>
      <vt:lpstr>XML</vt:lpstr>
      <vt:lpstr>XML</vt:lpstr>
      <vt:lpstr>JSON</vt:lpstr>
      <vt:lpstr>JSON</vt:lpstr>
      <vt:lpstr>JSON</vt:lpstr>
      <vt:lpstr>JSON</vt:lpstr>
      <vt:lpstr>JSON</vt:lpstr>
      <vt:lpstr>JSON</vt:lpstr>
      <vt:lpstr>JSON</vt:lpstr>
      <vt:lpstr>PowerPoint Presentation</vt:lpstr>
      <vt:lpstr>Grafos</vt:lpstr>
      <vt:lpstr>PowerPoint Presentation</vt:lpstr>
      <vt:lpstr>GraphML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jose sanchez sanchez</cp:lastModifiedBy>
  <cp:revision>2</cp:revision>
  <dcterms:created xsi:type="dcterms:W3CDTF">2026-10-19T16:09:22Z</dcterms:created>
  <dcterms:modified xsi:type="dcterms:W3CDTF">2026-10-22T15:26:16Z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2021-09-20T00:00:00Z</vt:filetime>
  </property>
  <property fmtid="{D5CDD505-2E9C-101B-9397-08002B2CF9AE}" pid="3" name="LastSaved">
    <vt:filetime>2026-10-19T00:00:00Z</vt:filetime>
  </property>
  <property fmtid="{D5CDD505-2E9C-101B-9397-08002B2CF9AE}" pid="4" name="Producer">
    <vt:lpwstr>macOS Versión 11.4 (Compilación 20F71) Quartz PDFContext</vt:lpwstr>
  </property>
</Properties>
</file>