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4"/>
  </p:notesMasterIdLst>
  <p:sldIdLst>
    <p:sldId id="256" r:id="rId2"/>
    <p:sldId id="257" r:id="rId3"/>
    <p:sldId id="331" r:id="rId4"/>
    <p:sldId id="258" r:id="rId5"/>
    <p:sldId id="332" r:id="rId6"/>
    <p:sldId id="333" r:id="rId7"/>
    <p:sldId id="334" r:id="rId8"/>
    <p:sldId id="259" r:id="rId9"/>
    <p:sldId id="335" r:id="rId10"/>
    <p:sldId id="336" r:id="rId11"/>
    <p:sldId id="260" r:id="rId12"/>
    <p:sldId id="261" r:id="rId13"/>
    <p:sldId id="337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338" r:id="rId22"/>
    <p:sldId id="269" r:id="rId23"/>
    <p:sldId id="270" r:id="rId24"/>
    <p:sldId id="271" r:id="rId25"/>
    <p:sldId id="272" r:id="rId26"/>
    <p:sldId id="339" r:id="rId27"/>
    <p:sldId id="274" r:id="rId28"/>
    <p:sldId id="275" r:id="rId29"/>
    <p:sldId id="276" r:id="rId30"/>
    <p:sldId id="277" r:id="rId31"/>
    <p:sldId id="340" r:id="rId32"/>
    <p:sldId id="279" r:id="rId33"/>
    <p:sldId id="280" r:id="rId34"/>
    <p:sldId id="282" r:id="rId35"/>
    <p:sldId id="283" r:id="rId36"/>
    <p:sldId id="341" r:id="rId37"/>
    <p:sldId id="342" r:id="rId38"/>
    <p:sldId id="284" r:id="rId39"/>
    <p:sldId id="285" r:id="rId40"/>
    <p:sldId id="343" r:id="rId41"/>
    <p:sldId id="286" r:id="rId42"/>
    <p:sldId id="344" r:id="rId43"/>
    <p:sldId id="287" r:id="rId44"/>
    <p:sldId id="288" r:id="rId45"/>
    <p:sldId id="290" r:id="rId46"/>
    <p:sldId id="291" r:id="rId47"/>
    <p:sldId id="292" r:id="rId48"/>
    <p:sldId id="293" r:id="rId49"/>
    <p:sldId id="294" r:id="rId50"/>
    <p:sldId id="295" r:id="rId51"/>
    <p:sldId id="296" r:id="rId52"/>
    <p:sldId id="297" r:id="rId53"/>
    <p:sldId id="298" r:id="rId54"/>
    <p:sldId id="299" r:id="rId55"/>
    <p:sldId id="300" r:id="rId56"/>
    <p:sldId id="301" r:id="rId57"/>
    <p:sldId id="302" r:id="rId58"/>
    <p:sldId id="304" r:id="rId59"/>
    <p:sldId id="305" r:id="rId60"/>
    <p:sldId id="306" r:id="rId61"/>
    <p:sldId id="307" r:id="rId62"/>
    <p:sldId id="308" r:id="rId63"/>
    <p:sldId id="309" r:id="rId64"/>
    <p:sldId id="310" r:id="rId65"/>
    <p:sldId id="311" r:id="rId66"/>
    <p:sldId id="312" r:id="rId67"/>
    <p:sldId id="313" r:id="rId68"/>
    <p:sldId id="314" r:id="rId69"/>
    <p:sldId id="315" r:id="rId70"/>
    <p:sldId id="317" r:id="rId71"/>
    <p:sldId id="318" r:id="rId72"/>
    <p:sldId id="319" r:id="rId73"/>
    <p:sldId id="320" r:id="rId74"/>
    <p:sldId id="321" r:id="rId75"/>
    <p:sldId id="322" r:id="rId76"/>
    <p:sldId id="323" r:id="rId77"/>
    <p:sldId id="324" r:id="rId78"/>
    <p:sldId id="325" r:id="rId79"/>
    <p:sldId id="326" r:id="rId80"/>
    <p:sldId id="327" r:id="rId81"/>
    <p:sldId id="328" r:id="rId82"/>
    <p:sldId id="330" r:id="rId83"/>
  </p:sldIdLst>
  <p:sldSz cx="9144000" cy="5143500" type="screen16x9"/>
  <p:notesSz cx="9144000" cy="5143500"/>
  <p:defaultTextStyle>
    <a:defPPr>
      <a:defRPr kern="0"/>
    </a:defPPr>
  </p:defaultTextStyle>
  <p:extLst>
    <p:ext uri="{521415D9-36F7-43E2-AB2F-B90AF26B5E84}">
      <p14:sectionLst xmlns:p14="http://schemas.microsoft.com/office/powerpoint/2010/main">
        <p14:section name="Default Section" id="{9CB588A1-4991-D642-9DBD-5205A01DEA10}">
          <p14:sldIdLst>
            <p14:sldId id="256"/>
            <p14:sldId id="257"/>
            <p14:sldId id="331"/>
            <p14:sldId id="258"/>
            <p14:sldId id="332"/>
            <p14:sldId id="333"/>
            <p14:sldId id="334"/>
            <p14:sldId id="259"/>
            <p14:sldId id="335"/>
            <p14:sldId id="336"/>
            <p14:sldId id="260"/>
            <p14:sldId id="261"/>
            <p14:sldId id="337"/>
            <p14:sldId id="262"/>
            <p14:sldId id="263"/>
            <p14:sldId id="264"/>
            <p14:sldId id="265"/>
            <p14:sldId id="266"/>
            <p14:sldId id="267"/>
            <p14:sldId id="268"/>
            <p14:sldId id="338"/>
            <p14:sldId id="269"/>
            <p14:sldId id="270"/>
            <p14:sldId id="271"/>
            <p14:sldId id="272"/>
            <p14:sldId id="339"/>
            <p14:sldId id="274"/>
            <p14:sldId id="275"/>
            <p14:sldId id="276"/>
            <p14:sldId id="277"/>
            <p14:sldId id="340"/>
            <p14:sldId id="279"/>
            <p14:sldId id="280"/>
            <p14:sldId id="282"/>
            <p14:sldId id="283"/>
            <p14:sldId id="341"/>
            <p14:sldId id="342"/>
            <p14:sldId id="284"/>
            <p14:sldId id="285"/>
            <p14:sldId id="343"/>
            <p14:sldId id="286"/>
            <p14:sldId id="344"/>
            <p14:sldId id="287"/>
            <p14:sldId id="288"/>
          </p14:sldIdLst>
        </p14:section>
        <p14:section name="Hasta aquí" id="{14B017E5-CF72-2F42-B3AC-2BB3A4834756}">
          <p14:sldIdLst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3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821"/>
    <p:restoredTop sz="48705"/>
  </p:normalViewPr>
  <p:slideViewPr>
    <p:cSldViewPr>
      <p:cViewPr>
        <p:scale>
          <a:sx n="91" d="100"/>
          <a:sy n="91" d="100"/>
        </p:scale>
        <p:origin x="-176" y="41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notesMaster" Target="notesMasters/notesMaster1.xml"/><Relationship Id="rId89" Type="http://schemas.microsoft.com/office/2016/11/relationships/changesInfo" Target="changesInfos/changesInfo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an jose sanchez sanchez" userId="bf9c9b758c35a626" providerId="LiveId" clId="{1DCFCFD5-14B9-314C-A2B6-57B783D0E1D3}"/>
    <pc:docChg chg="undo custSel addSld delSld modSld sldOrd addSection modSection">
      <pc:chgData name="juan jose sanchez sanchez" userId="bf9c9b758c35a626" providerId="LiveId" clId="{1DCFCFD5-14B9-314C-A2B6-57B783D0E1D3}" dt="2026-10-20T11:12:18.513" v="4776" actId="20577"/>
      <pc:docMkLst>
        <pc:docMk/>
      </pc:docMkLst>
      <pc:sldChg chg="modSp mod">
        <pc:chgData name="juan jose sanchez sanchez" userId="bf9c9b758c35a626" providerId="LiveId" clId="{1DCFCFD5-14B9-314C-A2B6-57B783D0E1D3}" dt="2026-10-20T09:09:37.307" v="2" actId="1035"/>
        <pc:sldMkLst>
          <pc:docMk/>
          <pc:sldMk cId="0" sldId="256"/>
        </pc:sldMkLst>
        <pc:spChg chg="mod">
          <ac:chgData name="juan jose sanchez sanchez" userId="bf9c9b758c35a626" providerId="LiveId" clId="{1DCFCFD5-14B9-314C-A2B6-57B783D0E1D3}" dt="2026-10-20T09:09:37.307" v="2" actId="1035"/>
          <ac:spMkLst>
            <pc:docMk/>
            <pc:sldMk cId="0" sldId="256"/>
            <ac:spMk id="2" creationId="{00000000-0000-0000-0000-000000000000}"/>
          </ac:spMkLst>
        </pc:spChg>
      </pc:sldChg>
      <pc:sldChg chg="delSp modSp mod modNotesTx">
        <pc:chgData name="juan jose sanchez sanchez" userId="bf9c9b758c35a626" providerId="LiveId" clId="{1DCFCFD5-14B9-314C-A2B6-57B783D0E1D3}" dt="2026-10-20T10:23:05.567" v="168"/>
        <pc:sldMkLst>
          <pc:docMk/>
          <pc:sldMk cId="0" sldId="257"/>
        </pc:sldMkLst>
        <pc:spChg chg="del mod">
          <ac:chgData name="juan jose sanchez sanchez" userId="bf9c9b758c35a626" providerId="LiveId" clId="{1DCFCFD5-14B9-314C-A2B6-57B783D0E1D3}" dt="2026-10-20T10:23:05.567" v="168"/>
          <ac:spMkLst>
            <pc:docMk/>
            <pc:sldMk cId="0" sldId="257"/>
            <ac:spMk id="6" creationId="{00000000-0000-0000-0000-000000000000}"/>
          </ac:spMkLst>
        </pc:spChg>
        <pc:spChg chg="del mod">
          <ac:chgData name="juan jose sanchez sanchez" userId="bf9c9b758c35a626" providerId="LiveId" clId="{1DCFCFD5-14B9-314C-A2B6-57B783D0E1D3}" dt="2026-10-20T10:23:03.686" v="166"/>
          <ac:spMkLst>
            <pc:docMk/>
            <pc:sldMk cId="0" sldId="257"/>
            <ac:spMk id="7" creationId="{00000000-0000-0000-0000-000000000000}"/>
          </ac:spMkLst>
        </pc:spChg>
      </pc:sldChg>
      <pc:sldChg chg="delSp modSp mod">
        <pc:chgData name="juan jose sanchez sanchez" userId="bf9c9b758c35a626" providerId="LiveId" clId="{1DCFCFD5-14B9-314C-A2B6-57B783D0E1D3}" dt="2026-10-20T10:23:22.974" v="172"/>
        <pc:sldMkLst>
          <pc:docMk/>
          <pc:sldMk cId="0" sldId="258"/>
        </pc:sldMkLst>
        <pc:spChg chg="del mod">
          <ac:chgData name="juan jose sanchez sanchez" userId="bf9c9b758c35a626" providerId="LiveId" clId="{1DCFCFD5-14B9-314C-A2B6-57B783D0E1D3}" dt="2026-10-20T10:23:22.974" v="172"/>
          <ac:spMkLst>
            <pc:docMk/>
            <pc:sldMk cId="0" sldId="258"/>
            <ac:spMk id="3" creationId="{00000000-0000-0000-0000-000000000000}"/>
          </ac:spMkLst>
        </pc:spChg>
      </pc:sldChg>
      <pc:sldChg chg="delSp modSp mod">
        <pc:chgData name="juan jose sanchez sanchez" userId="bf9c9b758c35a626" providerId="LiveId" clId="{1DCFCFD5-14B9-314C-A2B6-57B783D0E1D3}" dt="2026-10-20T10:30:14.081" v="521" actId="478"/>
        <pc:sldMkLst>
          <pc:docMk/>
          <pc:sldMk cId="0" sldId="259"/>
        </pc:sldMkLst>
        <pc:spChg chg="mod">
          <ac:chgData name="juan jose sanchez sanchez" userId="bf9c9b758c35a626" providerId="LiveId" clId="{1DCFCFD5-14B9-314C-A2B6-57B783D0E1D3}" dt="2026-10-20T10:30:01.937" v="520" actId="1035"/>
          <ac:spMkLst>
            <pc:docMk/>
            <pc:sldMk cId="0" sldId="259"/>
            <ac:spMk id="7" creationId="{00000000-0000-0000-0000-000000000000}"/>
          </ac:spMkLst>
        </pc:spChg>
        <pc:picChg chg="del">
          <ac:chgData name="juan jose sanchez sanchez" userId="bf9c9b758c35a626" providerId="LiveId" clId="{1DCFCFD5-14B9-314C-A2B6-57B783D0E1D3}" dt="2026-10-20T10:30:14.081" v="521" actId="478"/>
          <ac:picMkLst>
            <pc:docMk/>
            <pc:sldMk cId="0" sldId="259"/>
            <ac:picMk id="6" creationId="{00000000-0000-0000-0000-000000000000}"/>
          </ac:picMkLst>
        </pc:picChg>
      </pc:sldChg>
      <pc:sldChg chg="delSp modSp mod">
        <pc:chgData name="juan jose sanchez sanchez" userId="bf9c9b758c35a626" providerId="LiveId" clId="{1DCFCFD5-14B9-314C-A2B6-57B783D0E1D3}" dt="2026-10-20T10:31:04.286" v="530"/>
        <pc:sldMkLst>
          <pc:docMk/>
          <pc:sldMk cId="0" sldId="261"/>
        </pc:sldMkLst>
        <pc:spChg chg="del mod">
          <ac:chgData name="juan jose sanchez sanchez" userId="bf9c9b758c35a626" providerId="LiveId" clId="{1DCFCFD5-14B9-314C-A2B6-57B783D0E1D3}" dt="2026-10-20T10:31:04.286" v="530"/>
          <ac:spMkLst>
            <pc:docMk/>
            <pc:sldMk cId="0" sldId="261"/>
            <ac:spMk id="3" creationId="{00000000-0000-0000-0000-000000000000}"/>
          </ac:spMkLst>
        </pc:spChg>
      </pc:sldChg>
      <pc:sldChg chg="addSp delSp modSp mod">
        <pc:chgData name="juan jose sanchez sanchez" userId="bf9c9b758c35a626" providerId="LiveId" clId="{1DCFCFD5-14B9-314C-A2B6-57B783D0E1D3}" dt="2026-10-20T10:32:48.983" v="548" actId="1076"/>
        <pc:sldMkLst>
          <pc:docMk/>
          <pc:sldMk cId="0" sldId="262"/>
        </pc:sldMkLst>
        <pc:spChg chg="del">
          <ac:chgData name="juan jose sanchez sanchez" userId="bf9c9b758c35a626" providerId="LiveId" clId="{1DCFCFD5-14B9-314C-A2B6-57B783D0E1D3}" dt="2026-10-20T10:32:43.415" v="545" actId="478"/>
          <ac:spMkLst>
            <pc:docMk/>
            <pc:sldMk cId="0" sldId="262"/>
            <ac:spMk id="9" creationId="{00000000-0000-0000-0000-000000000000}"/>
          </ac:spMkLst>
        </pc:spChg>
        <pc:spChg chg="del">
          <ac:chgData name="juan jose sanchez sanchez" userId="bf9c9b758c35a626" providerId="LiveId" clId="{1DCFCFD5-14B9-314C-A2B6-57B783D0E1D3}" dt="2026-10-20T10:32:43.415" v="545" actId="478"/>
          <ac:spMkLst>
            <pc:docMk/>
            <pc:sldMk cId="0" sldId="262"/>
            <ac:spMk id="10" creationId="{00000000-0000-0000-0000-000000000000}"/>
          </ac:spMkLst>
        </pc:spChg>
        <pc:spChg chg="del">
          <ac:chgData name="juan jose sanchez sanchez" userId="bf9c9b758c35a626" providerId="LiveId" clId="{1DCFCFD5-14B9-314C-A2B6-57B783D0E1D3}" dt="2026-10-20T10:32:43.415" v="545" actId="478"/>
          <ac:spMkLst>
            <pc:docMk/>
            <pc:sldMk cId="0" sldId="262"/>
            <ac:spMk id="11" creationId="{00000000-0000-0000-0000-000000000000}"/>
          </ac:spMkLst>
        </pc:spChg>
        <pc:spChg chg="del">
          <ac:chgData name="juan jose sanchez sanchez" userId="bf9c9b758c35a626" providerId="LiveId" clId="{1DCFCFD5-14B9-314C-A2B6-57B783D0E1D3}" dt="2026-10-20T10:32:43.415" v="545" actId="478"/>
          <ac:spMkLst>
            <pc:docMk/>
            <pc:sldMk cId="0" sldId="262"/>
            <ac:spMk id="12" creationId="{00000000-0000-0000-0000-000000000000}"/>
          </ac:spMkLst>
        </pc:spChg>
        <pc:spChg chg="del">
          <ac:chgData name="juan jose sanchez sanchez" userId="bf9c9b758c35a626" providerId="LiveId" clId="{1DCFCFD5-14B9-314C-A2B6-57B783D0E1D3}" dt="2026-10-20T10:32:43.415" v="545" actId="478"/>
          <ac:spMkLst>
            <pc:docMk/>
            <pc:sldMk cId="0" sldId="262"/>
            <ac:spMk id="24" creationId="{00000000-0000-0000-0000-000000000000}"/>
          </ac:spMkLst>
        </pc:spChg>
        <pc:spChg chg="del">
          <ac:chgData name="juan jose sanchez sanchez" userId="bf9c9b758c35a626" providerId="LiveId" clId="{1DCFCFD5-14B9-314C-A2B6-57B783D0E1D3}" dt="2026-10-20T10:32:43.415" v="545" actId="478"/>
          <ac:spMkLst>
            <pc:docMk/>
            <pc:sldMk cId="0" sldId="262"/>
            <ac:spMk id="25" creationId="{00000000-0000-0000-0000-000000000000}"/>
          </ac:spMkLst>
        </pc:spChg>
        <pc:spChg chg="del">
          <ac:chgData name="juan jose sanchez sanchez" userId="bf9c9b758c35a626" providerId="LiveId" clId="{1DCFCFD5-14B9-314C-A2B6-57B783D0E1D3}" dt="2026-10-20T10:32:43.415" v="545" actId="478"/>
          <ac:spMkLst>
            <pc:docMk/>
            <pc:sldMk cId="0" sldId="262"/>
            <ac:spMk id="33" creationId="{00000000-0000-0000-0000-000000000000}"/>
          </ac:spMkLst>
        </pc:spChg>
        <pc:spChg chg="del">
          <ac:chgData name="juan jose sanchez sanchez" userId="bf9c9b758c35a626" providerId="LiveId" clId="{1DCFCFD5-14B9-314C-A2B6-57B783D0E1D3}" dt="2026-10-20T10:32:43.415" v="545" actId="478"/>
          <ac:spMkLst>
            <pc:docMk/>
            <pc:sldMk cId="0" sldId="262"/>
            <ac:spMk id="34" creationId="{00000000-0000-0000-0000-000000000000}"/>
          </ac:spMkLst>
        </pc:spChg>
        <pc:spChg chg="del">
          <ac:chgData name="juan jose sanchez sanchez" userId="bf9c9b758c35a626" providerId="LiveId" clId="{1DCFCFD5-14B9-314C-A2B6-57B783D0E1D3}" dt="2026-10-20T10:32:43.415" v="545" actId="478"/>
          <ac:spMkLst>
            <pc:docMk/>
            <pc:sldMk cId="0" sldId="262"/>
            <ac:spMk id="35" creationId="{00000000-0000-0000-0000-000000000000}"/>
          </ac:spMkLst>
        </pc:spChg>
        <pc:grpChg chg="del">
          <ac:chgData name="juan jose sanchez sanchez" userId="bf9c9b758c35a626" providerId="LiveId" clId="{1DCFCFD5-14B9-314C-A2B6-57B783D0E1D3}" dt="2026-10-20T10:32:07.797" v="544" actId="478"/>
          <ac:grpSpMkLst>
            <pc:docMk/>
            <pc:sldMk cId="0" sldId="262"/>
            <ac:grpSpMk id="4" creationId="{00000000-0000-0000-0000-000000000000}"/>
          </ac:grpSpMkLst>
        </pc:grpChg>
        <pc:grpChg chg="del">
          <ac:chgData name="juan jose sanchez sanchez" userId="bf9c9b758c35a626" providerId="LiveId" clId="{1DCFCFD5-14B9-314C-A2B6-57B783D0E1D3}" dt="2026-10-20T10:32:43.415" v="545" actId="478"/>
          <ac:grpSpMkLst>
            <pc:docMk/>
            <pc:sldMk cId="0" sldId="262"/>
            <ac:grpSpMk id="13" creationId="{00000000-0000-0000-0000-000000000000}"/>
          </ac:grpSpMkLst>
        </pc:grpChg>
        <pc:grpChg chg="del">
          <ac:chgData name="juan jose sanchez sanchez" userId="bf9c9b758c35a626" providerId="LiveId" clId="{1DCFCFD5-14B9-314C-A2B6-57B783D0E1D3}" dt="2026-10-20T10:32:43.415" v="545" actId="478"/>
          <ac:grpSpMkLst>
            <pc:docMk/>
            <pc:sldMk cId="0" sldId="262"/>
            <ac:grpSpMk id="26" creationId="{00000000-0000-0000-0000-000000000000}"/>
          </ac:grpSpMkLst>
        </pc:grpChg>
        <pc:grpChg chg="del mod">
          <ac:chgData name="juan jose sanchez sanchez" userId="bf9c9b758c35a626" providerId="LiveId" clId="{1DCFCFD5-14B9-314C-A2B6-57B783D0E1D3}" dt="2026-10-20T10:32:43.415" v="545" actId="478"/>
          <ac:grpSpMkLst>
            <pc:docMk/>
            <pc:sldMk cId="0" sldId="262"/>
            <ac:grpSpMk id="37" creationId="{00000000-0000-0000-0000-000000000000}"/>
          </ac:grpSpMkLst>
        </pc:grpChg>
        <pc:picChg chg="del mod">
          <ac:chgData name="juan jose sanchez sanchez" userId="bf9c9b758c35a626" providerId="LiveId" clId="{1DCFCFD5-14B9-314C-A2B6-57B783D0E1D3}" dt="2026-10-20T10:32:43.415" v="545" actId="478"/>
          <ac:picMkLst>
            <pc:docMk/>
            <pc:sldMk cId="0" sldId="262"/>
            <ac:picMk id="36" creationId="{00000000-0000-0000-0000-000000000000}"/>
          </ac:picMkLst>
        </pc:picChg>
        <pc:picChg chg="mod">
          <ac:chgData name="juan jose sanchez sanchez" userId="bf9c9b758c35a626" providerId="LiveId" clId="{1DCFCFD5-14B9-314C-A2B6-57B783D0E1D3}" dt="2026-10-20T10:31:36.549" v="536" actId="1076"/>
          <ac:picMkLst>
            <pc:docMk/>
            <pc:sldMk cId="0" sldId="262"/>
            <ac:picMk id="38" creationId="{00000000-0000-0000-0000-000000000000}"/>
          </ac:picMkLst>
        </pc:picChg>
        <pc:picChg chg="mod">
          <ac:chgData name="juan jose sanchez sanchez" userId="bf9c9b758c35a626" providerId="LiveId" clId="{1DCFCFD5-14B9-314C-A2B6-57B783D0E1D3}" dt="2026-10-20T10:32:04.307" v="543" actId="1076"/>
          <ac:picMkLst>
            <pc:docMk/>
            <pc:sldMk cId="0" sldId="262"/>
            <ac:picMk id="40" creationId="{00000000-0000-0000-0000-000000000000}"/>
          </ac:picMkLst>
        </pc:picChg>
        <pc:picChg chg="add del mod">
          <ac:chgData name="juan jose sanchez sanchez" userId="bf9c9b758c35a626" providerId="LiveId" clId="{1DCFCFD5-14B9-314C-A2B6-57B783D0E1D3}" dt="2026-10-20T10:32:43.415" v="545" actId="478"/>
          <ac:picMkLst>
            <pc:docMk/>
            <pc:sldMk cId="0" sldId="262"/>
            <ac:picMk id="42" creationId="{A0F44F61-B260-E302-4B63-1DDE0C33ED97}"/>
          </ac:picMkLst>
        </pc:picChg>
        <pc:picChg chg="add mod">
          <ac:chgData name="juan jose sanchez sanchez" userId="bf9c9b758c35a626" providerId="LiveId" clId="{1DCFCFD5-14B9-314C-A2B6-57B783D0E1D3}" dt="2026-10-20T10:32:48.983" v="548" actId="1076"/>
          <ac:picMkLst>
            <pc:docMk/>
            <pc:sldMk cId="0" sldId="262"/>
            <ac:picMk id="43" creationId="{9991659A-07D2-3AA8-30DF-F09BFCB7F642}"/>
          </ac:picMkLst>
        </pc:picChg>
      </pc:sldChg>
      <pc:sldChg chg="modNotesTx">
        <pc:chgData name="juan jose sanchez sanchez" userId="bf9c9b758c35a626" providerId="LiveId" clId="{1DCFCFD5-14B9-314C-A2B6-57B783D0E1D3}" dt="2026-10-20T10:34:45.390" v="627" actId="20577"/>
        <pc:sldMkLst>
          <pc:docMk/>
          <pc:sldMk cId="0" sldId="263"/>
        </pc:sldMkLst>
      </pc:sldChg>
      <pc:sldChg chg="addSp modSp mod modNotesTx">
        <pc:chgData name="juan jose sanchez sanchez" userId="bf9c9b758c35a626" providerId="LiveId" clId="{1DCFCFD5-14B9-314C-A2B6-57B783D0E1D3}" dt="2026-10-20T10:36:14.236" v="892" actId="20577"/>
        <pc:sldMkLst>
          <pc:docMk/>
          <pc:sldMk cId="0" sldId="264"/>
        </pc:sldMkLst>
        <pc:picChg chg="add mod">
          <ac:chgData name="juan jose sanchez sanchez" userId="bf9c9b758c35a626" providerId="LiveId" clId="{1DCFCFD5-14B9-314C-A2B6-57B783D0E1D3}" dt="2026-10-20T10:35:08.219" v="633" actId="1076"/>
          <ac:picMkLst>
            <pc:docMk/>
            <pc:sldMk cId="0" sldId="264"/>
            <ac:picMk id="23" creationId="{98A1A73E-F21B-AD91-C338-4179DBB3363E}"/>
          </ac:picMkLst>
        </pc:picChg>
      </pc:sldChg>
      <pc:sldChg chg="addSp modSp mod modNotesTx">
        <pc:chgData name="juan jose sanchez sanchez" userId="bf9c9b758c35a626" providerId="LiveId" clId="{1DCFCFD5-14B9-314C-A2B6-57B783D0E1D3}" dt="2026-10-20T10:48:03.788" v="2616" actId="1076"/>
        <pc:sldMkLst>
          <pc:docMk/>
          <pc:sldMk cId="0" sldId="265"/>
        </pc:sldMkLst>
        <pc:spChg chg="mod">
          <ac:chgData name="juan jose sanchez sanchez" userId="bf9c9b758c35a626" providerId="LiveId" clId="{1DCFCFD5-14B9-314C-A2B6-57B783D0E1D3}" dt="2026-10-20T10:38:23.686" v="1143" actId="20577"/>
          <ac:spMkLst>
            <pc:docMk/>
            <pc:sldMk cId="0" sldId="265"/>
            <ac:spMk id="14" creationId="{00000000-0000-0000-0000-000000000000}"/>
          </ac:spMkLst>
        </pc:spChg>
        <pc:spChg chg="mod">
          <ac:chgData name="juan jose sanchez sanchez" userId="bf9c9b758c35a626" providerId="LiveId" clId="{1DCFCFD5-14B9-314C-A2B6-57B783D0E1D3}" dt="2026-10-20T10:38:05.600" v="1122" actId="255"/>
          <ac:spMkLst>
            <pc:docMk/>
            <pc:sldMk cId="0" sldId="265"/>
            <ac:spMk id="18" creationId="{00000000-0000-0000-0000-000000000000}"/>
          </ac:spMkLst>
        </pc:spChg>
        <pc:grpChg chg="add mod">
          <ac:chgData name="juan jose sanchez sanchez" userId="bf9c9b758c35a626" providerId="LiveId" clId="{1DCFCFD5-14B9-314C-A2B6-57B783D0E1D3}" dt="2026-10-20T10:47:32.246" v="2610"/>
          <ac:grpSpMkLst>
            <pc:docMk/>
            <pc:sldMk cId="0" sldId="265"/>
            <ac:grpSpMk id="46" creationId="{BFB4A278-27B4-802C-7C44-8078B59D66CF}"/>
          </ac:grpSpMkLst>
        </pc:grpChg>
        <pc:grpChg chg="add mod">
          <ac:chgData name="juan jose sanchez sanchez" userId="bf9c9b758c35a626" providerId="LiveId" clId="{1DCFCFD5-14B9-314C-A2B6-57B783D0E1D3}" dt="2026-10-20T10:47:56.987" v="2611"/>
          <ac:grpSpMkLst>
            <pc:docMk/>
            <pc:sldMk cId="0" sldId="265"/>
            <ac:grpSpMk id="54" creationId="{261E7119-8D72-B652-8246-1A6435EAEFDC}"/>
          </ac:grpSpMkLst>
        </pc:grpChg>
        <pc:picChg chg="mod">
          <ac:chgData name="juan jose sanchez sanchez" userId="bf9c9b758c35a626" providerId="LiveId" clId="{1DCFCFD5-14B9-314C-A2B6-57B783D0E1D3}" dt="2026-10-20T10:47:32.246" v="2610"/>
          <ac:picMkLst>
            <pc:docMk/>
            <pc:sldMk cId="0" sldId="265"/>
            <ac:picMk id="47" creationId="{D8F4AA2B-467D-4BD8-4D29-3A5D637DCD2D}"/>
          </ac:picMkLst>
        </pc:picChg>
        <pc:picChg chg="mod">
          <ac:chgData name="juan jose sanchez sanchez" userId="bf9c9b758c35a626" providerId="LiveId" clId="{1DCFCFD5-14B9-314C-A2B6-57B783D0E1D3}" dt="2026-10-20T10:47:32.246" v="2610"/>
          <ac:picMkLst>
            <pc:docMk/>
            <pc:sldMk cId="0" sldId="265"/>
            <ac:picMk id="48" creationId="{E1DA5528-09BB-3B42-232C-1D1415007BC6}"/>
          </ac:picMkLst>
        </pc:picChg>
        <pc:picChg chg="mod">
          <ac:chgData name="juan jose sanchez sanchez" userId="bf9c9b758c35a626" providerId="LiveId" clId="{1DCFCFD5-14B9-314C-A2B6-57B783D0E1D3}" dt="2026-10-20T10:47:32.246" v="2610"/>
          <ac:picMkLst>
            <pc:docMk/>
            <pc:sldMk cId="0" sldId="265"/>
            <ac:picMk id="49" creationId="{4639E37B-D912-9EFA-004F-EA41DD4A8862}"/>
          </ac:picMkLst>
        </pc:picChg>
        <pc:picChg chg="mod">
          <ac:chgData name="juan jose sanchez sanchez" userId="bf9c9b758c35a626" providerId="LiveId" clId="{1DCFCFD5-14B9-314C-A2B6-57B783D0E1D3}" dt="2026-10-20T10:47:32.246" v="2610"/>
          <ac:picMkLst>
            <pc:docMk/>
            <pc:sldMk cId="0" sldId="265"/>
            <ac:picMk id="50" creationId="{9E13766E-65AC-A764-595F-297503144498}"/>
          </ac:picMkLst>
        </pc:picChg>
        <pc:picChg chg="mod">
          <ac:chgData name="juan jose sanchez sanchez" userId="bf9c9b758c35a626" providerId="LiveId" clId="{1DCFCFD5-14B9-314C-A2B6-57B783D0E1D3}" dt="2026-10-20T10:47:32.246" v="2610"/>
          <ac:picMkLst>
            <pc:docMk/>
            <pc:sldMk cId="0" sldId="265"/>
            <ac:picMk id="51" creationId="{282C9FB5-05FD-7C98-7201-F2C71E1BFF24}"/>
          </ac:picMkLst>
        </pc:picChg>
        <pc:picChg chg="mod">
          <ac:chgData name="juan jose sanchez sanchez" userId="bf9c9b758c35a626" providerId="LiveId" clId="{1DCFCFD5-14B9-314C-A2B6-57B783D0E1D3}" dt="2026-10-20T10:47:32.246" v="2610"/>
          <ac:picMkLst>
            <pc:docMk/>
            <pc:sldMk cId="0" sldId="265"/>
            <ac:picMk id="52" creationId="{A0E34FEA-EF5B-823F-D5F2-917D45E17603}"/>
          </ac:picMkLst>
        </pc:picChg>
        <pc:picChg chg="mod">
          <ac:chgData name="juan jose sanchez sanchez" userId="bf9c9b758c35a626" providerId="LiveId" clId="{1DCFCFD5-14B9-314C-A2B6-57B783D0E1D3}" dt="2026-10-20T10:47:32.246" v="2610"/>
          <ac:picMkLst>
            <pc:docMk/>
            <pc:sldMk cId="0" sldId="265"/>
            <ac:picMk id="53" creationId="{0AADAB83-367E-0B49-EB21-C8928F0C9031}"/>
          </ac:picMkLst>
        </pc:picChg>
        <pc:picChg chg="mod">
          <ac:chgData name="juan jose sanchez sanchez" userId="bf9c9b758c35a626" providerId="LiveId" clId="{1DCFCFD5-14B9-314C-A2B6-57B783D0E1D3}" dt="2026-10-20T10:47:56.987" v="2611"/>
          <ac:picMkLst>
            <pc:docMk/>
            <pc:sldMk cId="0" sldId="265"/>
            <ac:picMk id="55" creationId="{1E13ADA5-BC44-39FD-8D17-98338EC40B42}"/>
          </ac:picMkLst>
        </pc:picChg>
        <pc:picChg chg="mod">
          <ac:chgData name="juan jose sanchez sanchez" userId="bf9c9b758c35a626" providerId="LiveId" clId="{1DCFCFD5-14B9-314C-A2B6-57B783D0E1D3}" dt="2026-10-20T10:47:56.987" v="2611"/>
          <ac:picMkLst>
            <pc:docMk/>
            <pc:sldMk cId="0" sldId="265"/>
            <ac:picMk id="56" creationId="{26E0F42E-5E73-FBAF-3E66-CC63A1A676B4}"/>
          </ac:picMkLst>
        </pc:picChg>
        <pc:picChg chg="mod">
          <ac:chgData name="juan jose sanchez sanchez" userId="bf9c9b758c35a626" providerId="LiveId" clId="{1DCFCFD5-14B9-314C-A2B6-57B783D0E1D3}" dt="2026-10-20T10:47:56.987" v="2611"/>
          <ac:picMkLst>
            <pc:docMk/>
            <pc:sldMk cId="0" sldId="265"/>
            <ac:picMk id="57" creationId="{30DE2ED2-ECB9-897B-A29C-F736952C246C}"/>
          </ac:picMkLst>
        </pc:picChg>
        <pc:picChg chg="mod">
          <ac:chgData name="juan jose sanchez sanchez" userId="bf9c9b758c35a626" providerId="LiveId" clId="{1DCFCFD5-14B9-314C-A2B6-57B783D0E1D3}" dt="2026-10-20T10:47:56.987" v="2611"/>
          <ac:picMkLst>
            <pc:docMk/>
            <pc:sldMk cId="0" sldId="265"/>
            <ac:picMk id="58" creationId="{1A2E1543-51CB-BE5B-B42C-8DC135CFBAD6}"/>
          </ac:picMkLst>
        </pc:picChg>
        <pc:picChg chg="mod">
          <ac:chgData name="juan jose sanchez sanchez" userId="bf9c9b758c35a626" providerId="LiveId" clId="{1DCFCFD5-14B9-314C-A2B6-57B783D0E1D3}" dt="2026-10-20T10:47:56.987" v="2611"/>
          <ac:picMkLst>
            <pc:docMk/>
            <pc:sldMk cId="0" sldId="265"/>
            <ac:picMk id="59" creationId="{BEA259E1-4E74-FD0E-E2F9-647E256600EF}"/>
          </ac:picMkLst>
        </pc:picChg>
        <pc:picChg chg="mod">
          <ac:chgData name="juan jose sanchez sanchez" userId="bf9c9b758c35a626" providerId="LiveId" clId="{1DCFCFD5-14B9-314C-A2B6-57B783D0E1D3}" dt="2026-10-20T10:47:56.987" v="2611"/>
          <ac:picMkLst>
            <pc:docMk/>
            <pc:sldMk cId="0" sldId="265"/>
            <ac:picMk id="60" creationId="{3EA67A57-E584-9E14-E13D-66D4E6B5B9FD}"/>
          </ac:picMkLst>
        </pc:picChg>
        <pc:picChg chg="mod">
          <ac:chgData name="juan jose sanchez sanchez" userId="bf9c9b758c35a626" providerId="LiveId" clId="{1DCFCFD5-14B9-314C-A2B6-57B783D0E1D3}" dt="2026-10-20T10:47:56.987" v="2611"/>
          <ac:picMkLst>
            <pc:docMk/>
            <pc:sldMk cId="0" sldId="265"/>
            <ac:picMk id="61" creationId="{FBD655E0-FE1E-EE4A-F17C-6E856D88B968}"/>
          </ac:picMkLst>
        </pc:picChg>
        <pc:picChg chg="add mod">
          <ac:chgData name="juan jose sanchez sanchez" userId="bf9c9b758c35a626" providerId="LiveId" clId="{1DCFCFD5-14B9-314C-A2B6-57B783D0E1D3}" dt="2026-10-20T10:48:03.788" v="2616" actId="1076"/>
          <ac:picMkLst>
            <pc:docMk/>
            <pc:sldMk cId="0" sldId="265"/>
            <ac:picMk id="63" creationId="{6FF171C3-C78D-46F7-6676-E61D8154B7E5}"/>
          </ac:picMkLst>
        </pc:picChg>
      </pc:sldChg>
      <pc:sldChg chg="addSp modSp mod modNotesTx">
        <pc:chgData name="juan jose sanchez sanchez" userId="bf9c9b758c35a626" providerId="LiveId" clId="{1DCFCFD5-14B9-314C-A2B6-57B783D0E1D3}" dt="2026-10-20T10:48:05.049" v="2617"/>
        <pc:sldMkLst>
          <pc:docMk/>
          <pc:sldMk cId="0" sldId="266"/>
        </pc:sldMkLst>
        <pc:spChg chg="mod">
          <ac:chgData name="juan jose sanchez sanchez" userId="bf9c9b758c35a626" providerId="LiveId" clId="{1DCFCFD5-14B9-314C-A2B6-57B783D0E1D3}" dt="2026-10-20T10:42:06.803" v="1859" actId="13926"/>
          <ac:spMkLst>
            <pc:docMk/>
            <pc:sldMk cId="0" sldId="266"/>
            <ac:spMk id="30" creationId="{00000000-0000-0000-0000-000000000000}"/>
          </ac:spMkLst>
        </pc:spChg>
        <pc:picChg chg="add mod">
          <ac:chgData name="juan jose sanchez sanchez" userId="bf9c9b758c35a626" providerId="LiveId" clId="{1DCFCFD5-14B9-314C-A2B6-57B783D0E1D3}" dt="2026-10-20T10:48:05.049" v="2617"/>
          <ac:picMkLst>
            <pc:docMk/>
            <pc:sldMk cId="0" sldId="266"/>
            <ac:picMk id="45" creationId="{40604A31-CFAC-5E8C-656E-AACFE10B1263}"/>
          </ac:picMkLst>
        </pc:picChg>
      </pc:sldChg>
      <pc:sldChg chg="addSp modSp modNotesTx">
        <pc:chgData name="juan jose sanchez sanchez" userId="bf9c9b758c35a626" providerId="LiveId" clId="{1DCFCFD5-14B9-314C-A2B6-57B783D0E1D3}" dt="2026-10-20T10:48:06.280" v="2618"/>
        <pc:sldMkLst>
          <pc:docMk/>
          <pc:sldMk cId="0" sldId="267"/>
        </pc:sldMkLst>
        <pc:picChg chg="add mod">
          <ac:chgData name="juan jose sanchez sanchez" userId="bf9c9b758c35a626" providerId="LiveId" clId="{1DCFCFD5-14B9-314C-A2B6-57B783D0E1D3}" dt="2026-10-20T10:48:06.280" v="2618"/>
          <ac:picMkLst>
            <pc:docMk/>
            <pc:sldMk cId="0" sldId="267"/>
            <ac:picMk id="47" creationId="{B9E53B18-46EB-B015-0D67-B3A7118AAD06}"/>
          </ac:picMkLst>
        </pc:picChg>
      </pc:sldChg>
      <pc:sldChg chg="addSp delSp modSp mod">
        <pc:chgData name="juan jose sanchez sanchez" userId="bf9c9b758c35a626" providerId="LiveId" clId="{1DCFCFD5-14B9-314C-A2B6-57B783D0E1D3}" dt="2026-10-20T10:48:07.424" v="2619"/>
        <pc:sldMkLst>
          <pc:docMk/>
          <pc:sldMk cId="0" sldId="268"/>
        </pc:sldMkLst>
        <pc:spChg chg="mod">
          <ac:chgData name="juan jose sanchez sanchez" userId="bf9c9b758c35a626" providerId="LiveId" clId="{1DCFCFD5-14B9-314C-A2B6-57B783D0E1D3}" dt="2026-10-20T10:44:50.216" v="2210" actId="20577"/>
          <ac:spMkLst>
            <pc:docMk/>
            <pc:sldMk cId="0" sldId="268"/>
            <ac:spMk id="3" creationId="{00000000-0000-0000-0000-000000000000}"/>
          </ac:spMkLst>
        </pc:spChg>
        <pc:spChg chg="del mod">
          <ac:chgData name="juan jose sanchez sanchez" userId="bf9c9b758c35a626" providerId="LiveId" clId="{1DCFCFD5-14B9-314C-A2B6-57B783D0E1D3}" dt="2026-10-20T10:45:11.704" v="2279"/>
          <ac:spMkLst>
            <pc:docMk/>
            <pc:sldMk cId="0" sldId="268"/>
            <ac:spMk id="4" creationId="{00000000-0000-0000-0000-000000000000}"/>
          </ac:spMkLst>
        </pc:spChg>
        <pc:picChg chg="add mod">
          <ac:chgData name="juan jose sanchez sanchez" userId="bf9c9b758c35a626" providerId="LiveId" clId="{1DCFCFD5-14B9-314C-A2B6-57B783D0E1D3}" dt="2026-10-20T10:48:07.424" v="2619"/>
          <ac:picMkLst>
            <pc:docMk/>
            <pc:sldMk cId="0" sldId="268"/>
            <ac:picMk id="7" creationId="{1887206A-4920-1A7B-EA70-B3CB83206CD6}"/>
          </ac:picMkLst>
        </pc:picChg>
      </pc:sldChg>
      <pc:sldChg chg="addSp modSp modNotesTx">
        <pc:chgData name="juan jose sanchez sanchez" userId="bf9c9b758c35a626" providerId="LiveId" clId="{1DCFCFD5-14B9-314C-A2B6-57B783D0E1D3}" dt="2026-10-20T10:48:09.460" v="2621"/>
        <pc:sldMkLst>
          <pc:docMk/>
          <pc:sldMk cId="0" sldId="269"/>
        </pc:sldMkLst>
        <pc:picChg chg="add mod">
          <ac:chgData name="juan jose sanchez sanchez" userId="bf9c9b758c35a626" providerId="LiveId" clId="{1DCFCFD5-14B9-314C-A2B6-57B783D0E1D3}" dt="2026-10-20T10:48:09.460" v="2621"/>
          <ac:picMkLst>
            <pc:docMk/>
            <pc:sldMk cId="0" sldId="269"/>
            <ac:picMk id="46" creationId="{BDC11DE5-7C34-A890-412C-600300F25EA0}"/>
          </ac:picMkLst>
        </pc:picChg>
      </pc:sldChg>
      <pc:sldChg chg="addSp modSp modNotesTx">
        <pc:chgData name="juan jose sanchez sanchez" userId="bf9c9b758c35a626" providerId="LiveId" clId="{1DCFCFD5-14B9-314C-A2B6-57B783D0E1D3}" dt="2026-10-20T10:49:25.492" v="2825" actId="20577"/>
        <pc:sldMkLst>
          <pc:docMk/>
          <pc:sldMk cId="0" sldId="270"/>
        </pc:sldMkLst>
        <pc:picChg chg="add mod">
          <ac:chgData name="juan jose sanchez sanchez" userId="bf9c9b758c35a626" providerId="LiveId" clId="{1DCFCFD5-14B9-314C-A2B6-57B783D0E1D3}" dt="2026-10-20T10:48:11.419" v="2622"/>
          <ac:picMkLst>
            <pc:docMk/>
            <pc:sldMk cId="0" sldId="270"/>
            <ac:picMk id="39" creationId="{87738AC3-9289-A181-746A-4DD5F80E14C0}"/>
          </ac:picMkLst>
        </pc:picChg>
      </pc:sldChg>
      <pc:sldChg chg="addSp modSp modNotesTx">
        <pc:chgData name="juan jose sanchez sanchez" userId="bf9c9b758c35a626" providerId="LiveId" clId="{1DCFCFD5-14B9-314C-A2B6-57B783D0E1D3}" dt="2026-10-20T10:51:53.022" v="3050" actId="20577"/>
        <pc:sldMkLst>
          <pc:docMk/>
          <pc:sldMk cId="0" sldId="271"/>
        </pc:sldMkLst>
        <pc:picChg chg="add mod">
          <ac:chgData name="juan jose sanchez sanchez" userId="bf9c9b758c35a626" providerId="LiveId" clId="{1DCFCFD5-14B9-314C-A2B6-57B783D0E1D3}" dt="2026-10-20T10:48:11.954" v="2623"/>
          <ac:picMkLst>
            <pc:docMk/>
            <pc:sldMk cId="0" sldId="271"/>
            <ac:picMk id="39" creationId="{3C9DC097-8B6D-2BA5-63BD-C4798D55FF3B}"/>
          </ac:picMkLst>
        </pc:picChg>
      </pc:sldChg>
      <pc:sldChg chg="addSp modSp">
        <pc:chgData name="juan jose sanchez sanchez" userId="bf9c9b758c35a626" providerId="LiveId" clId="{1DCFCFD5-14B9-314C-A2B6-57B783D0E1D3}" dt="2026-10-20T10:48:13.050" v="2624"/>
        <pc:sldMkLst>
          <pc:docMk/>
          <pc:sldMk cId="0" sldId="272"/>
        </pc:sldMkLst>
        <pc:picChg chg="add mod">
          <ac:chgData name="juan jose sanchez sanchez" userId="bf9c9b758c35a626" providerId="LiveId" clId="{1DCFCFD5-14B9-314C-A2B6-57B783D0E1D3}" dt="2026-10-20T10:48:13.050" v="2624"/>
          <ac:picMkLst>
            <pc:docMk/>
            <pc:sldMk cId="0" sldId="272"/>
            <ac:picMk id="36" creationId="{C8CFAC1A-E53A-AFCC-776A-B267AA450F10}"/>
          </ac:picMkLst>
        </pc:picChg>
      </pc:sldChg>
      <pc:sldChg chg="del">
        <pc:chgData name="juan jose sanchez sanchez" userId="bf9c9b758c35a626" providerId="LiveId" clId="{1DCFCFD5-14B9-314C-A2B6-57B783D0E1D3}" dt="2026-10-20T09:10:00.384" v="3" actId="2696"/>
        <pc:sldMkLst>
          <pc:docMk/>
          <pc:sldMk cId="0" sldId="273"/>
        </pc:sldMkLst>
      </pc:sldChg>
      <pc:sldChg chg="modNotesTx">
        <pc:chgData name="juan jose sanchez sanchez" userId="bf9c9b758c35a626" providerId="LiveId" clId="{1DCFCFD5-14B9-314C-A2B6-57B783D0E1D3}" dt="2026-10-20T10:54:13.728" v="3325" actId="20577"/>
        <pc:sldMkLst>
          <pc:docMk/>
          <pc:sldMk cId="0" sldId="275"/>
        </pc:sldMkLst>
      </pc:sldChg>
      <pc:sldChg chg="addSp delSp mod modNotesTx">
        <pc:chgData name="juan jose sanchez sanchez" userId="bf9c9b758c35a626" providerId="LiveId" clId="{1DCFCFD5-14B9-314C-A2B6-57B783D0E1D3}" dt="2026-10-20T10:57:14.338" v="3769" actId="20577"/>
        <pc:sldMkLst>
          <pc:docMk/>
          <pc:sldMk cId="0" sldId="276"/>
        </pc:sldMkLst>
        <pc:spChg chg="topLvl">
          <ac:chgData name="juan jose sanchez sanchez" userId="bf9c9b758c35a626" providerId="LiveId" clId="{1DCFCFD5-14B9-314C-A2B6-57B783D0E1D3}" dt="2026-10-20T10:53:10.985" v="3201" actId="478"/>
          <ac:spMkLst>
            <pc:docMk/>
            <pc:sldMk cId="0" sldId="276"/>
            <ac:spMk id="4" creationId="{00000000-0000-0000-0000-000000000000}"/>
          </ac:spMkLst>
        </pc:spChg>
        <pc:grpChg chg="add del">
          <ac:chgData name="juan jose sanchez sanchez" userId="bf9c9b758c35a626" providerId="LiveId" clId="{1DCFCFD5-14B9-314C-A2B6-57B783D0E1D3}" dt="2026-10-20T10:53:12.298" v="3202" actId="478"/>
          <ac:grpSpMkLst>
            <pc:docMk/>
            <pc:sldMk cId="0" sldId="276"/>
            <ac:grpSpMk id="3" creationId="{00000000-0000-0000-0000-000000000000}"/>
          </ac:grpSpMkLst>
        </pc:grpChg>
        <pc:picChg chg="add del topLvl">
          <ac:chgData name="juan jose sanchez sanchez" userId="bf9c9b758c35a626" providerId="LiveId" clId="{1DCFCFD5-14B9-314C-A2B6-57B783D0E1D3}" dt="2026-10-20T10:53:12.298" v="3202" actId="478"/>
          <ac:picMkLst>
            <pc:docMk/>
            <pc:sldMk cId="0" sldId="276"/>
            <ac:picMk id="5" creationId="{00000000-0000-0000-0000-000000000000}"/>
          </ac:picMkLst>
        </pc:picChg>
      </pc:sldChg>
      <pc:sldChg chg="modNotesTx">
        <pc:chgData name="juan jose sanchez sanchez" userId="bf9c9b758c35a626" providerId="LiveId" clId="{1DCFCFD5-14B9-314C-A2B6-57B783D0E1D3}" dt="2026-10-20T10:57:58.101" v="3880" actId="20577"/>
        <pc:sldMkLst>
          <pc:docMk/>
          <pc:sldMk cId="0" sldId="277"/>
        </pc:sldMkLst>
      </pc:sldChg>
      <pc:sldChg chg="delSp modSp del mod">
        <pc:chgData name="juan jose sanchez sanchez" userId="bf9c9b758c35a626" providerId="LiveId" clId="{1DCFCFD5-14B9-314C-A2B6-57B783D0E1D3}" dt="2026-10-20T11:00:32.804" v="4004" actId="2696"/>
        <pc:sldMkLst>
          <pc:docMk/>
          <pc:sldMk cId="0" sldId="278"/>
        </pc:sldMkLst>
        <pc:spChg chg="del mod">
          <ac:chgData name="juan jose sanchez sanchez" userId="bf9c9b758c35a626" providerId="LiveId" clId="{1DCFCFD5-14B9-314C-A2B6-57B783D0E1D3}" dt="2026-10-20T10:58:35.075" v="3921"/>
          <ac:spMkLst>
            <pc:docMk/>
            <pc:sldMk cId="0" sldId="278"/>
            <ac:spMk id="4" creationId="{00000000-0000-0000-0000-000000000000}"/>
          </ac:spMkLst>
        </pc:spChg>
        <pc:spChg chg="del mod">
          <ac:chgData name="juan jose sanchez sanchez" userId="bf9c9b758c35a626" providerId="LiveId" clId="{1DCFCFD5-14B9-314C-A2B6-57B783D0E1D3}" dt="2026-10-20T10:58:36.431" v="3927"/>
          <ac:spMkLst>
            <pc:docMk/>
            <pc:sldMk cId="0" sldId="278"/>
            <ac:spMk id="5" creationId="{00000000-0000-0000-0000-000000000000}"/>
          </ac:spMkLst>
        </pc:spChg>
        <pc:spChg chg="del mod">
          <ac:chgData name="juan jose sanchez sanchez" userId="bf9c9b758c35a626" providerId="LiveId" clId="{1DCFCFD5-14B9-314C-A2B6-57B783D0E1D3}" dt="2026-10-20T10:58:35.811" v="3923"/>
          <ac:spMkLst>
            <pc:docMk/>
            <pc:sldMk cId="0" sldId="278"/>
            <ac:spMk id="6" creationId="{00000000-0000-0000-0000-000000000000}"/>
          </ac:spMkLst>
        </pc:spChg>
        <pc:spChg chg="del mod">
          <ac:chgData name="juan jose sanchez sanchez" userId="bf9c9b758c35a626" providerId="LiveId" clId="{1DCFCFD5-14B9-314C-A2B6-57B783D0E1D3}" dt="2026-10-20T10:58:34.319" v="3919"/>
          <ac:spMkLst>
            <pc:docMk/>
            <pc:sldMk cId="0" sldId="278"/>
            <ac:spMk id="7" creationId="{00000000-0000-0000-0000-000000000000}"/>
          </ac:spMkLst>
        </pc:spChg>
        <pc:spChg chg="del mod">
          <ac:chgData name="juan jose sanchez sanchez" userId="bf9c9b758c35a626" providerId="LiveId" clId="{1DCFCFD5-14B9-314C-A2B6-57B783D0E1D3}" dt="2026-10-20T10:58:36.117" v="3925"/>
          <ac:spMkLst>
            <pc:docMk/>
            <pc:sldMk cId="0" sldId="278"/>
            <ac:spMk id="8" creationId="{00000000-0000-0000-0000-000000000000}"/>
          </ac:spMkLst>
        </pc:spChg>
        <pc:spChg chg="del mod">
          <ac:chgData name="juan jose sanchez sanchez" userId="bf9c9b758c35a626" providerId="LiveId" clId="{1DCFCFD5-14B9-314C-A2B6-57B783D0E1D3}" dt="2026-10-20T10:58:33.969" v="3917"/>
          <ac:spMkLst>
            <pc:docMk/>
            <pc:sldMk cId="0" sldId="278"/>
            <ac:spMk id="9" creationId="{00000000-0000-0000-0000-000000000000}"/>
          </ac:spMkLst>
        </pc:spChg>
        <pc:spChg chg="mod">
          <ac:chgData name="juan jose sanchez sanchez" userId="bf9c9b758c35a626" providerId="LiveId" clId="{1DCFCFD5-14B9-314C-A2B6-57B783D0E1D3}" dt="2026-10-20T10:58:32.423" v="3915" actId="6549"/>
          <ac:spMkLst>
            <pc:docMk/>
            <pc:sldMk cId="0" sldId="278"/>
            <ac:spMk id="13" creationId="{00000000-0000-0000-0000-000000000000}"/>
          </ac:spMkLst>
        </pc:spChg>
      </pc:sldChg>
      <pc:sldChg chg="addSp delSp modSp mod modNotesTx">
        <pc:chgData name="juan jose sanchez sanchez" userId="bf9c9b758c35a626" providerId="LiveId" clId="{1DCFCFD5-14B9-314C-A2B6-57B783D0E1D3}" dt="2026-10-20T11:00:59.328" v="4012"/>
        <pc:sldMkLst>
          <pc:docMk/>
          <pc:sldMk cId="0" sldId="279"/>
        </pc:sldMkLst>
        <pc:spChg chg="mod">
          <ac:chgData name="juan jose sanchez sanchez" userId="bf9c9b758c35a626" providerId="LiveId" clId="{1DCFCFD5-14B9-314C-A2B6-57B783D0E1D3}" dt="2026-10-20T10:55:07.071" v="3392" actId="1038"/>
          <ac:spMkLst>
            <pc:docMk/>
            <pc:sldMk cId="0" sldId="279"/>
            <ac:spMk id="26" creationId="{00000000-0000-0000-0000-000000000000}"/>
          </ac:spMkLst>
        </pc:spChg>
        <pc:spChg chg="del">
          <ac:chgData name="juan jose sanchez sanchez" userId="bf9c9b758c35a626" providerId="LiveId" clId="{1DCFCFD5-14B9-314C-A2B6-57B783D0E1D3}" dt="2026-10-20T10:55:14.236" v="3396" actId="478"/>
          <ac:spMkLst>
            <pc:docMk/>
            <pc:sldMk cId="0" sldId="279"/>
            <ac:spMk id="27" creationId="{00000000-0000-0000-0000-000000000000}"/>
          </ac:spMkLst>
        </pc:spChg>
        <pc:spChg chg="mod">
          <ac:chgData name="juan jose sanchez sanchez" userId="bf9c9b758c35a626" providerId="LiveId" clId="{1DCFCFD5-14B9-314C-A2B6-57B783D0E1D3}" dt="2026-10-20T10:55:18.690" v="3399" actId="1038"/>
          <ac:spMkLst>
            <pc:docMk/>
            <pc:sldMk cId="0" sldId="279"/>
            <ac:spMk id="28" creationId="{00000000-0000-0000-0000-000000000000}"/>
          </ac:spMkLst>
        </pc:spChg>
        <pc:picChg chg="add del mod">
          <ac:chgData name="juan jose sanchez sanchez" userId="bf9c9b758c35a626" providerId="LiveId" clId="{1DCFCFD5-14B9-314C-A2B6-57B783D0E1D3}" dt="2026-10-20T11:00:59.062" v="4011" actId="478"/>
          <ac:picMkLst>
            <pc:docMk/>
            <pc:sldMk cId="0" sldId="279"/>
            <ac:picMk id="29" creationId="{CEF5154B-3CF4-070F-FF33-CB2E98C025F2}"/>
          </ac:picMkLst>
        </pc:picChg>
        <pc:picChg chg="add mod">
          <ac:chgData name="juan jose sanchez sanchez" userId="bf9c9b758c35a626" providerId="LiveId" clId="{1DCFCFD5-14B9-314C-A2B6-57B783D0E1D3}" dt="2026-10-20T11:00:59.328" v="4012"/>
          <ac:picMkLst>
            <pc:docMk/>
            <pc:sldMk cId="0" sldId="279"/>
            <ac:picMk id="30" creationId="{5BB0852E-D609-1AFB-A898-D8C853D032E7}"/>
          </ac:picMkLst>
        </pc:picChg>
      </pc:sldChg>
      <pc:sldChg chg="addSp modSp mod modNotesTx">
        <pc:chgData name="juan jose sanchez sanchez" userId="bf9c9b758c35a626" providerId="LiveId" clId="{1DCFCFD5-14B9-314C-A2B6-57B783D0E1D3}" dt="2026-10-20T11:03:28.933" v="4023" actId="20577"/>
        <pc:sldMkLst>
          <pc:docMk/>
          <pc:sldMk cId="0" sldId="280"/>
        </pc:sldMkLst>
        <pc:picChg chg="add mod">
          <ac:chgData name="juan jose sanchez sanchez" userId="bf9c9b758c35a626" providerId="LiveId" clId="{1DCFCFD5-14B9-314C-A2B6-57B783D0E1D3}" dt="2026-10-20T11:00:56.926" v="4010" actId="14100"/>
          <ac:picMkLst>
            <pc:docMk/>
            <pc:sldMk cId="0" sldId="280"/>
            <ac:picMk id="13" creationId="{11332466-F2C0-FABD-CAE8-26E74415944A}"/>
          </ac:picMkLst>
        </pc:picChg>
      </pc:sldChg>
      <pc:sldChg chg="del">
        <pc:chgData name="juan jose sanchez sanchez" userId="bf9c9b758c35a626" providerId="LiveId" clId="{1DCFCFD5-14B9-314C-A2B6-57B783D0E1D3}" dt="2026-10-20T09:10:05.402" v="4" actId="2696"/>
        <pc:sldMkLst>
          <pc:docMk/>
          <pc:sldMk cId="0" sldId="281"/>
        </pc:sldMkLst>
      </pc:sldChg>
      <pc:sldChg chg="addSp delSp modSp mod modNotesTx">
        <pc:chgData name="juan jose sanchez sanchez" userId="bf9c9b758c35a626" providerId="LiveId" clId="{1DCFCFD5-14B9-314C-A2B6-57B783D0E1D3}" dt="2026-10-20T11:06:21.539" v="4252" actId="20577"/>
        <pc:sldMkLst>
          <pc:docMk/>
          <pc:sldMk cId="0" sldId="283"/>
        </pc:sldMkLst>
        <pc:spChg chg="mod">
          <ac:chgData name="juan jose sanchez sanchez" userId="bf9c9b758c35a626" providerId="LiveId" clId="{1DCFCFD5-14B9-314C-A2B6-57B783D0E1D3}" dt="2026-10-20T11:05:22.423" v="4151" actId="20577"/>
          <ac:spMkLst>
            <pc:docMk/>
            <pc:sldMk cId="0" sldId="283"/>
            <ac:spMk id="6" creationId="{00000000-0000-0000-0000-000000000000}"/>
          </ac:spMkLst>
        </pc:spChg>
        <pc:picChg chg="add mod">
          <ac:chgData name="juan jose sanchez sanchez" userId="bf9c9b758c35a626" providerId="LiveId" clId="{1DCFCFD5-14B9-314C-A2B6-57B783D0E1D3}" dt="2026-10-20T11:05:07.925" v="4148" actId="14100"/>
          <ac:picMkLst>
            <pc:docMk/>
            <pc:sldMk cId="0" sldId="283"/>
            <ac:picMk id="7" creationId="{06FCF4EC-26B4-A2EA-B286-1D05D04B5601}"/>
          </ac:picMkLst>
        </pc:picChg>
        <pc:picChg chg="add del">
          <ac:chgData name="juan jose sanchez sanchez" userId="bf9c9b758c35a626" providerId="LiveId" clId="{1DCFCFD5-14B9-314C-A2B6-57B783D0E1D3}" dt="2026-10-20T11:04:59.119" v="4143" actId="21"/>
          <ac:picMkLst>
            <pc:docMk/>
            <pc:sldMk cId="0" sldId="283"/>
            <ac:picMk id="1026" creationId="{42A3B8C5-E143-BB26-054F-ECBE6AC8B821}"/>
          </ac:picMkLst>
        </pc:picChg>
        <pc:picChg chg="add mod">
          <ac:chgData name="juan jose sanchez sanchez" userId="bf9c9b758c35a626" providerId="LiveId" clId="{1DCFCFD5-14B9-314C-A2B6-57B783D0E1D3}" dt="2026-10-20T11:04:56.876" v="4142"/>
          <ac:picMkLst>
            <pc:docMk/>
            <pc:sldMk cId="0" sldId="283"/>
            <ac:picMk id="1028" creationId="{DBF52852-11FE-3B65-60E5-8A65DA5949BF}"/>
          </ac:picMkLst>
        </pc:picChg>
      </pc:sldChg>
      <pc:sldChg chg="modNotesTx">
        <pc:chgData name="juan jose sanchez sanchez" userId="bf9c9b758c35a626" providerId="LiveId" clId="{1DCFCFD5-14B9-314C-A2B6-57B783D0E1D3}" dt="2026-10-20T11:07:50.523" v="4540" actId="20577"/>
        <pc:sldMkLst>
          <pc:docMk/>
          <pc:sldMk cId="0" sldId="284"/>
        </pc:sldMkLst>
      </pc:sldChg>
      <pc:sldChg chg="modNotesTx">
        <pc:chgData name="juan jose sanchez sanchez" userId="bf9c9b758c35a626" providerId="LiveId" clId="{1DCFCFD5-14B9-314C-A2B6-57B783D0E1D3}" dt="2026-10-20T11:11:37.366" v="4702" actId="20577"/>
        <pc:sldMkLst>
          <pc:docMk/>
          <pc:sldMk cId="0" sldId="286"/>
        </pc:sldMkLst>
      </pc:sldChg>
      <pc:sldChg chg="modNotesTx">
        <pc:chgData name="juan jose sanchez sanchez" userId="bf9c9b758c35a626" providerId="LiveId" clId="{1DCFCFD5-14B9-314C-A2B6-57B783D0E1D3}" dt="2026-10-20T11:12:18.513" v="4776" actId="20577"/>
        <pc:sldMkLst>
          <pc:docMk/>
          <pc:sldMk cId="0" sldId="288"/>
        </pc:sldMkLst>
      </pc:sldChg>
      <pc:sldChg chg="del">
        <pc:chgData name="juan jose sanchez sanchez" userId="bf9c9b758c35a626" providerId="LiveId" clId="{1DCFCFD5-14B9-314C-A2B6-57B783D0E1D3}" dt="2026-10-20T09:10:09.839" v="5" actId="2696"/>
        <pc:sldMkLst>
          <pc:docMk/>
          <pc:sldMk cId="0" sldId="289"/>
        </pc:sldMkLst>
      </pc:sldChg>
      <pc:sldChg chg="del">
        <pc:chgData name="juan jose sanchez sanchez" userId="bf9c9b758c35a626" providerId="LiveId" clId="{1DCFCFD5-14B9-314C-A2B6-57B783D0E1D3}" dt="2026-10-20T09:10:15.437" v="6" actId="2696"/>
        <pc:sldMkLst>
          <pc:docMk/>
          <pc:sldMk cId="0" sldId="303"/>
        </pc:sldMkLst>
      </pc:sldChg>
      <pc:sldChg chg="add del">
        <pc:chgData name="juan jose sanchez sanchez" userId="bf9c9b758c35a626" providerId="LiveId" clId="{1DCFCFD5-14B9-314C-A2B6-57B783D0E1D3}" dt="2026-10-20T09:11:05.798" v="8" actId="2696"/>
        <pc:sldMkLst>
          <pc:docMk/>
          <pc:sldMk cId="0" sldId="311"/>
        </pc:sldMkLst>
      </pc:sldChg>
      <pc:sldChg chg="del">
        <pc:chgData name="juan jose sanchez sanchez" userId="bf9c9b758c35a626" providerId="LiveId" clId="{1DCFCFD5-14B9-314C-A2B6-57B783D0E1D3}" dt="2026-10-20T09:11:29.251" v="9" actId="2696"/>
        <pc:sldMkLst>
          <pc:docMk/>
          <pc:sldMk cId="0" sldId="316"/>
        </pc:sldMkLst>
      </pc:sldChg>
      <pc:sldChg chg="del">
        <pc:chgData name="juan jose sanchez sanchez" userId="bf9c9b758c35a626" providerId="LiveId" clId="{1DCFCFD5-14B9-314C-A2B6-57B783D0E1D3}" dt="2026-10-20T09:11:41.435" v="10" actId="2696"/>
        <pc:sldMkLst>
          <pc:docMk/>
          <pc:sldMk cId="0" sldId="329"/>
        </pc:sldMkLst>
      </pc:sldChg>
      <pc:sldChg chg="add">
        <pc:chgData name="juan jose sanchez sanchez" userId="bf9c9b758c35a626" providerId="LiveId" clId="{1DCFCFD5-14B9-314C-A2B6-57B783D0E1D3}" dt="2026-10-20T10:15:02.216" v="13" actId="2890"/>
        <pc:sldMkLst>
          <pc:docMk/>
          <pc:sldMk cId="557889349" sldId="331"/>
        </pc:sldMkLst>
      </pc:sldChg>
      <pc:sldChg chg="modSp add mod modNotesTx">
        <pc:chgData name="juan jose sanchez sanchez" userId="bf9c9b758c35a626" providerId="LiveId" clId="{1DCFCFD5-14B9-314C-A2B6-57B783D0E1D3}" dt="2026-10-20T10:26:01.058" v="326" actId="20577"/>
        <pc:sldMkLst>
          <pc:docMk/>
          <pc:sldMk cId="1632462626" sldId="332"/>
        </pc:sldMkLst>
        <pc:spChg chg="mod">
          <ac:chgData name="juan jose sanchez sanchez" userId="bf9c9b758c35a626" providerId="LiveId" clId="{1DCFCFD5-14B9-314C-A2B6-57B783D0E1D3}" dt="2026-10-20T10:26:01.058" v="326" actId="20577"/>
          <ac:spMkLst>
            <pc:docMk/>
            <pc:sldMk cId="1632462626" sldId="332"/>
            <ac:spMk id="3" creationId="{2412AE6A-304B-6DF3-2C8C-4D07C9B5F00B}"/>
          </ac:spMkLst>
        </pc:spChg>
      </pc:sldChg>
      <pc:sldChg chg="modSp add mod">
        <pc:chgData name="juan jose sanchez sanchez" userId="bf9c9b758c35a626" providerId="LiveId" clId="{1DCFCFD5-14B9-314C-A2B6-57B783D0E1D3}" dt="2026-10-20T10:26:05.062" v="327" actId="20577"/>
        <pc:sldMkLst>
          <pc:docMk/>
          <pc:sldMk cId="561117641" sldId="333"/>
        </pc:sldMkLst>
        <pc:spChg chg="mod">
          <ac:chgData name="juan jose sanchez sanchez" userId="bf9c9b758c35a626" providerId="LiveId" clId="{1DCFCFD5-14B9-314C-A2B6-57B783D0E1D3}" dt="2026-10-20T10:26:05.062" v="327" actId="20577"/>
          <ac:spMkLst>
            <pc:docMk/>
            <pc:sldMk cId="561117641" sldId="333"/>
            <ac:spMk id="3" creationId="{9BF18193-2927-BA46-E0F7-D12B45701DFE}"/>
          </ac:spMkLst>
        </pc:spChg>
      </pc:sldChg>
      <pc:sldChg chg="add modNotesTx">
        <pc:chgData name="juan jose sanchez sanchez" userId="bf9c9b758c35a626" providerId="LiveId" clId="{1DCFCFD5-14B9-314C-A2B6-57B783D0E1D3}" dt="2026-10-20T10:27:26.830" v="487" actId="20577"/>
        <pc:sldMkLst>
          <pc:docMk/>
          <pc:sldMk cId="2429581067" sldId="334"/>
        </pc:sldMkLst>
      </pc:sldChg>
      <pc:sldChg chg="add">
        <pc:chgData name="juan jose sanchez sanchez" userId="bf9c9b758c35a626" providerId="LiveId" clId="{1DCFCFD5-14B9-314C-A2B6-57B783D0E1D3}" dt="2026-10-20T10:29:47.564" v="488" actId="2890"/>
        <pc:sldMkLst>
          <pc:docMk/>
          <pc:sldMk cId="2501662704" sldId="335"/>
        </pc:sldMkLst>
      </pc:sldChg>
      <pc:sldChg chg="delSp modSp add mod ord">
        <pc:chgData name="juan jose sanchez sanchez" userId="bf9c9b758c35a626" providerId="LiveId" clId="{1DCFCFD5-14B9-314C-A2B6-57B783D0E1D3}" dt="2026-10-20T10:30:51.803" v="526" actId="20578"/>
        <pc:sldMkLst>
          <pc:docMk/>
          <pc:sldMk cId="3391429317" sldId="336"/>
        </pc:sldMkLst>
        <pc:spChg chg="del mod">
          <ac:chgData name="juan jose sanchez sanchez" userId="bf9c9b758c35a626" providerId="LiveId" clId="{1DCFCFD5-14B9-314C-A2B6-57B783D0E1D3}" dt="2026-10-20T10:30:51.589" v="525"/>
          <ac:spMkLst>
            <pc:docMk/>
            <pc:sldMk cId="3391429317" sldId="336"/>
            <ac:spMk id="3" creationId="{21F7E364-5722-6A1E-BC79-CAE1FA32C636}"/>
          </ac:spMkLst>
        </pc:spChg>
      </pc:sldChg>
      <pc:sldChg chg="add">
        <pc:chgData name="juan jose sanchez sanchez" userId="bf9c9b758c35a626" providerId="LiveId" clId="{1DCFCFD5-14B9-314C-A2B6-57B783D0E1D3}" dt="2026-10-20T10:30:59.236" v="527" actId="2890"/>
        <pc:sldMkLst>
          <pc:docMk/>
          <pc:sldMk cId="4277139372" sldId="337"/>
        </pc:sldMkLst>
      </pc:sldChg>
      <pc:sldChg chg="delSp add del mod">
        <pc:chgData name="juan jose sanchez sanchez" userId="bf9c9b758c35a626" providerId="LiveId" clId="{1DCFCFD5-14B9-314C-A2B6-57B783D0E1D3}" dt="2026-10-20T10:35:01.067" v="630" actId="2696"/>
        <pc:sldMkLst>
          <pc:docMk/>
          <pc:sldMk cId="3305469589" sldId="338"/>
        </pc:sldMkLst>
        <pc:picChg chg="del">
          <ac:chgData name="juan jose sanchez sanchez" userId="bf9c9b758c35a626" providerId="LiveId" clId="{1DCFCFD5-14B9-314C-A2B6-57B783D0E1D3}" dt="2026-10-20T10:34:59.841" v="629" actId="478"/>
          <ac:picMkLst>
            <pc:docMk/>
            <pc:sldMk cId="3305469589" sldId="338"/>
            <ac:picMk id="43" creationId="{19B14C10-5576-6FDD-2A9F-8C872F0772D5}"/>
          </ac:picMkLst>
        </pc:picChg>
      </pc:sldChg>
      <pc:sldChg chg="addSp modSp add modNotesTx">
        <pc:chgData name="juan jose sanchez sanchez" userId="bf9c9b758c35a626" providerId="LiveId" clId="{1DCFCFD5-14B9-314C-A2B6-57B783D0E1D3}" dt="2026-10-20T10:48:08.373" v="2620"/>
        <pc:sldMkLst>
          <pc:docMk/>
          <pc:sldMk cId="4207191235" sldId="338"/>
        </pc:sldMkLst>
        <pc:picChg chg="add mod">
          <ac:chgData name="juan jose sanchez sanchez" userId="bf9c9b758c35a626" providerId="LiveId" clId="{1DCFCFD5-14B9-314C-A2B6-57B783D0E1D3}" dt="2026-10-20T10:48:08.373" v="2620"/>
          <ac:picMkLst>
            <pc:docMk/>
            <pc:sldMk cId="4207191235" sldId="338"/>
            <ac:picMk id="7" creationId="{4DA3CFCF-783D-A5E2-42D9-D7216596BDD6}"/>
          </ac:picMkLst>
        </pc:picChg>
      </pc:sldChg>
      <pc:sldChg chg="addSp modSp add mod modNotesTx">
        <pc:chgData name="juan jose sanchez sanchez" userId="bf9c9b758c35a626" providerId="LiveId" clId="{1DCFCFD5-14B9-314C-A2B6-57B783D0E1D3}" dt="2026-10-20T10:52:58.878" v="3200" actId="20577"/>
        <pc:sldMkLst>
          <pc:docMk/>
          <pc:sldMk cId="3329248490" sldId="339"/>
        </pc:sldMkLst>
        <pc:spChg chg="mod">
          <ac:chgData name="juan jose sanchez sanchez" userId="bf9c9b758c35a626" providerId="LiveId" clId="{1DCFCFD5-14B9-314C-A2B6-57B783D0E1D3}" dt="2026-10-20T10:52:32.132" v="3059" actId="20577"/>
          <ac:spMkLst>
            <pc:docMk/>
            <pc:sldMk cId="3329248490" sldId="339"/>
            <ac:spMk id="38" creationId="{5D381AA7-74C3-A85E-D72A-482D62FE14C9}"/>
          </ac:spMkLst>
        </pc:spChg>
        <pc:spChg chg="mod">
          <ac:chgData name="juan jose sanchez sanchez" userId="bf9c9b758c35a626" providerId="LiveId" clId="{1DCFCFD5-14B9-314C-A2B6-57B783D0E1D3}" dt="2026-10-20T10:52:25.035" v="3052"/>
          <ac:spMkLst>
            <pc:docMk/>
            <pc:sldMk cId="3329248490" sldId="339"/>
            <ac:spMk id="39" creationId="{0E5E0D13-DC7E-DCC2-B0D6-05C562436A7A}"/>
          </ac:spMkLst>
        </pc:spChg>
        <pc:grpChg chg="add mod">
          <ac:chgData name="juan jose sanchez sanchez" userId="bf9c9b758c35a626" providerId="LiveId" clId="{1DCFCFD5-14B9-314C-A2B6-57B783D0E1D3}" dt="2026-10-20T10:52:32.563" v="3060" actId="1076"/>
          <ac:grpSpMkLst>
            <pc:docMk/>
            <pc:sldMk cId="3329248490" sldId="339"/>
            <ac:grpSpMk id="37" creationId="{F99BB941-4FC1-C547-57DD-79671924872A}"/>
          </ac:grpSpMkLst>
        </pc:grpChg>
      </pc:sldChg>
      <pc:sldChg chg="addSp delSp modSp add mod">
        <pc:chgData name="juan jose sanchez sanchez" userId="bf9c9b758c35a626" providerId="LiveId" clId="{1DCFCFD5-14B9-314C-A2B6-57B783D0E1D3}" dt="2026-10-20T11:01:00.872" v="4014"/>
        <pc:sldMkLst>
          <pc:docMk/>
          <pc:sldMk cId="2032631549" sldId="340"/>
        </pc:sldMkLst>
        <pc:picChg chg="add del mod">
          <ac:chgData name="juan jose sanchez sanchez" userId="bf9c9b758c35a626" providerId="LiveId" clId="{1DCFCFD5-14B9-314C-A2B6-57B783D0E1D3}" dt="2026-10-20T11:01:00.608" v="4013" actId="478"/>
          <ac:picMkLst>
            <pc:docMk/>
            <pc:sldMk cId="2032631549" sldId="340"/>
            <ac:picMk id="18" creationId="{A269841B-CA71-9B3C-8481-2B28B4FEE317}"/>
          </ac:picMkLst>
        </pc:picChg>
        <pc:picChg chg="add mod">
          <ac:chgData name="juan jose sanchez sanchez" userId="bf9c9b758c35a626" providerId="LiveId" clId="{1DCFCFD5-14B9-314C-A2B6-57B783D0E1D3}" dt="2026-10-20T11:01:00.872" v="4014"/>
          <ac:picMkLst>
            <pc:docMk/>
            <pc:sldMk cId="2032631549" sldId="340"/>
            <ac:picMk id="19" creationId="{7D81C380-D175-764D-DD90-83A0E54EE7C9}"/>
          </ac:picMkLst>
        </pc:picChg>
      </pc:sldChg>
      <pc:sldChg chg="modSp add mod modNotesTx">
        <pc:chgData name="juan jose sanchez sanchez" userId="bf9c9b758c35a626" providerId="LiveId" clId="{1DCFCFD5-14B9-314C-A2B6-57B783D0E1D3}" dt="2026-10-20T11:06:46.836" v="4337" actId="20577"/>
        <pc:sldMkLst>
          <pc:docMk/>
          <pc:sldMk cId="3397615743" sldId="341"/>
        </pc:sldMkLst>
        <pc:spChg chg="mod">
          <ac:chgData name="juan jose sanchez sanchez" userId="bf9c9b758c35a626" providerId="LiveId" clId="{1DCFCFD5-14B9-314C-A2B6-57B783D0E1D3}" dt="2026-10-20T11:05:25.334" v="4152" actId="20577"/>
          <ac:spMkLst>
            <pc:docMk/>
            <pc:sldMk cId="3397615743" sldId="341"/>
            <ac:spMk id="6" creationId="{A77A341D-6452-D76D-A220-A2D8F5A37F9B}"/>
          </ac:spMkLst>
        </pc:spChg>
      </pc:sldChg>
      <pc:sldChg chg="add modNotesTx">
        <pc:chgData name="juan jose sanchez sanchez" userId="bf9c9b758c35a626" providerId="LiveId" clId="{1DCFCFD5-14B9-314C-A2B6-57B783D0E1D3}" dt="2026-10-20T11:06:58.909" v="4381" actId="20577"/>
        <pc:sldMkLst>
          <pc:docMk/>
          <pc:sldMk cId="1196403681" sldId="342"/>
        </pc:sldMkLst>
      </pc:sldChg>
      <pc:sldChg chg="addSp delSp modSp add mod">
        <pc:chgData name="juan jose sanchez sanchez" userId="bf9c9b758c35a626" providerId="LiveId" clId="{1DCFCFD5-14B9-314C-A2B6-57B783D0E1D3}" dt="2026-10-20T11:09:20.407" v="4545" actId="1076"/>
        <pc:sldMkLst>
          <pc:docMk/>
          <pc:sldMk cId="4056883507" sldId="343"/>
        </pc:sldMkLst>
        <pc:spChg chg="del">
          <ac:chgData name="juan jose sanchez sanchez" userId="bf9c9b758c35a626" providerId="LiveId" clId="{1DCFCFD5-14B9-314C-A2B6-57B783D0E1D3}" dt="2026-10-20T11:09:08.530" v="4542" actId="478"/>
          <ac:spMkLst>
            <pc:docMk/>
            <pc:sldMk cId="4056883507" sldId="343"/>
            <ac:spMk id="3" creationId="{61FD2E6F-1D82-136A-51CC-B0FF3435A4C0}"/>
          </ac:spMkLst>
        </pc:spChg>
        <pc:spChg chg="del">
          <ac:chgData name="juan jose sanchez sanchez" userId="bf9c9b758c35a626" providerId="LiveId" clId="{1DCFCFD5-14B9-314C-A2B6-57B783D0E1D3}" dt="2026-10-20T11:09:08.530" v="4542" actId="478"/>
          <ac:spMkLst>
            <pc:docMk/>
            <pc:sldMk cId="4056883507" sldId="343"/>
            <ac:spMk id="7" creationId="{DFE0BE45-E71B-ED5D-40F8-727E91195625}"/>
          </ac:spMkLst>
        </pc:spChg>
        <pc:spChg chg="del">
          <ac:chgData name="juan jose sanchez sanchez" userId="bf9c9b758c35a626" providerId="LiveId" clId="{1DCFCFD5-14B9-314C-A2B6-57B783D0E1D3}" dt="2026-10-20T11:09:08.530" v="4542" actId="478"/>
          <ac:spMkLst>
            <pc:docMk/>
            <pc:sldMk cId="4056883507" sldId="343"/>
            <ac:spMk id="8" creationId="{E4DC04DA-161F-7DD7-59BD-CC05F112B8BE}"/>
          </ac:spMkLst>
        </pc:spChg>
        <pc:spChg chg="del">
          <ac:chgData name="juan jose sanchez sanchez" userId="bf9c9b758c35a626" providerId="LiveId" clId="{1DCFCFD5-14B9-314C-A2B6-57B783D0E1D3}" dt="2026-10-20T11:09:08.530" v="4542" actId="478"/>
          <ac:spMkLst>
            <pc:docMk/>
            <pc:sldMk cId="4056883507" sldId="343"/>
            <ac:spMk id="9" creationId="{63E9B6A9-17DB-5722-4F94-0A5F5E414B58}"/>
          </ac:spMkLst>
        </pc:spChg>
        <pc:spChg chg="del">
          <ac:chgData name="juan jose sanchez sanchez" userId="bf9c9b758c35a626" providerId="LiveId" clId="{1DCFCFD5-14B9-314C-A2B6-57B783D0E1D3}" dt="2026-10-20T11:09:08.530" v="4542" actId="478"/>
          <ac:spMkLst>
            <pc:docMk/>
            <pc:sldMk cId="4056883507" sldId="343"/>
            <ac:spMk id="10" creationId="{90C8BACD-27DE-BCEB-3BB8-BAF1101F4744}"/>
          </ac:spMkLst>
        </pc:spChg>
        <pc:spChg chg="add mod">
          <ac:chgData name="juan jose sanchez sanchez" userId="bf9c9b758c35a626" providerId="LiveId" clId="{1DCFCFD5-14B9-314C-A2B6-57B783D0E1D3}" dt="2026-10-20T11:09:08.530" v="4542" actId="478"/>
          <ac:spMkLst>
            <pc:docMk/>
            <pc:sldMk cId="4056883507" sldId="343"/>
            <ac:spMk id="12" creationId="{BA756EED-CE7F-6EA7-2556-AEFBBA464827}"/>
          </ac:spMkLst>
        </pc:spChg>
        <pc:grpChg chg="del">
          <ac:chgData name="juan jose sanchez sanchez" userId="bf9c9b758c35a626" providerId="LiveId" clId="{1DCFCFD5-14B9-314C-A2B6-57B783D0E1D3}" dt="2026-10-20T11:09:08.530" v="4542" actId="478"/>
          <ac:grpSpMkLst>
            <pc:docMk/>
            <pc:sldMk cId="4056883507" sldId="343"/>
            <ac:grpSpMk id="4" creationId="{7387DC55-53CE-E87F-9B1F-540E83412E7D}"/>
          </ac:grpSpMkLst>
        </pc:grpChg>
        <pc:picChg chg="add mod">
          <ac:chgData name="juan jose sanchez sanchez" userId="bf9c9b758c35a626" providerId="LiveId" clId="{1DCFCFD5-14B9-314C-A2B6-57B783D0E1D3}" dt="2026-10-20T11:09:20.407" v="4545" actId="1076"/>
          <ac:picMkLst>
            <pc:docMk/>
            <pc:sldMk cId="4056883507" sldId="343"/>
            <ac:picMk id="3074" creationId="{2EF53377-63B3-47A8-0F5D-03CA16490263}"/>
          </ac:picMkLst>
        </pc:picChg>
      </pc:sldChg>
      <pc:sldChg chg="addSp delSp modSp add mod ord">
        <pc:chgData name="juan jose sanchez sanchez" userId="bf9c9b758c35a626" providerId="LiveId" clId="{1DCFCFD5-14B9-314C-A2B6-57B783D0E1D3}" dt="2026-10-20T11:11:53.718" v="4707" actId="1038"/>
        <pc:sldMkLst>
          <pc:docMk/>
          <pc:sldMk cId="2130214137" sldId="344"/>
        </pc:sldMkLst>
        <pc:spChg chg="mod">
          <ac:chgData name="juan jose sanchez sanchez" userId="bf9c9b758c35a626" providerId="LiveId" clId="{1DCFCFD5-14B9-314C-A2B6-57B783D0E1D3}" dt="2026-10-20T11:10:14.658" v="4552" actId="14100"/>
          <ac:spMkLst>
            <pc:docMk/>
            <pc:sldMk cId="2130214137" sldId="344"/>
            <ac:spMk id="2" creationId="{673AE138-3AFF-9747-5BF7-8D7F4DDCA0AC}"/>
          </ac:spMkLst>
        </pc:spChg>
        <pc:picChg chg="del">
          <ac:chgData name="juan jose sanchez sanchez" userId="bf9c9b758c35a626" providerId="LiveId" clId="{1DCFCFD5-14B9-314C-A2B6-57B783D0E1D3}" dt="2026-10-20T11:10:15.736" v="4553" actId="478"/>
          <ac:picMkLst>
            <pc:docMk/>
            <pc:sldMk cId="2130214137" sldId="344"/>
            <ac:picMk id="3074" creationId="{2CBA2E86-0F4B-A373-79D9-8F7309439EA5}"/>
          </ac:picMkLst>
        </pc:picChg>
        <pc:picChg chg="add mod">
          <ac:chgData name="juan jose sanchez sanchez" userId="bf9c9b758c35a626" providerId="LiveId" clId="{1DCFCFD5-14B9-314C-A2B6-57B783D0E1D3}" dt="2026-10-20T11:11:53.718" v="4707" actId="1038"/>
          <ac:picMkLst>
            <pc:docMk/>
            <pc:sldMk cId="2130214137" sldId="344"/>
            <ac:picMk id="5122" creationId="{304F5E59-A734-9C1C-CD3B-49754D0CB32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5090FC-BDC7-1A4F-92BA-05E2CDB3C35C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0A23AC-ABE3-994D-9A14-B392D8BD93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190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0A23AC-ABE3-994D-9A14-B392D8BD93E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0204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Escenario</a:t>
            </a:r>
            <a:r>
              <a:rPr lang="en-US" dirty="0"/>
              <a:t> electoral</a:t>
            </a:r>
          </a:p>
          <a:p>
            <a:endParaRPr lang="en-US" dirty="0"/>
          </a:p>
          <a:p>
            <a:r>
              <a:rPr lang="en-US" dirty="0" err="1"/>
              <a:t>Equipo</a:t>
            </a:r>
            <a:r>
              <a:rPr lang="en-US" dirty="0"/>
              <a:t> de la </a:t>
            </a:r>
            <a:r>
              <a:rPr lang="en-US" dirty="0" err="1"/>
              <a:t>campaña</a:t>
            </a:r>
            <a:r>
              <a:rPr lang="en-US" dirty="0"/>
              <a:t> </a:t>
            </a:r>
            <a:r>
              <a:rPr lang="en-US" dirty="0" err="1"/>
              <a:t>quiere</a:t>
            </a:r>
            <a:r>
              <a:rPr lang="en-US" dirty="0"/>
              <a:t> </a:t>
            </a:r>
            <a:r>
              <a:rPr lang="en-US" dirty="0" err="1"/>
              <a:t>dirigir</a:t>
            </a:r>
            <a:r>
              <a:rPr lang="en-US" dirty="0"/>
              <a:t> la </a:t>
            </a:r>
            <a:r>
              <a:rPr lang="en-US" dirty="0" err="1"/>
              <a:t>atención</a:t>
            </a:r>
            <a:r>
              <a:rPr lang="en-US" dirty="0"/>
              <a:t> a las personas </a:t>
            </a:r>
            <a:r>
              <a:rPr lang="en-US" dirty="0" err="1"/>
              <a:t>indecisas</a:t>
            </a: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0A23AC-ABE3-994D-9A14-B392D8BD93E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768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0A23AC-ABE3-994D-9A14-B392D8BD93E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6646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har char="■"/>
              <a:tabLst>
                <a:tab pos="297815" algn="l"/>
              </a:tabLst>
            </a:pPr>
            <a:r>
              <a:rPr lang="en-US" sz="1200" spc="-75" dirty="0" err="1">
                <a:latin typeface="Arial"/>
                <a:cs typeface="Arial"/>
              </a:rPr>
              <a:t>Heterogéneos</a:t>
            </a:r>
            <a:r>
              <a:rPr lang="en-US" sz="1200" spc="-75" dirty="0">
                <a:latin typeface="Arial"/>
                <a:cs typeface="Arial"/>
              </a:rPr>
              <a:t>, </a:t>
            </a:r>
            <a:r>
              <a:rPr lang="en-US" sz="1200" spc="-75" dirty="0" err="1">
                <a:latin typeface="Arial"/>
                <a:cs typeface="Arial"/>
              </a:rPr>
              <a:t>datos</a:t>
            </a:r>
            <a:r>
              <a:rPr lang="en-US" sz="1200" spc="-75" dirty="0">
                <a:latin typeface="Arial"/>
                <a:cs typeface="Arial"/>
              </a:rPr>
              <a:t> de </a:t>
            </a:r>
            <a:r>
              <a:rPr lang="en-US" sz="1200" spc="-75" dirty="0" err="1">
                <a:latin typeface="Arial"/>
                <a:cs typeface="Arial"/>
              </a:rPr>
              <a:t>todo</a:t>
            </a:r>
            <a:r>
              <a:rPr lang="en-US" sz="1200" spc="-75" dirty="0">
                <a:latin typeface="Arial"/>
                <a:cs typeface="Arial"/>
              </a:rPr>
              <a:t> </a:t>
            </a:r>
            <a:r>
              <a:rPr lang="en-US" sz="1200" spc="-75" dirty="0" err="1">
                <a:latin typeface="Arial"/>
                <a:cs typeface="Arial"/>
              </a:rPr>
              <a:t>tipo</a:t>
            </a:r>
            <a:r>
              <a:rPr lang="en-US" sz="1200" spc="-75" dirty="0">
                <a:latin typeface="Arial"/>
                <a:cs typeface="Arial"/>
              </a:rPr>
              <a:t>, links, hashtags, </a:t>
            </a:r>
            <a:r>
              <a:rPr lang="en-US" sz="1200" spc="-75" dirty="0" err="1">
                <a:latin typeface="Arial"/>
                <a:cs typeface="Arial"/>
              </a:rPr>
              <a:t>texto</a:t>
            </a:r>
            <a:r>
              <a:rPr lang="en-US" sz="1200" spc="-75" dirty="0">
                <a:latin typeface="Arial"/>
                <a:cs typeface="Arial"/>
              </a:rPr>
              <a:t> plano</a:t>
            </a:r>
            <a:endParaRPr lang="en-US" sz="1200" dirty="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120"/>
              </a:spcBef>
              <a:buChar char="■"/>
              <a:tabLst>
                <a:tab pos="297815" algn="l"/>
              </a:tabLst>
            </a:pPr>
            <a:r>
              <a:rPr lang="en-US" sz="1200" spc="-130" dirty="0" err="1">
                <a:latin typeface="Arial"/>
                <a:cs typeface="Arial"/>
              </a:rPr>
              <a:t>Desestructurados</a:t>
            </a:r>
            <a:r>
              <a:rPr lang="en-US" sz="1200" spc="-130" dirty="0">
                <a:latin typeface="Arial"/>
                <a:cs typeface="Arial"/>
              </a:rPr>
              <a:t>, al ser </a:t>
            </a:r>
            <a:r>
              <a:rPr lang="en-US" sz="1200" spc="-130" dirty="0" err="1">
                <a:latin typeface="Arial"/>
                <a:cs typeface="Arial"/>
              </a:rPr>
              <a:t>heterogéneos</a:t>
            </a:r>
            <a:r>
              <a:rPr lang="en-US" sz="1200" spc="-130" dirty="0">
                <a:latin typeface="Arial"/>
                <a:cs typeface="Arial"/>
              </a:rPr>
              <a:t> no </a:t>
            </a:r>
            <a:r>
              <a:rPr lang="en-US" sz="1200" spc="-130" dirty="0" err="1">
                <a:latin typeface="Arial"/>
                <a:cs typeface="Arial"/>
              </a:rPr>
              <a:t>siguen</a:t>
            </a:r>
            <a:r>
              <a:rPr lang="en-US" sz="1200" spc="-130" dirty="0">
                <a:latin typeface="Arial"/>
                <a:cs typeface="Arial"/>
              </a:rPr>
              <a:t> un un </a:t>
            </a:r>
            <a:r>
              <a:rPr lang="en-US" sz="1200" spc="-130" dirty="0" err="1">
                <a:latin typeface="Arial"/>
                <a:cs typeface="Arial"/>
              </a:rPr>
              <a:t>esquema</a:t>
            </a:r>
            <a:r>
              <a:rPr lang="en-US" sz="1200" spc="-130" dirty="0">
                <a:latin typeface="Arial"/>
                <a:cs typeface="Arial"/>
              </a:rPr>
              <a:t> o </a:t>
            </a:r>
            <a:r>
              <a:rPr lang="en-US" sz="1200" spc="-130" dirty="0" err="1">
                <a:latin typeface="Arial"/>
                <a:cs typeface="Arial"/>
              </a:rPr>
              <a:t>modelo</a:t>
            </a:r>
            <a:r>
              <a:rPr lang="en-US" sz="1200" spc="-130" dirty="0">
                <a:latin typeface="Arial"/>
                <a:cs typeface="Arial"/>
              </a:rPr>
              <a:t> </a:t>
            </a:r>
            <a:r>
              <a:rPr lang="en-US" sz="1200" spc="-130" dirty="0" err="1">
                <a:latin typeface="Arial"/>
                <a:cs typeface="Arial"/>
              </a:rPr>
              <a:t>fijo</a:t>
            </a:r>
            <a:r>
              <a:rPr lang="en-US" sz="1200" spc="-130" dirty="0">
                <a:latin typeface="Arial"/>
                <a:cs typeface="Arial"/>
              </a:rPr>
              <a:t> de </a:t>
            </a:r>
            <a:r>
              <a:rPr lang="en-US" sz="1200" spc="-130" dirty="0" err="1">
                <a:latin typeface="Arial"/>
                <a:cs typeface="Arial"/>
              </a:rPr>
              <a:t>filas</a:t>
            </a:r>
            <a:r>
              <a:rPr lang="en-US" sz="1200" spc="-130" dirty="0">
                <a:latin typeface="Arial"/>
                <a:cs typeface="Arial"/>
              </a:rPr>
              <a:t> y </a:t>
            </a:r>
            <a:r>
              <a:rPr lang="en-US" sz="1200" spc="-130" dirty="0" err="1">
                <a:latin typeface="Arial"/>
                <a:cs typeface="Arial"/>
              </a:rPr>
              <a:t>columnas</a:t>
            </a:r>
            <a:endParaRPr lang="en-US" sz="1200" dirty="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240"/>
              </a:spcBef>
              <a:buChar char="■"/>
              <a:tabLst>
                <a:tab pos="297815" algn="l"/>
              </a:tabLst>
            </a:pPr>
            <a:r>
              <a:rPr lang="en-US" sz="1200" spc="-50" dirty="0" err="1">
                <a:latin typeface="Arial"/>
                <a:cs typeface="Arial"/>
              </a:rPr>
              <a:t>Dinámicos</a:t>
            </a:r>
            <a:endParaRPr lang="en-US" sz="1200" dirty="0">
              <a:latin typeface="Arial"/>
              <a:cs typeface="Arial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0A23AC-ABE3-994D-9A14-B392D8BD93E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3417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8CA74-8F80-9AC5-D127-A19894B36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A9D08C-17B5-4AD2-AFEB-42CFABA666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8ED529-73E2-A94D-1960-A6D610DADC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har char="■"/>
              <a:tabLst>
                <a:tab pos="297815" algn="l"/>
              </a:tabLst>
            </a:pPr>
            <a:r>
              <a:rPr lang="en-US" sz="1200" spc="-75" dirty="0" err="1">
                <a:latin typeface="Arial"/>
                <a:cs typeface="Arial"/>
              </a:rPr>
              <a:t>Heterogéneos</a:t>
            </a:r>
            <a:r>
              <a:rPr lang="en-US" sz="1200" spc="-75" dirty="0">
                <a:latin typeface="Arial"/>
                <a:cs typeface="Arial"/>
              </a:rPr>
              <a:t>, </a:t>
            </a:r>
            <a:r>
              <a:rPr lang="en-US" sz="1200" spc="-75" dirty="0" err="1">
                <a:latin typeface="Arial"/>
                <a:cs typeface="Arial"/>
              </a:rPr>
              <a:t>datos</a:t>
            </a:r>
            <a:r>
              <a:rPr lang="en-US" sz="1200" spc="-75" dirty="0">
                <a:latin typeface="Arial"/>
                <a:cs typeface="Arial"/>
              </a:rPr>
              <a:t> de </a:t>
            </a:r>
            <a:r>
              <a:rPr lang="en-US" sz="1200" spc="-75" dirty="0" err="1">
                <a:latin typeface="Arial"/>
                <a:cs typeface="Arial"/>
              </a:rPr>
              <a:t>todo</a:t>
            </a:r>
            <a:r>
              <a:rPr lang="en-US" sz="1200" spc="-75" dirty="0">
                <a:latin typeface="Arial"/>
                <a:cs typeface="Arial"/>
              </a:rPr>
              <a:t> </a:t>
            </a:r>
            <a:r>
              <a:rPr lang="en-US" sz="1200" spc="-75" dirty="0" err="1">
                <a:latin typeface="Arial"/>
                <a:cs typeface="Arial"/>
              </a:rPr>
              <a:t>tipo</a:t>
            </a:r>
            <a:r>
              <a:rPr lang="en-US" sz="1200" spc="-75" dirty="0">
                <a:latin typeface="Arial"/>
                <a:cs typeface="Arial"/>
              </a:rPr>
              <a:t>, links, hashtags, </a:t>
            </a:r>
            <a:r>
              <a:rPr lang="en-US" sz="1200" spc="-75" dirty="0" err="1">
                <a:latin typeface="Arial"/>
                <a:cs typeface="Arial"/>
              </a:rPr>
              <a:t>texto</a:t>
            </a:r>
            <a:r>
              <a:rPr lang="en-US" sz="1200" spc="-75" dirty="0">
                <a:latin typeface="Arial"/>
                <a:cs typeface="Arial"/>
              </a:rPr>
              <a:t> plano</a:t>
            </a:r>
            <a:endParaRPr lang="en-US" sz="1200" dirty="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120"/>
              </a:spcBef>
              <a:buChar char="■"/>
              <a:tabLst>
                <a:tab pos="297815" algn="l"/>
              </a:tabLst>
            </a:pPr>
            <a:r>
              <a:rPr lang="en-US" sz="1200" spc="-130" dirty="0" err="1">
                <a:latin typeface="Arial"/>
                <a:cs typeface="Arial"/>
              </a:rPr>
              <a:t>Desestructurados</a:t>
            </a:r>
            <a:r>
              <a:rPr lang="en-US" sz="1200" spc="-130" dirty="0">
                <a:latin typeface="Arial"/>
                <a:cs typeface="Arial"/>
              </a:rPr>
              <a:t>, al ser </a:t>
            </a:r>
            <a:r>
              <a:rPr lang="en-US" sz="1200" spc="-130" dirty="0" err="1">
                <a:latin typeface="Arial"/>
                <a:cs typeface="Arial"/>
              </a:rPr>
              <a:t>heterogéneos</a:t>
            </a:r>
            <a:r>
              <a:rPr lang="en-US" sz="1200" spc="-130" dirty="0">
                <a:latin typeface="Arial"/>
                <a:cs typeface="Arial"/>
              </a:rPr>
              <a:t> no </a:t>
            </a:r>
            <a:r>
              <a:rPr lang="en-US" sz="1200" spc="-130" dirty="0" err="1">
                <a:latin typeface="Arial"/>
                <a:cs typeface="Arial"/>
              </a:rPr>
              <a:t>siguen</a:t>
            </a:r>
            <a:r>
              <a:rPr lang="en-US" sz="1200" spc="-130" dirty="0">
                <a:latin typeface="Arial"/>
                <a:cs typeface="Arial"/>
              </a:rPr>
              <a:t> un un </a:t>
            </a:r>
            <a:r>
              <a:rPr lang="en-US" sz="1200" spc="-130" dirty="0" err="1">
                <a:latin typeface="Arial"/>
                <a:cs typeface="Arial"/>
              </a:rPr>
              <a:t>esquema</a:t>
            </a:r>
            <a:r>
              <a:rPr lang="en-US" sz="1200" spc="-130" dirty="0">
                <a:latin typeface="Arial"/>
                <a:cs typeface="Arial"/>
              </a:rPr>
              <a:t> o </a:t>
            </a:r>
            <a:r>
              <a:rPr lang="en-US" sz="1200" spc="-130" dirty="0" err="1">
                <a:latin typeface="Arial"/>
                <a:cs typeface="Arial"/>
              </a:rPr>
              <a:t>modelo</a:t>
            </a:r>
            <a:r>
              <a:rPr lang="en-US" sz="1200" spc="-130" dirty="0">
                <a:latin typeface="Arial"/>
                <a:cs typeface="Arial"/>
              </a:rPr>
              <a:t> </a:t>
            </a:r>
            <a:r>
              <a:rPr lang="en-US" sz="1200" spc="-130" dirty="0" err="1">
                <a:latin typeface="Arial"/>
                <a:cs typeface="Arial"/>
              </a:rPr>
              <a:t>fijo</a:t>
            </a:r>
            <a:r>
              <a:rPr lang="en-US" sz="1200" spc="-130" dirty="0">
                <a:latin typeface="Arial"/>
                <a:cs typeface="Arial"/>
              </a:rPr>
              <a:t> de </a:t>
            </a:r>
            <a:r>
              <a:rPr lang="en-US" sz="1200" spc="-130" dirty="0" err="1">
                <a:latin typeface="Arial"/>
                <a:cs typeface="Arial"/>
              </a:rPr>
              <a:t>filas</a:t>
            </a:r>
            <a:r>
              <a:rPr lang="en-US" sz="1200" spc="-130" dirty="0">
                <a:latin typeface="Arial"/>
                <a:cs typeface="Arial"/>
              </a:rPr>
              <a:t> y </a:t>
            </a:r>
            <a:r>
              <a:rPr lang="en-US" sz="1200" spc="-130" dirty="0" err="1">
                <a:latin typeface="Arial"/>
                <a:cs typeface="Arial"/>
              </a:rPr>
              <a:t>columnas</a:t>
            </a:r>
            <a:endParaRPr lang="en-US" sz="1200" dirty="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240"/>
              </a:spcBef>
              <a:buChar char="■"/>
              <a:tabLst>
                <a:tab pos="297815" algn="l"/>
              </a:tabLst>
            </a:pPr>
            <a:r>
              <a:rPr lang="en-US" sz="1200" spc="-50" dirty="0" err="1">
                <a:latin typeface="Arial"/>
                <a:cs typeface="Arial"/>
              </a:rPr>
              <a:t>Dinámicos</a:t>
            </a:r>
            <a:endParaRPr lang="en-US" sz="1200" dirty="0">
              <a:latin typeface="Arial"/>
              <a:cs typeface="Arial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B03E8B-0841-7394-D3B1-4DCA4E658B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0A23AC-ABE3-994D-9A14-B392D8BD93E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508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C4405-F068-B97B-06CB-396EAD816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AD44A4-7102-42C7-FE2E-71059981F1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D89C7C-66F4-6B30-16A1-B8DC226B21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har char="■"/>
              <a:tabLst>
                <a:tab pos="297815" algn="l"/>
              </a:tabLst>
            </a:pPr>
            <a:r>
              <a:rPr lang="en-US" sz="1200" spc="-75" dirty="0" err="1">
                <a:latin typeface="Arial"/>
                <a:cs typeface="Arial"/>
              </a:rPr>
              <a:t>Heterogéneos</a:t>
            </a:r>
            <a:r>
              <a:rPr lang="en-US" sz="1200" spc="-75" dirty="0">
                <a:latin typeface="Arial"/>
                <a:cs typeface="Arial"/>
              </a:rPr>
              <a:t>, </a:t>
            </a:r>
            <a:r>
              <a:rPr lang="en-US" sz="1200" spc="-75" dirty="0" err="1">
                <a:latin typeface="Arial"/>
                <a:cs typeface="Arial"/>
              </a:rPr>
              <a:t>datos</a:t>
            </a:r>
            <a:r>
              <a:rPr lang="en-US" sz="1200" spc="-75" dirty="0">
                <a:latin typeface="Arial"/>
                <a:cs typeface="Arial"/>
              </a:rPr>
              <a:t> de </a:t>
            </a:r>
            <a:r>
              <a:rPr lang="en-US" sz="1200" spc="-75" dirty="0" err="1">
                <a:latin typeface="Arial"/>
                <a:cs typeface="Arial"/>
              </a:rPr>
              <a:t>todo</a:t>
            </a:r>
            <a:r>
              <a:rPr lang="en-US" sz="1200" spc="-75" dirty="0">
                <a:latin typeface="Arial"/>
                <a:cs typeface="Arial"/>
              </a:rPr>
              <a:t> </a:t>
            </a:r>
            <a:r>
              <a:rPr lang="en-US" sz="1200" spc="-75" dirty="0" err="1">
                <a:latin typeface="Arial"/>
                <a:cs typeface="Arial"/>
              </a:rPr>
              <a:t>tipo</a:t>
            </a:r>
            <a:r>
              <a:rPr lang="en-US" sz="1200" spc="-75" dirty="0">
                <a:latin typeface="Arial"/>
                <a:cs typeface="Arial"/>
              </a:rPr>
              <a:t>, links, hashtags, </a:t>
            </a:r>
            <a:r>
              <a:rPr lang="en-US" sz="1200" spc="-75" dirty="0" err="1">
                <a:latin typeface="Arial"/>
                <a:cs typeface="Arial"/>
              </a:rPr>
              <a:t>texto</a:t>
            </a:r>
            <a:r>
              <a:rPr lang="en-US" sz="1200" spc="-75" dirty="0">
                <a:latin typeface="Arial"/>
                <a:cs typeface="Arial"/>
              </a:rPr>
              <a:t> plano</a:t>
            </a:r>
            <a:endParaRPr lang="en-US" sz="1200" dirty="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120"/>
              </a:spcBef>
              <a:buChar char="■"/>
              <a:tabLst>
                <a:tab pos="297815" algn="l"/>
              </a:tabLst>
            </a:pPr>
            <a:r>
              <a:rPr lang="en-US" sz="1200" spc="-130" dirty="0" err="1">
                <a:latin typeface="Arial"/>
                <a:cs typeface="Arial"/>
              </a:rPr>
              <a:t>Desestructurados</a:t>
            </a:r>
            <a:r>
              <a:rPr lang="en-US" sz="1200" spc="-130" dirty="0">
                <a:latin typeface="Arial"/>
                <a:cs typeface="Arial"/>
              </a:rPr>
              <a:t>, al ser </a:t>
            </a:r>
            <a:r>
              <a:rPr lang="en-US" sz="1200" spc="-130" dirty="0" err="1">
                <a:latin typeface="Arial"/>
                <a:cs typeface="Arial"/>
              </a:rPr>
              <a:t>heterogéneos</a:t>
            </a:r>
            <a:r>
              <a:rPr lang="en-US" sz="1200" spc="-130" dirty="0">
                <a:latin typeface="Arial"/>
                <a:cs typeface="Arial"/>
              </a:rPr>
              <a:t> no </a:t>
            </a:r>
            <a:r>
              <a:rPr lang="en-US" sz="1200" spc="-130" dirty="0" err="1">
                <a:latin typeface="Arial"/>
                <a:cs typeface="Arial"/>
              </a:rPr>
              <a:t>siguen</a:t>
            </a:r>
            <a:r>
              <a:rPr lang="en-US" sz="1200" spc="-130" dirty="0">
                <a:latin typeface="Arial"/>
                <a:cs typeface="Arial"/>
              </a:rPr>
              <a:t> un un </a:t>
            </a:r>
            <a:r>
              <a:rPr lang="en-US" sz="1200" spc="-130" dirty="0" err="1">
                <a:latin typeface="Arial"/>
                <a:cs typeface="Arial"/>
              </a:rPr>
              <a:t>esquema</a:t>
            </a:r>
            <a:r>
              <a:rPr lang="en-US" sz="1200" spc="-130" dirty="0">
                <a:latin typeface="Arial"/>
                <a:cs typeface="Arial"/>
              </a:rPr>
              <a:t> o </a:t>
            </a:r>
            <a:r>
              <a:rPr lang="en-US" sz="1200" spc="-130" dirty="0" err="1">
                <a:latin typeface="Arial"/>
                <a:cs typeface="Arial"/>
              </a:rPr>
              <a:t>modelo</a:t>
            </a:r>
            <a:r>
              <a:rPr lang="en-US" sz="1200" spc="-130" dirty="0">
                <a:latin typeface="Arial"/>
                <a:cs typeface="Arial"/>
              </a:rPr>
              <a:t> </a:t>
            </a:r>
            <a:r>
              <a:rPr lang="en-US" sz="1200" spc="-130" dirty="0" err="1">
                <a:latin typeface="Arial"/>
                <a:cs typeface="Arial"/>
              </a:rPr>
              <a:t>fijo</a:t>
            </a:r>
            <a:r>
              <a:rPr lang="en-US" sz="1200" spc="-130" dirty="0">
                <a:latin typeface="Arial"/>
                <a:cs typeface="Arial"/>
              </a:rPr>
              <a:t> de </a:t>
            </a:r>
            <a:r>
              <a:rPr lang="en-US" sz="1200" spc="-130" dirty="0" err="1">
                <a:latin typeface="Arial"/>
                <a:cs typeface="Arial"/>
              </a:rPr>
              <a:t>filas</a:t>
            </a:r>
            <a:r>
              <a:rPr lang="en-US" sz="1200" spc="-130" dirty="0">
                <a:latin typeface="Arial"/>
                <a:cs typeface="Arial"/>
              </a:rPr>
              <a:t> y </a:t>
            </a:r>
            <a:r>
              <a:rPr lang="en-US" sz="1200" spc="-130" dirty="0" err="1">
                <a:latin typeface="Arial"/>
                <a:cs typeface="Arial"/>
              </a:rPr>
              <a:t>columnas</a:t>
            </a:r>
            <a:endParaRPr lang="en-US" sz="1200" dirty="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240"/>
              </a:spcBef>
              <a:buChar char="■"/>
              <a:tabLst>
                <a:tab pos="297815" algn="l"/>
              </a:tabLst>
            </a:pPr>
            <a:r>
              <a:rPr lang="en-US" sz="1200" spc="-50" dirty="0" err="1">
                <a:latin typeface="Arial"/>
                <a:cs typeface="Arial"/>
              </a:rPr>
              <a:t>Dinámicos</a:t>
            </a:r>
            <a:r>
              <a:rPr lang="en-US" sz="1200" spc="-50" dirty="0">
                <a:latin typeface="Arial"/>
                <a:cs typeface="Arial"/>
              </a:rPr>
              <a:t>, temenos </a:t>
            </a:r>
            <a:r>
              <a:rPr lang="en-US" sz="1200" spc="-50" dirty="0" err="1">
                <a:latin typeface="Arial"/>
                <a:cs typeface="Arial"/>
              </a:rPr>
              <a:t>los</a:t>
            </a:r>
            <a:r>
              <a:rPr lang="en-US" sz="1200" spc="-50" dirty="0">
                <a:latin typeface="Arial"/>
                <a:cs typeface="Arial"/>
              </a:rPr>
              <a:t> </a:t>
            </a:r>
            <a:r>
              <a:rPr lang="en-US" sz="1200" spc="-50" dirty="0" err="1">
                <a:latin typeface="Arial"/>
                <a:cs typeface="Arial"/>
              </a:rPr>
              <a:t>iconos</a:t>
            </a:r>
            <a:r>
              <a:rPr lang="en-US" sz="1200" spc="-50" dirty="0">
                <a:latin typeface="Arial"/>
                <a:cs typeface="Arial"/>
              </a:rPr>
              <a:t> de </a:t>
            </a:r>
            <a:r>
              <a:rPr lang="en-US" sz="1200" spc="-50" dirty="0" err="1">
                <a:latin typeface="Arial"/>
                <a:cs typeface="Arial"/>
              </a:rPr>
              <a:t>respuesta</a:t>
            </a:r>
            <a:r>
              <a:rPr lang="en-US" sz="1200" spc="-50" dirty="0">
                <a:latin typeface="Arial"/>
                <a:cs typeface="Arial"/>
              </a:rPr>
              <a:t>, </a:t>
            </a:r>
            <a:r>
              <a:rPr lang="en-US" sz="1200" spc="-50" dirty="0" err="1">
                <a:latin typeface="Arial"/>
                <a:cs typeface="Arial"/>
              </a:rPr>
              <a:t>retuit</a:t>
            </a:r>
            <a:r>
              <a:rPr lang="en-US" sz="1200" spc="-50" dirty="0">
                <a:latin typeface="Arial"/>
                <a:cs typeface="Arial"/>
              </a:rPr>
              <a:t> y </a:t>
            </a:r>
            <a:r>
              <a:rPr lang="en-US" sz="1200" spc="-50" dirty="0" err="1">
                <a:latin typeface="Arial"/>
                <a:cs typeface="Arial"/>
              </a:rPr>
              <a:t>corazon</a:t>
            </a:r>
            <a:r>
              <a:rPr lang="en-US" sz="1200" spc="-50" dirty="0">
                <a:latin typeface="Arial"/>
                <a:cs typeface="Arial"/>
              </a:rPr>
              <a:t> que </a:t>
            </a:r>
            <a:r>
              <a:rPr lang="en-US" sz="1200" spc="-50" dirty="0" err="1">
                <a:latin typeface="Arial"/>
                <a:cs typeface="Arial"/>
              </a:rPr>
              <a:t>generan</a:t>
            </a:r>
            <a:r>
              <a:rPr lang="en-US" sz="1200" spc="-50" dirty="0">
                <a:latin typeface="Arial"/>
                <a:cs typeface="Arial"/>
              </a:rPr>
              <a:t> mayor o </a:t>
            </a:r>
            <a:r>
              <a:rPr lang="en-US" sz="1200" spc="-50" dirty="0" err="1">
                <a:latin typeface="Arial"/>
                <a:cs typeface="Arial"/>
              </a:rPr>
              <a:t>menor</a:t>
            </a:r>
            <a:r>
              <a:rPr lang="en-US" sz="1200" spc="-50" dirty="0">
                <a:latin typeface="Arial"/>
                <a:cs typeface="Arial"/>
              </a:rPr>
              <a:t> </a:t>
            </a:r>
            <a:r>
              <a:rPr lang="en-US" sz="1200" spc="-50" dirty="0" err="1">
                <a:latin typeface="Arial"/>
                <a:cs typeface="Arial"/>
              </a:rPr>
              <a:t>atención</a:t>
            </a:r>
            <a:r>
              <a:rPr lang="en-US" sz="1200" spc="-50" dirty="0">
                <a:latin typeface="Arial"/>
                <a:cs typeface="Arial"/>
              </a:rPr>
              <a:t> </a:t>
            </a:r>
            <a:r>
              <a:rPr lang="en-US" sz="1200" spc="-50" dirty="0" err="1">
                <a:latin typeface="Arial"/>
                <a:cs typeface="Arial"/>
              </a:rPr>
              <a:t>en</a:t>
            </a:r>
            <a:r>
              <a:rPr lang="en-US" sz="1200" spc="-50" dirty="0">
                <a:latin typeface="Arial"/>
                <a:cs typeface="Arial"/>
              </a:rPr>
              <a:t> </a:t>
            </a:r>
            <a:r>
              <a:rPr lang="en-US" sz="1200" spc="-50" dirty="0" err="1">
                <a:latin typeface="Arial"/>
                <a:cs typeface="Arial"/>
              </a:rPr>
              <a:t>el</a:t>
            </a:r>
            <a:r>
              <a:rPr lang="en-US" sz="1200" spc="-50" dirty="0">
                <a:latin typeface="Arial"/>
                <a:cs typeface="Arial"/>
              </a:rPr>
              <a:t> </a:t>
            </a:r>
            <a:r>
              <a:rPr lang="en-US" sz="1200" spc="-50" dirty="0" err="1">
                <a:latin typeface="Arial"/>
                <a:cs typeface="Arial"/>
              </a:rPr>
              <a:t>votante</a:t>
            </a:r>
            <a:r>
              <a:rPr lang="en-US" sz="1200" spc="-50" dirty="0">
                <a:latin typeface="Arial"/>
                <a:cs typeface="Arial"/>
              </a:rPr>
              <a:t> </a:t>
            </a:r>
            <a:r>
              <a:rPr lang="en-US" sz="1200" spc="-50" dirty="0" err="1">
                <a:latin typeface="Arial"/>
                <a:cs typeface="Arial"/>
              </a:rPr>
              <a:t>promedio</a:t>
            </a:r>
            <a:endParaRPr lang="en-US" sz="1200" spc="-50" dirty="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240"/>
              </a:spcBef>
              <a:buChar char="■"/>
              <a:tabLst>
                <a:tab pos="297815" algn="l"/>
              </a:tabLst>
            </a:pPr>
            <a:endParaRPr lang="en-US" sz="1200" spc="-50" dirty="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240"/>
              </a:spcBef>
              <a:buChar char="■"/>
              <a:tabLst>
                <a:tab pos="297815" algn="l"/>
              </a:tabLst>
            </a:pPr>
            <a:r>
              <a:rPr lang="en-US" sz="1200" spc="-50" dirty="0" err="1">
                <a:latin typeface="Arial"/>
                <a:cs typeface="Arial"/>
              </a:rPr>
              <a:t>Estos</a:t>
            </a:r>
            <a:r>
              <a:rPr lang="en-US" sz="1200" spc="-50" dirty="0">
                <a:latin typeface="Arial"/>
                <a:cs typeface="Arial"/>
              </a:rPr>
              <a:t> son </a:t>
            </a:r>
            <a:r>
              <a:rPr lang="en-US" sz="1200" spc="-50" dirty="0" err="1">
                <a:latin typeface="Arial"/>
                <a:cs typeface="Arial"/>
              </a:rPr>
              <a:t>los</a:t>
            </a:r>
            <a:r>
              <a:rPr lang="en-US" sz="1200" spc="-50" dirty="0">
                <a:latin typeface="Arial"/>
                <a:cs typeface="Arial"/>
              </a:rPr>
              <a:t> </a:t>
            </a:r>
            <a:r>
              <a:rPr lang="en-US" sz="1200" spc="-50" dirty="0" err="1">
                <a:latin typeface="Arial"/>
                <a:cs typeface="Arial"/>
              </a:rPr>
              <a:t>datos</a:t>
            </a:r>
            <a:r>
              <a:rPr lang="en-US" sz="1200" spc="-50" dirty="0">
                <a:latin typeface="Arial"/>
                <a:cs typeface="Arial"/>
              </a:rPr>
              <a:t> de </a:t>
            </a:r>
            <a:r>
              <a:rPr lang="en-US" sz="1200" spc="-50" dirty="0" err="1">
                <a:latin typeface="Arial"/>
                <a:cs typeface="Arial"/>
              </a:rPr>
              <a:t>partida</a:t>
            </a:r>
            <a:r>
              <a:rPr lang="en-US" sz="1200" spc="-50" dirty="0">
                <a:latin typeface="Arial"/>
                <a:cs typeface="Arial"/>
              </a:rPr>
              <a:t> </a:t>
            </a:r>
            <a:endParaRPr lang="en-US" sz="1200" dirty="0">
              <a:latin typeface="Arial"/>
              <a:cs typeface="Arial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4CDD53-CEA2-FB60-C243-8D1D95669F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0A23AC-ABE3-994D-9A14-B392D8BD93E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4191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0A23AC-ABE3-994D-9A14-B392D8BD93E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2610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Relacion</a:t>
            </a:r>
            <a:r>
              <a:rPr lang="en-US" dirty="0"/>
              <a:t> entre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 y la </a:t>
            </a:r>
            <a:r>
              <a:rPr lang="en-US" dirty="0" err="1"/>
              <a:t>tecnología</a:t>
            </a:r>
            <a:r>
              <a:rPr lang="en-US" dirty="0"/>
              <a:t> ante un </a:t>
            </a:r>
            <a:r>
              <a:rPr lang="en-US" dirty="0" err="1"/>
              <a:t>problema</a:t>
            </a:r>
            <a:r>
              <a:rPr lang="en-US" dirty="0"/>
              <a:t> de Big Data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0A23AC-ABE3-994D-9A14-B392D8BD93E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4041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Primero,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datos</a:t>
            </a:r>
            <a:endParaRPr lang="en-US" dirty="0"/>
          </a:p>
          <a:p>
            <a:endParaRPr lang="en-US" dirty="0"/>
          </a:p>
          <a:p>
            <a:r>
              <a:rPr lang="en-US" dirty="0"/>
              <a:t>Segundo element, </a:t>
            </a:r>
            <a:r>
              <a:rPr lang="en-US" dirty="0" err="1"/>
              <a:t>tecnologías</a:t>
            </a:r>
            <a:r>
              <a:rPr lang="en-US" dirty="0"/>
              <a:t> de bases de </a:t>
            </a:r>
            <a:r>
              <a:rPr lang="en-US" dirty="0" err="1"/>
              <a:t>datos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Tercero</a:t>
            </a:r>
            <a:r>
              <a:rPr lang="en-US" dirty="0"/>
              <a:t>, </a:t>
            </a:r>
            <a:r>
              <a:rPr lang="en-US" dirty="0" err="1"/>
              <a:t>tecnologías</a:t>
            </a:r>
            <a:r>
              <a:rPr lang="en-US" dirty="0"/>
              <a:t> para </a:t>
            </a:r>
            <a:r>
              <a:rPr lang="en-US" dirty="0" err="1"/>
              <a:t>generar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conocimientos</a:t>
            </a:r>
            <a:r>
              <a:rPr lang="en-US" dirty="0"/>
              <a:t> y </a:t>
            </a:r>
            <a:r>
              <a:rPr lang="en-US" dirty="0" err="1"/>
              <a:t>analíticas</a:t>
            </a:r>
            <a:r>
              <a:rPr lang="en-US" dirty="0"/>
              <a:t> que son las que </a:t>
            </a:r>
            <a:r>
              <a:rPr lang="en-US" dirty="0" err="1"/>
              <a:t>trabajaremos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módulo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0A23AC-ABE3-994D-9A14-B392D8BD93E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1612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Hace</a:t>
            </a:r>
            <a:r>
              <a:rPr lang="en-US" dirty="0"/>
              <a:t> 10 </a:t>
            </a:r>
            <a:r>
              <a:rPr lang="en-US" dirty="0" err="1"/>
              <a:t>años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Antes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formatos</a:t>
            </a:r>
            <a:r>
              <a:rPr lang="en-US" dirty="0"/>
              <a:t> </a:t>
            </a:r>
            <a:r>
              <a:rPr lang="en-US" dirty="0" err="1"/>
              <a:t>eran</a:t>
            </a:r>
            <a:r>
              <a:rPr lang="en-US" dirty="0"/>
              <a:t> </a:t>
            </a:r>
            <a:r>
              <a:rPr lang="en-US" dirty="0" err="1"/>
              <a:t>limitados</a:t>
            </a:r>
            <a:r>
              <a:rPr lang="en-US" dirty="0"/>
              <a:t> y </a:t>
            </a:r>
            <a:r>
              <a:rPr lang="en-US" dirty="0" err="1"/>
              <a:t>reducidos</a:t>
            </a:r>
            <a:r>
              <a:rPr lang="en-US" dirty="0"/>
              <a:t> y </a:t>
            </a:r>
            <a:r>
              <a:rPr lang="en-US" dirty="0" err="1"/>
              <a:t>sacabamos</a:t>
            </a:r>
            <a:r>
              <a:rPr lang="en-US" dirty="0"/>
              <a:t> las conclusions a </a:t>
            </a:r>
            <a:r>
              <a:rPr lang="en-US" dirty="0" err="1"/>
              <a:t>través</a:t>
            </a:r>
            <a:r>
              <a:rPr lang="en-US" dirty="0"/>
              <a:t> de </a:t>
            </a:r>
            <a:r>
              <a:rPr lang="en-US" dirty="0" err="1"/>
              <a:t>datos</a:t>
            </a:r>
            <a:r>
              <a:rPr lang="en-US" dirty="0"/>
              <a:t> </a:t>
            </a:r>
            <a:r>
              <a:rPr lang="en-US" dirty="0" err="1"/>
              <a:t>sintéticos</a:t>
            </a:r>
            <a:r>
              <a:rPr lang="en-US" dirty="0"/>
              <a:t> con </a:t>
            </a:r>
            <a:r>
              <a:rPr lang="en-US" dirty="0" err="1"/>
              <a:t>modelos</a:t>
            </a:r>
            <a:r>
              <a:rPr lang="en-US" dirty="0"/>
              <a:t> de </a:t>
            </a:r>
            <a:r>
              <a:rPr lang="en-US" dirty="0" err="1"/>
              <a:t>simulación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 err="1"/>
              <a:t>Sensores</a:t>
            </a:r>
            <a:r>
              <a:rPr lang="en-US" dirty="0"/>
              <a:t> de </a:t>
            </a:r>
            <a:r>
              <a:rPr lang="en-US" dirty="0" err="1"/>
              <a:t>todo</a:t>
            </a:r>
            <a:r>
              <a:rPr lang="en-US" dirty="0"/>
              <a:t> </a:t>
            </a:r>
            <a:r>
              <a:rPr lang="en-US" dirty="0" err="1"/>
              <a:t>tipo</a:t>
            </a:r>
            <a:r>
              <a:rPr lang="en-US" dirty="0"/>
              <a:t>, </a:t>
            </a:r>
            <a:r>
              <a:rPr lang="en-US" dirty="0" err="1"/>
              <a:t>en</a:t>
            </a:r>
            <a:r>
              <a:rPr lang="en-US" dirty="0"/>
              <a:t> casas, </a:t>
            </a:r>
            <a:r>
              <a:rPr lang="en-US" dirty="0" err="1"/>
              <a:t>coches</a:t>
            </a:r>
            <a:r>
              <a:rPr lang="en-US" dirty="0"/>
              <a:t> </a:t>
            </a:r>
            <a:r>
              <a:rPr lang="en-US" dirty="0" err="1"/>
              <a:t>automáticos</a:t>
            </a:r>
            <a:r>
              <a:rPr lang="en-US" dirty="0"/>
              <a:t>,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sistemas</a:t>
            </a:r>
            <a:r>
              <a:rPr lang="en-US" dirty="0"/>
              <a:t> y la </a:t>
            </a:r>
            <a:r>
              <a:rPr lang="en-US" dirty="0" err="1"/>
              <a:t>tecnología</a:t>
            </a:r>
            <a:r>
              <a:rPr lang="en-US" dirty="0"/>
              <a:t> ha </a:t>
            </a:r>
            <a:r>
              <a:rPr lang="en-US" dirty="0" err="1"/>
              <a:t>evolucionado</a:t>
            </a:r>
            <a:r>
              <a:rPr lang="en-US" dirty="0"/>
              <a:t> para ser </a:t>
            </a:r>
            <a:r>
              <a:rPr lang="en-US" dirty="0" err="1"/>
              <a:t>capaz</a:t>
            </a:r>
            <a:r>
              <a:rPr lang="en-US" dirty="0"/>
              <a:t> de </a:t>
            </a:r>
            <a:r>
              <a:rPr lang="en-US" dirty="0" err="1"/>
              <a:t>gestionar</a:t>
            </a:r>
            <a:r>
              <a:rPr lang="en-US" dirty="0"/>
              <a:t> </a:t>
            </a:r>
            <a:r>
              <a:rPr lang="en-US" dirty="0" err="1"/>
              <a:t>esta</a:t>
            </a:r>
            <a:r>
              <a:rPr lang="en-US" dirty="0"/>
              <a:t> </a:t>
            </a:r>
            <a:r>
              <a:rPr lang="en-US" dirty="0" err="1"/>
              <a:t>cantidad</a:t>
            </a:r>
            <a:r>
              <a:rPr lang="en-US" dirty="0"/>
              <a:t> </a:t>
            </a:r>
            <a:r>
              <a:rPr lang="en-US" dirty="0" err="1"/>
              <a:t>ingente</a:t>
            </a:r>
            <a:r>
              <a:rPr lang="en-US" dirty="0"/>
              <a:t> de </a:t>
            </a:r>
            <a:r>
              <a:rPr lang="en-US" dirty="0" err="1"/>
              <a:t>datos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0A23AC-ABE3-994D-9A14-B392D8BD93E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7308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</a:t>
            </a:r>
            <a:r>
              <a:rPr lang="en-US" dirty="0" err="1"/>
              <a:t>formato</a:t>
            </a:r>
            <a:r>
              <a:rPr lang="en-US" dirty="0"/>
              <a:t> </a:t>
            </a:r>
            <a:r>
              <a:rPr lang="en-US" dirty="0" err="1"/>
              <a:t>tradicional</a:t>
            </a:r>
            <a:r>
              <a:rPr lang="en-US" dirty="0"/>
              <a:t> </a:t>
            </a:r>
            <a:r>
              <a:rPr lang="en-US" dirty="0" err="1"/>
              <a:t>eran</a:t>
            </a:r>
            <a:r>
              <a:rPr lang="en-US" dirty="0"/>
              <a:t> las BBDD </a:t>
            </a:r>
            <a:r>
              <a:rPr lang="en-US" dirty="0" err="1"/>
              <a:t>relaciones</a:t>
            </a:r>
            <a:r>
              <a:rPr lang="en-US" dirty="0"/>
              <a:t>, csv, </a:t>
            </a:r>
            <a:r>
              <a:rPr lang="en-US" dirty="0" err="1"/>
              <a:t>texto</a:t>
            </a:r>
            <a:r>
              <a:rPr lang="en-US" dirty="0"/>
              <a:t>, </a:t>
            </a:r>
            <a:r>
              <a:rPr lang="en-US" dirty="0" err="1"/>
              <a:t>etc</a:t>
            </a:r>
            <a:endParaRPr lang="en-US" dirty="0"/>
          </a:p>
          <a:p>
            <a:endParaRPr lang="en-US" dirty="0"/>
          </a:p>
          <a:p>
            <a:r>
              <a:rPr lang="en-US" dirty="0"/>
              <a:t>A </a:t>
            </a:r>
            <a:r>
              <a:rPr lang="en-US" dirty="0" err="1"/>
              <a:t>dia</a:t>
            </a:r>
            <a:r>
              <a:rPr lang="en-US" dirty="0"/>
              <a:t> de hoy </a:t>
            </a:r>
            <a:r>
              <a:rPr lang="en-US" dirty="0" err="1"/>
              <a:t>pasa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Sistema de </a:t>
            </a:r>
            <a:r>
              <a:rPr lang="en-US" dirty="0" err="1"/>
              <a:t>informacion</a:t>
            </a:r>
            <a:r>
              <a:rPr lang="en-US" dirty="0"/>
              <a:t> </a:t>
            </a:r>
            <a:r>
              <a:rPr lang="en-US" dirty="0" err="1"/>
              <a:t>distribuida</a:t>
            </a:r>
            <a:r>
              <a:rPr lang="en-US" dirty="0"/>
              <a:t> – </a:t>
            </a:r>
            <a:r>
              <a:rPr lang="en-US" dirty="0" err="1"/>
              <a:t>sistemas</a:t>
            </a:r>
            <a:r>
              <a:rPr lang="en-US" dirty="0"/>
              <a:t> de </a:t>
            </a:r>
            <a:r>
              <a:rPr lang="en-US" dirty="0" err="1"/>
              <a:t>almacenamiento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distintas</a:t>
            </a:r>
            <a:r>
              <a:rPr lang="en-US" dirty="0"/>
              <a:t> </a:t>
            </a:r>
            <a:r>
              <a:rPr lang="en-US" dirty="0" err="1"/>
              <a:t>unidades</a:t>
            </a:r>
            <a:r>
              <a:rPr lang="en-US" dirty="0"/>
              <a:t> de </a:t>
            </a:r>
            <a:r>
              <a:rPr lang="en-US" dirty="0" err="1"/>
              <a:t>computo</a:t>
            </a:r>
            <a:r>
              <a:rPr lang="en-US" dirty="0"/>
              <a:t> </a:t>
            </a:r>
            <a:r>
              <a:rPr lang="en-US" dirty="0" err="1"/>
              <a:t>distribuidas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todo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mundo</a:t>
            </a:r>
            <a:endParaRPr lang="en-US" dirty="0"/>
          </a:p>
          <a:p>
            <a:endParaRPr lang="en-US" dirty="0"/>
          </a:p>
          <a:p>
            <a:r>
              <a:rPr lang="en-US" dirty="0"/>
              <a:t>En la </a:t>
            </a:r>
            <a:r>
              <a:rPr lang="en-US" dirty="0" err="1"/>
              <a:t>nube</a:t>
            </a:r>
            <a:r>
              <a:rPr lang="en-US" dirty="0"/>
              <a:t> – </a:t>
            </a:r>
            <a:r>
              <a:rPr lang="en-US" dirty="0" err="1"/>
              <a:t>proveedores</a:t>
            </a:r>
            <a:r>
              <a:rPr lang="en-US" dirty="0"/>
              <a:t> </a:t>
            </a:r>
            <a:r>
              <a:rPr lang="en-US" dirty="0" err="1"/>
              <a:t>externos</a:t>
            </a:r>
            <a:r>
              <a:rPr lang="en-US" dirty="0"/>
              <a:t> para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acceso</a:t>
            </a:r>
            <a:r>
              <a:rPr lang="en-US" dirty="0"/>
              <a:t>, </a:t>
            </a:r>
            <a:r>
              <a:rPr lang="en-US" dirty="0" err="1"/>
              <a:t>manipulacion</a:t>
            </a:r>
            <a:r>
              <a:rPr lang="en-US" dirty="0"/>
              <a:t> y </a:t>
            </a:r>
            <a:r>
              <a:rPr lang="en-US" dirty="0" err="1"/>
              <a:t>procesamiento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Almacenes</a:t>
            </a:r>
            <a:r>
              <a:rPr lang="en-US" dirty="0"/>
              <a:t> de </a:t>
            </a:r>
            <a:r>
              <a:rPr lang="en-US" dirty="0" err="1"/>
              <a:t>datos</a:t>
            </a:r>
            <a:r>
              <a:rPr lang="en-US" dirty="0"/>
              <a:t> que </a:t>
            </a:r>
            <a:r>
              <a:rPr lang="en-US" dirty="0" err="1"/>
              <a:t>veremos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Todo </a:t>
            </a:r>
            <a:r>
              <a:rPr lang="en-US" dirty="0" err="1"/>
              <a:t>esto</a:t>
            </a:r>
            <a:r>
              <a:rPr lang="en-US" dirty="0"/>
              <a:t> es gracias a NoSQL que es </a:t>
            </a:r>
            <a:r>
              <a:rPr lang="en-US" dirty="0" err="1"/>
              <a:t>una</a:t>
            </a:r>
            <a:r>
              <a:rPr lang="en-US" dirty="0"/>
              <a:t> gran </a:t>
            </a:r>
            <a:r>
              <a:rPr lang="en-US" dirty="0" err="1"/>
              <a:t>cantidad</a:t>
            </a:r>
            <a:r>
              <a:rPr lang="en-US" dirty="0"/>
              <a:t> de </a:t>
            </a:r>
            <a:r>
              <a:rPr lang="en-US" dirty="0" err="1"/>
              <a:t>datos</a:t>
            </a:r>
            <a:r>
              <a:rPr lang="en-US" dirty="0"/>
              <a:t> </a:t>
            </a:r>
            <a:r>
              <a:rPr lang="en-US" dirty="0" err="1"/>
              <a:t>heterogéneas</a:t>
            </a:r>
            <a:r>
              <a:rPr lang="en-US" dirty="0"/>
              <a:t> que las BBDD </a:t>
            </a:r>
            <a:r>
              <a:rPr lang="en-US" dirty="0" err="1"/>
              <a:t>relaciones</a:t>
            </a:r>
            <a:r>
              <a:rPr lang="en-US" dirty="0"/>
              <a:t> no </a:t>
            </a:r>
            <a:r>
              <a:rPr lang="en-US" dirty="0" err="1"/>
              <a:t>pueden</a:t>
            </a:r>
            <a:r>
              <a:rPr lang="en-US" dirty="0"/>
              <a:t> </a:t>
            </a:r>
            <a:r>
              <a:rPr lang="en-US" dirty="0" err="1"/>
              <a:t>almacenar</a:t>
            </a:r>
            <a:r>
              <a:rPr lang="en-US" dirty="0"/>
              <a:t> con la </a:t>
            </a:r>
            <a:r>
              <a:rPr lang="en-US" dirty="0" err="1"/>
              <a:t>misma</a:t>
            </a:r>
            <a:r>
              <a:rPr lang="en-US" dirty="0"/>
              <a:t> </a:t>
            </a:r>
            <a:r>
              <a:rPr lang="en-US" dirty="0" err="1"/>
              <a:t>flexididad</a:t>
            </a:r>
            <a:r>
              <a:rPr lang="en-US" dirty="0"/>
              <a:t>, </a:t>
            </a:r>
            <a:r>
              <a:rPr lang="en-US" dirty="0" err="1"/>
              <a:t>excalabilida</a:t>
            </a:r>
            <a:r>
              <a:rPr lang="en-US" dirty="0"/>
              <a:t> y </a:t>
            </a:r>
            <a:r>
              <a:rPr lang="en-US" dirty="0" err="1"/>
              <a:t>rendimiento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0A23AC-ABE3-994D-9A14-B392D8BD93E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9206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Hoy </a:t>
            </a:r>
            <a:r>
              <a:rPr lang="en-US" dirty="0" err="1"/>
              <a:t>en</a:t>
            </a:r>
            <a:r>
              <a:rPr lang="en-US" dirty="0"/>
              <a:t> día temenos </a:t>
            </a:r>
            <a:r>
              <a:rPr lang="en-US" dirty="0" err="1"/>
              <a:t>multiprocesador</a:t>
            </a:r>
            <a:r>
              <a:rPr lang="en-US" dirty="0"/>
              <a:t>, o </a:t>
            </a:r>
            <a:r>
              <a:rPr lang="en-US" dirty="0" err="1"/>
              <a:t>procesamiento</a:t>
            </a:r>
            <a:r>
              <a:rPr lang="en-US" dirty="0"/>
              <a:t> </a:t>
            </a:r>
            <a:r>
              <a:rPr lang="en-US" dirty="0" err="1"/>
              <a:t>paralelo</a:t>
            </a:r>
            <a:r>
              <a:rPr lang="en-US" dirty="0"/>
              <a:t> y se </a:t>
            </a:r>
            <a:r>
              <a:rPr lang="en-US" dirty="0" err="1"/>
              <a:t>pueden</a:t>
            </a:r>
            <a:r>
              <a:rPr lang="en-US" dirty="0"/>
              <a:t> </a:t>
            </a:r>
            <a:r>
              <a:rPr lang="en-US" dirty="0" err="1"/>
              <a:t>hacer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tiempo</a:t>
            </a:r>
            <a:r>
              <a:rPr lang="en-US" dirty="0"/>
              <a:t> real </a:t>
            </a:r>
          </a:p>
          <a:p>
            <a:endParaRPr lang="en-US" dirty="0"/>
          </a:p>
          <a:p>
            <a:r>
              <a:rPr lang="en-US" dirty="0" err="1"/>
              <a:t>Computacion</a:t>
            </a:r>
            <a:r>
              <a:rPr lang="en-US" dirty="0"/>
              <a:t> </a:t>
            </a:r>
            <a:r>
              <a:rPr lang="en-US" dirty="0" err="1"/>
              <a:t>paralela</a:t>
            </a:r>
            <a:r>
              <a:rPr lang="en-US" dirty="0"/>
              <a:t> </a:t>
            </a:r>
            <a:r>
              <a:rPr lang="en-US" dirty="0" err="1"/>
              <a:t>aprovecha</a:t>
            </a:r>
            <a:r>
              <a:rPr lang="en-US" dirty="0"/>
              <a:t> al </a:t>
            </a:r>
            <a:r>
              <a:rPr lang="en-US" dirty="0" err="1"/>
              <a:t>máximo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número</a:t>
            </a:r>
            <a:r>
              <a:rPr lang="en-US" dirty="0"/>
              <a:t> de </a:t>
            </a:r>
            <a:r>
              <a:rPr lang="en-US" dirty="0" err="1"/>
              <a:t>hilos</a:t>
            </a:r>
            <a:r>
              <a:rPr lang="en-US" dirty="0"/>
              <a:t> de </a:t>
            </a:r>
            <a:r>
              <a:rPr lang="en-US" dirty="0" err="1"/>
              <a:t>programacion</a:t>
            </a:r>
            <a:r>
              <a:rPr lang="en-US" dirty="0"/>
              <a:t> que </a:t>
            </a:r>
            <a:r>
              <a:rPr lang="en-US" dirty="0" err="1"/>
              <a:t>permite</a:t>
            </a:r>
            <a:r>
              <a:rPr lang="en-US" dirty="0"/>
              <a:t> un </a:t>
            </a:r>
            <a:r>
              <a:rPr lang="en-US" dirty="0" err="1"/>
              <a:t>ordenador</a:t>
            </a:r>
            <a:endParaRPr lang="en-US" dirty="0"/>
          </a:p>
          <a:p>
            <a:endParaRPr lang="en-US" dirty="0"/>
          </a:p>
          <a:p>
            <a:r>
              <a:rPr lang="en-US" dirty="0"/>
              <a:t>Com </a:t>
            </a:r>
            <a:r>
              <a:rPr lang="en-US" dirty="0" err="1"/>
              <a:t>distribuida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red, que </a:t>
            </a:r>
            <a:r>
              <a:rPr lang="en-US" dirty="0" err="1"/>
              <a:t>somo</a:t>
            </a:r>
            <a:r>
              <a:rPr lang="en-US" dirty="0"/>
              <a:t> </a:t>
            </a:r>
            <a:r>
              <a:rPr lang="en-US" dirty="0" err="1"/>
              <a:t>capaces</a:t>
            </a:r>
            <a:r>
              <a:rPr lang="en-US" dirty="0"/>
              <a:t> de </a:t>
            </a:r>
            <a:r>
              <a:rPr lang="en-US" dirty="0" err="1"/>
              <a:t>procesar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distintos</a:t>
            </a:r>
            <a:r>
              <a:rPr lang="en-US" dirty="0"/>
              <a:t> pcs y </a:t>
            </a:r>
            <a:r>
              <a:rPr lang="en-US" dirty="0" err="1"/>
              <a:t>servidores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todo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mundo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0A23AC-ABE3-994D-9A14-B392D8BD93E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2496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0A23AC-ABE3-994D-9A14-B392D8BD93E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8270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Veamos</a:t>
            </a:r>
            <a:r>
              <a:rPr lang="en-US" dirty="0"/>
              <a:t> </a:t>
            </a:r>
            <a:r>
              <a:rPr lang="en-US" dirty="0" err="1"/>
              <a:t>llos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 y </a:t>
            </a:r>
            <a:r>
              <a:rPr lang="en-US" dirty="0" err="1"/>
              <a:t>tecnologías</a:t>
            </a:r>
            <a:r>
              <a:rPr lang="en-US" dirty="0"/>
              <a:t> </a:t>
            </a:r>
            <a:r>
              <a:rPr lang="en-US" dirty="0" err="1"/>
              <a:t>necesarias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ejemplo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0A23AC-ABE3-994D-9A14-B392D8BD93E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0605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</a:t>
            </a:r>
          </a:p>
          <a:p>
            <a:r>
              <a:rPr lang="en-US" dirty="0" err="1"/>
              <a:t>Conteo</a:t>
            </a:r>
            <a:r>
              <a:rPr lang="en-US" dirty="0"/>
              <a:t> de </a:t>
            </a:r>
            <a:r>
              <a:rPr lang="en-US" dirty="0" err="1"/>
              <a:t>vehiculos</a:t>
            </a:r>
            <a:r>
              <a:rPr lang="en-US" dirty="0"/>
              <a:t> que </a:t>
            </a:r>
            <a:r>
              <a:rPr lang="en-US" dirty="0" err="1"/>
              <a:t>pasan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semaforo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hroas</a:t>
            </a:r>
            <a:r>
              <a:rPr lang="en-US" dirty="0"/>
              <a:t>/</a:t>
            </a:r>
            <a:r>
              <a:rPr lang="en-US" dirty="0" err="1"/>
              <a:t>dias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formato</a:t>
            </a:r>
            <a:r>
              <a:rPr lang="en-US" dirty="0"/>
              <a:t> numeric0</a:t>
            </a:r>
          </a:p>
          <a:p>
            <a:endParaRPr lang="en-US" dirty="0"/>
          </a:p>
          <a:p>
            <a:r>
              <a:rPr lang="en-US" dirty="0"/>
              <a:t>Hoy</a:t>
            </a:r>
          </a:p>
          <a:p>
            <a:r>
              <a:rPr lang="en-US" dirty="0"/>
              <a:t>Podemos </a:t>
            </a:r>
            <a:r>
              <a:rPr lang="en-US" dirty="0" err="1"/>
              <a:t>conocer</a:t>
            </a:r>
            <a:r>
              <a:rPr lang="en-US" dirty="0"/>
              <a:t> </a:t>
            </a:r>
            <a:r>
              <a:rPr lang="en-US" dirty="0" err="1"/>
              <a:t>velocidad</a:t>
            </a:r>
            <a:r>
              <a:rPr lang="en-US" dirty="0"/>
              <a:t>, </a:t>
            </a:r>
            <a:r>
              <a:rPr lang="en-US" dirty="0" err="1"/>
              <a:t>numero</a:t>
            </a:r>
            <a:r>
              <a:rPr lang="en-US" dirty="0"/>
              <a:t> de </a:t>
            </a:r>
            <a:r>
              <a:rPr lang="en-US" dirty="0" err="1"/>
              <a:t>vehiculos</a:t>
            </a:r>
            <a:r>
              <a:rPr lang="en-US" dirty="0"/>
              <a:t> (sensors de </a:t>
            </a:r>
            <a:r>
              <a:rPr lang="en-US" dirty="0" err="1"/>
              <a:t>velocidad</a:t>
            </a:r>
            <a:r>
              <a:rPr lang="en-US" dirty="0"/>
              <a:t> para </a:t>
            </a:r>
            <a:r>
              <a:rPr lang="en-US" dirty="0" err="1"/>
              <a:t>activarlo</a:t>
            </a:r>
            <a:r>
              <a:rPr lang="en-US" dirty="0"/>
              <a:t>)</a:t>
            </a:r>
          </a:p>
          <a:p>
            <a:r>
              <a:rPr lang="en-US" dirty="0"/>
              <a:t>Datos </a:t>
            </a:r>
            <a:r>
              <a:rPr lang="en-US" dirty="0" err="1"/>
              <a:t>instantáneos</a:t>
            </a:r>
            <a:r>
              <a:rPr lang="en-US" dirty="0"/>
              <a:t> y </a:t>
            </a:r>
            <a:r>
              <a:rPr lang="en-US" dirty="0" err="1"/>
              <a:t>reales</a:t>
            </a:r>
            <a:endParaRPr lang="en-US" dirty="0"/>
          </a:p>
          <a:p>
            <a:r>
              <a:rPr lang="en-US" dirty="0"/>
              <a:t>Multiples </a:t>
            </a:r>
            <a:r>
              <a:rPr lang="en-US" dirty="0" err="1"/>
              <a:t>formatos</a:t>
            </a:r>
            <a:r>
              <a:rPr lang="en-US" dirty="0"/>
              <a:t> no solo de </a:t>
            </a:r>
            <a:r>
              <a:rPr lang="en-US" dirty="0" err="1"/>
              <a:t>vechiulos</a:t>
            </a:r>
            <a:r>
              <a:rPr lang="en-US" dirty="0"/>
              <a:t>, </a:t>
            </a:r>
            <a:r>
              <a:rPr lang="en-US" dirty="0" err="1"/>
              <a:t>sino</a:t>
            </a:r>
            <a:r>
              <a:rPr lang="en-US" dirty="0"/>
              <a:t> imagen, </a:t>
            </a:r>
            <a:r>
              <a:rPr lang="en-US" dirty="0" err="1"/>
              <a:t>velocidad</a:t>
            </a:r>
            <a:r>
              <a:rPr lang="en-US" dirty="0"/>
              <a:t>, </a:t>
            </a:r>
            <a:r>
              <a:rPr lang="en-US" dirty="0" err="1"/>
              <a:t>etc</a:t>
            </a:r>
            <a:endParaRPr lang="en-US" dirty="0"/>
          </a:p>
          <a:p>
            <a:r>
              <a:rPr lang="en-US" dirty="0"/>
              <a:t>Mayor </a:t>
            </a:r>
            <a:r>
              <a:rPr lang="en-US" dirty="0" err="1"/>
              <a:t>volumne</a:t>
            </a:r>
            <a:r>
              <a:rPr lang="en-US" dirty="0"/>
              <a:t> y </a:t>
            </a:r>
            <a:r>
              <a:rPr lang="en-US" dirty="0" err="1"/>
              <a:t>complejidad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0A23AC-ABE3-994D-9A14-B392D8BD93E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6082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</a:t>
            </a:r>
          </a:p>
          <a:p>
            <a:r>
              <a:rPr lang="en-US" dirty="0" err="1"/>
              <a:t>Texto</a:t>
            </a:r>
            <a:r>
              <a:rPr lang="en-US" dirty="0"/>
              <a:t> plano o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bbdd</a:t>
            </a:r>
            <a:r>
              <a:rPr lang="en-US" dirty="0"/>
              <a:t> </a:t>
            </a:r>
            <a:r>
              <a:rPr lang="en-US" dirty="0" err="1"/>
              <a:t>relacional</a:t>
            </a:r>
            <a:r>
              <a:rPr lang="en-US" dirty="0"/>
              <a:t> </a:t>
            </a:r>
            <a:r>
              <a:rPr lang="en-US" dirty="0" err="1"/>
              <a:t>almacenando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local o un </a:t>
            </a:r>
            <a:r>
              <a:rPr lang="en-US" dirty="0" err="1"/>
              <a:t>cliente</a:t>
            </a:r>
            <a:r>
              <a:rPr lang="en-US" dirty="0"/>
              <a:t>/</a:t>
            </a:r>
            <a:r>
              <a:rPr lang="en-US" dirty="0" err="1"/>
              <a:t>servidor</a:t>
            </a:r>
            <a:r>
              <a:rPr lang="en-US" dirty="0"/>
              <a:t> </a:t>
            </a:r>
            <a:r>
              <a:rPr lang="en-US" dirty="0" err="1"/>
              <a:t>tradicional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Hoy</a:t>
            </a:r>
          </a:p>
          <a:p>
            <a:r>
              <a:rPr lang="en-US" dirty="0"/>
              <a:t>Datos NoSQL y </a:t>
            </a:r>
            <a:r>
              <a:rPr lang="en-US" dirty="0" err="1"/>
              <a:t>almacenamiento</a:t>
            </a:r>
            <a:r>
              <a:rPr lang="en-US" dirty="0"/>
              <a:t> </a:t>
            </a:r>
            <a:r>
              <a:rPr lang="en-US" dirty="0" err="1"/>
              <a:t>distribuido</a:t>
            </a:r>
            <a:r>
              <a:rPr lang="en-US" dirty="0"/>
              <a:t> para </a:t>
            </a:r>
            <a:r>
              <a:rPr lang="en-US" dirty="0" err="1"/>
              <a:t>acceso</a:t>
            </a:r>
            <a:r>
              <a:rPr lang="en-US" dirty="0"/>
              <a:t> y </a:t>
            </a:r>
            <a:r>
              <a:rPr lang="en-US" dirty="0" err="1"/>
              <a:t>procesamiento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0A23AC-ABE3-994D-9A14-B392D8BD93E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7898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</a:t>
            </a:r>
          </a:p>
          <a:p>
            <a:r>
              <a:rPr lang="en-US" dirty="0"/>
              <a:t>Off-line y </a:t>
            </a:r>
            <a:r>
              <a:rPr lang="en-US" dirty="0" err="1"/>
              <a:t>secuencial</a:t>
            </a:r>
            <a:r>
              <a:rPr lang="en-US" dirty="0"/>
              <a:t> </a:t>
            </a:r>
            <a:r>
              <a:rPr lang="en-US" dirty="0" err="1"/>
              <a:t>probablemente</a:t>
            </a:r>
            <a:r>
              <a:rPr lang="en-US" dirty="0"/>
              <a:t> se </a:t>
            </a:r>
            <a:r>
              <a:rPr lang="en-US" dirty="0" err="1"/>
              <a:t>recolectarín</a:t>
            </a:r>
            <a:r>
              <a:rPr lang="en-US" dirty="0"/>
              <a:t> </a:t>
            </a:r>
            <a:r>
              <a:rPr lang="en-US" dirty="0" err="1"/>
              <a:t>durante</a:t>
            </a:r>
            <a:r>
              <a:rPr lang="en-US" dirty="0"/>
              <a:t> x </a:t>
            </a:r>
            <a:r>
              <a:rPr lang="en-US" dirty="0" err="1"/>
              <a:t>tiempo</a:t>
            </a:r>
            <a:r>
              <a:rPr lang="en-US" dirty="0"/>
              <a:t> y luego se </a:t>
            </a:r>
            <a:r>
              <a:rPr lang="en-US" dirty="0" err="1"/>
              <a:t>procesarían</a:t>
            </a:r>
            <a:endParaRPr lang="en-US" dirty="0"/>
          </a:p>
          <a:p>
            <a:endParaRPr lang="en-US" dirty="0"/>
          </a:p>
          <a:p>
            <a:r>
              <a:rPr lang="en-US" dirty="0"/>
              <a:t>Hoy </a:t>
            </a:r>
          </a:p>
          <a:p>
            <a:r>
              <a:rPr lang="en-US" dirty="0"/>
              <a:t>Los </a:t>
            </a:r>
            <a:r>
              <a:rPr lang="en-US" dirty="0" err="1"/>
              <a:t>datos</a:t>
            </a:r>
            <a:r>
              <a:rPr lang="en-US" dirty="0"/>
              <a:t> se </a:t>
            </a:r>
            <a:r>
              <a:rPr lang="en-US" dirty="0" err="1"/>
              <a:t>pueden</a:t>
            </a:r>
            <a:r>
              <a:rPr lang="en-US" dirty="0"/>
              <a:t> </a:t>
            </a:r>
            <a:r>
              <a:rPr lang="en-US" dirty="0" err="1"/>
              <a:t>procesar</a:t>
            </a:r>
            <a:r>
              <a:rPr lang="en-US" dirty="0"/>
              <a:t> </a:t>
            </a:r>
            <a:r>
              <a:rPr lang="en-US" dirty="0" err="1"/>
              <a:t>mientras</a:t>
            </a:r>
            <a:r>
              <a:rPr lang="en-US" dirty="0"/>
              <a:t> se </a:t>
            </a:r>
            <a:r>
              <a:rPr lang="en-US" dirty="0" err="1"/>
              <a:t>generan</a:t>
            </a:r>
            <a:r>
              <a:rPr lang="en-US" dirty="0"/>
              <a:t> </a:t>
            </a:r>
            <a:r>
              <a:rPr lang="en-US" dirty="0" err="1"/>
              <a:t>pudiendo</a:t>
            </a:r>
            <a:r>
              <a:rPr lang="en-US" dirty="0"/>
              <a:t> producer </a:t>
            </a:r>
            <a:r>
              <a:rPr lang="en-US" dirty="0" err="1"/>
              <a:t>cambios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tiempo</a:t>
            </a:r>
            <a:r>
              <a:rPr lang="en-US" dirty="0"/>
              <a:t> real </a:t>
            </a:r>
            <a:r>
              <a:rPr lang="en-US" dirty="0" err="1"/>
              <a:t>dentro</a:t>
            </a:r>
            <a:r>
              <a:rPr lang="en-US" dirty="0"/>
              <a:t> del </a:t>
            </a:r>
            <a:r>
              <a:rPr lang="en-US" dirty="0" err="1"/>
              <a:t>sistema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0A23AC-ABE3-994D-9A14-B392D8BD93E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4425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0A23AC-ABE3-994D-9A14-B392D8BD93E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6558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2F0E7-5EF0-3EFF-DF1C-882C4E508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01D4CA-EBC4-8738-4189-A02A5C97D7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0DF29C-B412-125D-4C4F-5078D1A0C1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Datos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vez</a:t>
            </a:r>
            <a:r>
              <a:rPr lang="en-US" dirty="0"/>
              <a:t> mas sensors y </a:t>
            </a:r>
            <a:r>
              <a:rPr lang="en-US" dirty="0" err="1"/>
              <a:t>fáicles</a:t>
            </a:r>
            <a:r>
              <a:rPr lang="en-US" dirty="0"/>
              <a:t> de </a:t>
            </a:r>
            <a:r>
              <a:rPr lang="en-US" dirty="0" err="1"/>
              <a:t>conseguir</a:t>
            </a:r>
            <a:r>
              <a:rPr lang="en-US" dirty="0"/>
              <a:t> - 12 meses</a:t>
            </a:r>
          </a:p>
          <a:p>
            <a:endParaRPr lang="en-US" dirty="0"/>
          </a:p>
          <a:p>
            <a:r>
              <a:rPr lang="en-US" dirty="0" err="1"/>
              <a:t>Tecnología</a:t>
            </a:r>
            <a:r>
              <a:rPr lang="en-US" dirty="0"/>
              <a:t>, mas </a:t>
            </a:r>
            <a:r>
              <a:rPr lang="en-US" dirty="0" err="1"/>
              <a:t>lenta</a:t>
            </a:r>
            <a:r>
              <a:rPr lang="en-US" dirty="0"/>
              <a:t> </a:t>
            </a:r>
            <a:r>
              <a:rPr lang="en-US" dirty="0" err="1"/>
              <a:t>validando</a:t>
            </a:r>
            <a:r>
              <a:rPr lang="en-US" dirty="0"/>
              <a:t> </a:t>
            </a:r>
            <a:r>
              <a:rPr lang="en-US" dirty="0" err="1"/>
              <a:t>algoritmos</a:t>
            </a:r>
            <a:r>
              <a:rPr lang="en-US" dirty="0"/>
              <a:t>, </a:t>
            </a:r>
            <a:r>
              <a:rPr lang="en-US" dirty="0" err="1"/>
              <a:t>modelos</a:t>
            </a:r>
            <a:r>
              <a:rPr lang="en-US" dirty="0"/>
              <a:t> de </a:t>
            </a:r>
            <a:r>
              <a:rPr lang="en-US" dirty="0" err="1"/>
              <a:t>programacion</a:t>
            </a:r>
            <a:r>
              <a:rPr lang="en-US" dirty="0"/>
              <a:t>, </a:t>
            </a:r>
            <a:r>
              <a:rPr lang="en-US" dirty="0" err="1"/>
              <a:t>etc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AE60EB-E215-DB7C-0BA7-F0BB31D9C4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0A23AC-ABE3-994D-9A14-B392D8BD93E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2390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Volumen</a:t>
            </a:r>
            <a:r>
              <a:rPr lang="en-US" dirty="0"/>
              <a:t>, gran </a:t>
            </a:r>
            <a:r>
              <a:rPr lang="en-US" dirty="0" err="1"/>
              <a:t>cantidad</a:t>
            </a:r>
            <a:r>
              <a:rPr lang="en-US" dirty="0"/>
              <a:t> de </a:t>
            </a:r>
            <a:r>
              <a:rPr lang="en-US" dirty="0" err="1"/>
              <a:t>datos</a:t>
            </a:r>
            <a:endParaRPr lang="en-US" dirty="0"/>
          </a:p>
          <a:p>
            <a:r>
              <a:rPr lang="en-US" dirty="0" err="1"/>
              <a:t>Velocidad</a:t>
            </a:r>
            <a:r>
              <a:rPr lang="en-US" dirty="0"/>
              <a:t>, </a:t>
            </a:r>
            <a:r>
              <a:rPr lang="en-US" dirty="0" err="1"/>
              <a:t>cuanto</a:t>
            </a:r>
            <a:r>
              <a:rPr lang="en-US" dirty="0"/>
              <a:t> </a:t>
            </a:r>
            <a:r>
              <a:rPr lang="en-US" dirty="0" err="1"/>
              <a:t>tiempo</a:t>
            </a:r>
            <a:r>
              <a:rPr lang="en-US" dirty="0"/>
              <a:t> </a:t>
            </a:r>
            <a:r>
              <a:rPr lang="en-US" dirty="0" err="1"/>
              <a:t>tardan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procesarse</a:t>
            </a:r>
            <a:endParaRPr lang="en-US" dirty="0"/>
          </a:p>
          <a:p>
            <a:r>
              <a:rPr lang="en-US" dirty="0" err="1"/>
              <a:t>Variedad</a:t>
            </a:r>
            <a:r>
              <a:rPr lang="en-US" dirty="0"/>
              <a:t>, gran </a:t>
            </a:r>
            <a:r>
              <a:rPr lang="en-US" dirty="0" err="1"/>
              <a:t>cantidad</a:t>
            </a:r>
            <a:r>
              <a:rPr lang="en-US" dirty="0"/>
              <a:t> de </a:t>
            </a:r>
            <a:r>
              <a:rPr lang="en-US" dirty="0" err="1"/>
              <a:t>tipos</a:t>
            </a: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0A23AC-ABE3-994D-9A14-B392D8BD93E8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13095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Volumen</a:t>
            </a:r>
            <a:r>
              <a:rPr lang="en-US" dirty="0"/>
              <a:t>, gran </a:t>
            </a:r>
            <a:r>
              <a:rPr lang="en-US" dirty="0" err="1"/>
              <a:t>cantidad</a:t>
            </a:r>
            <a:r>
              <a:rPr lang="en-US" dirty="0"/>
              <a:t> de </a:t>
            </a:r>
            <a:r>
              <a:rPr lang="en-US" dirty="0" err="1"/>
              <a:t>datos</a:t>
            </a:r>
            <a:endParaRPr lang="en-US" dirty="0"/>
          </a:p>
          <a:p>
            <a:r>
              <a:rPr lang="en-US" dirty="0" err="1"/>
              <a:t>Velocidad</a:t>
            </a:r>
            <a:r>
              <a:rPr lang="en-US" dirty="0"/>
              <a:t>, </a:t>
            </a:r>
            <a:r>
              <a:rPr lang="en-US" dirty="0" err="1"/>
              <a:t>cuanto</a:t>
            </a:r>
            <a:r>
              <a:rPr lang="en-US" dirty="0"/>
              <a:t> </a:t>
            </a:r>
            <a:r>
              <a:rPr lang="en-US" dirty="0" err="1"/>
              <a:t>tiempo</a:t>
            </a:r>
            <a:r>
              <a:rPr lang="en-US" dirty="0"/>
              <a:t> </a:t>
            </a:r>
            <a:r>
              <a:rPr lang="en-US" dirty="0" err="1"/>
              <a:t>tardan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procesarse</a:t>
            </a:r>
            <a:endParaRPr lang="en-US" dirty="0"/>
          </a:p>
          <a:p>
            <a:r>
              <a:rPr lang="en-US" dirty="0" err="1"/>
              <a:t>Variedad</a:t>
            </a:r>
            <a:r>
              <a:rPr lang="en-US" dirty="0"/>
              <a:t>, gran </a:t>
            </a:r>
            <a:r>
              <a:rPr lang="en-US" dirty="0" err="1"/>
              <a:t>cantidad</a:t>
            </a:r>
            <a:r>
              <a:rPr lang="en-US" dirty="0"/>
              <a:t> de </a:t>
            </a:r>
            <a:r>
              <a:rPr lang="en-US" dirty="0" err="1"/>
              <a:t>tipos</a:t>
            </a:r>
            <a:r>
              <a:rPr lang="en-US" dirty="0"/>
              <a:t> </a:t>
            </a:r>
          </a:p>
          <a:p>
            <a:r>
              <a:rPr lang="en-US" dirty="0" err="1"/>
              <a:t>Validez</a:t>
            </a:r>
            <a:r>
              <a:rPr lang="en-US" dirty="0"/>
              <a:t>, precision de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 que </a:t>
            </a:r>
            <a:r>
              <a:rPr lang="en-US" dirty="0" err="1"/>
              <a:t>trabajamos</a:t>
            </a:r>
            <a:endParaRPr lang="en-US" dirty="0"/>
          </a:p>
          <a:p>
            <a:r>
              <a:rPr lang="en-US" dirty="0" err="1"/>
              <a:t>Volatilidad</a:t>
            </a:r>
            <a:r>
              <a:rPr lang="en-US" dirty="0"/>
              <a:t>, </a:t>
            </a:r>
            <a:r>
              <a:rPr lang="en-US" dirty="0" err="1"/>
              <a:t>cuanto</a:t>
            </a:r>
            <a:r>
              <a:rPr lang="en-US" dirty="0"/>
              <a:t> </a:t>
            </a:r>
            <a:r>
              <a:rPr lang="en-US" dirty="0" err="1"/>
              <a:t>tiempo</a:t>
            </a:r>
            <a:r>
              <a:rPr lang="en-US" dirty="0"/>
              <a:t> hay que </a:t>
            </a:r>
            <a:r>
              <a:rPr lang="en-US" dirty="0" err="1"/>
              <a:t>almacenar</a:t>
            </a:r>
            <a:r>
              <a:rPr lang="en-US" dirty="0"/>
              <a:t> para ser </a:t>
            </a:r>
            <a:r>
              <a:rPr lang="en-US" dirty="0" err="1"/>
              <a:t>útiles</a:t>
            </a:r>
            <a:r>
              <a:rPr lang="en-US" dirty="0"/>
              <a:t> y </a:t>
            </a:r>
            <a:r>
              <a:rPr lang="en-US" dirty="0" err="1"/>
              <a:t>cuando</a:t>
            </a:r>
            <a:r>
              <a:rPr lang="en-US" dirty="0"/>
              <a:t> </a:t>
            </a:r>
            <a:r>
              <a:rPr lang="en-US" dirty="0" err="1"/>
              <a:t>borrar</a:t>
            </a:r>
            <a:endParaRPr lang="en-US" dirty="0"/>
          </a:p>
          <a:p>
            <a:r>
              <a:rPr lang="en-US" dirty="0"/>
              <a:t>Valor, </a:t>
            </a:r>
            <a:r>
              <a:rPr lang="en-US" dirty="0" err="1"/>
              <a:t>potencialmente</a:t>
            </a:r>
            <a:r>
              <a:rPr lang="en-US" dirty="0"/>
              <a:t> buenos de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 y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uso</a:t>
            </a:r>
            <a:endParaRPr lang="en-US" dirty="0"/>
          </a:p>
          <a:p>
            <a:r>
              <a:rPr lang="en-US" dirty="0" err="1"/>
              <a:t>Variabilidad</a:t>
            </a:r>
            <a:r>
              <a:rPr lang="en-US" dirty="0"/>
              <a:t>, </a:t>
            </a:r>
            <a:r>
              <a:rPr lang="en-US" dirty="0" err="1"/>
              <a:t>frente</a:t>
            </a:r>
            <a:r>
              <a:rPr lang="en-US" dirty="0"/>
              <a:t> a la </a:t>
            </a:r>
            <a:r>
              <a:rPr lang="en-US" dirty="0" err="1"/>
              <a:t>variedad</a:t>
            </a:r>
            <a:r>
              <a:rPr lang="en-US" dirty="0"/>
              <a:t> (</a:t>
            </a:r>
            <a:r>
              <a:rPr lang="en-US" dirty="0" err="1"/>
              <a:t>distintos</a:t>
            </a:r>
            <a:r>
              <a:rPr lang="en-US" dirty="0"/>
              <a:t> </a:t>
            </a:r>
            <a:r>
              <a:rPr lang="en-US" dirty="0" err="1"/>
              <a:t>formatos</a:t>
            </a:r>
            <a:r>
              <a:rPr lang="en-US" dirty="0"/>
              <a:t>) </a:t>
            </a:r>
            <a:r>
              <a:rPr lang="en-US" dirty="0" err="1"/>
              <a:t>hace</a:t>
            </a:r>
            <a:r>
              <a:rPr lang="en-US" dirty="0"/>
              <a:t> </a:t>
            </a:r>
            <a:r>
              <a:rPr lang="en-US" dirty="0" err="1"/>
              <a:t>referencia</a:t>
            </a:r>
            <a:r>
              <a:rPr lang="en-US" dirty="0"/>
              <a:t> </a:t>
            </a:r>
            <a:r>
              <a:rPr lang="en-US" dirty="0" err="1"/>
              <a:t>numero</a:t>
            </a:r>
            <a:r>
              <a:rPr lang="en-US" dirty="0"/>
              <a:t> de variables o </a:t>
            </a:r>
            <a:r>
              <a:rPr lang="en-US" dirty="0" err="1"/>
              <a:t>complejidad</a:t>
            </a:r>
            <a:endParaRPr lang="en-US" dirty="0"/>
          </a:p>
          <a:p>
            <a:r>
              <a:rPr lang="en-US" dirty="0" err="1"/>
              <a:t>Veracidad</a:t>
            </a:r>
            <a:r>
              <a:rPr lang="en-US" dirty="0"/>
              <a:t>, </a:t>
            </a:r>
            <a:r>
              <a:rPr lang="en-US" dirty="0" err="1"/>
              <a:t>confiabilidad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origen</a:t>
            </a:r>
            <a:r>
              <a:rPr lang="en-US" dirty="0"/>
              <a:t> de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datos</a:t>
            </a:r>
            <a:endParaRPr lang="en-US" dirty="0"/>
          </a:p>
          <a:p>
            <a:endParaRPr lang="en-US" dirty="0"/>
          </a:p>
          <a:p>
            <a:r>
              <a:rPr lang="en-US" dirty="0"/>
              <a:t>Que </a:t>
            </a:r>
            <a:r>
              <a:rPr lang="en-US" dirty="0" err="1"/>
              <a:t>nos</a:t>
            </a:r>
            <a:r>
              <a:rPr lang="en-US" dirty="0"/>
              <a:t> </a:t>
            </a:r>
            <a:r>
              <a:rPr lang="en-US" dirty="0" err="1"/>
              <a:t>faltaría</a:t>
            </a:r>
            <a:r>
              <a:rPr lang="en-US" dirty="0"/>
              <a:t>?</a:t>
            </a:r>
          </a:p>
          <a:p>
            <a:r>
              <a:rPr lang="en-US" dirty="0" err="1"/>
              <a:t>Visualización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ejemplo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0A23AC-ABE3-994D-9A14-B392D8BD93E8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83986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Veremos</a:t>
            </a:r>
            <a:r>
              <a:rPr lang="en-US" dirty="0"/>
              <a:t> </a:t>
            </a:r>
            <a:r>
              <a:rPr lang="en-US" dirty="0" err="1"/>
              <a:t>tres</a:t>
            </a:r>
            <a:r>
              <a:rPr lang="en-US" dirty="0"/>
              <a:t> </a:t>
            </a:r>
            <a:r>
              <a:rPr lang="en-US" dirty="0" err="1"/>
              <a:t>tipos</a:t>
            </a:r>
            <a:r>
              <a:rPr lang="en-US" dirty="0"/>
              <a:t> de </a:t>
            </a:r>
            <a:r>
              <a:rPr lang="en-US" dirty="0" err="1"/>
              <a:t>soluciones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modulo y las </a:t>
            </a:r>
            <a:r>
              <a:rPr lang="en-US" dirty="0" err="1"/>
              <a:t>desarrollaremos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las </a:t>
            </a:r>
            <a:r>
              <a:rPr lang="en-US" dirty="0" err="1"/>
              <a:t>próximas</a:t>
            </a:r>
            <a:r>
              <a:rPr lang="en-US" dirty="0"/>
              <a:t> Semanas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0A23AC-ABE3-994D-9A14-B392D8BD93E8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36813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SQL </a:t>
            </a:r>
            <a:r>
              <a:rPr lang="en-US" dirty="0" err="1"/>
              <a:t>desventajas</a:t>
            </a:r>
            <a:r>
              <a:rPr lang="en-US" dirty="0"/>
              <a:t> </a:t>
            </a:r>
            <a:r>
              <a:rPr lang="en-US" dirty="0" err="1"/>
              <a:t>escalibilidad</a:t>
            </a:r>
            <a:r>
              <a:rPr lang="en-US" dirty="0"/>
              <a:t> y </a:t>
            </a:r>
            <a:r>
              <a:rPr lang="en-US" dirty="0" err="1"/>
              <a:t>rendimiento</a:t>
            </a:r>
            <a:r>
              <a:rPr lang="en-US" dirty="0"/>
              <a:t> para </a:t>
            </a:r>
            <a:r>
              <a:rPr lang="en-US" dirty="0" err="1"/>
              <a:t>procesar</a:t>
            </a:r>
            <a:r>
              <a:rPr lang="en-US" dirty="0"/>
              <a:t> </a:t>
            </a:r>
            <a:r>
              <a:rPr lang="en-US" dirty="0" err="1"/>
              <a:t>grandes</a:t>
            </a:r>
            <a:r>
              <a:rPr lang="en-US" dirty="0"/>
              <a:t> </a:t>
            </a:r>
            <a:r>
              <a:rPr lang="en-US" dirty="0" err="1"/>
              <a:t>volúmenes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0A23AC-ABE3-994D-9A14-B392D8BD93E8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5121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Sistema NoSQL </a:t>
            </a:r>
            <a:r>
              <a:rPr lang="en-US" dirty="0" err="1"/>
              <a:t>diseñado</a:t>
            </a:r>
            <a:r>
              <a:rPr lang="en-US" dirty="0"/>
              <a:t> para </a:t>
            </a:r>
            <a:r>
              <a:rPr lang="en-US" dirty="0" err="1"/>
              <a:t>almacenar</a:t>
            </a:r>
            <a:r>
              <a:rPr lang="en-US" dirty="0"/>
              <a:t> y </a:t>
            </a:r>
            <a:r>
              <a:rPr lang="en-US" dirty="0" err="1"/>
              <a:t>gestionar</a:t>
            </a:r>
            <a:r>
              <a:rPr lang="en-US" dirty="0"/>
              <a:t> </a:t>
            </a:r>
            <a:r>
              <a:rPr lang="en-US" dirty="0" err="1"/>
              <a:t>información</a:t>
            </a:r>
            <a:r>
              <a:rPr lang="en-US" dirty="0"/>
              <a:t> </a:t>
            </a:r>
            <a:r>
              <a:rPr lang="en-US" dirty="0" err="1"/>
              <a:t>utilizando</a:t>
            </a:r>
            <a:r>
              <a:rPr lang="en-US" dirty="0"/>
              <a:t> la </a:t>
            </a:r>
            <a:r>
              <a:rPr lang="en-US" dirty="0" err="1"/>
              <a:t>teoría</a:t>
            </a:r>
            <a:r>
              <a:rPr lang="en-US" dirty="0"/>
              <a:t> de </a:t>
            </a:r>
            <a:r>
              <a:rPr lang="en-US" dirty="0" err="1"/>
              <a:t>grafos</a:t>
            </a:r>
            <a:r>
              <a:rPr lang="en-US" dirty="0"/>
              <a:t>, </a:t>
            </a:r>
            <a:r>
              <a:rPr lang="en-US" dirty="0" err="1"/>
              <a:t>basada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b="0" u="none" strike="noStrike" dirty="0" err="1">
                <a:effectLst/>
                <a:latin typeface="Google Sans"/>
              </a:rPr>
              <a:t>nodos</a:t>
            </a:r>
            <a:r>
              <a:rPr lang="en-US" dirty="0"/>
              <a:t> (</a:t>
            </a:r>
            <a:r>
              <a:rPr lang="en-US" dirty="0" err="1"/>
              <a:t>entidades</a:t>
            </a:r>
            <a:r>
              <a:rPr lang="en-US" dirty="0"/>
              <a:t>), </a:t>
            </a:r>
            <a:r>
              <a:rPr lang="en-US" b="0" u="none" strike="noStrike" dirty="0" err="1">
                <a:effectLst/>
                <a:latin typeface="Google Sans"/>
              </a:rPr>
              <a:t>aristas</a:t>
            </a:r>
            <a:r>
              <a:rPr lang="en-US" dirty="0"/>
              <a:t> (</a:t>
            </a:r>
            <a:r>
              <a:rPr lang="en-US" dirty="0" err="1"/>
              <a:t>relaciones</a:t>
            </a:r>
            <a:r>
              <a:rPr lang="en-US" dirty="0"/>
              <a:t>) y </a:t>
            </a:r>
            <a:r>
              <a:rPr lang="en-US" b="0" u="none" strike="noStrike" dirty="0" err="1">
                <a:effectLst/>
                <a:latin typeface="Google Sans"/>
              </a:rPr>
              <a:t>propiedades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0A23AC-ABE3-994D-9A14-B392D8BD93E8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0005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0A23AC-ABE3-994D-9A14-B392D8BD93E8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95296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Rendimiento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fucniondel</a:t>
            </a:r>
            <a:r>
              <a:rPr lang="en-US" dirty="0"/>
              <a:t> </a:t>
            </a:r>
            <a:r>
              <a:rPr lang="en-US" dirty="0" err="1"/>
              <a:t>caso</a:t>
            </a:r>
            <a:r>
              <a:rPr lang="en-US" dirty="0"/>
              <a:t> de </a:t>
            </a:r>
            <a:r>
              <a:rPr lang="en-US" dirty="0" err="1"/>
              <a:t>aplicacion</a:t>
            </a:r>
            <a:r>
              <a:rPr lang="en-US" dirty="0"/>
              <a:t> no es </a:t>
            </a:r>
            <a:r>
              <a:rPr lang="en-US" dirty="0" err="1"/>
              <a:t>óptimo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0A23AC-ABE3-994D-9A14-B392D8BD93E8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37059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7218E-06D9-021E-5D2A-2D5BA0DAD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E744F5-1260-24EB-3E6E-6C3B5ABFB8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EB05E8-B2E5-3DD4-EC47-D4B4BF05E0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Rendimiento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fucniondel</a:t>
            </a:r>
            <a:r>
              <a:rPr lang="en-US" dirty="0"/>
              <a:t> </a:t>
            </a:r>
            <a:r>
              <a:rPr lang="en-US" dirty="0" err="1"/>
              <a:t>caso</a:t>
            </a:r>
            <a:r>
              <a:rPr lang="en-US" dirty="0"/>
              <a:t> de </a:t>
            </a:r>
            <a:r>
              <a:rPr lang="en-US" dirty="0" err="1"/>
              <a:t>aplicacion</a:t>
            </a:r>
            <a:r>
              <a:rPr lang="en-US" dirty="0"/>
              <a:t> no es </a:t>
            </a:r>
            <a:r>
              <a:rPr lang="en-US" dirty="0" err="1"/>
              <a:t>óptimo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Escalabilidad</a:t>
            </a:r>
            <a:r>
              <a:rPr lang="en-US" dirty="0"/>
              <a:t>, </a:t>
            </a:r>
            <a:r>
              <a:rPr lang="en-US" dirty="0" err="1"/>
              <a:t>mientras</a:t>
            </a:r>
            <a:r>
              <a:rPr lang="en-US" dirty="0"/>
              <a:t> mayor volume </a:t>
            </a:r>
            <a:r>
              <a:rPr lang="en-US" dirty="0" err="1"/>
              <a:t>puede</a:t>
            </a:r>
            <a:r>
              <a:rPr lang="en-US" dirty="0"/>
              <a:t> </a:t>
            </a:r>
            <a:r>
              <a:rPr lang="en-US" dirty="0" err="1"/>
              <a:t>dejar</a:t>
            </a:r>
            <a:r>
              <a:rPr lang="en-US" dirty="0"/>
              <a:t> de </a:t>
            </a:r>
            <a:r>
              <a:rPr lang="en-US" dirty="0" err="1"/>
              <a:t>funcionar</a:t>
            </a:r>
            <a:r>
              <a:rPr lang="en-US" dirty="0"/>
              <a:t> con </a:t>
            </a:r>
            <a:r>
              <a:rPr lang="en-US" dirty="0" err="1"/>
              <a:t>velocidad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389AF3-0CAD-BFB0-C231-1DCF2E6B97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0A23AC-ABE3-994D-9A14-B392D8BD93E8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80870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0A69D-A432-4732-2748-4C2B9F689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EC296D-15D2-F971-4853-1413263359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A917D7-9A3D-9F3B-23A1-5D879B8647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Rendimiento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fucniondel</a:t>
            </a:r>
            <a:r>
              <a:rPr lang="en-US" dirty="0"/>
              <a:t> </a:t>
            </a:r>
            <a:r>
              <a:rPr lang="en-US" dirty="0" err="1"/>
              <a:t>caso</a:t>
            </a:r>
            <a:r>
              <a:rPr lang="en-US" dirty="0"/>
              <a:t> de </a:t>
            </a:r>
            <a:r>
              <a:rPr lang="en-US" dirty="0" err="1"/>
              <a:t>aplicacion</a:t>
            </a:r>
            <a:r>
              <a:rPr lang="en-US" dirty="0"/>
              <a:t> no es </a:t>
            </a:r>
            <a:r>
              <a:rPr lang="en-US" dirty="0" err="1"/>
              <a:t>óptimo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Escalabilidad</a:t>
            </a:r>
            <a:r>
              <a:rPr lang="en-US" dirty="0"/>
              <a:t>, </a:t>
            </a:r>
            <a:r>
              <a:rPr lang="en-US" dirty="0" err="1"/>
              <a:t>mientras</a:t>
            </a:r>
            <a:r>
              <a:rPr lang="en-US" dirty="0"/>
              <a:t> mayor volume </a:t>
            </a:r>
            <a:r>
              <a:rPr lang="en-US" dirty="0" err="1"/>
              <a:t>puede</a:t>
            </a:r>
            <a:r>
              <a:rPr lang="en-US" dirty="0"/>
              <a:t> </a:t>
            </a:r>
            <a:r>
              <a:rPr lang="en-US" dirty="0" err="1"/>
              <a:t>dejar</a:t>
            </a:r>
            <a:r>
              <a:rPr lang="en-US" dirty="0"/>
              <a:t> de </a:t>
            </a:r>
            <a:r>
              <a:rPr lang="en-US" dirty="0" err="1"/>
              <a:t>funcionar</a:t>
            </a:r>
            <a:r>
              <a:rPr lang="en-US" dirty="0"/>
              <a:t> con </a:t>
            </a:r>
            <a:r>
              <a:rPr lang="en-US" dirty="0" err="1"/>
              <a:t>velocidad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Flexibilidad</a:t>
            </a:r>
            <a:r>
              <a:rPr lang="en-US" dirty="0"/>
              <a:t> de </a:t>
            </a:r>
            <a:r>
              <a:rPr lang="en-US" dirty="0" err="1"/>
              <a:t>datos</a:t>
            </a:r>
            <a:r>
              <a:rPr lang="en-US" dirty="0"/>
              <a:t> y </a:t>
            </a:r>
            <a:r>
              <a:rPr lang="en-US" dirty="0" err="1"/>
              <a:t>estrcuturas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B945B4-02C3-ABD5-5701-61B1FD89AC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0A23AC-ABE3-994D-9A14-B392D8BD93E8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59106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BI </a:t>
            </a:r>
            <a:r>
              <a:rPr lang="en-US" dirty="0" err="1"/>
              <a:t>trata</a:t>
            </a:r>
            <a:r>
              <a:rPr lang="en-US" dirty="0"/>
              <a:t> de </a:t>
            </a:r>
            <a:r>
              <a:rPr lang="en-US" dirty="0" err="1"/>
              <a:t>encontrar</a:t>
            </a:r>
            <a:r>
              <a:rPr lang="en-US" dirty="0"/>
              <a:t> </a:t>
            </a:r>
            <a:r>
              <a:rPr lang="en-US" dirty="0" err="1"/>
              <a:t>soluciones</a:t>
            </a:r>
            <a:r>
              <a:rPr lang="en-US" dirty="0"/>
              <a:t> </a:t>
            </a:r>
            <a:r>
              <a:rPr lang="en-US" dirty="0" err="1"/>
              <a:t>inegradas</a:t>
            </a:r>
            <a:r>
              <a:rPr lang="en-US" dirty="0"/>
              <a:t> para </a:t>
            </a:r>
            <a:r>
              <a:rPr lang="en-US" dirty="0" err="1"/>
              <a:t>trabajar</a:t>
            </a:r>
            <a:r>
              <a:rPr lang="en-US" dirty="0"/>
              <a:t> con </a:t>
            </a:r>
            <a:r>
              <a:rPr lang="en-US" dirty="0" err="1"/>
              <a:t>datos</a:t>
            </a:r>
            <a:r>
              <a:rPr lang="en-US" dirty="0"/>
              <a:t> heterogenous para </a:t>
            </a:r>
            <a:r>
              <a:rPr lang="en-US" dirty="0" err="1"/>
              <a:t>almanecanorlos</a:t>
            </a:r>
            <a:r>
              <a:rPr lang="en-US" dirty="0"/>
              <a:t> </a:t>
            </a:r>
            <a:r>
              <a:rPr lang="en-US" dirty="0" err="1"/>
              <a:t>procesarlos</a:t>
            </a:r>
            <a:r>
              <a:rPr lang="en-US" dirty="0"/>
              <a:t> y </a:t>
            </a:r>
            <a:r>
              <a:rPr lang="en-US" dirty="0" err="1"/>
              <a:t>tomar</a:t>
            </a:r>
            <a:r>
              <a:rPr lang="en-US" dirty="0"/>
              <a:t> decisions con </a:t>
            </a:r>
            <a:r>
              <a:rPr lang="en-US" dirty="0" err="1"/>
              <a:t>ellos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0A23AC-ABE3-994D-9A14-B392D8BD93E8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21838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0A23AC-ABE3-994D-9A14-B392D8BD93E8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91925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FE61E-3390-EDC0-A4EC-5CA98A513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5FA7A8-B596-180D-A3C2-9205492FCE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D8ADFF-1DD6-6A47-4BC2-FF5AC8F91C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4D1BFE-B94F-7781-0FD2-8AC605044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0A23AC-ABE3-994D-9A14-B392D8BD93E8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08712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Procesamiento</a:t>
            </a:r>
            <a:r>
              <a:rPr lang="en-US" dirty="0"/>
              <a:t> de </a:t>
            </a:r>
            <a:r>
              <a:rPr lang="en-US" dirty="0" err="1"/>
              <a:t>analisi</a:t>
            </a:r>
            <a:r>
              <a:rPr lang="en-US" dirty="0"/>
              <a:t> online</a:t>
            </a:r>
          </a:p>
          <a:p>
            <a:r>
              <a:rPr lang="en-US" dirty="0"/>
              <a:t>Las </a:t>
            </a:r>
            <a:r>
              <a:rPr lang="en-US" dirty="0" err="1"/>
              <a:t>consultas</a:t>
            </a:r>
            <a:r>
              <a:rPr lang="en-US" dirty="0"/>
              <a:t> son mas </a:t>
            </a:r>
            <a:r>
              <a:rPr lang="en-US" dirty="0" err="1"/>
              <a:t>elbaoradas</a:t>
            </a:r>
            <a:r>
              <a:rPr lang="en-US" dirty="0"/>
              <a:t> y </a:t>
            </a:r>
            <a:r>
              <a:rPr lang="en-US" dirty="0" err="1"/>
              <a:t>complejas</a:t>
            </a:r>
            <a:r>
              <a:rPr lang="en-US" dirty="0"/>
              <a:t> con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visualizacion</a:t>
            </a:r>
            <a:r>
              <a:rPr lang="en-US" dirty="0"/>
              <a:t> </a:t>
            </a:r>
            <a:r>
              <a:rPr lang="en-US" dirty="0" err="1"/>
              <a:t>avanzada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0A23AC-ABE3-994D-9A14-B392D8BD93E8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5044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BC5C0-297D-EF10-34B6-E32294A83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AC81AA-3993-BDA3-0DFB-383FFD1919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A1A000-357E-8B84-CDC4-D034C86C86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5B7F75-C9B0-B24A-597B-387EB5F85E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0A23AC-ABE3-994D-9A14-B392D8BD93E8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20202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Ciencias</a:t>
            </a:r>
            <a:r>
              <a:rPr lang="en-US" dirty="0"/>
              <a:t> de la </a:t>
            </a:r>
            <a:r>
              <a:rPr lang="en-US" dirty="0" err="1"/>
              <a:t>salud</a:t>
            </a:r>
            <a:endParaRPr lang="en-US" dirty="0"/>
          </a:p>
          <a:p>
            <a:r>
              <a:rPr lang="en-US" dirty="0" err="1"/>
              <a:t>Demografía</a:t>
            </a:r>
            <a:endParaRPr lang="en-US" dirty="0"/>
          </a:p>
          <a:p>
            <a:r>
              <a:rPr lang="en-US" dirty="0" err="1"/>
              <a:t>Ciencias</a:t>
            </a:r>
            <a:r>
              <a:rPr lang="en-US" dirty="0"/>
              <a:t> </a:t>
            </a:r>
            <a:r>
              <a:rPr lang="en-US" dirty="0" err="1"/>
              <a:t>sociales</a:t>
            </a:r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0A23AC-ABE3-994D-9A14-B392D8BD93E8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5527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46284" y="253491"/>
            <a:ext cx="2192020" cy="10680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044247"/>
                </a:solidFill>
                <a:latin typeface="Arial Narrow"/>
                <a:cs typeface="Arial Narro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044247"/>
                </a:solidFill>
                <a:latin typeface="Arial Narrow"/>
                <a:cs typeface="Arial Narro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044247"/>
                </a:solidFill>
                <a:latin typeface="Arial Narrow"/>
                <a:cs typeface="Arial Narro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044247"/>
                </a:solidFill>
                <a:latin typeface="Arial Narrow"/>
                <a:cs typeface="Arial Narro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044247"/>
                </a:solidFill>
                <a:latin typeface="Arial Narrow"/>
                <a:cs typeface="Arial Narro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044247"/>
                </a:solidFill>
                <a:latin typeface="Arial Narrow"/>
                <a:cs typeface="Arial Narro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46284" y="253491"/>
            <a:ext cx="2245995" cy="10680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044247"/>
                </a:solidFill>
                <a:latin typeface="Arial Narrow"/>
                <a:cs typeface="Arial Narro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184084" y="1475739"/>
            <a:ext cx="4112259" cy="1601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044247"/>
                </a:solidFill>
                <a:latin typeface="Arial Narrow"/>
                <a:cs typeface="Arial Narro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JulioAlberto.Lopez@uclm.e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mailto:JulioAlberto.Lopez@uclm.es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8.png"/><Relationship Id="rId5" Type="http://schemas.openxmlformats.org/officeDocument/2006/relationships/image" Target="../media/image11.png"/><Relationship Id="rId10" Type="http://schemas.openxmlformats.org/officeDocument/2006/relationships/image" Target="../media/image15.png"/><Relationship Id="rId4" Type="http://schemas.openxmlformats.org/officeDocument/2006/relationships/image" Target="../media/image10.png"/><Relationship Id="rId9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JulioAlberto.Lopez@uclm.es" TargetMode="Externa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g"/><Relationship Id="rId11" Type="http://schemas.openxmlformats.org/officeDocument/2006/relationships/image" Target="../media/image26.png"/><Relationship Id="rId5" Type="http://schemas.openxmlformats.org/officeDocument/2006/relationships/image" Target="../media/image22.png"/><Relationship Id="rId10" Type="http://schemas.openxmlformats.org/officeDocument/2006/relationships/image" Target="../media/image5.png"/><Relationship Id="rId4" Type="http://schemas.openxmlformats.org/officeDocument/2006/relationships/image" Target="../media/image21.png"/><Relationship Id="rId9" Type="http://schemas.openxmlformats.org/officeDocument/2006/relationships/image" Target="../media/image12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8.png"/><Relationship Id="rId4" Type="http://schemas.openxmlformats.org/officeDocument/2006/relationships/image" Target="../media/image3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mailto:JulioAlberto.Lopez@uclm.es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2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2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2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gi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JulioAlberto.Lopez@uclm.e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mailto:Robercuadra@gmail.com" TargetMode="External"/><Relationship Id="rId2" Type="http://schemas.openxmlformats.org/officeDocument/2006/relationships/hyperlink" Target="mailto:Nuriadel@gmail.com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3schools.com/xml/xml_va" TargetMode="External"/><Relationship Id="rId2" Type="http://schemas.openxmlformats.org/officeDocument/2006/relationships/hyperlink" Target="http://www.xmlvalidation.com/" TargetMode="Externa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JulioAlberto.Lopez@uclm.e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9.jp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hyperlink" Target="mailto:Robercuadra@gmail.com" TargetMode="External"/><Relationship Id="rId2" Type="http://schemas.openxmlformats.org/officeDocument/2006/relationships/hyperlink" Target="mailto:Nuriadel@gmail.com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onvertjson.com/json-to-" TargetMode="External"/><Relationship Id="rId2" Type="http://schemas.openxmlformats.org/officeDocument/2006/relationships/hyperlink" Target="http://www.freeformatter.com/json-" TargetMode="Externa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JulioAlberto.Lopez@uclm.e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yworks.com/produc" TargetMode="Externa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JulioAlberto.Lopez@uclm.e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" y="-19050"/>
            <a:ext cx="5002530" cy="3938270"/>
          </a:xfrm>
          <a:custGeom>
            <a:avLst/>
            <a:gdLst/>
            <a:ahLst/>
            <a:cxnLst/>
            <a:rect l="l" t="t" r="r" b="b"/>
            <a:pathLst>
              <a:path w="5002530" h="3938270">
                <a:moveTo>
                  <a:pt x="0" y="1704928"/>
                </a:moveTo>
                <a:lnTo>
                  <a:pt x="0" y="3856309"/>
                </a:lnTo>
                <a:lnTo>
                  <a:pt x="579720" y="3937783"/>
                </a:lnTo>
                <a:lnTo>
                  <a:pt x="1255398" y="2957054"/>
                </a:lnTo>
                <a:lnTo>
                  <a:pt x="876220" y="1828073"/>
                </a:lnTo>
                <a:lnTo>
                  <a:pt x="0" y="1704928"/>
                </a:lnTo>
                <a:close/>
              </a:path>
              <a:path w="5002530" h="3938270">
                <a:moveTo>
                  <a:pt x="1716059" y="768286"/>
                </a:moveTo>
                <a:lnTo>
                  <a:pt x="1040381" y="1749016"/>
                </a:lnTo>
                <a:lnTo>
                  <a:pt x="1419558" y="2877996"/>
                </a:lnTo>
                <a:lnTo>
                  <a:pt x="2811966" y="3073687"/>
                </a:lnTo>
                <a:lnTo>
                  <a:pt x="3487644" y="2092957"/>
                </a:lnTo>
                <a:lnTo>
                  <a:pt x="3108467" y="963976"/>
                </a:lnTo>
                <a:lnTo>
                  <a:pt x="1716059" y="768286"/>
                </a:lnTo>
                <a:close/>
              </a:path>
              <a:path w="5002530" h="3938270">
                <a:moveTo>
                  <a:pt x="1331643" y="0"/>
                </a:moveTo>
                <a:lnTo>
                  <a:pt x="0" y="0"/>
                </a:lnTo>
                <a:lnTo>
                  <a:pt x="0" y="1510524"/>
                </a:lnTo>
                <a:lnTo>
                  <a:pt x="875213" y="1633527"/>
                </a:lnTo>
                <a:lnTo>
                  <a:pt x="1550890" y="652797"/>
                </a:lnTo>
                <a:lnTo>
                  <a:pt x="1331643" y="0"/>
                </a:lnTo>
                <a:close/>
              </a:path>
              <a:path w="5002530" h="3938270">
                <a:moveTo>
                  <a:pt x="3995936" y="267493"/>
                </a:moveTo>
                <a:lnTo>
                  <a:pt x="3948860" y="270028"/>
                </a:lnTo>
                <a:lnTo>
                  <a:pt x="3903251" y="277458"/>
                </a:lnTo>
                <a:lnTo>
                  <a:pt x="3859375" y="289519"/>
                </a:lnTo>
                <a:lnTo>
                  <a:pt x="3817494" y="305948"/>
                </a:lnTo>
                <a:lnTo>
                  <a:pt x="3777872" y="326480"/>
                </a:lnTo>
                <a:lnTo>
                  <a:pt x="3740773" y="350853"/>
                </a:lnTo>
                <a:lnTo>
                  <a:pt x="3706460" y="378803"/>
                </a:lnTo>
                <a:lnTo>
                  <a:pt x="3675197" y="410066"/>
                </a:lnTo>
                <a:lnTo>
                  <a:pt x="3647247" y="444379"/>
                </a:lnTo>
                <a:lnTo>
                  <a:pt x="3622874" y="481478"/>
                </a:lnTo>
                <a:lnTo>
                  <a:pt x="3602342" y="521100"/>
                </a:lnTo>
                <a:lnTo>
                  <a:pt x="3585913" y="562980"/>
                </a:lnTo>
                <a:lnTo>
                  <a:pt x="3573852" y="606856"/>
                </a:lnTo>
                <a:lnTo>
                  <a:pt x="3566423" y="652464"/>
                </a:lnTo>
                <a:lnTo>
                  <a:pt x="3563887" y="699541"/>
                </a:lnTo>
                <a:lnTo>
                  <a:pt x="3566423" y="746617"/>
                </a:lnTo>
                <a:lnTo>
                  <a:pt x="3573852" y="792225"/>
                </a:lnTo>
                <a:lnTo>
                  <a:pt x="3585913" y="836102"/>
                </a:lnTo>
                <a:lnTo>
                  <a:pt x="3602342" y="877982"/>
                </a:lnTo>
                <a:lnTo>
                  <a:pt x="3622874" y="917604"/>
                </a:lnTo>
                <a:lnTo>
                  <a:pt x="3647247" y="954703"/>
                </a:lnTo>
                <a:lnTo>
                  <a:pt x="3675197" y="989016"/>
                </a:lnTo>
                <a:lnTo>
                  <a:pt x="3706460" y="1020279"/>
                </a:lnTo>
                <a:lnTo>
                  <a:pt x="3740773" y="1048229"/>
                </a:lnTo>
                <a:lnTo>
                  <a:pt x="3777872" y="1072602"/>
                </a:lnTo>
                <a:lnTo>
                  <a:pt x="3817494" y="1093134"/>
                </a:lnTo>
                <a:lnTo>
                  <a:pt x="3859375" y="1109563"/>
                </a:lnTo>
                <a:lnTo>
                  <a:pt x="3903251" y="1121624"/>
                </a:lnTo>
                <a:lnTo>
                  <a:pt x="3948860" y="1129053"/>
                </a:lnTo>
                <a:lnTo>
                  <a:pt x="3995936" y="1131589"/>
                </a:lnTo>
                <a:lnTo>
                  <a:pt x="4043013" y="1129053"/>
                </a:lnTo>
                <a:lnTo>
                  <a:pt x="4088620" y="1121624"/>
                </a:lnTo>
                <a:lnTo>
                  <a:pt x="4132496" y="1109563"/>
                </a:lnTo>
                <a:lnTo>
                  <a:pt x="4174377" y="1093134"/>
                </a:lnTo>
                <a:lnTo>
                  <a:pt x="4213998" y="1072602"/>
                </a:lnTo>
                <a:lnTo>
                  <a:pt x="4251097" y="1048229"/>
                </a:lnTo>
                <a:lnTo>
                  <a:pt x="4285410" y="1020279"/>
                </a:lnTo>
                <a:lnTo>
                  <a:pt x="4316673" y="989016"/>
                </a:lnTo>
                <a:lnTo>
                  <a:pt x="4344623" y="954703"/>
                </a:lnTo>
                <a:lnTo>
                  <a:pt x="4368996" y="917604"/>
                </a:lnTo>
                <a:lnTo>
                  <a:pt x="4389528" y="877982"/>
                </a:lnTo>
                <a:lnTo>
                  <a:pt x="4405957" y="836102"/>
                </a:lnTo>
                <a:lnTo>
                  <a:pt x="4418018" y="792225"/>
                </a:lnTo>
                <a:lnTo>
                  <a:pt x="4425447" y="746617"/>
                </a:lnTo>
                <a:lnTo>
                  <a:pt x="4427983" y="699541"/>
                </a:lnTo>
                <a:lnTo>
                  <a:pt x="4425466" y="652797"/>
                </a:lnTo>
                <a:lnTo>
                  <a:pt x="4418018" y="606856"/>
                </a:lnTo>
                <a:lnTo>
                  <a:pt x="4405957" y="562980"/>
                </a:lnTo>
                <a:lnTo>
                  <a:pt x="4389529" y="521100"/>
                </a:lnTo>
                <a:lnTo>
                  <a:pt x="4368996" y="481478"/>
                </a:lnTo>
                <a:lnTo>
                  <a:pt x="4344624" y="444379"/>
                </a:lnTo>
                <a:lnTo>
                  <a:pt x="4316674" y="410066"/>
                </a:lnTo>
                <a:lnTo>
                  <a:pt x="4285411" y="378803"/>
                </a:lnTo>
                <a:lnTo>
                  <a:pt x="4251098" y="350853"/>
                </a:lnTo>
                <a:lnTo>
                  <a:pt x="4214000" y="326480"/>
                </a:lnTo>
                <a:lnTo>
                  <a:pt x="4174378" y="305948"/>
                </a:lnTo>
                <a:lnTo>
                  <a:pt x="4132498" y="289519"/>
                </a:lnTo>
                <a:lnTo>
                  <a:pt x="4088622" y="277458"/>
                </a:lnTo>
                <a:lnTo>
                  <a:pt x="4043014" y="270028"/>
                </a:lnTo>
                <a:lnTo>
                  <a:pt x="3995936" y="267493"/>
                </a:lnTo>
                <a:close/>
              </a:path>
              <a:path w="5002530" h="3938270">
                <a:moveTo>
                  <a:pt x="3641270" y="0"/>
                </a:moveTo>
                <a:lnTo>
                  <a:pt x="1520549" y="0"/>
                </a:lnTo>
                <a:lnTo>
                  <a:pt x="1715051" y="579121"/>
                </a:lnTo>
                <a:lnTo>
                  <a:pt x="3107460" y="774811"/>
                </a:lnTo>
                <a:lnTo>
                  <a:pt x="3641270" y="0"/>
                </a:lnTo>
                <a:close/>
              </a:path>
              <a:path w="5002530" h="3938270">
                <a:moveTo>
                  <a:pt x="5001954" y="0"/>
                </a:moveTo>
                <a:lnTo>
                  <a:pt x="4158813" y="0"/>
                </a:lnTo>
                <a:lnTo>
                  <a:pt x="4182288" y="75625"/>
                </a:lnTo>
                <a:lnTo>
                  <a:pt x="4202310" y="116723"/>
                </a:lnTo>
                <a:lnTo>
                  <a:pt x="4226411" y="155244"/>
                </a:lnTo>
                <a:lnTo>
                  <a:pt x="4254310" y="190908"/>
                </a:lnTo>
                <a:lnTo>
                  <a:pt x="4285724" y="223432"/>
                </a:lnTo>
                <a:lnTo>
                  <a:pt x="4320373" y="252534"/>
                </a:lnTo>
                <a:lnTo>
                  <a:pt x="4357973" y="277932"/>
                </a:lnTo>
                <a:lnTo>
                  <a:pt x="4398243" y="299345"/>
                </a:lnTo>
                <a:lnTo>
                  <a:pt x="4440901" y="316490"/>
                </a:lnTo>
                <a:lnTo>
                  <a:pt x="4485665" y="329086"/>
                </a:lnTo>
                <a:lnTo>
                  <a:pt x="4532253" y="336850"/>
                </a:lnTo>
                <a:lnTo>
                  <a:pt x="4580383" y="339501"/>
                </a:lnTo>
                <a:lnTo>
                  <a:pt x="4628513" y="336850"/>
                </a:lnTo>
                <a:lnTo>
                  <a:pt x="4675101" y="329086"/>
                </a:lnTo>
                <a:lnTo>
                  <a:pt x="4719866" y="316490"/>
                </a:lnTo>
                <a:lnTo>
                  <a:pt x="4762524" y="299345"/>
                </a:lnTo>
                <a:lnTo>
                  <a:pt x="4802794" y="277932"/>
                </a:lnTo>
                <a:lnTo>
                  <a:pt x="4840394" y="252534"/>
                </a:lnTo>
                <a:lnTo>
                  <a:pt x="4875043" y="223432"/>
                </a:lnTo>
                <a:lnTo>
                  <a:pt x="4906457" y="190908"/>
                </a:lnTo>
                <a:lnTo>
                  <a:pt x="4934356" y="155244"/>
                </a:lnTo>
                <a:lnTo>
                  <a:pt x="4958458" y="116723"/>
                </a:lnTo>
                <a:lnTo>
                  <a:pt x="4978479" y="75625"/>
                </a:lnTo>
                <a:lnTo>
                  <a:pt x="5001954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146683" y="3165348"/>
            <a:ext cx="2453005" cy="946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DEA4"/>
                </a:solidFill>
                <a:latin typeface="Arial"/>
                <a:cs typeface="Arial"/>
              </a:rPr>
              <a:t>Big</a:t>
            </a:r>
            <a:r>
              <a:rPr sz="2000" b="1" spc="-40" dirty="0">
                <a:solidFill>
                  <a:srgbClr val="00DEA4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DEA4"/>
                </a:solidFill>
                <a:latin typeface="Arial"/>
                <a:cs typeface="Arial"/>
              </a:rPr>
              <a:t>Data</a:t>
            </a:r>
            <a:r>
              <a:rPr sz="2000" b="1" spc="-105" dirty="0">
                <a:solidFill>
                  <a:srgbClr val="00DEA4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0DEA4"/>
                </a:solidFill>
                <a:latin typeface="Arial"/>
                <a:cs typeface="Arial"/>
              </a:rPr>
              <a:t>Aplicado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ts val="1760"/>
              </a:lnSpc>
              <a:spcBef>
                <a:spcPts val="1695"/>
              </a:spcBef>
            </a:pPr>
            <a:r>
              <a:rPr sz="1600" spc="-10" dirty="0">
                <a:latin typeface="Arial"/>
                <a:cs typeface="Arial"/>
              </a:rPr>
              <a:t>Julio</a:t>
            </a:r>
            <a:r>
              <a:rPr sz="1600" spc="-10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Alberto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López </a:t>
            </a:r>
            <a:r>
              <a:rPr sz="1600" spc="-20" dirty="0">
                <a:latin typeface="Arial"/>
                <a:cs typeface="Arial"/>
              </a:rPr>
              <a:t>Gómez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ts val="1400"/>
              </a:lnSpc>
            </a:pPr>
            <a:r>
              <a:rPr sz="1300" spc="-10" dirty="0">
                <a:solidFill>
                  <a:srgbClr val="404040"/>
                </a:solidFill>
                <a:latin typeface="Arial"/>
                <a:cs typeface="Arial"/>
                <a:hlinkClick r:id="rId3"/>
              </a:rPr>
              <a:t>JulioAlberto.Lopez@uclm.es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12700" marR="5080" algn="just">
              <a:lnSpc>
                <a:spcPct val="79300"/>
              </a:lnSpc>
              <a:spcBef>
                <a:spcPts val="1090"/>
              </a:spcBef>
            </a:pPr>
            <a:r>
              <a:rPr spc="-20" dirty="0"/>
              <a:t>Toma</a:t>
            </a:r>
            <a:r>
              <a:rPr spc="-114" dirty="0"/>
              <a:t> </a:t>
            </a:r>
            <a:r>
              <a:rPr dirty="0"/>
              <a:t>de</a:t>
            </a:r>
            <a:r>
              <a:rPr spc="-114" dirty="0"/>
              <a:t> </a:t>
            </a:r>
            <a:r>
              <a:rPr spc="-10" dirty="0"/>
              <a:t>decisiones: </a:t>
            </a:r>
            <a:r>
              <a:rPr dirty="0"/>
              <a:t>datos,</a:t>
            </a:r>
            <a:r>
              <a:rPr spc="-65" dirty="0"/>
              <a:t> </a:t>
            </a:r>
            <a:r>
              <a:rPr dirty="0"/>
              <a:t>información</a:t>
            </a:r>
            <a:r>
              <a:rPr spc="-65" dirty="0"/>
              <a:t> </a:t>
            </a:r>
            <a:r>
              <a:rPr spc="-50" dirty="0"/>
              <a:t>y </a:t>
            </a:r>
            <a:r>
              <a:rPr spc="-10" dirty="0"/>
              <a:t>conocimiento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6797040" y="3943584"/>
            <a:ext cx="2346960" cy="1200150"/>
            <a:chOff x="6797040" y="3943584"/>
            <a:chExt cx="2346960" cy="1200150"/>
          </a:xfrm>
        </p:grpSpPr>
        <p:sp>
          <p:nvSpPr>
            <p:cNvPr id="6" name="object 6"/>
            <p:cNvSpPr/>
            <p:nvPr/>
          </p:nvSpPr>
          <p:spPr>
            <a:xfrm>
              <a:off x="8254885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97040" y="4373880"/>
              <a:ext cx="1459992" cy="344423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046790" y="4373843"/>
            <a:ext cx="749345" cy="365309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4210564" y="4381676"/>
            <a:ext cx="653415" cy="325755"/>
            <a:chOff x="4210564" y="4381676"/>
            <a:chExt cx="653415" cy="325755"/>
          </a:xfrm>
        </p:grpSpPr>
        <p:sp>
          <p:nvSpPr>
            <p:cNvPr id="10" name="object 10"/>
            <p:cNvSpPr/>
            <p:nvPr/>
          </p:nvSpPr>
          <p:spPr>
            <a:xfrm>
              <a:off x="4372655" y="4519010"/>
              <a:ext cx="109220" cy="46990"/>
            </a:xfrm>
            <a:custGeom>
              <a:avLst/>
              <a:gdLst/>
              <a:ahLst/>
              <a:cxnLst/>
              <a:rect l="l" t="t" r="r" b="b"/>
              <a:pathLst>
                <a:path w="109220" h="46989">
                  <a:moveTo>
                    <a:pt x="109052" y="0"/>
                  </a:moveTo>
                  <a:lnTo>
                    <a:pt x="0" y="0"/>
                  </a:lnTo>
                  <a:lnTo>
                    <a:pt x="0" y="46456"/>
                  </a:lnTo>
                  <a:lnTo>
                    <a:pt x="109052" y="46456"/>
                  </a:lnTo>
                  <a:lnTo>
                    <a:pt x="109052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309590" y="4502793"/>
              <a:ext cx="76200" cy="76835"/>
            </a:xfrm>
            <a:custGeom>
              <a:avLst/>
              <a:gdLst/>
              <a:ahLst/>
              <a:cxnLst/>
              <a:rect l="l" t="t" r="r" b="b"/>
              <a:pathLst>
                <a:path w="76200" h="76835">
                  <a:moveTo>
                    <a:pt x="37682" y="0"/>
                  </a:moveTo>
                  <a:lnTo>
                    <a:pt x="2554" y="23467"/>
                  </a:lnTo>
                  <a:lnTo>
                    <a:pt x="0" y="38074"/>
                  </a:lnTo>
                  <a:lnTo>
                    <a:pt x="535" y="45564"/>
                  </a:lnTo>
                  <a:lnTo>
                    <a:pt x="30171" y="75625"/>
                  </a:lnTo>
                  <a:lnTo>
                    <a:pt x="37682" y="76227"/>
                  </a:lnTo>
                  <a:lnTo>
                    <a:pt x="53179" y="73081"/>
                  </a:lnTo>
                  <a:lnTo>
                    <a:pt x="65054" y="64856"/>
                  </a:lnTo>
                  <a:lnTo>
                    <a:pt x="72979" y="52778"/>
                  </a:lnTo>
                  <a:lnTo>
                    <a:pt x="75756" y="38074"/>
                  </a:lnTo>
                  <a:lnTo>
                    <a:pt x="72642" y="22651"/>
                  </a:lnTo>
                  <a:lnTo>
                    <a:pt x="64442" y="10758"/>
                  </a:lnTo>
                  <a:lnTo>
                    <a:pt x="52380" y="2808"/>
                  </a:lnTo>
                  <a:lnTo>
                    <a:pt x="37682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45192" y="4397737"/>
              <a:ext cx="236854" cy="46990"/>
            </a:xfrm>
            <a:custGeom>
              <a:avLst/>
              <a:gdLst/>
              <a:ahLst/>
              <a:cxnLst/>
              <a:rect l="l" t="t" r="r" b="b"/>
              <a:pathLst>
                <a:path w="236854" h="46989">
                  <a:moveTo>
                    <a:pt x="236515" y="0"/>
                  </a:moveTo>
                  <a:lnTo>
                    <a:pt x="0" y="0"/>
                  </a:lnTo>
                  <a:lnTo>
                    <a:pt x="0" y="46613"/>
                  </a:lnTo>
                  <a:lnTo>
                    <a:pt x="236515" y="46613"/>
                  </a:lnTo>
                  <a:lnTo>
                    <a:pt x="236515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210564" y="438167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7918" y="0"/>
                  </a:moveTo>
                  <a:lnTo>
                    <a:pt x="2654" y="23243"/>
                  </a:lnTo>
                  <a:lnTo>
                    <a:pt x="0" y="37917"/>
                  </a:lnTo>
                  <a:lnTo>
                    <a:pt x="588" y="45409"/>
                  </a:lnTo>
                  <a:lnTo>
                    <a:pt x="30407" y="75390"/>
                  </a:lnTo>
                  <a:lnTo>
                    <a:pt x="37918" y="75992"/>
                  </a:lnTo>
                  <a:lnTo>
                    <a:pt x="45429" y="75390"/>
                  </a:lnTo>
                  <a:lnTo>
                    <a:pt x="75380" y="45425"/>
                  </a:lnTo>
                  <a:lnTo>
                    <a:pt x="75992" y="37917"/>
                  </a:lnTo>
                  <a:lnTo>
                    <a:pt x="75382" y="30391"/>
                  </a:lnTo>
                  <a:lnTo>
                    <a:pt x="45408" y="551"/>
                  </a:lnTo>
                  <a:lnTo>
                    <a:pt x="37918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45192" y="4647022"/>
              <a:ext cx="236854" cy="46990"/>
            </a:xfrm>
            <a:custGeom>
              <a:avLst/>
              <a:gdLst/>
              <a:ahLst/>
              <a:cxnLst/>
              <a:rect l="l" t="t" r="r" b="b"/>
              <a:pathLst>
                <a:path w="236854" h="46989">
                  <a:moveTo>
                    <a:pt x="236515" y="0"/>
                  </a:moveTo>
                  <a:lnTo>
                    <a:pt x="0" y="0"/>
                  </a:lnTo>
                  <a:lnTo>
                    <a:pt x="0" y="46456"/>
                  </a:lnTo>
                  <a:lnTo>
                    <a:pt x="236515" y="46456"/>
                  </a:lnTo>
                  <a:lnTo>
                    <a:pt x="236515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10558" y="4390377"/>
              <a:ext cx="653415" cy="316865"/>
            </a:xfrm>
            <a:custGeom>
              <a:avLst/>
              <a:gdLst/>
              <a:ahLst/>
              <a:cxnLst/>
              <a:rect l="l" t="t" r="r" b="b"/>
              <a:pathLst>
                <a:path w="653414" h="316864">
                  <a:moveTo>
                    <a:pt x="75984" y="278549"/>
                  </a:moveTo>
                  <a:lnTo>
                    <a:pt x="52590" y="243141"/>
                  </a:lnTo>
                  <a:lnTo>
                    <a:pt x="37553" y="240423"/>
                  </a:lnTo>
                  <a:lnTo>
                    <a:pt x="22288" y="243624"/>
                  </a:lnTo>
                  <a:lnTo>
                    <a:pt x="10515" y="251853"/>
                  </a:lnTo>
                  <a:lnTo>
                    <a:pt x="2692" y="263880"/>
                  </a:lnTo>
                  <a:lnTo>
                    <a:pt x="0" y="278511"/>
                  </a:lnTo>
                  <a:lnTo>
                    <a:pt x="584" y="286016"/>
                  </a:lnTo>
                  <a:lnTo>
                    <a:pt x="30403" y="316064"/>
                  </a:lnTo>
                  <a:lnTo>
                    <a:pt x="37922" y="316661"/>
                  </a:lnTo>
                  <a:lnTo>
                    <a:pt x="45427" y="316064"/>
                  </a:lnTo>
                  <a:lnTo>
                    <a:pt x="75984" y="278549"/>
                  </a:lnTo>
                  <a:close/>
                </a:path>
                <a:path w="653414" h="316864">
                  <a:moveTo>
                    <a:pt x="653376" y="150495"/>
                  </a:moveTo>
                  <a:lnTo>
                    <a:pt x="566496" y="0"/>
                  </a:lnTo>
                  <a:lnTo>
                    <a:pt x="392734" y="0"/>
                  </a:lnTo>
                  <a:lnTo>
                    <a:pt x="305854" y="150495"/>
                  </a:lnTo>
                  <a:lnTo>
                    <a:pt x="392734" y="301066"/>
                  </a:lnTo>
                  <a:lnTo>
                    <a:pt x="566496" y="301066"/>
                  </a:lnTo>
                  <a:lnTo>
                    <a:pt x="653376" y="150495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6284" y="253491"/>
            <a:ext cx="2291715" cy="1525270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119380">
              <a:lnSpc>
                <a:spcPct val="71000"/>
              </a:lnSpc>
              <a:spcBef>
                <a:spcPts val="1490"/>
              </a:spcBef>
            </a:pPr>
            <a:r>
              <a:rPr spc="-20" dirty="0"/>
              <a:t>Toma</a:t>
            </a:r>
            <a:r>
              <a:rPr spc="-200" dirty="0"/>
              <a:t> </a:t>
            </a:r>
            <a:r>
              <a:rPr spc="-25" dirty="0"/>
              <a:t>de </a:t>
            </a:r>
            <a:r>
              <a:rPr spc="-10" dirty="0"/>
              <a:t>decisiones</a:t>
            </a:r>
          </a:p>
          <a:p>
            <a:pPr marL="513715">
              <a:lnSpc>
                <a:spcPct val="100000"/>
              </a:lnSpc>
              <a:spcBef>
                <a:spcPts val="240"/>
              </a:spcBef>
            </a:pPr>
            <a:r>
              <a:rPr sz="2800" dirty="0">
                <a:solidFill>
                  <a:srgbClr val="FF0000"/>
                </a:solidFill>
              </a:rPr>
              <a:t>El</a:t>
            </a:r>
            <a:r>
              <a:rPr sz="2800" spc="-20" dirty="0">
                <a:solidFill>
                  <a:srgbClr val="FF0000"/>
                </a:solidFill>
              </a:rPr>
              <a:t> </a:t>
            </a:r>
            <a:r>
              <a:rPr sz="2800" spc="-10" dirty="0">
                <a:solidFill>
                  <a:srgbClr val="FF0000"/>
                </a:solidFill>
              </a:rPr>
              <a:t>problema: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3892296" y="1615439"/>
            <a:ext cx="5252085" cy="3528060"/>
            <a:chOff x="3892296" y="1615439"/>
            <a:chExt cx="5252085" cy="3528060"/>
          </a:xfrm>
        </p:grpSpPr>
        <p:sp>
          <p:nvSpPr>
            <p:cNvPr id="4" name="object 4"/>
            <p:cNvSpPr/>
            <p:nvPr/>
          </p:nvSpPr>
          <p:spPr>
            <a:xfrm>
              <a:off x="8254885" y="3943583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92296" y="1615439"/>
              <a:ext cx="4364736" cy="271881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50E27A8-250B-987E-6CE1-30E6D0808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50978CD-F8AA-70D4-DCC2-F3DFB6C64C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6284" y="253491"/>
            <a:ext cx="2291715" cy="1525270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119380">
              <a:lnSpc>
                <a:spcPct val="71000"/>
              </a:lnSpc>
              <a:spcBef>
                <a:spcPts val="1490"/>
              </a:spcBef>
            </a:pPr>
            <a:r>
              <a:rPr spc="-20" dirty="0"/>
              <a:t>Toma</a:t>
            </a:r>
            <a:r>
              <a:rPr spc="-200" dirty="0"/>
              <a:t> </a:t>
            </a:r>
            <a:r>
              <a:rPr spc="-25" dirty="0"/>
              <a:t>de </a:t>
            </a:r>
            <a:r>
              <a:rPr spc="-10" dirty="0"/>
              <a:t>decisiones</a:t>
            </a:r>
          </a:p>
          <a:p>
            <a:pPr marL="513715">
              <a:lnSpc>
                <a:spcPct val="100000"/>
              </a:lnSpc>
              <a:spcBef>
                <a:spcPts val="240"/>
              </a:spcBef>
            </a:pPr>
            <a:r>
              <a:rPr sz="2800" dirty="0">
                <a:solidFill>
                  <a:srgbClr val="FF0000"/>
                </a:solidFill>
              </a:rPr>
              <a:t>El</a:t>
            </a:r>
            <a:r>
              <a:rPr sz="2800" spc="-20" dirty="0">
                <a:solidFill>
                  <a:srgbClr val="FF0000"/>
                </a:solidFill>
              </a:rPr>
              <a:t> </a:t>
            </a:r>
            <a:r>
              <a:rPr sz="2800" spc="-10" dirty="0">
                <a:solidFill>
                  <a:srgbClr val="FF0000"/>
                </a:solidFill>
              </a:rPr>
              <a:t>problema:</a:t>
            </a:r>
            <a:endParaRPr sz="280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F8AE246E-63D5-7340-5A9E-E9A67736355F}"/>
              </a:ext>
            </a:extLst>
          </p:cNvPr>
          <p:cNvGrpSpPr/>
          <p:nvPr/>
        </p:nvGrpSpPr>
        <p:grpSpPr>
          <a:xfrm>
            <a:off x="3892296" y="1615439"/>
            <a:ext cx="5252085" cy="3528060"/>
            <a:chOff x="3892296" y="1615439"/>
            <a:chExt cx="5252085" cy="352806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CB8CAE6A-FD66-728A-CB11-9318C748C676}"/>
                </a:ext>
              </a:extLst>
            </p:cNvPr>
            <p:cNvSpPr/>
            <p:nvPr/>
          </p:nvSpPr>
          <p:spPr>
            <a:xfrm>
              <a:off x="8254885" y="3943583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6E1F20A9-9F21-46ED-9742-D958ACF53F4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92296" y="1615439"/>
              <a:ext cx="4364736" cy="2718816"/>
            </a:xfrm>
            <a:prstGeom prst="rect">
              <a:avLst/>
            </a:prstGeom>
          </p:spPr>
        </p:pic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DE97A839-B565-EF27-042E-2C38EC00543D}"/>
              </a:ext>
            </a:extLst>
          </p:cNvPr>
          <p:cNvSpPr txBox="1"/>
          <p:nvPr/>
        </p:nvSpPr>
        <p:spPr>
          <a:xfrm>
            <a:off x="3354595" y="561339"/>
            <a:ext cx="47066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har char="■"/>
              <a:tabLst>
                <a:tab pos="297815" algn="l"/>
              </a:tabLst>
            </a:pPr>
            <a:r>
              <a:rPr sz="2800" spc="-420" dirty="0">
                <a:latin typeface="Arial"/>
                <a:cs typeface="Arial"/>
              </a:rPr>
              <a:t>¿Es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00" dirty="0">
                <a:latin typeface="Arial"/>
                <a:cs typeface="Arial"/>
              </a:rPr>
              <a:t>un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85" dirty="0">
                <a:latin typeface="Arial"/>
                <a:cs typeface="Arial"/>
              </a:rPr>
              <a:t>usuario/a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70" dirty="0">
                <a:latin typeface="Arial"/>
                <a:cs typeface="Arial"/>
              </a:rPr>
              <a:t>Twitter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un</a:t>
            </a:r>
            <a:endParaRPr sz="2800">
              <a:latin typeface="Arial"/>
              <a:cs typeface="Arial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9919CDA2-E7EE-3DBD-5446-AAB12FA3009A}"/>
              </a:ext>
            </a:extLst>
          </p:cNvPr>
          <p:cNvSpPr txBox="1"/>
          <p:nvPr/>
        </p:nvSpPr>
        <p:spPr>
          <a:xfrm>
            <a:off x="3640345" y="853947"/>
            <a:ext cx="138112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35" dirty="0">
                <a:latin typeface="Arial"/>
                <a:cs typeface="Arial"/>
              </a:rPr>
              <a:t>indeciso?</a:t>
            </a:r>
            <a:endParaRPr sz="28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57889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6284" y="253491"/>
            <a:ext cx="2290445" cy="1525270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118110">
              <a:lnSpc>
                <a:spcPct val="71000"/>
              </a:lnSpc>
              <a:spcBef>
                <a:spcPts val="1490"/>
              </a:spcBef>
            </a:pP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Toma</a:t>
            </a:r>
            <a:r>
              <a:rPr sz="4000" b="1" spc="-200" dirty="0">
                <a:solidFill>
                  <a:srgbClr val="044247"/>
                </a:solidFill>
                <a:latin typeface="Arial Narrow"/>
                <a:cs typeface="Arial Narrow"/>
              </a:rPr>
              <a:t> </a:t>
            </a:r>
            <a:r>
              <a:rPr sz="4000" b="1" spc="-25" dirty="0">
                <a:solidFill>
                  <a:srgbClr val="044247"/>
                </a:solidFill>
                <a:latin typeface="Arial Narrow"/>
                <a:cs typeface="Arial Narrow"/>
              </a:rPr>
              <a:t>de </a:t>
            </a: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decisiones</a:t>
            </a:r>
            <a:endParaRPr sz="4000" dirty="0">
              <a:latin typeface="Arial Narrow"/>
              <a:cs typeface="Arial Narrow"/>
            </a:endParaRPr>
          </a:p>
          <a:p>
            <a:pPr marL="806450">
              <a:lnSpc>
                <a:spcPct val="100000"/>
              </a:lnSpc>
              <a:spcBef>
                <a:spcPts val="240"/>
              </a:spcBef>
            </a:pP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Los</a:t>
            </a:r>
            <a:r>
              <a:rPr sz="2800" b="1" spc="-15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datos:</a:t>
            </a:r>
            <a:endParaRPr sz="2800" dirty="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98149" y="1777038"/>
            <a:ext cx="3231370" cy="336646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52559A2-4567-56E5-26AA-4136A7E13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1D1B32A-ECD5-1D40-10B7-3A5687A1553E}"/>
              </a:ext>
            </a:extLst>
          </p:cNvPr>
          <p:cNvSpPr txBox="1"/>
          <p:nvPr/>
        </p:nvSpPr>
        <p:spPr>
          <a:xfrm>
            <a:off x="546284" y="253491"/>
            <a:ext cx="2290445" cy="1525270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118110">
              <a:lnSpc>
                <a:spcPct val="71000"/>
              </a:lnSpc>
              <a:spcBef>
                <a:spcPts val="1490"/>
              </a:spcBef>
            </a:pP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Toma</a:t>
            </a:r>
            <a:r>
              <a:rPr sz="4000" b="1" spc="-200" dirty="0">
                <a:solidFill>
                  <a:srgbClr val="044247"/>
                </a:solidFill>
                <a:latin typeface="Arial Narrow"/>
                <a:cs typeface="Arial Narrow"/>
              </a:rPr>
              <a:t> </a:t>
            </a:r>
            <a:r>
              <a:rPr sz="4000" b="1" spc="-25" dirty="0">
                <a:solidFill>
                  <a:srgbClr val="044247"/>
                </a:solidFill>
                <a:latin typeface="Arial Narrow"/>
                <a:cs typeface="Arial Narrow"/>
              </a:rPr>
              <a:t>de </a:t>
            </a: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decisiones</a:t>
            </a:r>
            <a:endParaRPr sz="4000">
              <a:latin typeface="Arial Narrow"/>
              <a:cs typeface="Arial Narrow"/>
            </a:endParaRPr>
          </a:p>
          <a:p>
            <a:pPr marL="806450">
              <a:lnSpc>
                <a:spcPct val="100000"/>
              </a:lnSpc>
              <a:spcBef>
                <a:spcPts val="240"/>
              </a:spcBef>
            </a:pP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Los</a:t>
            </a:r>
            <a:r>
              <a:rPr sz="2800" b="1" spc="-15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datos: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412AE6A-304B-6DF3-2C8C-4D07C9B5F00B}"/>
              </a:ext>
            </a:extLst>
          </p:cNvPr>
          <p:cNvSpPr txBox="1"/>
          <p:nvPr/>
        </p:nvSpPr>
        <p:spPr>
          <a:xfrm>
            <a:off x="3344302" y="390651"/>
            <a:ext cx="2846705" cy="8874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har char="■"/>
              <a:tabLst>
                <a:tab pos="297815" algn="l"/>
              </a:tabLst>
            </a:pPr>
            <a:r>
              <a:rPr sz="2800" spc="-75" dirty="0">
                <a:latin typeface="Arial"/>
                <a:cs typeface="Arial"/>
              </a:rPr>
              <a:t>Heterogéneos</a:t>
            </a:r>
            <a:endParaRPr sz="2800" dirty="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120"/>
              </a:spcBef>
              <a:buChar char="■"/>
              <a:tabLst>
                <a:tab pos="297815" algn="l"/>
              </a:tabLst>
            </a:pPr>
            <a:endParaRPr sz="2800" dirty="0">
              <a:latin typeface="Arial"/>
              <a:cs typeface="Arial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7493A8B6-FD11-DE4A-8797-1EE47AF36DB7}"/>
              </a:ext>
            </a:extLst>
          </p:cNvPr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73B77E1A-1412-83E9-B0C5-3EE953A3B10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98149" y="1777038"/>
            <a:ext cx="3231370" cy="3366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462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C4E0509-79F7-7F2D-709D-CDA247CDD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2F539AD-AD30-A28B-EA90-6F70FC123CBA}"/>
              </a:ext>
            </a:extLst>
          </p:cNvPr>
          <p:cNvSpPr txBox="1"/>
          <p:nvPr/>
        </p:nvSpPr>
        <p:spPr>
          <a:xfrm>
            <a:off x="546284" y="253491"/>
            <a:ext cx="2290445" cy="1525270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118110">
              <a:lnSpc>
                <a:spcPct val="71000"/>
              </a:lnSpc>
              <a:spcBef>
                <a:spcPts val="1490"/>
              </a:spcBef>
            </a:pP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Toma</a:t>
            </a:r>
            <a:r>
              <a:rPr sz="4000" b="1" spc="-200" dirty="0">
                <a:solidFill>
                  <a:srgbClr val="044247"/>
                </a:solidFill>
                <a:latin typeface="Arial Narrow"/>
                <a:cs typeface="Arial Narrow"/>
              </a:rPr>
              <a:t> </a:t>
            </a:r>
            <a:r>
              <a:rPr sz="4000" b="1" spc="-25" dirty="0">
                <a:solidFill>
                  <a:srgbClr val="044247"/>
                </a:solidFill>
                <a:latin typeface="Arial Narrow"/>
                <a:cs typeface="Arial Narrow"/>
              </a:rPr>
              <a:t>de </a:t>
            </a: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decisiones</a:t>
            </a:r>
            <a:endParaRPr sz="4000">
              <a:latin typeface="Arial Narrow"/>
              <a:cs typeface="Arial Narrow"/>
            </a:endParaRPr>
          </a:p>
          <a:p>
            <a:pPr marL="806450">
              <a:lnSpc>
                <a:spcPct val="100000"/>
              </a:lnSpc>
              <a:spcBef>
                <a:spcPts val="240"/>
              </a:spcBef>
            </a:pP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Los</a:t>
            </a:r>
            <a:r>
              <a:rPr sz="2800" b="1" spc="-15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datos: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9BF18193-2927-BA46-E0F7-D12B45701DFE}"/>
              </a:ext>
            </a:extLst>
          </p:cNvPr>
          <p:cNvSpPr txBox="1"/>
          <p:nvPr/>
        </p:nvSpPr>
        <p:spPr>
          <a:xfrm>
            <a:off x="3344302" y="390651"/>
            <a:ext cx="2846705" cy="8874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har char="■"/>
              <a:tabLst>
                <a:tab pos="297815" algn="l"/>
              </a:tabLst>
            </a:pPr>
            <a:r>
              <a:rPr sz="2800" spc="-75" dirty="0">
                <a:latin typeface="Arial"/>
                <a:cs typeface="Arial"/>
              </a:rPr>
              <a:t>Heterogéneos</a:t>
            </a:r>
            <a:endParaRPr sz="2800" dirty="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120"/>
              </a:spcBef>
              <a:buChar char="■"/>
              <a:tabLst>
                <a:tab pos="297815" algn="l"/>
              </a:tabLst>
            </a:pPr>
            <a:r>
              <a:rPr sz="2800" spc="-130" dirty="0" err="1">
                <a:latin typeface="Arial"/>
                <a:cs typeface="Arial"/>
              </a:rPr>
              <a:t>Desestructurados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0A78D7FA-FF0E-D7A1-010B-378FD69B2FC5}"/>
              </a:ext>
            </a:extLst>
          </p:cNvPr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95E406A1-B944-A42F-8727-A0F3E431304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98149" y="1777038"/>
            <a:ext cx="3231370" cy="3366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1176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B96556B-CCBB-8484-1F00-25CF98AD7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B06A02E-0E4A-FE96-F74D-E7BB5D892558}"/>
              </a:ext>
            </a:extLst>
          </p:cNvPr>
          <p:cNvSpPr txBox="1"/>
          <p:nvPr/>
        </p:nvSpPr>
        <p:spPr>
          <a:xfrm>
            <a:off x="546284" y="253491"/>
            <a:ext cx="2290445" cy="1525270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118110">
              <a:lnSpc>
                <a:spcPct val="71000"/>
              </a:lnSpc>
              <a:spcBef>
                <a:spcPts val="1490"/>
              </a:spcBef>
            </a:pP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Toma</a:t>
            </a:r>
            <a:r>
              <a:rPr sz="4000" b="1" spc="-200" dirty="0">
                <a:solidFill>
                  <a:srgbClr val="044247"/>
                </a:solidFill>
                <a:latin typeface="Arial Narrow"/>
                <a:cs typeface="Arial Narrow"/>
              </a:rPr>
              <a:t> </a:t>
            </a:r>
            <a:r>
              <a:rPr sz="4000" b="1" spc="-25" dirty="0">
                <a:solidFill>
                  <a:srgbClr val="044247"/>
                </a:solidFill>
                <a:latin typeface="Arial Narrow"/>
                <a:cs typeface="Arial Narrow"/>
              </a:rPr>
              <a:t>de </a:t>
            </a: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decisiones</a:t>
            </a:r>
            <a:endParaRPr sz="4000">
              <a:latin typeface="Arial Narrow"/>
              <a:cs typeface="Arial Narrow"/>
            </a:endParaRPr>
          </a:p>
          <a:p>
            <a:pPr marL="806450">
              <a:lnSpc>
                <a:spcPct val="100000"/>
              </a:lnSpc>
              <a:spcBef>
                <a:spcPts val="240"/>
              </a:spcBef>
            </a:pP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Los</a:t>
            </a:r>
            <a:r>
              <a:rPr sz="2800" b="1" spc="-15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datos: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8C8635A1-8E29-ABDE-EDB0-2149AA4B805E}"/>
              </a:ext>
            </a:extLst>
          </p:cNvPr>
          <p:cNvSpPr txBox="1"/>
          <p:nvPr/>
        </p:nvSpPr>
        <p:spPr>
          <a:xfrm>
            <a:off x="3344302" y="390651"/>
            <a:ext cx="2846705" cy="1351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har char="■"/>
              <a:tabLst>
                <a:tab pos="297815" algn="l"/>
              </a:tabLst>
            </a:pPr>
            <a:r>
              <a:rPr sz="2800" spc="-75" dirty="0">
                <a:latin typeface="Arial"/>
                <a:cs typeface="Arial"/>
              </a:rPr>
              <a:t>Heterogéneos</a:t>
            </a:r>
            <a:endParaRPr sz="2800" dirty="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120"/>
              </a:spcBef>
              <a:buChar char="■"/>
              <a:tabLst>
                <a:tab pos="297815" algn="l"/>
              </a:tabLst>
            </a:pPr>
            <a:r>
              <a:rPr sz="2800" spc="-130" dirty="0">
                <a:latin typeface="Arial"/>
                <a:cs typeface="Arial"/>
              </a:rPr>
              <a:t>Desestructurados</a:t>
            </a:r>
            <a:endParaRPr sz="2800" dirty="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240"/>
              </a:spcBef>
              <a:buChar char="■"/>
              <a:tabLst>
                <a:tab pos="297815" algn="l"/>
              </a:tabLst>
            </a:pPr>
            <a:r>
              <a:rPr sz="2800" spc="-50" dirty="0">
                <a:latin typeface="Arial"/>
                <a:cs typeface="Arial"/>
              </a:rPr>
              <a:t>Dinámicos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A13AA300-4440-1867-4851-67A23BBE409A}"/>
              </a:ext>
            </a:extLst>
          </p:cNvPr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FE41904E-B147-2391-68F8-3718AF03675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98149" y="1777038"/>
            <a:ext cx="3231370" cy="3366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5810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6284" y="253491"/>
            <a:ext cx="2291080" cy="1525270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118110">
              <a:lnSpc>
                <a:spcPct val="71000"/>
              </a:lnSpc>
              <a:spcBef>
                <a:spcPts val="1490"/>
              </a:spcBef>
            </a:pP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Toma</a:t>
            </a:r>
            <a:r>
              <a:rPr sz="4000" b="1" spc="-200" dirty="0">
                <a:solidFill>
                  <a:srgbClr val="044247"/>
                </a:solidFill>
                <a:latin typeface="Arial Narrow"/>
                <a:cs typeface="Arial Narrow"/>
              </a:rPr>
              <a:t> </a:t>
            </a:r>
            <a:r>
              <a:rPr sz="4000" b="1" spc="-25" dirty="0">
                <a:solidFill>
                  <a:srgbClr val="044247"/>
                </a:solidFill>
                <a:latin typeface="Arial Narrow"/>
                <a:cs typeface="Arial Narrow"/>
              </a:rPr>
              <a:t>de </a:t>
            </a: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decisiones</a:t>
            </a:r>
            <a:endParaRPr sz="4000">
              <a:latin typeface="Arial Narrow"/>
              <a:cs typeface="Arial Narrow"/>
            </a:endParaRPr>
          </a:p>
          <a:p>
            <a:pPr marL="95250">
              <a:lnSpc>
                <a:spcPct val="100000"/>
              </a:lnSpc>
              <a:spcBef>
                <a:spcPts val="240"/>
              </a:spcBef>
            </a:pP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La</a:t>
            </a: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 información:</a:t>
            </a:r>
            <a:endParaRPr sz="2800">
              <a:latin typeface="Arial Narrow"/>
              <a:cs typeface="Arial Narrow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347863" y="2124297"/>
            <a:ext cx="5796657" cy="3019436"/>
            <a:chOff x="3347863" y="2124297"/>
            <a:chExt cx="5796657" cy="3019436"/>
          </a:xfrm>
        </p:grpSpPr>
        <p:sp>
          <p:nvSpPr>
            <p:cNvPr id="4" name="object 4"/>
            <p:cNvSpPr/>
            <p:nvPr/>
          </p:nvSpPr>
          <p:spPr>
            <a:xfrm>
              <a:off x="8254885" y="3943583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347863" y="2124297"/>
              <a:ext cx="5040630" cy="2679700"/>
            </a:xfrm>
            <a:custGeom>
              <a:avLst/>
              <a:gdLst/>
              <a:ahLst/>
              <a:cxnLst/>
              <a:rect l="l" t="t" r="r" b="b"/>
              <a:pathLst>
                <a:path w="5040630" h="2679700">
                  <a:moveTo>
                    <a:pt x="5040560" y="0"/>
                  </a:moveTo>
                  <a:lnTo>
                    <a:pt x="0" y="0"/>
                  </a:lnTo>
                  <a:lnTo>
                    <a:pt x="0" y="2679700"/>
                  </a:lnTo>
                  <a:lnTo>
                    <a:pt x="3904851" y="2679700"/>
                  </a:lnTo>
                  <a:lnTo>
                    <a:pt x="3890278" y="2667000"/>
                  </a:lnTo>
                  <a:lnTo>
                    <a:pt x="3879609" y="2654300"/>
                  </a:lnTo>
                  <a:lnTo>
                    <a:pt x="3873054" y="2628900"/>
                  </a:lnTo>
                  <a:lnTo>
                    <a:pt x="3870822" y="2616200"/>
                  </a:lnTo>
                  <a:lnTo>
                    <a:pt x="3872084" y="2603500"/>
                  </a:lnTo>
                  <a:lnTo>
                    <a:pt x="3875808" y="2590800"/>
                  </a:lnTo>
                  <a:lnTo>
                    <a:pt x="3881906" y="2578100"/>
                  </a:lnTo>
                  <a:lnTo>
                    <a:pt x="3890289" y="2565400"/>
                  </a:lnTo>
                  <a:lnTo>
                    <a:pt x="3855510" y="2527300"/>
                  </a:lnTo>
                  <a:lnTo>
                    <a:pt x="3825000" y="2489200"/>
                  </a:lnTo>
                  <a:lnTo>
                    <a:pt x="3798872" y="2451100"/>
                  </a:lnTo>
                  <a:lnTo>
                    <a:pt x="3777240" y="2413000"/>
                  </a:lnTo>
                  <a:lnTo>
                    <a:pt x="3760218" y="2362200"/>
                  </a:lnTo>
                  <a:lnTo>
                    <a:pt x="3747918" y="2324100"/>
                  </a:lnTo>
                  <a:lnTo>
                    <a:pt x="3740455" y="2273300"/>
                  </a:lnTo>
                  <a:lnTo>
                    <a:pt x="3737942" y="2235200"/>
                  </a:lnTo>
                  <a:lnTo>
                    <a:pt x="3740651" y="2184400"/>
                  </a:lnTo>
                  <a:lnTo>
                    <a:pt x="3748703" y="2133600"/>
                  </a:lnTo>
                  <a:lnTo>
                    <a:pt x="3761987" y="2095500"/>
                  </a:lnTo>
                  <a:lnTo>
                    <a:pt x="3780390" y="2044700"/>
                  </a:lnTo>
                  <a:lnTo>
                    <a:pt x="3803801" y="2006600"/>
                  </a:lnTo>
                  <a:lnTo>
                    <a:pt x="3832109" y="1955800"/>
                  </a:lnTo>
                  <a:lnTo>
                    <a:pt x="3865202" y="1917700"/>
                  </a:lnTo>
                  <a:lnTo>
                    <a:pt x="3902968" y="1879600"/>
                  </a:lnTo>
                  <a:lnTo>
                    <a:pt x="3945295" y="1854200"/>
                  </a:lnTo>
                  <a:lnTo>
                    <a:pt x="3982830" y="1816100"/>
                  </a:lnTo>
                  <a:lnTo>
                    <a:pt x="4022402" y="1803400"/>
                  </a:lnTo>
                  <a:lnTo>
                    <a:pt x="4063865" y="1778000"/>
                  </a:lnTo>
                  <a:lnTo>
                    <a:pt x="4107070" y="1752600"/>
                  </a:lnTo>
                  <a:lnTo>
                    <a:pt x="4198117" y="1727200"/>
                  </a:lnTo>
                  <a:lnTo>
                    <a:pt x="4294361" y="1701800"/>
                  </a:lnTo>
                  <a:lnTo>
                    <a:pt x="4344063" y="1701800"/>
                  </a:lnTo>
                  <a:lnTo>
                    <a:pt x="4394621" y="1689100"/>
                  </a:lnTo>
                  <a:lnTo>
                    <a:pt x="5040560" y="1689100"/>
                  </a:lnTo>
                  <a:lnTo>
                    <a:pt x="5040560" y="0"/>
                  </a:lnTo>
                  <a:close/>
                </a:path>
                <a:path w="5040630" h="2679700">
                  <a:moveTo>
                    <a:pt x="4124359" y="2527300"/>
                  </a:moveTo>
                  <a:lnTo>
                    <a:pt x="4009806" y="2527300"/>
                  </a:lnTo>
                  <a:lnTo>
                    <a:pt x="4031442" y="2540000"/>
                  </a:lnTo>
                  <a:lnTo>
                    <a:pt x="4051374" y="2540000"/>
                  </a:lnTo>
                  <a:lnTo>
                    <a:pt x="4069100" y="2552700"/>
                  </a:lnTo>
                  <a:lnTo>
                    <a:pt x="4083671" y="2565400"/>
                  </a:lnTo>
                  <a:lnTo>
                    <a:pt x="4094336" y="2578100"/>
                  </a:lnTo>
                  <a:lnTo>
                    <a:pt x="4100887" y="2603500"/>
                  </a:lnTo>
                  <a:lnTo>
                    <a:pt x="4103117" y="2616200"/>
                  </a:lnTo>
                  <a:lnTo>
                    <a:pt x="4100887" y="2628900"/>
                  </a:lnTo>
                  <a:lnTo>
                    <a:pt x="4094336" y="2654300"/>
                  </a:lnTo>
                  <a:lnTo>
                    <a:pt x="4083671" y="2667000"/>
                  </a:lnTo>
                  <a:lnTo>
                    <a:pt x="4069100" y="2679700"/>
                  </a:lnTo>
                  <a:lnTo>
                    <a:pt x="4711816" y="2679700"/>
                  </a:lnTo>
                  <a:lnTo>
                    <a:pt x="4810531" y="2641600"/>
                  </a:lnTo>
                  <a:lnTo>
                    <a:pt x="4860787" y="2616200"/>
                  </a:lnTo>
                  <a:lnTo>
                    <a:pt x="4339874" y="2616200"/>
                  </a:lnTo>
                  <a:lnTo>
                    <a:pt x="4333945" y="2603500"/>
                  </a:lnTo>
                  <a:lnTo>
                    <a:pt x="4331770" y="2590800"/>
                  </a:lnTo>
                  <a:lnTo>
                    <a:pt x="4331770" y="2552700"/>
                  </a:lnTo>
                  <a:lnTo>
                    <a:pt x="4156210" y="2552700"/>
                  </a:lnTo>
                  <a:lnTo>
                    <a:pt x="4124359" y="2527300"/>
                  </a:lnTo>
                  <a:close/>
                </a:path>
                <a:path w="5040630" h="2679700">
                  <a:moveTo>
                    <a:pt x="5040560" y="2527300"/>
                  </a:moveTo>
                  <a:lnTo>
                    <a:pt x="5035288" y="2527300"/>
                  </a:lnTo>
                  <a:lnTo>
                    <a:pt x="5015267" y="2552700"/>
                  </a:lnTo>
                  <a:lnTo>
                    <a:pt x="4993779" y="2578100"/>
                  </a:lnTo>
                  <a:lnTo>
                    <a:pt x="4970843" y="2590800"/>
                  </a:lnTo>
                  <a:lnTo>
                    <a:pt x="4946479" y="2616200"/>
                  </a:lnTo>
                  <a:lnTo>
                    <a:pt x="4920900" y="2628900"/>
                  </a:lnTo>
                  <a:lnTo>
                    <a:pt x="4894335" y="2654300"/>
                  </a:lnTo>
                  <a:lnTo>
                    <a:pt x="4866833" y="2667000"/>
                  </a:lnTo>
                  <a:lnTo>
                    <a:pt x="4838443" y="2679700"/>
                  </a:lnTo>
                  <a:lnTo>
                    <a:pt x="5040560" y="2679700"/>
                  </a:lnTo>
                  <a:lnTo>
                    <a:pt x="5040560" y="2527300"/>
                  </a:lnTo>
                  <a:close/>
                </a:path>
                <a:path w="5040630" h="2679700">
                  <a:moveTo>
                    <a:pt x="4010264" y="2654300"/>
                  </a:moveTo>
                  <a:lnTo>
                    <a:pt x="3963680" y="2654300"/>
                  </a:lnTo>
                  <a:lnTo>
                    <a:pt x="3975011" y="2667000"/>
                  </a:lnTo>
                  <a:lnTo>
                    <a:pt x="3998931" y="2667000"/>
                  </a:lnTo>
                  <a:lnTo>
                    <a:pt x="4010264" y="2654300"/>
                  </a:lnTo>
                  <a:close/>
                </a:path>
                <a:path w="5040630" h="2679700">
                  <a:moveTo>
                    <a:pt x="4043207" y="2628900"/>
                  </a:moveTo>
                  <a:lnTo>
                    <a:pt x="3930732" y="2628900"/>
                  </a:lnTo>
                  <a:lnTo>
                    <a:pt x="3936320" y="2641600"/>
                  </a:lnTo>
                  <a:lnTo>
                    <a:pt x="3943954" y="2654300"/>
                  </a:lnTo>
                  <a:lnTo>
                    <a:pt x="4029985" y="2654300"/>
                  </a:lnTo>
                  <a:lnTo>
                    <a:pt x="4037619" y="2641600"/>
                  </a:lnTo>
                  <a:lnTo>
                    <a:pt x="4043207" y="2628900"/>
                  </a:lnTo>
                  <a:close/>
                </a:path>
                <a:path w="5040630" h="2679700">
                  <a:moveTo>
                    <a:pt x="4046640" y="2603500"/>
                  </a:moveTo>
                  <a:lnTo>
                    <a:pt x="3927299" y="2603500"/>
                  </a:lnTo>
                  <a:lnTo>
                    <a:pt x="3926131" y="2616200"/>
                  </a:lnTo>
                  <a:lnTo>
                    <a:pt x="3927299" y="2628900"/>
                  </a:lnTo>
                  <a:lnTo>
                    <a:pt x="4046640" y="2628900"/>
                  </a:lnTo>
                  <a:lnTo>
                    <a:pt x="4047808" y="2616200"/>
                  </a:lnTo>
                  <a:lnTo>
                    <a:pt x="4046640" y="2603500"/>
                  </a:lnTo>
                  <a:close/>
                </a:path>
                <a:path w="5040630" h="2679700">
                  <a:moveTo>
                    <a:pt x="4822673" y="1905000"/>
                  </a:moveTo>
                  <a:lnTo>
                    <a:pt x="4731292" y="1905000"/>
                  </a:lnTo>
                  <a:lnTo>
                    <a:pt x="4740436" y="1917700"/>
                  </a:lnTo>
                  <a:lnTo>
                    <a:pt x="4867935" y="2006600"/>
                  </a:lnTo>
                  <a:lnTo>
                    <a:pt x="4870852" y="2019300"/>
                  </a:lnTo>
                  <a:lnTo>
                    <a:pt x="4870862" y="2032000"/>
                  </a:lnTo>
                  <a:lnTo>
                    <a:pt x="4867946" y="2032000"/>
                  </a:lnTo>
                  <a:lnTo>
                    <a:pt x="4825157" y="2070100"/>
                  </a:lnTo>
                  <a:lnTo>
                    <a:pt x="4838439" y="2082800"/>
                  </a:lnTo>
                  <a:lnTo>
                    <a:pt x="4850046" y="2108200"/>
                  </a:lnTo>
                  <a:lnTo>
                    <a:pt x="4859960" y="2120900"/>
                  </a:lnTo>
                  <a:lnTo>
                    <a:pt x="4868162" y="2146300"/>
                  </a:lnTo>
                  <a:lnTo>
                    <a:pt x="4941135" y="2146300"/>
                  </a:lnTo>
                  <a:lnTo>
                    <a:pt x="4947061" y="2159000"/>
                  </a:lnTo>
                  <a:lnTo>
                    <a:pt x="4949234" y="2159000"/>
                  </a:lnTo>
                  <a:lnTo>
                    <a:pt x="4949234" y="2298700"/>
                  </a:lnTo>
                  <a:lnTo>
                    <a:pt x="4947061" y="2311400"/>
                  </a:lnTo>
                  <a:lnTo>
                    <a:pt x="4932345" y="2311400"/>
                  </a:lnTo>
                  <a:lnTo>
                    <a:pt x="4921580" y="2324100"/>
                  </a:lnTo>
                  <a:lnTo>
                    <a:pt x="4868172" y="2324100"/>
                  </a:lnTo>
                  <a:lnTo>
                    <a:pt x="4859969" y="2336800"/>
                  </a:lnTo>
                  <a:lnTo>
                    <a:pt x="4850052" y="2362200"/>
                  </a:lnTo>
                  <a:lnTo>
                    <a:pt x="4838441" y="2374900"/>
                  </a:lnTo>
                  <a:lnTo>
                    <a:pt x="4825157" y="2400300"/>
                  </a:lnTo>
                  <a:lnTo>
                    <a:pt x="4862965" y="2425700"/>
                  </a:lnTo>
                  <a:lnTo>
                    <a:pt x="4869036" y="2438400"/>
                  </a:lnTo>
                  <a:lnTo>
                    <a:pt x="4871060" y="2438400"/>
                  </a:lnTo>
                  <a:lnTo>
                    <a:pt x="4869036" y="2451100"/>
                  </a:lnTo>
                  <a:lnTo>
                    <a:pt x="4862965" y="2451100"/>
                  </a:lnTo>
                  <a:lnTo>
                    <a:pt x="4735563" y="2552700"/>
                  </a:lnTo>
                  <a:lnTo>
                    <a:pt x="4559993" y="2552700"/>
                  </a:lnTo>
                  <a:lnTo>
                    <a:pt x="4559993" y="2590800"/>
                  </a:lnTo>
                  <a:lnTo>
                    <a:pt x="4557820" y="2603500"/>
                  </a:lnTo>
                  <a:lnTo>
                    <a:pt x="4551894" y="2616200"/>
                  </a:lnTo>
                  <a:lnTo>
                    <a:pt x="4860787" y="2616200"/>
                  </a:lnTo>
                  <a:lnTo>
                    <a:pt x="4907156" y="2578100"/>
                  </a:lnTo>
                  <a:lnTo>
                    <a:pt x="4949308" y="2552700"/>
                  </a:lnTo>
                  <a:lnTo>
                    <a:pt x="4986912" y="2514600"/>
                  </a:lnTo>
                  <a:lnTo>
                    <a:pt x="5040560" y="2438400"/>
                  </a:lnTo>
                  <a:lnTo>
                    <a:pt x="5040560" y="2032000"/>
                  </a:lnTo>
                  <a:lnTo>
                    <a:pt x="5019709" y="1993900"/>
                  </a:lnTo>
                  <a:lnTo>
                    <a:pt x="5006385" y="1981200"/>
                  </a:lnTo>
                  <a:lnTo>
                    <a:pt x="4992082" y="1955800"/>
                  </a:lnTo>
                  <a:lnTo>
                    <a:pt x="4976812" y="1943100"/>
                  </a:lnTo>
                  <a:lnTo>
                    <a:pt x="4960586" y="1930400"/>
                  </a:lnTo>
                  <a:lnTo>
                    <a:pt x="4860331" y="1930400"/>
                  </a:lnTo>
                  <a:lnTo>
                    <a:pt x="4840399" y="1917700"/>
                  </a:lnTo>
                  <a:lnTo>
                    <a:pt x="4822673" y="1905000"/>
                  </a:lnTo>
                  <a:close/>
                </a:path>
                <a:path w="5040630" h="2679700">
                  <a:moveTo>
                    <a:pt x="4029985" y="2578100"/>
                  </a:moveTo>
                  <a:lnTo>
                    <a:pt x="3943954" y="2578100"/>
                  </a:lnTo>
                  <a:lnTo>
                    <a:pt x="3936320" y="2590800"/>
                  </a:lnTo>
                  <a:lnTo>
                    <a:pt x="3930732" y="2603500"/>
                  </a:lnTo>
                  <a:lnTo>
                    <a:pt x="4043207" y="2603500"/>
                  </a:lnTo>
                  <a:lnTo>
                    <a:pt x="4037619" y="2590800"/>
                  </a:lnTo>
                  <a:lnTo>
                    <a:pt x="4029985" y="2578100"/>
                  </a:lnTo>
                  <a:close/>
                </a:path>
                <a:path w="5040630" h="2679700">
                  <a:moveTo>
                    <a:pt x="3998929" y="2565400"/>
                  </a:moveTo>
                  <a:lnTo>
                    <a:pt x="3975010" y="2565400"/>
                  </a:lnTo>
                  <a:lnTo>
                    <a:pt x="3963676" y="2578100"/>
                  </a:lnTo>
                  <a:lnTo>
                    <a:pt x="4010260" y="2578100"/>
                  </a:lnTo>
                  <a:lnTo>
                    <a:pt x="3998929" y="2565400"/>
                  </a:lnTo>
                  <a:close/>
                </a:path>
                <a:path w="5040630" h="2679700">
                  <a:moveTo>
                    <a:pt x="4506305" y="2527300"/>
                  </a:moveTo>
                  <a:lnTo>
                    <a:pt x="4385457" y="2527300"/>
                  </a:lnTo>
                  <a:lnTo>
                    <a:pt x="4387079" y="2540000"/>
                  </a:lnTo>
                  <a:lnTo>
                    <a:pt x="4387079" y="2578100"/>
                  </a:lnTo>
                  <a:lnTo>
                    <a:pt x="4504684" y="2578100"/>
                  </a:lnTo>
                  <a:lnTo>
                    <a:pt x="4504684" y="2540000"/>
                  </a:lnTo>
                  <a:lnTo>
                    <a:pt x="4506305" y="2527300"/>
                  </a:lnTo>
                  <a:close/>
                </a:path>
                <a:path w="5040630" h="2679700">
                  <a:moveTo>
                    <a:pt x="4252872" y="2527300"/>
                  </a:moveTo>
                  <a:lnTo>
                    <a:pt x="4227982" y="2527300"/>
                  </a:lnTo>
                  <a:lnTo>
                    <a:pt x="4184956" y="2552700"/>
                  </a:lnTo>
                  <a:lnTo>
                    <a:pt x="4304813" y="2552700"/>
                  </a:lnTo>
                  <a:lnTo>
                    <a:pt x="4278498" y="2540000"/>
                  </a:lnTo>
                  <a:lnTo>
                    <a:pt x="4252872" y="2527300"/>
                  </a:lnTo>
                  <a:close/>
                </a:path>
                <a:path w="5040630" h="2679700">
                  <a:moveTo>
                    <a:pt x="4663781" y="2527300"/>
                  </a:moveTo>
                  <a:lnTo>
                    <a:pt x="4638896" y="2527300"/>
                  </a:lnTo>
                  <a:lnTo>
                    <a:pt x="4613272" y="2540000"/>
                  </a:lnTo>
                  <a:lnTo>
                    <a:pt x="4586955" y="2552700"/>
                  </a:lnTo>
                  <a:lnTo>
                    <a:pt x="4706818" y="2552700"/>
                  </a:lnTo>
                  <a:lnTo>
                    <a:pt x="4663781" y="2527300"/>
                  </a:lnTo>
                  <a:close/>
                </a:path>
                <a:path w="5040630" h="2679700">
                  <a:moveTo>
                    <a:pt x="4672865" y="1739900"/>
                  </a:moveTo>
                  <a:lnTo>
                    <a:pt x="4340165" y="1739900"/>
                  </a:lnTo>
                  <a:lnTo>
                    <a:pt x="4289237" y="1752600"/>
                  </a:lnTo>
                  <a:lnTo>
                    <a:pt x="4239823" y="1752600"/>
                  </a:lnTo>
                  <a:lnTo>
                    <a:pt x="4192092" y="1778000"/>
                  </a:lnTo>
                  <a:lnTo>
                    <a:pt x="4146215" y="1790700"/>
                  </a:lnTo>
                  <a:lnTo>
                    <a:pt x="4102359" y="1803400"/>
                  </a:lnTo>
                  <a:lnTo>
                    <a:pt x="4060695" y="1828800"/>
                  </a:lnTo>
                  <a:lnTo>
                    <a:pt x="4021391" y="1854200"/>
                  </a:lnTo>
                  <a:lnTo>
                    <a:pt x="3984617" y="1879600"/>
                  </a:lnTo>
                  <a:lnTo>
                    <a:pt x="3950543" y="1905000"/>
                  </a:lnTo>
                  <a:lnTo>
                    <a:pt x="3919336" y="1943100"/>
                  </a:lnTo>
                  <a:lnTo>
                    <a:pt x="3891167" y="1968500"/>
                  </a:lnTo>
                  <a:lnTo>
                    <a:pt x="3866205" y="2006600"/>
                  </a:lnTo>
                  <a:lnTo>
                    <a:pt x="3844618" y="2032000"/>
                  </a:lnTo>
                  <a:lnTo>
                    <a:pt x="3826577" y="2070100"/>
                  </a:lnTo>
                  <a:lnTo>
                    <a:pt x="3812251" y="2108200"/>
                  </a:lnTo>
                  <a:lnTo>
                    <a:pt x="3801808" y="2146300"/>
                  </a:lnTo>
                  <a:lnTo>
                    <a:pt x="3795418" y="2184400"/>
                  </a:lnTo>
                  <a:lnTo>
                    <a:pt x="3793251" y="2235200"/>
                  </a:lnTo>
                  <a:lnTo>
                    <a:pt x="3796218" y="2273300"/>
                  </a:lnTo>
                  <a:lnTo>
                    <a:pt x="3805019" y="2324100"/>
                  </a:lnTo>
                  <a:lnTo>
                    <a:pt x="3819500" y="2374900"/>
                  </a:lnTo>
                  <a:lnTo>
                    <a:pt x="3839510" y="2413000"/>
                  </a:lnTo>
                  <a:lnTo>
                    <a:pt x="3864895" y="2463800"/>
                  </a:lnTo>
                  <a:lnTo>
                    <a:pt x="3895505" y="2501900"/>
                  </a:lnTo>
                  <a:lnTo>
                    <a:pt x="3931187" y="2540000"/>
                  </a:lnTo>
                  <a:lnTo>
                    <a:pt x="3944247" y="2527300"/>
                  </a:lnTo>
                  <a:lnTo>
                    <a:pt x="4124359" y="2527300"/>
                  </a:lnTo>
                  <a:lnTo>
                    <a:pt x="4028807" y="2451100"/>
                  </a:lnTo>
                  <a:lnTo>
                    <a:pt x="4022732" y="2451100"/>
                  </a:lnTo>
                  <a:lnTo>
                    <a:pt x="4020710" y="2438400"/>
                  </a:lnTo>
                  <a:lnTo>
                    <a:pt x="4022736" y="2438400"/>
                  </a:lnTo>
                  <a:lnTo>
                    <a:pt x="4028807" y="2425700"/>
                  </a:lnTo>
                  <a:lnTo>
                    <a:pt x="4066616" y="2400300"/>
                  </a:lnTo>
                  <a:lnTo>
                    <a:pt x="4053332" y="2374900"/>
                  </a:lnTo>
                  <a:lnTo>
                    <a:pt x="4041722" y="2362200"/>
                  </a:lnTo>
                  <a:lnTo>
                    <a:pt x="4031804" y="2336800"/>
                  </a:lnTo>
                  <a:lnTo>
                    <a:pt x="4023601" y="2324100"/>
                  </a:lnTo>
                  <a:lnTo>
                    <a:pt x="3962848" y="2324100"/>
                  </a:lnTo>
                  <a:lnTo>
                    <a:pt x="3955816" y="2311400"/>
                  </a:lnTo>
                  <a:lnTo>
                    <a:pt x="3945446" y="2311400"/>
                  </a:lnTo>
                  <a:lnTo>
                    <a:pt x="3942529" y="2298700"/>
                  </a:lnTo>
                  <a:lnTo>
                    <a:pt x="3942637" y="2159000"/>
                  </a:lnTo>
                  <a:lnTo>
                    <a:pt x="3944810" y="2159000"/>
                  </a:lnTo>
                  <a:lnTo>
                    <a:pt x="3950736" y="2146300"/>
                  </a:lnTo>
                  <a:lnTo>
                    <a:pt x="4023601" y="2146300"/>
                  </a:lnTo>
                  <a:lnTo>
                    <a:pt x="4031804" y="2120900"/>
                  </a:lnTo>
                  <a:lnTo>
                    <a:pt x="4041722" y="2108200"/>
                  </a:lnTo>
                  <a:lnTo>
                    <a:pt x="4053332" y="2082800"/>
                  </a:lnTo>
                  <a:lnTo>
                    <a:pt x="4066616" y="2070100"/>
                  </a:lnTo>
                  <a:lnTo>
                    <a:pt x="4023828" y="2032000"/>
                  </a:lnTo>
                  <a:lnTo>
                    <a:pt x="4020911" y="2032000"/>
                  </a:lnTo>
                  <a:lnTo>
                    <a:pt x="4020911" y="2019300"/>
                  </a:lnTo>
                  <a:lnTo>
                    <a:pt x="4023828" y="2006600"/>
                  </a:lnTo>
                  <a:lnTo>
                    <a:pt x="4151327" y="1917700"/>
                  </a:lnTo>
                  <a:lnTo>
                    <a:pt x="4160477" y="1905000"/>
                  </a:lnTo>
                  <a:lnTo>
                    <a:pt x="4331770" y="1905000"/>
                  </a:lnTo>
                  <a:lnTo>
                    <a:pt x="4331770" y="1866900"/>
                  </a:lnTo>
                  <a:lnTo>
                    <a:pt x="4333945" y="1854200"/>
                  </a:lnTo>
                  <a:lnTo>
                    <a:pt x="4348664" y="1854200"/>
                  </a:lnTo>
                  <a:lnTo>
                    <a:pt x="4359424" y="1841500"/>
                  </a:lnTo>
                  <a:lnTo>
                    <a:pt x="4788656" y="1841500"/>
                  </a:lnTo>
                  <a:lnTo>
                    <a:pt x="4790886" y="1828800"/>
                  </a:lnTo>
                  <a:lnTo>
                    <a:pt x="4797437" y="1816100"/>
                  </a:lnTo>
                  <a:lnTo>
                    <a:pt x="4808102" y="1803400"/>
                  </a:lnTo>
                  <a:lnTo>
                    <a:pt x="4822673" y="1778000"/>
                  </a:lnTo>
                  <a:lnTo>
                    <a:pt x="4840399" y="1778000"/>
                  </a:lnTo>
                  <a:lnTo>
                    <a:pt x="4860331" y="1765300"/>
                  </a:lnTo>
                  <a:lnTo>
                    <a:pt x="4675826" y="1765300"/>
                  </a:lnTo>
                  <a:lnTo>
                    <a:pt x="4672865" y="1752600"/>
                  </a:lnTo>
                  <a:lnTo>
                    <a:pt x="4672865" y="1739900"/>
                  </a:lnTo>
                  <a:close/>
                </a:path>
                <a:path w="5040630" h="2679700">
                  <a:moveTo>
                    <a:pt x="4517736" y="2514600"/>
                  </a:moveTo>
                  <a:lnTo>
                    <a:pt x="4374022" y="2514600"/>
                  </a:lnTo>
                  <a:lnTo>
                    <a:pt x="4380933" y="2527300"/>
                  </a:lnTo>
                  <a:lnTo>
                    <a:pt x="4510826" y="2527300"/>
                  </a:lnTo>
                  <a:lnTo>
                    <a:pt x="4517736" y="2514600"/>
                  </a:lnTo>
                  <a:close/>
                </a:path>
                <a:path w="5040630" h="2679700">
                  <a:moveTo>
                    <a:pt x="4652935" y="2476500"/>
                  </a:moveTo>
                  <a:lnTo>
                    <a:pt x="4238826" y="2476500"/>
                  </a:lnTo>
                  <a:lnTo>
                    <a:pt x="4268609" y="2489200"/>
                  </a:lnTo>
                  <a:lnTo>
                    <a:pt x="4299678" y="2501900"/>
                  </a:lnTo>
                  <a:lnTo>
                    <a:pt x="4331924" y="2514600"/>
                  </a:lnTo>
                  <a:lnTo>
                    <a:pt x="4559839" y="2514600"/>
                  </a:lnTo>
                  <a:lnTo>
                    <a:pt x="4592085" y="2501900"/>
                  </a:lnTo>
                  <a:lnTo>
                    <a:pt x="4623154" y="2489200"/>
                  </a:lnTo>
                  <a:lnTo>
                    <a:pt x="4652935" y="2476500"/>
                  </a:lnTo>
                  <a:close/>
                </a:path>
                <a:path w="5040630" h="2679700">
                  <a:moveTo>
                    <a:pt x="4770661" y="2413000"/>
                  </a:moveTo>
                  <a:lnTo>
                    <a:pt x="4121103" y="2413000"/>
                  </a:lnTo>
                  <a:lnTo>
                    <a:pt x="4087464" y="2438400"/>
                  </a:lnTo>
                  <a:lnTo>
                    <a:pt x="4170588" y="2501900"/>
                  </a:lnTo>
                  <a:lnTo>
                    <a:pt x="4204260" y="2476500"/>
                  </a:lnTo>
                  <a:lnTo>
                    <a:pt x="4754424" y="2476500"/>
                  </a:lnTo>
                  <a:lnTo>
                    <a:pt x="4804299" y="2438400"/>
                  </a:lnTo>
                  <a:lnTo>
                    <a:pt x="4770661" y="2413000"/>
                  </a:lnTo>
                  <a:close/>
                </a:path>
                <a:path w="5040630" h="2679700">
                  <a:moveTo>
                    <a:pt x="4754424" y="2476500"/>
                  </a:moveTo>
                  <a:lnTo>
                    <a:pt x="4687503" y="2476500"/>
                  </a:lnTo>
                  <a:lnTo>
                    <a:pt x="4721174" y="2501900"/>
                  </a:lnTo>
                  <a:lnTo>
                    <a:pt x="4754424" y="2476500"/>
                  </a:lnTo>
                  <a:close/>
                </a:path>
                <a:path w="5040630" h="2679700">
                  <a:moveTo>
                    <a:pt x="4762715" y="2400300"/>
                  </a:moveTo>
                  <a:lnTo>
                    <a:pt x="4129048" y="2400300"/>
                  </a:lnTo>
                  <a:lnTo>
                    <a:pt x="4126559" y="2413000"/>
                  </a:lnTo>
                  <a:lnTo>
                    <a:pt x="4765204" y="2413000"/>
                  </a:lnTo>
                  <a:lnTo>
                    <a:pt x="4762715" y="2400300"/>
                  </a:lnTo>
                  <a:close/>
                </a:path>
                <a:path w="5040630" h="2679700">
                  <a:moveTo>
                    <a:pt x="4393556" y="2057400"/>
                  </a:moveTo>
                  <a:lnTo>
                    <a:pt x="4129048" y="2057400"/>
                  </a:lnTo>
                  <a:lnTo>
                    <a:pt x="4128482" y="2070100"/>
                  </a:lnTo>
                  <a:lnTo>
                    <a:pt x="4124775" y="2070100"/>
                  </a:lnTo>
                  <a:lnTo>
                    <a:pt x="4107375" y="2095500"/>
                  </a:lnTo>
                  <a:lnTo>
                    <a:pt x="4092813" y="2120900"/>
                  </a:lnTo>
                  <a:lnTo>
                    <a:pt x="4081137" y="2146300"/>
                  </a:lnTo>
                  <a:lnTo>
                    <a:pt x="4072395" y="2171700"/>
                  </a:lnTo>
                  <a:lnTo>
                    <a:pt x="4068846" y="2171700"/>
                  </a:lnTo>
                  <a:lnTo>
                    <a:pt x="4062736" y="2184400"/>
                  </a:lnTo>
                  <a:lnTo>
                    <a:pt x="3997923" y="2184400"/>
                  </a:lnTo>
                  <a:lnTo>
                    <a:pt x="3997859" y="2273300"/>
                  </a:lnTo>
                  <a:lnTo>
                    <a:pt x="4054696" y="2273300"/>
                  </a:lnTo>
                  <a:lnTo>
                    <a:pt x="4062736" y="2286000"/>
                  </a:lnTo>
                  <a:lnTo>
                    <a:pt x="4068846" y="2286000"/>
                  </a:lnTo>
                  <a:lnTo>
                    <a:pt x="4072395" y="2298700"/>
                  </a:lnTo>
                  <a:lnTo>
                    <a:pt x="4081137" y="2324100"/>
                  </a:lnTo>
                  <a:lnTo>
                    <a:pt x="4092813" y="2336800"/>
                  </a:lnTo>
                  <a:lnTo>
                    <a:pt x="4107375" y="2362200"/>
                  </a:lnTo>
                  <a:lnTo>
                    <a:pt x="4124775" y="2387600"/>
                  </a:lnTo>
                  <a:lnTo>
                    <a:pt x="4128482" y="2400300"/>
                  </a:lnTo>
                  <a:lnTo>
                    <a:pt x="4393556" y="2400300"/>
                  </a:lnTo>
                  <a:lnTo>
                    <a:pt x="4345485" y="2387600"/>
                  </a:lnTo>
                  <a:lnTo>
                    <a:pt x="4303054" y="2362200"/>
                  </a:lnTo>
                  <a:lnTo>
                    <a:pt x="4267646" y="2336800"/>
                  </a:lnTo>
                  <a:lnTo>
                    <a:pt x="4223429" y="2273300"/>
                  </a:lnTo>
                  <a:lnTo>
                    <a:pt x="4217384" y="2235200"/>
                  </a:lnTo>
                  <a:lnTo>
                    <a:pt x="4223429" y="2197100"/>
                  </a:lnTo>
                  <a:lnTo>
                    <a:pt x="4240644" y="2159000"/>
                  </a:lnTo>
                  <a:lnTo>
                    <a:pt x="4267646" y="2120900"/>
                  </a:lnTo>
                  <a:lnTo>
                    <a:pt x="4303054" y="2095500"/>
                  </a:lnTo>
                  <a:lnTo>
                    <a:pt x="4345485" y="2070100"/>
                  </a:lnTo>
                  <a:lnTo>
                    <a:pt x="4393556" y="2057400"/>
                  </a:lnTo>
                  <a:close/>
                </a:path>
                <a:path w="5040630" h="2679700">
                  <a:moveTo>
                    <a:pt x="4762710" y="2057400"/>
                  </a:moveTo>
                  <a:lnTo>
                    <a:pt x="4498218" y="2057400"/>
                  </a:lnTo>
                  <a:lnTo>
                    <a:pt x="4546289" y="2070100"/>
                  </a:lnTo>
                  <a:lnTo>
                    <a:pt x="4588719" y="2095500"/>
                  </a:lnTo>
                  <a:lnTo>
                    <a:pt x="4624126" y="2120900"/>
                  </a:lnTo>
                  <a:lnTo>
                    <a:pt x="4651128" y="2159000"/>
                  </a:lnTo>
                  <a:lnTo>
                    <a:pt x="4668343" y="2197100"/>
                  </a:lnTo>
                  <a:lnTo>
                    <a:pt x="4674388" y="2235200"/>
                  </a:lnTo>
                  <a:lnTo>
                    <a:pt x="4668343" y="2273300"/>
                  </a:lnTo>
                  <a:lnTo>
                    <a:pt x="4651128" y="2311400"/>
                  </a:lnTo>
                  <a:lnTo>
                    <a:pt x="4588719" y="2362200"/>
                  </a:lnTo>
                  <a:lnTo>
                    <a:pt x="4546289" y="2387600"/>
                  </a:lnTo>
                  <a:lnTo>
                    <a:pt x="4498218" y="2400300"/>
                  </a:lnTo>
                  <a:lnTo>
                    <a:pt x="4763280" y="2400300"/>
                  </a:lnTo>
                  <a:lnTo>
                    <a:pt x="4766988" y="2387600"/>
                  </a:lnTo>
                  <a:lnTo>
                    <a:pt x="4784388" y="2362200"/>
                  </a:lnTo>
                  <a:lnTo>
                    <a:pt x="4798950" y="2336800"/>
                  </a:lnTo>
                  <a:lnTo>
                    <a:pt x="4810626" y="2324100"/>
                  </a:lnTo>
                  <a:lnTo>
                    <a:pt x="4819368" y="2298700"/>
                  </a:lnTo>
                  <a:lnTo>
                    <a:pt x="4822917" y="2286000"/>
                  </a:lnTo>
                  <a:lnTo>
                    <a:pt x="4829027" y="2286000"/>
                  </a:lnTo>
                  <a:lnTo>
                    <a:pt x="4837067" y="2273300"/>
                  </a:lnTo>
                  <a:lnTo>
                    <a:pt x="4893925" y="2273300"/>
                  </a:lnTo>
                  <a:lnTo>
                    <a:pt x="4893925" y="2184400"/>
                  </a:lnTo>
                  <a:lnTo>
                    <a:pt x="4829022" y="2184400"/>
                  </a:lnTo>
                  <a:lnTo>
                    <a:pt x="4822912" y="2171700"/>
                  </a:lnTo>
                  <a:lnTo>
                    <a:pt x="4819368" y="2171700"/>
                  </a:lnTo>
                  <a:lnTo>
                    <a:pt x="4810621" y="2146300"/>
                  </a:lnTo>
                  <a:lnTo>
                    <a:pt x="4798946" y="2120900"/>
                  </a:lnTo>
                  <a:lnTo>
                    <a:pt x="4784387" y="2095500"/>
                  </a:lnTo>
                  <a:lnTo>
                    <a:pt x="4766988" y="2070100"/>
                  </a:lnTo>
                  <a:lnTo>
                    <a:pt x="4763279" y="2070100"/>
                  </a:lnTo>
                  <a:lnTo>
                    <a:pt x="4762710" y="2057400"/>
                  </a:lnTo>
                  <a:close/>
                </a:path>
                <a:path w="5040630" h="2679700">
                  <a:moveTo>
                    <a:pt x="4445887" y="2095500"/>
                  </a:moveTo>
                  <a:lnTo>
                    <a:pt x="4391201" y="2108200"/>
                  </a:lnTo>
                  <a:lnTo>
                    <a:pt x="4343664" y="2120900"/>
                  </a:lnTo>
                  <a:lnTo>
                    <a:pt x="4306151" y="2159000"/>
                  </a:lnTo>
                  <a:lnTo>
                    <a:pt x="4272692" y="2235200"/>
                  </a:lnTo>
                  <a:lnTo>
                    <a:pt x="4281536" y="2273300"/>
                  </a:lnTo>
                  <a:lnTo>
                    <a:pt x="4306151" y="2311400"/>
                  </a:lnTo>
                  <a:lnTo>
                    <a:pt x="4343664" y="2336800"/>
                  </a:lnTo>
                  <a:lnTo>
                    <a:pt x="4391201" y="2362200"/>
                  </a:lnTo>
                  <a:lnTo>
                    <a:pt x="4500572" y="2362200"/>
                  </a:lnTo>
                  <a:lnTo>
                    <a:pt x="4548109" y="2336800"/>
                  </a:lnTo>
                  <a:lnTo>
                    <a:pt x="4585622" y="2311400"/>
                  </a:lnTo>
                  <a:lnTo>
                    <a:pt x="4610237" y="2273300"/>
                  </a:lnTo>
                  <a:lnTo>
                    <a:pt x="4619081" y="2235200"/>
                  </a:lnTo>
                  <a:lnTo>
                    <a:pt x="4610237" y="2184400"/>
                  </a:lnTo>
                  <a:lnTo>
                    <a:pt x="4585622" y="2159000"/>
                  </a:lnTo>
                  <a:lnTo>
                    <a:pt x="4548109" y="2120900"/>
                  </a:lnTo>
                  <a:lnTo>
                    <a:pt x="4500572" y="2108200"/>
                  </a:lnTo>
                  <a:lnTo>
                    <a:pt x="4445887" y="2095500"/>
                  </a:lnTo>
                  <a:close/>
                </a:path>
                <a:path w="5040630" h="2679700">
                  <a:moveTo>
                    <a:pt x="4170869" y="1955800"/>
                  </a:moveTo>
                  <a:lnTo>
                    <a:pt x="4087680" y="2019300"/>
                  </a:lnTo>
                  <a:lnTo>
                    <a:pt x="4121103" y="2044700"/>
                  </a:lnTo>
                  <a:lnTo>
                    <a:pt x="4126559" y="2057400"/>
                  </a:lnTo>
                  <a:lnTo>
                    <a:pt x="4765199" y="2057400"/>
                  </a:lnTo>
                  <a:lnTo>
                    <a:pt x="4770661" y="2044700"/>
                  </a:lnTo>
                  <a:lnTo>
                    <a:pt x="4804082" y="2019300"/>
                  </a:lnTo>
                  <a:lnTo>
                    <a:pt x="4770806" y="1993900"/>
                  </a:lnTo>
                  <a:lnTo>
                    <a:pt x="4220895" y="1993900"/>
                  </a:lnTo>
                  <a:lnTo>
                    <a:pt x="4212012" y="1981200"/>
                  </a:lnTo>
                  <a:lnTo>
                    <a:pt x="4204260" y="1981200"/>
                  </a:lnTo>
                  <a:lnTo>
                    <a:pt x="4170869" y="1955800"/>
                  </a:lnTo>
                  <a:close/>
                </a:path>
                <a:path w="5040630" h="2679700">
                  <a:moveTo>
                    <a:pt x="4592089" y="1955800"/>
                  </a:moveTo>
                  <a:lnTo>
                    <a:pt x="4299670" y="1955800"/>
                  </a:lnTo>
                  <a:lnTo>
                    <a:pt x="4268603" y="1968500"/>
                  </a:lnTo>
                  <a:lnTo>
                    <a:pt x="4238826" y="1981200"/>
                  </a:lnTo>
                  <a:lnTo>
                    <a:pt x="4230102" y="1993900"/>
                  </a:lnTo>
                  <a:lnTo>
                    <a:pt x="4661656" y="1993900"/>
                  </a:lnTo>
                  <a:lnTo>
                    <a:pt x="4652935" y="1981200"/>
                  </a:lnTo>
                  <a:lnTo>
                    <a:pt x="4623158" y="1968500"/>
                  </a:lnTo>
                  <a:lnTo>
                    <a:pt x="4592089" y="1955800"/>
                  </a:lnTo>
                  <a:close/>
                </a:path>
                <a:path w="5040630" h="2679700">
                  <a:moveTo>
                    <a:pt x="4720893" y="1955800"/>
                  </a:moveTo>
                  <a:lnTo>
                    <a:pt x="4687492" y="1981200"/>
                  </a:lnTo>
                  <a:lnTo>
                    <a:pt x="4679744" y="1981200"/>
                  </a:lnTo>
                  <a:lnTo>
                    <a:pt x="4670862" y="1993900"/>
                  </a:lnTo>
                  <a:lnTo>
                    <a:pt x="4770806" y="1993900"/>
                  </a:lnTo>
                  <a:lnTo>
                    <a:pt x="4720893" y="1955800"/>
                  </a:lnTo>
                  <a:close/>
                </a:path>
                <a:path w="5040630" h="2679700">
                  <a:moveTo>
                    <a:pt x="4526526" y="1943100"/>
                  </a:moveTo>
                  <a:lnTo>
                    <a:pt x="4365237" y="1943100"/>
                  </a:lnTo>
                  <a:lnTo>
                    <a:pt x="4331918" y="1955800"/>
                  </a:lnTo>
                  <a:lnTo>
                    <a:pt x="4559840" y="1955800"/>
                  </a:lnTo>
                  <a:lnTo>
                    <a:pt x="4526526" y="1943100"/>
                  </a:lnTo>
                  <a:close/>
                </a:path>
                <a:path w="5040630" h="2679700">
                  <a:moveTo>
                    <a:pt x="4331770" y="1905000"/>
                  </a:moveTo>
                  <a:lnTo>
                    <a:pt x="4181289" y="1905000"/>
                  </a:lnTo>
                  <a:lnTo>
                    <a:pt x="4190433" y="1917700"/>
                  </a:lnTo>
                  <a:lnTo>
                    <a:pt x="4227993" y="1943100"/>
                  </a:lnTo>
                  <a:lnTo>
                    <a:pt x="4252877" y="1930400"/>
                  </a:lnTo>
                  <a:lnTo>
                    <a:pt x="4278500" y="1917700"/>
                  </a:lnTo>
                  <a:lnTo>
                    <a:pt x="4304813" y="1917700"/>
                  </a:lnTo>
                  <a:lnTo>
                    <a:pt x="4331770" y="1905000"/>
                  </a:lnTo>
                  <a:close/>
                </a:path>
                <a:path w="5040630" h="2679700">
                  <a:moveTo>
                    <a:pt x="4506305" y="1930400"/>
                  </a:moveTo>
                  <a:lnTo>
                    <a:pt x="4385457" y="1930400"/>
                  </a:lnTo>
                  <a:lnTo>
                    <a:pt x="4380933" y="1943100"/>
                  </a:lnTo>
                  <a:lnTo>
                    <a:pt x="4510826" y="1943100"/>
                  </a:lnTo>
                  <a:lnTo>
                    <a:pt x="4506305" y="1930400"/>
                  </a:lnTo>
                  <a:close/>
                </a:path>
                <a:path w="5040630" h="2679700">
                  <a:moveTo>
                    <a:pt x="4788656" y="1841500"/>
                  </a:moveTo>
                  <a:lnTo>
                    <a:pt x="4532339" y="1841500"/>
                  </a:lnTo>
                  <a:lnTo>
                    <a:pt x="4543103" y="1854200"/>
                  </a:lnTo>
                  <a:lnTo>
                    <a:pt x="4557820" y="1854200"/>
                  </a:lnTo>
                  <a:lnTo>
                    <a:pt x="4559993" y="1866900"/>
                  </a:lnTo>
                  <a:lnTo>
                    <a:pt x="4559993" y="1905000"/>
                  </a:lnTo>
                  <a:lnTo>
                    <a:pt x="4586955" y="1917700"/>
                  </a:lnTo>
                  <a:lnTo>
                    <a:pt x="4613272" y="1917700"/>
                  </a:lnTo>
                  <a:lnTo>
                    <a:pt x="4638896" y="1930400"/>
                  </a:lnTo>
                  <a:lnTo>
                    <a:pt x="4663781" y="1943100"/>
                  </a:lnTo>
                  <a:lnTo>
                    <a:pt x="4701330" y="1917700"/>
                  </a:lnTo>
                  <a:lnTo>
                    <a:pt x="4710480" y="1905000"/>
                  </a:lnTo>
                  <a:lnTo>
                    <a:pt x="4822673" y="1905000"/>
                  </a:lnTo>
                  <a:lnTo>
                    <a:pt x="4808102" y="1892300"/>
                  </a:lnTo>
                  <a:lnTo>
                    <a:pt x="4797437" y="1879600"/>
                  </a:lnTo>
                  <a:lnTo>
                    <a:pt x="4790886" y="1866900"/>
                  </a:lnTo>
                  <a:lnTo>
                    <a:pt x="4788656" y="1841500"/>
                  </a:lnTo>
                  <a:close/>
                </a:path>
                <a:path w="5040630" h="2679700">
                  <a:moveTo>
                    <a:pt x="5040560" y="1752599"/>
                  </a:moveTo>
                  <a:lnTo>
                    <a:pt x="4904804" y="1752600"/>
                  </a:lnTo>
                  <a:lnTo>
                    <a:pt x="4927640" y="1765300"/>
                  </a:lnTo>
                  <a:lnTo>
                    <a:pt x="4949276" y="1765300"/>
                  </a:lnTo>
                  <a:lnTo>
                    <a:pt x="4969208" y="1778000"/>
                  </a:lnTo>
                  <a:lnTo>
                    <a:pt x="4986934" y="1778000"/>
                  </a:lnTo>
                  <a:lnTo>
                    <a:pt x="5010207" y="1803400"/>
                  </a:lnTo>
                  <a:lnTo>
                    <a:pt x="5020383" y="1841500"/>
                  </a:lnTo>
                  <a:lnTo>
                    <a:pt x="5017467" y="1866900"/>
                  </a:lnTo>
                  <a:lnTo>
                    <a:pt x="5001463" y="1892300"/>
                  </a:lnTo>
                  <a:lnTo>
                    <a:pt x="5040560" y="1943100"/>
                  </a:lnTo>
                  <a:lnTo>
                    <a:pt x="5040560" y="1752599"/>
                  </a:lnTo>
                  <a:close/>
                </a:path>
                <a:path w="5040630" h="2679700">
                  <a:moveTo>
                    <a:pt x="4504684" y="1892300"/>
                  </a:moveTo>
                  <a:lnTo>
                    <a:pt x="4387079" y="1892300"/>
                  </a:lnTo>
                  <a:lnTo>
                    <a:pt x="4387079" y="1930400"/>
                  </a:lnTo>
                  <a:lnTo>
                    <a:pt x="4504684" y="1930400"/>
                  </a:lnTo>
                  <a:lnTo>
                    <a:pt x="4504684" y="1892300"/>
                  </a:lnTo>
                  <a:close/>
                </a:path>
                <a:path w="5040630" h="2679700">
                  <a:moveTo>
                    <a:pt x="4938542" y="1879600"/>
                  </a:moveTo>
                  <a:lnTo>
                    <a:pt x="4871068" y="1879600"/>
                  </a:lnTo>
                  <a:lnTo>
                    <a:pt x="4881505" y="1892300"/>
                  </a:lnTo>
                  <a:lnTo>
                    <a:pt x="4928099" y="1892300"/>
                  </a:lnTo>
                  <a:lnTo>
                    <a:pt x="4938542" y="1879600"/>
                  </a:lnTo>
                  <a:close/>
                </a:path>
                <a:path w="5040630" h="2679700">
                  <a:moveTo>
                    <a:pt x="4938542" y="1803400"/>
                  </a:moveTo>
                  <a:lnTo>
                    <a:pt x="4871069" y="1803400"/>
                  </a:lnTo>
                  <a:lnTo>
                    <a:pt x="4861788" y="1816100"/>
                  </a:lnTo>
                  <a:lnTo>
                    <a:pt x="4854154" y="1816100"/>
                  </a:lnTo>
                  <a:lnTo>
                    <a:pt x="4848566" y="1828800"/>
                  </a:lnTo>
                  <a:lnTo>
                    <a:pt x="4845134" y="1841500"/>
                  </a:lnTo>
                  <a:lnTo>
                    <a:pt x="4843965" y="1841500"/>
                  </a:lnTo>
                  <a:lnTo>
                    <a:pt x="4845134" y="1854200"/>
                  </a:lnTo>
                  <a:lnTo>
                    <a:pt x="4848566" y="1866900"/>
                  </a:lnTo>
                  <a:lnTo>
                    <a:pt x="4854154" y="1866900"/>
                  </a:lnTo>
                  <a:lnTo>
                    <a:pt x="4861788" y="1879600"/>
                  </a:lnTo>
                  <a:lnTo>
                    <a:pt x="4947829" y="1879600"/>
                  </a:lnTo>
                  <a:lnTo>
                    <a:pt x="4961167" y="1866900"/>
                  </a:lnTo>
                  <a:lnTo>
                    <a:pt x="4965613" y="1841500"/>
                  </a:lnTo>
                  <a:lnTo>
                    <a:pt x="4961167" y="1828800"/>
                  </a:lnTo>
                  <a:lnTo>
                    <a:pt x="4947829" y="1816100"/>
                  </a:lnTo>
                  <a:lnTo>
                    <a:pt x="4938542" y="1803400"/>
                  </a:lnTo>
                  <a:close/>
                </a:path>
                <a:path w="5040630" h="2679700">
                  <a:moveTo>
                    <a:pt x="5040560" y="1689100"/>
                  </a:moveTo>
                  <a:lnTo>
                    <a:pt x="4516849" y="1689100"/>
                  </a:lnTo>
                  <a:lnTo>
                    <a:pt x="4552018" y="1701800"/>
                  </a:lnTo>
                  <a:lnTo>
                    <a:pt x="4596935" y="1701800"/>
                  </a:lnTo>
                  <a:lnTo>
                    <a:pt x="4604376" y="1714500"/>
                  </a:lnTo>
                  <a:lnTo>
                    <a:pt x="4608443" y="1714500"/>
                  </a:lnTo>
                  <a:lnTo>
                    <a:pt x="4608441" y="1727200"/>
                  </a:lnTo>
                  <a:lnTo>
                    <a:pt x="4714930" y="1727200"/>
                  </a:lnTo>
                  <a:lnTo>
                    <a:pt x="4725225" y="1739900"/>
                  </a:lnTo>
                  <a:lnTo>
                    <a:pt x="4728173" y="1739900"/>
                  </a:lnTo>
                  <a:lnTo>
                    <a:pt x="4728173" y="1752600"/>
                  </a:lnTo>
                  <a:lnTo>
                    <a:pt x="4725214" y="1765300"/>
                  </a:lnTo>
                  <a:lnTo>
                    <a:pt x="4881967" y="1765300"/>
                  </a:lnTo>
                  <a:lnTo>
                    <a:pt x="4904804" y="1752600"/>
                  </a:lnTo>
                  <a:lnTo>
                    <a:pt x="5040560" y="1752599"/>
                  </a:lnTo>
                  <a:lnTo>
                    <a:pt x="5040560" y="1689100"/>
                  </a:lnTo>
                  <a:close/>
                </a:path>
                <a:path w="5040630" h="2679700">
                  <a:moveTo>
                    <a:pt x="4478676" y="1727200"/>
                  </a:moveTo>
                  <a:lnTo>
                    <a:pt x="4445887" y="1727200"/>
                  </a:lnTo>
                  <a:lnTo>
                    <a:pt x="4392438" y="1739900"/>
                  </a:lnTo>
                  <a:lnTo>
                    <a:pt x="4511344" y="1739900"/>
                  </a:lnTo>
                  <a:lnTo>
                    <a:pt x="4478676" y="1727200"/>
                  </a:lnTo>
                  <a:close/>
                </a:path>
                <a:path w="5040630" h="2679700">
                  <a:moveTo>
                    <a:pt x="4686119" y="1727200"/>
                  </a:moveTo>
                  <a:lnTo>
                    <a:pt x="4604176" y="1727200"/>
                  </a:lnTo>
                  <a:lnTo>
                    <a:pt x="4596623" y="1739900"/>
                  </a:lnTo>
                  <a:lnTo>
                    <a:pt x="4675826" y="1739900"/>
                  </a:lnTo>
                  <a:lnTo>
                    <a:pt x="4686119" y="172720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344302" y="2190750"/>
            <a:ext cx="4947285" cy="255666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">
              <a:lnSpc>
                <a:spcPts val="2075"/>
              </a:lnSpc>
              <a:spcBef>
                <a:spcPts val="1120"/>
              </a:spcBef>
            </a:pPr>
            <a:r>
              <a:rPr sz="1800" b="1" spc="-50" dirty="0">
                <a:latin typeface="Courier New"/>
                <a:cs typeface="Courier New"/>
              </a:rPr>
              <a:t>{</a:t>
            </a:r>
            <a:endParaRPr sz="1800" dirty="0">
              <a:latin typeface="Courier New"/>
              <a:cs typeface="Courier New"/>
            </a:endParaRPr>
          </a:p>
          <a:p>
            <a:pPr marL="428625">
              <a:lnSpc>
                <a:spcPts val="1945"/>
              </a:lnSpc>
            </a:pPr>
            <a:r>
              <a:rPr sz="1800" b="1" dirty="0">
                <a:latin typeface="Courier New"/>
                <a:cs typeface="Courier New"/>
              </a:rPr>
              <a:t>“created</a:t>
            </a:r>
            <a:r>
              <a:rPr sz="1800" b="1" spc="-6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at”:“Thu</a:t>
            </a:r>
            <a:r>
              <a:rPr sz="1800" b="1" spc="-5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Apr</a:t>
            </a:r>
            <a:r>
              <a:rPr sz="1800" b="1" spc="-5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19</a:t>
            </a:r>
            <a:r>
              <a:rPr sz="1800" b="1" spc="-5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14:25:04</a:t>
            </a:r>
            <a:endParaRPr sz="1800" dirty="0">
              <a:latin typeface="Courier New"/>
              <a:cs typeface="Courier New"/>
            </a:endParaRPr>
          </a:p>
          <a:p>
            <a:pPr marR="1097280" algn="r">
              <a:lnSpc>
                <a:spcPts val="1955"/>
              </a:lnSpc>
            </a:pPr>
            <a:r>
              <a:rPr sz="1800" b="1" dirty="0">
                <a:latin typeface="Courier New"/>
                <a:cs typeface="Courier New"/>
              </a:rPr>
              <a:t>+</a:t>
            </a:r>
            <a:r>
              <a:rPr sz="1800" b="1" spc="-3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0000</a:t>
            </a:r>
            <a:r>
              <a:rPr sz="1800" b="1" spc="-3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2018”,</a:t>
            </a:r>
            <a:endParaRPr sz="1800" dirty="0">
              <a:latin typeface="Courier New"/>
              <a:cs typeface="Courier New"/>
            </a:endParaRPr>
          </a:p>
          <a:p>
            <a:pPr marR="1097280" algn="r">
              <a:lnSpc>
                <a:spcPts val="1955"/>
              </a:lnSpc>
            </a:pPr>
            <a:r>
              <a:rPr sz="1800" b="1" dirty="0">
                <a:latin typeface="Courier New"/>
                <a:cs typeface="Courier New"/>
              </a:rPr>
              <a:t>“id”:</a:t>
            </a:r>
            <a:r>
              <a:rPr sz="1800" b="1" spc="-6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986973961295720449,</a:t>
            </a:r>
            <a:endParaRPr sz="1800" dirty="0">
              <a:latin typeface="Courier New"/>
              <a:cs typeface="Courier New"/>
            </a:endParaRPr>
          </a:p>
          <a:p>
            <a:pPr marL="428625">
              <a:lnSpc>
                <a:spcPts val="1895"/>
              </a:lnSpc>
            </a:pPr>
            <a:r>
              <a:rPr sz="1800" b="1" dirty="0">
                <a:latin typeface="Courier New"/>
                <a:cs typeface="Courier New"/>
              </a:rPr>
              <a:t>“id_str”:</a:t>
            </a:r>
            <a:r>
              <a:rPr sz="1800" b="1" spc="-9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“986973961295720449”</a:t>
            </a:r>
            <a:endParaRPr sz="1800" dirty="0">
              <a:latin typeface="Courier New"/>
              <a:cs typeface="Courier New"/>
            </a:endParaRPr>
          </a:p>
          <a:p>
            <a:pPr marL="428625" marR="277495">
              <a:lnSpc>
                <a:spcPct val="90600"/>
              </a:lnSpc>
              <a:spcBef>
                <a:spcPts val="75"/>
              </a:spcBef>
            </a:pPr>
            <a:r>
              <a:rPr sz="1800" b="1" dirty="0">
                <a:latin typeface="Courier New"/>
                <a:cs typeface="Courier New"/>
              </a:rPr>
              <a:t>“text”:</a:t>
            </a:r>
            <a:r>
              <a:rPr sz="1800" b="1" spc="-6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“Writing</a:t>
            </a:r>
            <a:r>
              <a:rPr sz="1800" b="1" spc="-5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out</a:t>
            </a:r>
            <a:r>
              <a:rPr sz="1800" b="1" spc="-6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the</a:t>
            </a:r>
            <a:r>
              <a:rPr sz="1800" b="1" spc="-5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script </a:t>
            </a:r>
            <a:r>
              <a:rPr sz="1800" b="1" dirty="0">
                <a:latin typeface="Courier New"/>
                <a:cs typeface="Courier New"/>
              </a:rPr>
              <a:t>of</a:t>
            </a:r>
            <a:r>
              <a:rPr sz="1800" b="1" spc="-6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my</a:t>
            </a:r>
            <a:r>
              <a:rPr sz="1800" b="1" spc="-5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@DataCamp</a:t>
            </a:r>
            <a:r>
              <a:rPr sz="1800" b="1" spc="-4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class”</a:t>
            </a:r>
            <a:r>
              <a:rPr sz="1800" b="1" spc="50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“retweet</a:t>
            </a:r>
            <a:r>
              <a:rPr sz="1800" b="1" spc="-8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count”:</a:t>
            </a:r>
            <a:r>
              <a:rPr sz="1800" b="1" spc="-75" dirty="0">
                <a:latin typeface="Courier New"/>
                <a:cs typeface="Courier New"/>
              </a:rPr>
              <a:t> </a:t>
            </a:r>
            <a:r>
              <a:rPr sz="1800" b="1" spc="-25" dirty="0">
                <a:latin typeface="Courier New"/>
                <a:cs typeface="Courier New"/>
              </a:rPr>
              <a:t>0,</a:t>
            </a:r>
            <a:endParaRPr sz="1800" dirty="0">
              <a:latin typeface="Courier New"/>
              <a:cs typeface="Courier New"/>
            </a:endParaRPr>
          </a:p>
          <a:p>
            <a:pPr marL="428625">
              <a:lnSpc>
                <a:spcPts val="1860"/>
              </a:lnSpc>
            </a:pPr>
            <a:r>
              <a:rPr sz="1800" b="1" dirty="0">
                <a:latin typeface="Courier New"/>
                <a:cs typeface="Courier New"/>
              </a:rPr>
              <a:t>“favorite_count”:</a:t>
            </a:r>
            <a:r>
              <a:rPr sz="1800" b="1" spc="-170" dirty="0">
                <a:latin typeface="Courier New"/>
                <a:cs typeface="Courier New"/>
              </a:rPr>
              <a:t> </a:t>
            </a:r>
            <a:r>
              <a:rPr sz="1800" b="1" spc="-25" dirty="0">
                <a:latin typeface="Courier New"/>
                <a:cs typeface="Courier New"/>
              </a:rPr>
              <a:t>1,</a:t>
            </a:r>
            <a:endParaRPr sz="1800" dirty="0">
              <a:latin typeface="Courier New"/>
              <a:cs typeface="Courier New"/>
            </a:endParaRPr>
          </a:p>
          <a:p>
            <a:pPr marL="19050">
              <a:lnSpc>
                <a:spcPts val="2030"/>
              </a:lnSpc>
            </a:pPr>
            <a:r>
              <a:rPr sz="1800" b="1" spc="-50" dirty="0">
                <a:latin typeface="Courier New"/>
                <a:cs typeface="Courier New"/>
              </a:rPr>
              <a:t>}</a:t>
            </a:r>
            <a:endParaRPr sz="18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B5EDE9F-147F-88FB-3DEC-300D02A27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F852F1A-61DC-1A04-50C9-FC92A28D54A8}"/>
              </a:ext>
            </a:extLst>
          </p:cNvPr>
          <p:cNvSpPr txBox="1"/>
          <p:nvPr/>
        </p:nvSpPr>
        <p:spPr>
          <a:xfrm>
            <a:off x="546284" y="253491"/>
            <a:ext cx="2291080" cy="1525270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118110">
              <a:lnSpc>
                <a:spcPct val="71000"/>
              </a:lnSpc>
              <a:spcBef>
                <a:spcPts val="1490"/>
              </a:spcBef>
            </a:pP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Toma</a:t>
            </a:r>
            <a:r>
              <a:rPr sz="4000" b="1" spc="-200" dirty="0">
                <a:solidFill>
                  <a:srgbClr val="044247"/>
                </a:solidFill>
                <a:latin typeface="Arial Narrow"/>
                <a:cs typeface="Arial Narrow"/>
              </a:rPr>
              <a:t> </a:t>
            </a:r>
            <a:r>
              <a:rPr sz="4000" b="1" spc="-25" dirty="0">
                <a:solidFill>
                  <a:srgbClr val="044247"/>
                </a:solidFill>
                <a:latin typeface="Arial Narrow"/>
                <a:cs typeface="Arial Narrow"/>
              </a:rPr>
              <a:t>de </a:t>
            </a: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decisiones</a:t>
            </a:r>
            <a:endParaRPr sz="4000">
              <a:latin typeface="Arial Narrow"/>
              <a:cs typeface="Arial Narrow"/>
            </a:endParaRPr>
          </a:p>
          <a:p>
            <a:pPr marL="95250">
              <a:lnSpc>
                <a:spcPct val="100000"/>
              </a:lnSpc>
              <a:spcBef>
                <a:spcPts val="240"/>
              </a:spcBef>
            </a:pP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La</a:t>
            </a: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 información:</a:t>
            </a:r>
            <a:endParaRPr sz="2800">
              <a:latin typeface="Arial Narrow"/>
              <a:cs typeface="Arial Narrow"/>
            </a:endParaRP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4677B065-2C86-FB03-D4A9-429A56484BA7}"/>
              </a:ext>
            </a:extLst>
          </p:cNvPr>
          <p:cNvGrpSpPr/>
          <p:nvPr/>
        </p:nvGrpSpPr>
        <p:grpSpPr>
          <a:xfrm>
            <a:off x="3347863" y="1566138"/>
            <a:ext cx="5796280" cy="3577590"/>
            <a:chOff x="3347863" y="1566138"/>
            <a:chExt cx="5796280" cy="357759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2743C935-6ECE-B9A6-3A3D-BBF026CF3DC3}"/>
                </a:ext>
              </a:extLst>
            </p:cNvPr>
            <p:cNvSpPr/>
            <p:nvPr/>
          </p:nvSpPr>
          <p:spPr>
            <a:xfrm>
              <a:off x="8254885" y="3943583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66A28FCB-498E-1580-E1BB-3C58CF6A83C5}"/>
                </a:ext>
              </a:extLst>
            </p:cNvPr>
            <p:cNvSpPr/>
            <p:nvPr/>
          </p:nvSpPr>
          <p:spPr>
            <a:xfrm>
              <a:off x="3347863" y="2124297"/>
              <a:ext cx="5040630" cy="2679700"/>
            </a:xfrm>
            <a:custGeom>
              <a:avLst/>
              <a:gdLst/>
              <a:ahLst/>
              <a:cxnLst/>
              <a:rect l="l" t="t" r="r" b="b"/>
              <a:pathLst>
                <a:path w="5040630" h="2679700">
                  <a:moveTo>
                    <a:pt x="5040560" y="0"/>
                  </a:moveTo>
                  <a:lnTo>
                    <a:pt x="0" y="0"/>
                  </a:lnTo>
                  <a:lnTo>
                    <a:pt x="0" y="2679700"/>
                  </a:lnTo>
                  <a:lnTo>
                    <a:pt x="3904851" y="2679700"/>
                  </a:lnTo>
                  <a:lnTo>
                    <a:pt x="3890278" y="2667000"/>
                  </a:lnTo>
                  <a:lnTo>
                    <a:pt x="3879609" y="2654300"/>
                  </a:lnTo>
                  <a:lnTo>
                    <a:pt x="3873054" y="2628900"/>
                  </a:lnTo>
                  <a:lnTo>
                    <a:pt x="3870822" y="2616200"/>
                  </a:lnTo>
                  <a:lnTo>
                    <a:pt x="3872084" y="2603500"/>
                  </a:lnTo>
                  <a:lnTo>
                    <a:pt x="3875808" y="2590800"/>
                  </a:lnTo>
                  <a:lnTo>
                    <a:pt x="3881906" y="2578100"/>
                  </a:lnTo>
                  <a:lnTo>
                    <a:pt x="3890289" y="2565400"/>
                  </a:lnTo>
                  <a:lnTo>
                    <a:pt x="3855510" y="2527300"/>
                  </a:lnTo>
                  <a:lnTo>
                    <a:pt x="3825000" y="2489200"/>
                  </a:lnTo>
                  <a:lnTo>
                    <a:pt x="3798872" y="2451100"/>
                  </a:lnTo>
                  <a:lnTo>
                    <a:pt x="3777240" y="2413000"/>
                  </a:lnTo>
                  <a:lnTo>
                    <a:pt x="3760218" y="2362200"/>
                  </a:lnTo>
                  <a:lnTo>
                    <a:pt x="3747918" y="2324100"/>
                  </a:lnTo>
                  <a:lnTo>
                    <a:pt x="3740455" y="2273300"/>
                  </a:lnTo>
                  <a:lnTo>
                    <a:pt x="3737942" y="2235200"/>
                  </a:lnTo>
                  <a:lnTo>
                    <a:pt x="3740651" y="2184400"/>
                  </a:lnTo>
                  <a:lnTo>
                    <a:pt x="3748703" y="2133600"/>
                  </a:lnTo>
                  <a:lnTo>
                    <a:pt x="3761987" y="2095500"/>
                  </a:lnTo>
                  <a:lnTo>
                    <a:pt x="3780390" y="2044700"/>
                  </a:lnTo>
                  <a:lnTo>
                    <a:pt x="3803801" y="2006600"/>
                  </a:lnTo>
                  <a:lnTo>
                    <a:pt x="3832109" y="1955800"/>
                  </a:lnTo>
                  <a:lnTo>
                    <a:pt x="3865202" y="1917700"/>
                  </a:lnTo>
                  <a:lnTo>
                    <a:pt x="3902968" y="1879600"/>
                  </a:lnTo>
                  <a:lnTo>
                    <a:pt x="3945295" y="1854200"/>
                  </a:lnTo>
                  <a:lnTo>
                    <a:pt x="3982830" y="1816100"/>
                  </a:lnTo>
                  <a:lnTo>
                    <a:pt x="4022402" y="1803400"/>
                  </a:lnTo>
                  <a:lnTo>
                    <a:pt x="4063865" y="1778000"/>
                  </a:lnTo>
                  <a:lnTo>
                    <a:pt x="4107070" y="1752600"/>
                  </a:lnTo>
                  <a:lnTo>
                    <a:pt x="4198117" y="1727200"/>
                  </a:lnTo>
                  <a:lnTo>
                    <a:pt x="4294361" y="1701800"/>
                  </a:lnTo>
                  <a:lnTo>
                    <a:pt x="4344063" y="1701800"/>
                  </a:lnTo>
                  <a:lnTo>
                    <a:pt x="4394621" y="1689100"/>
                  </a:lnTo>
                  <a:lnTo>
                    <a:pt x="5040560" y="1689100"/>
                  </a:lnTo>
                  <a:lnTo>
                    <a:pt x="5040560" y="0"/>
                  </a:lnTo>
                  <a:close/>
                </a:path>
                <a:path w="5040630" h="2679700">
                  <a:moveTo>
                    <a:pt x="4124359" y="2527300"/>
                  </a:moveTo>
                  <a:lnTo>
                    <a:pt x="4009806" y="2527300"/>
                  </a:lnTo>
                  <a:lnTo>
                    <a:pt x="4031442" y="2540000"/>
                  </a:lnTo>
                  <a:lnTo>
                    <a:pt x="4051374" y="2540000"/>
                  </a:lnTo>
                  <a:lnTo>
                    <a:pt x="4069100" y="2552700"/>
                  </a:lnTo>
                  <a:lnTo>
                    <a:pt x="4083671" y="2565400"/>
                  </a:lnTo>
                  <a:lnTo>
                    <a:pt x="4094336" y="2578100"/>
                  </a:lnTo>
                  <a:lnTo>
                    <a:pt x="4100887" y="2603500"/>
                  </a:lnTo>
                  <a:lnTo>
                    <a:pt x="4103117" y="2616200"/>
                  </a:lnTo>
                  <a:lnTo>
                    <a:pt x="4100887" y="2628900"/>
                  </a:lnTo>
                  <a:lnTo>
                    <a:pt x="4094336" y="2654300"/>
                  </a:lnTo>
                  <a:lnTo>
                    <a:pt x="4083671" y="2667000"/>
                  </a:lnTo>
                  <a:lnTo>
                    <a:pt x="4069100" y="2679700"/>
                  </a:lnTo>
                  <a:lnTo>
                    <a:pt x="4711816" y="2679700"/>
                  </a:lnTo>
                  <a:lnTo>
                    <a:pt x="4810531" y="2641600"/>
                  </a:lnTo>
                  <a:lnTo>
                    <a:pt x="4860787" y="2616200"/>
                  </a:lnTo>
                  <a:lnTo>
                    <a:pt x="4339874" y="2616200"/>
                  </a:lnTo>
                  <a:lnTo>
                    <a:pt x="4333945" y="2603500"/>
                  </a:lnTo>
                  <a:lnTo>
                    <a:pt x="4331770" y="2590800"/>
                  </a:lnTo>
                  <a:lnTo>
                    <a:pt x="4331770" y="2552700"/>
                  </a:lnTo>
                  <a:lnTo>
                    <a:pt x="4156210" y="2552700"/>
                  </a:lnTo>
                  <a:lnTo>
                    <a:pt x="4124359" y="2527300"/>
                  </a:lnTo>
                  <a:close/>
                </a:path>
                <a:path w="5040630" h="2679700">
                  <a:moveTo>
                    <a:pt x="5040560" y="2527300"/>
                  </a:moveTo>
                  <a:lnTo>
                    <a:pt x="5035288" y="2527300"/>
                  </a:lnTo>
                  <a:lnTo>
                    <a:pt x="5015267" y="2552700"/>
                  </a:lnTo>
                  <a:lnTo>
                    <a:pt x="4993779" y="2578100"/>
                  </a:lnTo>
                  <a:lnTo>
                    <a:pt x="4970843" y="2590800"/>
                  </a:lnTo>
                  <a:lnTo>
                    <a:pt x="4946479" y="2616200"/>
                  </a:lnTo>
                  <a:lnTo>
                    <a:pt x="4920900" y="2628900"/>
                  </a:lnTo>
                  <a:lnTo>
                    <a:pt x="4894335" y="2654300"/>
                  </a:lnTo>
                  <a:lnTo>
                    <a:pt x="4866833" y="2667000"/>
                  </a:lnTo>
                  <a:lnTo>
                    <a:pt x="4838443" y="2679700"/>
                  </a:lnTo>
                  <a:lnTo>
                    <a:pt x="5040560" y="2679700"/>
                  </a:lnTo>
                  <a:lnTo>
                    <a:pt x="5040560" y="2527300"/>
                  </a:lnTo>
                  <a:close/>
                </a:path>
                <a:path w="5040630" h="2679700">
                  <a:moveTo>
                    <a:pt x="4010264" y="2654300"/>
                  </a:moveTo>
                  <a:lnTo>
                    <a:pt x="3963680" y="2654300"/>
                  </a:lnTo>
                  <a:lnTo>
                    <a:pt x="3975011" y="2667000"/>
                  </a:lnTo>
                  <a:lnTo>
                    <a:pt x="3998931" y="2667000"/>
                  </a:lnTo>
                  <a:lnTo>
                    <a:pt x="4010264" y="2654300"/>
                  </a:lnTo>
                  <a:close/>
                </a:path>
                <a:path w="5040630" h="2679700">
                  <a:moveTo>
                    <a:pt x="4043207" y="2628900"/>
                  </a:moveTo>
                  <a:lnTo>
                    <a:pt x="3930732" y="2628900"/>
                  </a:lnTo>
                  <a:lnTo>
                    <a:pt x="3936320" y="2641600"/>
                  </a:lnTo>
                  <a:lnTo>
                    <a:pt x="3943954" y="2654300"/>
                  </a:lnTo>
                  <a:lnTo>
                    <a:pt x="4029985" y="2654300"/>
                  </a:lnTo>
                  <a:lnTo>
                    <a:pt x="4037619" y="2641600"/>
                  </a:lnTo>
                  <a:lnTo>
                    <a:pt x="4043207" y="2628900"/>
                  </a:lnTo>
                  <a:close/>
                </a:path>
                <a:path w="5040630" h="2679700">
                  <a:moveTo>
                    <a:pt x="4046640" y="2603500"/>
                  </a:moveTo>
                  <a:lnTo>
                    <a:pt x="3927299" y="2603500"/>
                  </a:lnTo>
                  <a:lnTo>
                    <a:pt x="3926131" y="2616200"/>
                  </a:lnTo>
                  <a:lnTo>
                    <a:pt x="3927299" y="2628900"/>
                  </a:lnTo>
                  <a:lnTo>
                    <a:pt x="4046640" y="2628900"/>
                  </a:lnTo>
                  <a:lnTo>
                    <a:pt x="4047808" y="2616200"/>
                  </a:lnTo>
                  <a:lnTo>
                    <a:pt x="4046640" y="2603500"/>
                  </a:lnTo>
                  <a:close/>
                </a:path>
                <a:path w="5040630" h="2679700">
                  <a:moveTo>
                    <a:pt x="4822673" y="1905000"/>
                  </a:moveTo>
                  <a:lnTo>
                    <a:pt x="4731292" y="1905000"/>
                  </a:lnTo>
                  <a:lnTo>
                    <a:pt x="4740436" y="1917700"/>
                  </a:lnTo>
                  <a:lnTo>
                    <a:pt x="4867935" y="2006600"/>
                  </a:lnTo>
                  <a:lnTo>
                    <a:pt x="4870852" y="2019300"/>
                  </a:lnTo>
                  <a:lnTo>
                    <a:pt x="4870862" y="2032000"/>
                  </a:lnTo>
                  <a:lnTo>
                    <a:pt x="4867946" y="2032000"/>
                  </a:lnTo>
                  <a:lnTo>
                    <a:pt x="4825157" y="2070100"/>
                  </a:lnTo>
                  <a:lnTo>
                    <a:pt x="4838439" y="2082800"/>
                  </a:lnTo>
                  <a:lnTo>
                    <a:pt x="4850046" y="2108200"/>
                  </a:lnTo>
                  <a:lnTo>
                    <a:pt x="4859960" y="2120900"/>
                  </a:lnTo>
                  <a:lnTo>
                    <a:pt x="4868162" y="2146300"/>
                  </a:lnTo>
                  <a:lnTo>
                    <a:pt x="4941135" y="2146300"/>
                  </a:lnTo>
                  <a:lnTo>
                    <a:pt x="4947061" y="2159000"/>
                  </a:lnTo>
                  <a:lnTo>
                    <a:pt x="4949234" y="2159000"/>
                  </a:lnTo>
                  <a:lnTo>
                    <a:pt x="4949234" y="2298700"/>
                  </a:lnTo>
                  <a:lnTo>
                    <a:pt x="4947061" y="2311400"/>
                  </a:lnTo>
                  <a:lnTo>
                    <a:pt x="4932345" y="2311400"/>
                  </a:lnTo>
                  <a:lnTo>
                    <a:pt x="4921580" y="2324100"/>
                  </a:lnTo>
                  <a:lnTo>
                    <a:pt x="4868172" y="2324100"/>
                  </a:lnTo>
                  <a:lnTo>
                    <a:pt x="4859969" y="2336800"/>
                  </a:lnTo>
                  <a:lnTo>
                    <a:pt x="4850052" y="2362200"/>
                  </a:lnTo>
                  <a:lnTo>
                    <a:pt x="4838441" y="2374900"/>
                  </a:lnTo>
                  <a:lnTo>
                    <a:pt x="4825157" y="2400300"/>
                  </a:lnTo>
                  <a:lnTo>
                    <a:pt x="4862965" y="2425700"/>
                  </a:lnTo>
                  <a:lnTo>
                    <a:pt x="4869036" y="2438400"/>
                  </a:lnTo>
                  <a:lnTo>
                    <a:pt x="4871060" y="2438400"/>
                  </a:lnTo>
                  <a:lnTo>
                    <a:pt x="4869036" y="2451100"/>
                  </a:lnTo>
                  <a:lnTo>
                    <a:pt x="4862965" y="2451100"/>
                  </a:lnTo>
                  <a:lnTo>
                    <a:pt x="4735563" y="2552700"/>
                  </a:lnTo>
                  <a:lnTo>
                    <a:pt x="4559993" y="2552700"/>
                  </a:lnTo>
                  <a:lnTo>
                    <a:pt x="4559993" y="2590800"/>
                  </a:lnTo>
                  <a:lnTo>
                    <a:pt x="4557820" y="2603500"/>
                  </a:lnTo>
                  <a:lnTo>
                    <a:pt x="4551894" y="2616200"/>
                  </a:lnTo>
                  <a:lnTo>
                    <a:pt x="4860787" y="2616200"/>
                  </a:lnTo>
                  <a:lnTo>
                    <a:pt x="4907156" y="2578100"/>
                  </a:lnTo>
                  <a:lnTo>
                    <a:pt x="4949308" y="2552700"/>
                  </a:lnTo>
                  <a:lnTo>
                    <a:pt x="4986912" y="2514600"/>
                  </a:lnTo>
                  <a:lnTo>
                    <a:pt x="5040560" y="2438400"/>
                  </a:lnTo>
                  <a:lnTo>
                    <a:pt x="5040560" y="2032000"/>
                  </a:lnTo>
                  <a:lnTo>
                    <a:pt x="5019709" y="1993900"/>
                  </a:lnTo>
                  <a:lnTo>
                    <a:pt x="5006385" y="1981200"/>
                  </a:lnTo>
                  <a:lnTo>
                    <a:pt x="4992082" y="1955800"/>
                  </a:lnTo>
                  <a:lnTo>
                    <a:pt x="4976812" y="1943100"/>
                  </a:lnTo>
                  <a:lnTo>
                    <a:pt x="4960586" y="1930400"/>
                  </a:lnTo>
                  <a:lnTo>
                    <a:pt x="4860331" y="1930400"/>
                  </a:lnTo>
                  <a:lnTo>
                    <a:pt x="4840399" y="1917700"/>
                  </a:lnTo>
                  <a:lnTo>
                    <a:pt x="4822673" y="1905000"/>
                  </a:lnTo>
                  <a:close/>
                </a:path>
                <a:path w="5040630" h="2679700">
                  <a:moveTo>
                    <a:pt x="4029985" y="2578100"/>
                  </a:moveTo>
                  <a:lnTo>
                    <a:pt x="3943954" y="2578100"/>
                  </a:lnTo>
                  <a:lnTo>
                    <a:pt x="3936320" y="2590800"/>
                  </a:lnTo>
                  <a:lnTo>
                    <a:pt x="3930732" y="2603500"/>
                  </a:lnTo>
                  <a:lnTo>
                    <a:pt x="4043207" y="2603500"/>
                  </a:lnTo>
                  <a:lnTo>
                    <a:pt x="4037619" y="2590800"/>
                  </a:lnTo>
                  <a:lnTo>
                    <a:pt x="4029985" y="2578100"/>
                  </a:lnTo>
                  <a:close/>
                </a:path>
                <a:path w="5040630" h="2679700">
                  <a:moveTo>
                    <a:pt x="3998929" y="2565400"/>
                  </a:moveTo>
                  <a:lnTo>
                    <a:pt x="3975010" y="2565400"/>
                  </a:lnTo>
                  <a:lnTo>
                    <a:pt x="3963676" y="2578100"/>
                  </a:lnTo>
                  <a:lnTo>
                    <a:pt x="4010260" y="2578100"/>
                  </a:lnTo>
                  <a:lnTo>
                    <a:pt x="3998929" y="2565400"/>
                  </a:lnTo>
                  <a:close/>
                </a:path>
                <a:path w="5040630" h="2679700">
                  <a:moveTo>
                    <a:pt x="4506305" y="2527300"/>
                  </a:moveTo>
                  <a:lnTo>
                    <a:pt x="4385457" y="2527300"/>
                  </a:lnTo>
                  <a:lnTo>
                    <a:pt x="4387079" y="2540000"/>
                  </a:lnTo>
                  <a:lnTo>
                    <a:pt x="4387079" y="2578100"/>
                  </a:lnTo>
                  <a:lnTo>
                    <a:pt x="4504684" y="2578100"/>
                  </a:lnTo>
                  <a:lnTo>
                    <a:pt x="4504684" y="2540000"/>
                  </a:lnTo>
                  <a:lnTo>
                    <a:pt x="4506305" y="2527300"/>
                  </a:lnTo>
                  <a:close/>
                </a:path>
                <a:path w="5040630" h="2679700">
                  <a:moveTo>
                    <a:pt x="4252872" y="2527300"/>
                  </a:moveTo>
                  <a:lnTo>
                    <a:pt x="4227982" y="2527300"/>
                  </a:lnTo>
                  <a:lnTo>
                    <a:pt x="4184956" y="2552700"/>
                  </a:lnTo>
                  <a:lnTo>
                    <a:pt x="4304813" y="2552700"/>
                  </a:lnTo>
                  <a:lnTo>
                    <a:pt x="4278498" y="2540000"/>
                  </a:lnTo>
                  <a:lnTo>
                    <a:pt x="4252872" y="2527300"/>
                  </a:lnTo>
                  <a:close/>
                </a:path>
                <a:path w="5040630" h="2679700">
                  <a:moveTo>
                    <a:pt x="4663781" y="2527300"/>
                  </a:moveTo>
                  <a:lnTo>
                    <a:pt x="4638896" y="2527300"/>
                  </a:lnTo>
                  <a:lnTo>
                    <a:pt x="4613272" y="2540000"/>
                  </a:lnTo>
                  <a:lnTo>
                    <a:pt x="4586955" y="2552700"/>
                  </a:lnTo>
                  <a:lnTo>
                    <a:pt x="4706818" y="2552700"/>
                  </a:lnTo>
                  <a:lnTo>
                    <a:pt x="4663781" y="2527300"/>
                  </a:lnTo>
                  <a:close/>
                </a:path>
                <a:path w="5040630" h="2679700">
                  <a:moveTo>
                    <a:pt x="4672865" y="1739900"/>
                  </a:moveTo>
                  <a:lnTo>
                    <a:pt x="4340165" y="1739900"/>
                  </a:lnTo>
                  <a:lnTo>
                    <a:pt x="4289237" y="1752600"/>
                  </a:lnTo>
                  <a:lnTo>
                    <a:pt x="4239823" y="1752600"/>
                  </a:lnTo>
                  <a:lnTo>
                    <a:pt x="4192092" y="1778000"/>
                  </a:lnTo>
                  <a:lnTo>
                    <a:pt x="4146215" y="1790700"/>
                  </a:lnTo>
                  <a:lnTo>
                    <a:pt x="4102359" y="1803400"/>
                  </a:lnTo>
                  <a:lnTo>
                    <a:pt x="4060695" y="1828800"/>
                  </a:lnTo>
                  <a:lnTo>
                    <a:pt x="4021391" y="1854200"/>
                  </a:lnTo>
                  <a:lnTo>
                    <a:pt x="3984617" y="1879600"/>
                  </a:lnTo>
                  <a:lnTo>
                    <a:pt x="3950543" y="1905000"/>
                  </a:lnTo>
                  <a:lnTo>
                    <a:pt x="3919336" y="1943100"/>
                  </a:lnTo>
                  <a:lnTo>
                    <a:pt x="3891167" y="1968500"/>
                  </a:lnTo>
                  <a:lnTo>
                    <a:pt x="3866205" y="2006600"/>
                  </a:lnTo>
                  <a:lnTo>
                    <a:pt x="3844618" y="2032000"/>
                  </a:lnTo>
                  <a:lnTo>
                    <a:pt x="3826577" y="2070100"/>
                  </a:lnTo>
                  <a:lnTo>
                    <a:pt x="3812251" y="2108200"/>
                  </a:lnTo>
                  <a:lnTo>
                    <a:pt x="3801808" y="2146300"/>
                  </a:lnTo>
                  <a:lnTo>
                    <a:pt x="3795418" y="2184400"/>
                  </a:lnTo>
                  <a:lnTo>
                    <a:pt x="3793251" y="2235200"/>
                  </a:lnTo>
                  <a:lnTo>
                    <a:pt x="3796218" y="2273300"/>
                  </a:lnTo>
                  <a:lnTo>
                    <a:pt x="3805019" y="2324100"/>
                  </a:lnTo>
                  <a:lnTo>
                    <a:pt x="3819500" y="2374900"/>
                  </a:lnTo>
                  <a:lnTo>
                    <a:pt x="3839510" y="2413000"/>
                  </a:lnTo>
                  <a:lnTo>
                    <a:pt x="3864895" y="2463800"/>
                  </a:lnTo>
                  <a:lnTo>
                    <a:pt x="3895505" y="2501900"/>
                  </a:lnTo>
                  <a:lnTo>
                    <a:pt x="3931187" y="2540000"/>
                  </a:lnTo>
                  <a:lnTo>
                    <a:pt x="3944247" y="2527300"/>
                  </a:lnTo>
                  <a:lnTo>
                    <a:pt x="4124359" y="2527300"/>
                  </a:lnTo>
                  <a:lnTo>
                    <a:pt x="4028807" y="2451100"/>
                  </a:lnTo>
                  <a:lnTo>
                    <a:pt x="4022732" y="2451100"/>
                  </a:lnTo>
                  <a:lnTo>
                    <a:pt x="4020710" y="2438400"/>
                  </a:lnTo>
                  <a:lnTo>
                    <a:pt x="4022736" y="2438400"/>
                  </a:lnTo>
                  <a:lnTo>
                    <a:pt x="4028807" y="2425700"/>
                  </a:lnTo>
                  <a:lnTo>
                    <a:pt x="4066616" y="2400300"/>
                  </a:lnTo>
                  <a:lnTo>
                    <a:pt x="4053332" y="2374900"/>
                  </a:lnTo>
                  <a:lnTo>
                    <a:pt x="4041722" y="2362200"/>
                  </a:lnTo>
                  <a:lnTo>
                    <a:pt x="4031804" y="2336800"/>
                  </a:lnTo>
                  <a:lnTo>
                    <a:pt x="4023601" y="2324100"/>
                  </a:lnTo>
                  <a:lnTo>
                    <a:pt x="3962848" y="2324100"/>
                  </a:lnTo>
                  <a:lnTo>
                    <a:pt x="3955816" y="2311400"/>
                  </a:lnTo>
                  <a:lnTo>
                    <a:pt x="3945446" y="2311400"/>
                  </a:lnTo>
                  <a:lnTo>
                    <a:pt x="3942529" y="2298700"/>
                  </a:lnTo>
                  <a:lnTo>
                    <a:pt x="3942637" y="2159000"/>
                  </a:lnTo>
                  <a:lnTo>
                    <a:pt x="3944810" y="2159000"/>
                  </a:lnTo>
                  <a:lnTo>
                    <a:pt x="3950736" y="2146300"/>
                  </a:lnTo>
                  <a:lnTo>
                    <a:pt x="4023601" y="2146300"/>
                  </a:lnTo>
                  <a:lnTo>
                    <a:pt x="4031804" y="2120900"/>
                  </a:lnTo>
                  <a:lnTo>
                    <a:pt x="4041722" y="2108200"/>
                  </a:lnTo>
                  <a:lnTo>
                    <a:pt x="4053332" y="2082800"/>
                  </a:lnTo>
                  <a:lnTo>
                    <a:pt x="4066616" y="2070100"/>
                  </a:lnTo>
                  <a:lnTo>
                    <a:pt x="4023828" y="2032000"/>
                  </a:lnTo>
                  <a:lnTo>
                    <a:pt x="4020911" y="2032000"/>
                  </a:lnTo>
                  <a:lnTo>
                    <a:pt x="4020911" y="2019300"/>
                  </a:lnTo>
                  <a:lnTo>
                    <a:pt x="4023828" y="2006600"/>
                  </a:lnTo>
                  <a:lnTo>
                    <a:pt x="4151327" y="1917700"/>
                  </a:lnTo>
                  <a:lnTo>
                    <a:pt x="4160477" y="1905000"/>
                  </a:lnTo>
                  <a:lnTo>
                    <a:pt x="4331770" y="1905000"/>
                  </a:lnTo>
                  <a:lnTo>
                    <a:pt x="4331770" y="1866900"/>
                  </a:lnTo>
                  <a:lnTo>
                    <a:pt x="4333945" y="1854200"/>
                  </a:lnTo>
                  <a:lnTo>
                    <a:pt x="4348664" y="1854200"/>
                  </a:lnTo>
                  <a:lnTo>
                    <a:pt x="4359424" y="1841500"/>
                  </a:lnTo>
                  <a:lnTo>
                    <a:pt x="4788656" y="1841500"/>
                  </a:lnTo>
                  <a:lnTo>
                    <a:pt x="4790886" y="1828800"/>
                  </a:lnTo>
                  <a:lnTo>
                    <a:pt x="4797437" y="1816100"/>
                  </a:lnTo>
                  <a:lnTo>
                    <a:pt x="4808102" y="1803400"/>
                  </a:lnTo>
                  <a:lnTo>
                    <a:pt x="4822673" y="1778000"/>
                  </a:lnTo>
                  <a:lnTo>
                    <a:pt x="4840399" y="1778000"/>
                  </a:lnTo>
                  <a:lnTo>
                    <a:pt x="4860331" y="1765300"/>
                  </a:lnTo>
                  <a:lnTo>
                    <a:pt x="4675826" y="1765300"/>
                  </a:lnTo>
                  <a:lnTo>
                    <a:pt x="4672865" y="1752600"/>
                  </a:lnTo>
                  <a:lnTo>
                    <a:pt x="4672865" y="1739900"/>
                  </a:lnTo>
                  <a:close/>
                </a:path>
                <a:path w="5040630" h="2679700">
                  <a:moveTo>
                    <a:pt x="4517736" y="2514600"/>
                  </a:moveTo>
                  <a:lnTo>
                    <a:pt x="4374022" y="2514600"/>
                  </a:lnTo>
                  <a:lnTo>
                    <a:pt x="4380933" y="2527300"/>
                  </a:lnTo>
                  <a:lnTo>
                    <a:pt x="4510826" y="2527300"/>
                  </a:lnTo>
                  <a:lnTo>
                    <a:pt x="4517736" y="2514600"/>
                  </a:lnTo>
                  <a:close/>
                </a:path>
                <a:path w="5040630" h="2679700">
                  <a:moveTo>
                    <a:pt x="4652935" y="2476500"/>
                  </a:moveTo>
                  <a:lnTo>
                    <a:pt x="4238826" y="2476500"/>
                  </a:lnTo>
                  <a:lnTo>
                    <a:pt x="4268609" y="2489200"/>
                  </a:lnTo>
                  <a:lnTo>
                    <a:pt x="4299678" y="2501900"/>
                  </a:lnTo>
                  <a:lnTo>
                    <a:pt x="4331924" y="2514600"/>
                  </a:lnTo>
                  <a:lnTo>
                    <a:pt x="4559839" y="2514600"/>
                  </a:lnTo>
                  <a:lnTo>
                    <a:pt x="4592085" y="2501900"/>
                  </a:lnTo>
                  <a:lnTo>
                    <a:pt x="4623154" y="2489200"/>
                  </a:lnTo>
                  <a:lnTo>
                    <a:pt x="4652935" y="2476500"/>
                  </a:lnTo>
                  <a:close/>
                </a:path>
                <a:path w="5040630" h="2679700">
                  <a:moveTo>
                    <a:pt x="4770661" y="2413000"/>
                  </a:moveTo>
                  <a:lnTo>
                    <a:pt x="4121103" y="2413000"/>
                  </a:lnTo>
                  <a:lnTo>
                    <a:pt x="4087464" y="2438400"/>
                  </a:lnTo>
                  <a:lnTo>
                    <a:pt x="4170588" y="2501900"/>
                  </a:lnTo>
                  <a:lnTo>
                    <a:pt x="4204260" y="2476500"/>
                  </a:lnTo>
                  <a:lnTo>
                    <a:pt x="4754424" y="2476500"/>
                  </a:lnTo>
                  <a:lnTo>
                    <a:pt x="4804299" y="2438400"/>
                  </a:lnTo>
                  <a:lnTo>
                    <a:pt x="4770661" y="2413000"/>
                  </a:lnTo>
                  <a:close/>
                </a:path>
                <a:path w="5040630" h="2679700">
                  <a:moveTo>
                    <a:pt x="4754424" y="2476500"/>
                  </a:moveTo>
                  <a:lnTo>
                    <a:pt x="4687503" y="2476500"/>
                  </a:lnTo>
                  <a:lnTo>
                    <a:pt x="4721174" y="2501900"/>
                  </a:lnTo>
                  <a:lnTo>
                    <a:pt x="4754424" y="2476500"/>
                  </a:lnTo>
                  <a:close/>
                </a:path>
                <a:path w="5040630" h="2679700">
                  <a:moveTo>
                    <a:pt x="4762715" y="2400300"/>
                  </a:moveTo>
                  <a:lnTo>
                    <a:pt x="4129048" y="2400300"/>
                  </a:lnTo>
                  <a:lnTo>
                    <a:pt x="4126559" y="2413000"/>
                  </a:lnTo>
                  <a:lnTo>
                    <a:pt x="4765204" y="2413000"/>
                  </a:lnTo>
                  <a:lnTo>
                    <a:pt x="4762715" y="2400300"/>
                  </a:lnTo>
                  <a:close/>
                </a:path>
                <a:path w="5040630" h="2679700">
                  <a:moveTo>
                    <a:pt x="4393556" y="2057400"/>
                  </a:moveTo>
                  <a:lnTo>
                    <a:pt x="4129048" y="2057400"/>
                  </a:lnTo>
                  <a:lnTo>
                    <a:pt x="4128482" y="2070100"/>
                  </a:lnTo>
                  <a:lnTo>
                    <a:pt x="4124775" y="2070100"/>
                  </a:lnTo>
                  <a:lnTo>
                    <a:pt x="4107375" y="2095500"/>
                  </a:lnTo>
                  <a:lnTo>
                    <a:pt x="4092813" y="2120900"/>
                  </a:lnTo>
                  <a:lnTo>
                    <a:pt x="4081137" y="2146300"/>
                  </a:lnTo>
                  <a:lnTo>
                    <a:pt x="4072395" y="2171700"/>
                  </a:lnTo>
                  <a:lnTo>
                    <a:pt x="4068846" y="2171700"/>
                  </a:lnTo>
                  <a:lnTo>
                    <a:pt x="4062736" y="2184400"/>
                  </a:lnTo>
                  <a:lnTo>
                    <a:pt x="3997923" y="2184400"/>
                  </a:lnTo>
                  <a:lnTo>
                    <a:pt x="3997859" y="2273300"/>
                  </a:lnTo>
                  <a:lnTo>
                    <a:pt x="4054696" y="2273300"/>
                  </a:lnTo>
                  <a:lnTo>
                    <a:pt x="4062736" y="2286000"/>
                  </a:lnTo>
                  <a:lnTo>
                    <a:pt x="4068846" y="2286000"/>
                  </a:lnTo>
                  <a:lnTo>
                    <a:pt x="4072395" y="2298700"/>
                  </a:lnTo>
                  <a:lnTo>
                    <a:pt x="4081137" y="2324100"/>
                  </a:lnTo>
                  <a:lnTo>
                    <a:pt x="4092813" y="2336800"/>
                  </a:lnTo>
                  <a:lnTo>
                    <a:pt x="4107375" y="2362200"/>
                  </a:lnTo>
                  <a:lnTo>
                    <a:pt x="4124775" y="2387600"/>
                  </a:lnTo>
                  <a:lnTo>
                    <a:pt x="4128482" y="2400300"/>
                  </a:lnTo>
                  <a:lnTo>
                    <a:pt x="4393556" y="2400300"/>
                  </a:lnTo>
                  <a:lnTo>
                    <a:pt x="4345485" y="2387600"/>
                  </a:lnTo>
                  <a:lnTo>
                    <a:pt x="4303054" y="2362200"/>
                  </a:lnTo>
                  <a:lnTo>
                    <a:pt x="4267646" y="2336800"/>
                  </a:lnTo>
                  <a:lnTo>
                    <a:pt x="4223429" y="2273300"/>
                  </a:lnTo>
                  <a:lnTo>
                    <a:pt x="4217384" y="2235200"/>
                  </a:lnTo>
                  <a:lnTo>
                    <a:pt x="4223429" y="2197100"/>
                  </a:lnTo>
                  <a:lnTo>
                    <a:pt x="4240644" y="2159000"/>
                  </a:lnTo>
                  <a:lnTo>
                    <a:pt x="4267646" y="2120900"/>
                  </a:lnTo>
                  <a:lnTo>
                    <a:pt x="4303054" y="2095500"/>
                  </a:lnTo>
                  <a:lnTo>
                    <a:pt x="4345485" y="2070100"/>
                  </a:lnTo>
                  <a:lnTo>
                    <a:pt x="4393556" y="2057400"/>
                  </a:lnTo>
                  <a:close/>
                </a:path>
                <a:path w="5040630" h="2679700">
                  <a:moveTo>
                    <a:pt x="4762710" y="2057400"/>
                  </a:moveTo>
                  <a:lnTo>
                    <a:pt x="4498218" y="2057400"/>
                  </a:lnTo>
                  <a:lnTo>
                    <a:pt x="4546289" y="2070100"/>
                  </a:lnTo>
                  <a:lnTo>
                    <a:pt x="4588719" y="2095500"/>
                  </a:lnTo>
                  <a:lnTo>
                    <a:pt x="4624126" y="2120900"/>
                  </a:lnTo>
                  <a:lnTo>
                    <a:pt x="4651128" y="2159000"/>
                  </a:lnTo>
                  <a:lnTo>
                    <a:pt x="4668343" y="2197100"/>
                  </a:lnTo>
                  <a:lnTo>
                    <a:pt x="4674388" y="2235200"/>
                  </a:lnTo>
                  <a:lnTo>
                    <a:pt x="4668343" y="2273300"/>
                  </a:lnTo>
                  <a:lnTo>
                    <a:pt x="4651128" y="2311400"/>
                  </a:lnTo>
                  <a:lnTo>
                    <a:pt x="4588719" y="2362200"/>
                  </a:lnTo>
                  <a:lnTo>
                    <a:pt x="4546289" y="2387600"/>
                  </a:lnTo>
                  <a:lnTo>
                    <a:pt x="4498218" y="2400300"/>
                  </a:lnTo>
                  <a:lnTo>
                    <a:pt x="4763280" y="2400300"/>
                  </a:lnTo>
                  <a:lnTo>
                    <a:pt x="4766988" y="2387600"/>
                  </a:lnTo>
                  <a:lnTo>
                    <a:pt x="4784388" y="2362200"/>
                  </a:lnTo>
                  <a:lnTo>
                    <a:pt x="4798950" y="2336800"/>
                  </a:lnTo>
                  <a:lnTo>
                    <a:pt x="4810626" y="2324100"/>
                  </a:lnTo>
                  <a:lnTo>
                    <a:pt x="4819368" y="2298700"/>
                  </a:lnTo>
                  <a:lnTo>
                    <a:pt x="4822917" y="2286000"/>
                  </a:lnTo>
                  <a:lnTo>
                    <a:pt x="4829027" y="2286000"/>
                  </a:lnTo>
                  <a:lnTo>
                    <a:pt x="4837067" y="2273300"/>
                  </a:lnTo>
                  <a:lnTo>
                    <a:pt x="4893925" y="2273300"/>
                  </a:lnTo>
                  <a:lnTo>
                    <a:pt x="4893925" y="2184400"/>
                  </a:lnTo>
                  <a:lnTo>
                    <a:pt x="4829022" y="2184400"/>
                  </a:lnTo>
                  <a:lnTo>
                    <a:pt x="4822912" y="2171700"/>
                  </a:lnTo>
                  <a:lnTo>
                    <a:pt x="4819368" y="2171700"/>
                  </a:lnTo>
                  <a:lnTo>
                    <a:pt x="4810621" y="2146300"/>
                  </a:lnTo>
                  <a:lnTo>
                    <a:pt x="4798946" y="2120900"/>
                  </a:lnTo>
                  <a:lnTo>
                    <a:pt x="4784387" y="2095500"/>
                  </a:lnTo>
                  <a:lnTo>
                    <a:pt x="4766988" y="2070100"/>
                  </a:lnTo>
                  <a:lnTo>
                    <a:pt x="4763279" y="2070100"/>
                  </a:lnTo>
                  <a:lnTo>
                    <a:pt x="4762710" y="2057400"/>
                  </a:lnTo>
                  <a:close/>
                </a:path>
                <a:path w="5040630" h="2679700">
                  <a:moveTo>
                    <a:pt x="4445887" y="2095500"/>
                  </a:moveTo>
                  <a:lnTo>
                    <a:pt x="4391201" y="2108200"/>
                  </a:lnTo>
                  <a:lnTo>
                    <a:pt x="4343664" y="2120900"/>
                  </a:lnTo>
                  <a:lnTo>
                    <a:pt x="4306151" y="2159000"/>
                  </a:lnTo>
                  <a:lnTo>
                    <a:pt x="4272692" y="2235200"/>
                  </a:lnTo>
                  <a:lnTo>
                    <a:pt x="4281536" y="2273300"/>
                  </a:lnTo>
                  <a:lnTo>
                    <a:pt x="4306151" y="2311400"/>
                  </a:lnTo>
                  <a:lnTo>
                    <a:pt x="4343664" y="2336800"/>
                  </a:lnTo>
                  <a:lnTo>
                    <a:pt x="4391201" y="2362200"/>
                  </a:lnTo>
                  <a:lnTo>
                    <a:pt x="4500572" y="2362200"/>
                  </a:lnTo>
                  <a:lnTo>
                    <a:pt x="4548109" y="2336800"/>
                  </a:lnTo>
                  <a:lnTo>
                    <a:pt x="4585622" y="2311400"/>
                  </a:lnTo>
                  <a:lnTo>
                    <a:pt x="4610237" y="2273300"/>
                  </a:lnTo>
                  <a:lnTo>
                    <a:pt x="4619081" y="2235200"/>
                  </a:lnTo>
                  <a:lnTo>
                    <a:pt x="4610237" y="2184400"/>
                  </a:lnTo>
                  <a:lnTo>
                    <a:pt x="4585622" y="2159000"/>
                  </a:lnTo>
                  <a:lnTo>
                    <a:pt x="4548109" y="2120900"/>
                  </a:lnTo>
                  <a:lnTo>
                    <a:pt x="4500572" y="2108200"/>
                  </a:lnTo>
                  <a:lnTo>
                    <a:pt x="4445887" y="2095500"/>
                  </a:lnTo>
                  <a:close/>
                </a:path>
                <a:path w="5040630" h="2679700">
                  <a:moveTo>
                    <a:pt x="4170869" y="1955800"/>
                  </a:moveTo>
                  <a:lnTo>
                    <a:pt x="4087680" y="2019300"/>
                  </a:lnTo>
                  <a:lnTo>
                    <a:pt x="4121103" y="2044700"/>
                  </a:lnTo>
                  <a:lnTo>
                    <a:pt x="4126559" y="2057400"/>
                  </a:lnTo>
                  <a:lnTo>
                    <a:pt x="4765199" y="2057400"/>
                  </a:lnTo>
                  <a:lnTo>
                    <a:pt x="4770661" y="2044700"/>
                  </a:lnTo>
                  <a:lnTo>
                    <a:pt x="4804082" y="2019300"/>
                  </a:lnTo>
                  <a:lnTo>
                    <a:pt x="4770806" y="1993900"/>
                  </a:lnTo>
                  <a:lnTo>
                    <a:pt x="4220895" y="1993900"/>
                  </a:lnTo>
                  <a:lnTo>
                    <a:pt x="4212012" y="1981200"/>
                  </a:lnTo>
                  <a:lnTo>
                    <a:pt x="4204260" y="1981200"/>
                  </a:lnTo>
                  <a:lnTo>
                    <a:pt x="4170869" y="1955800"/>
                  </a:lnTo>
                  <a:close/>
                </a:path>
                <a:path w="5040630" h="2679700">
                  <a:moveTo>
                    <a:pt x="4592089" y="1955800"/>
                  </a:moveTo>
                  <a:lnTo>
                    <a:pt x="4299670" y="1955800"/>
                  </a:lnTo>
                  <a:lnTo>
                    <a:pt x="4268603" y="1968500"/>
                  </a:lnTo>
                  <a:lnTo>
                    <a:pt x="4238826" y="1981200"/>
                  </a:lnTo>
                  <a:lnTo>
                    <a:pt x="4230102" y="1993900"/>
                  </a:lnTo>
                  <a:lnTo>
                    <a:pt x="4661656" y="1993900"/>
                  </a:lnTo>
                  <a:lnTo>
                    <a:pt x="4652935" y="1981200"/>
                  </a:lnTo>
                  <a:lnTo>
                    <a:pt x="4623158" y="1968500"/>
                  </a:lnTo>
                  <a:lnTo>
                    <a:pt x="4592089" y="1955800"/>
                  </a:lnTo>
                  <a:close/>
                </a:path>
                <a:path w="5040630" h="2679700">
                  <a:moveTo>
                    <a:pt x="4720893" y="1955800"/>
                  </a:moveTo>
                  <a:lnTo>
                    <a:pt x="4687492" y="1981200"/>
                  </a:lnTo>
                  <a:lnTo>
                    <a:pt x="4679744" y="1981200"/>
                  </a:lnTo>
                  <a:lnTo>
                    <a:pt x="4670862" y="1993900"/>
                  </a:lnTo>
                  <a:lnTo>
                    <a:pt x="4770806" y="1993900"/>
                  </a:lnTo>
                  <a:lnTo>
                    <a:pt x="4720893" y="1955800"/>
                  </a:lnTo>
                  <a:close/>
                </a:path>
                <a:path w="5040630" h="2679700">
                  <a:moveTo>
                    <a:pt x="4526526" y="1943100"/>
                  </a:moveTo>
                  <a:lnTo>
                    <a:pt x="4365237" y="1943100"/>
                  </a:lnTo>
                  <a:lnTo>
                    <a:pt x="4331918" y="1955800"/>
                  </a:lnTo>
                  <a:lnTo>
                    <a:pt x="4559840" y="1955800"/>
                  </a:lnTo>
                  <a:lnTo>
                    <a:pt x="4526526" y="1943100"/>
                  </a:lnTo>
                  <a:close/>
                </a:path>
                <a:path w="5040630" h="2679700">
                  <a:moveTo>
                    <a:pt x="4331770" y="1905000"/>
                  </a:moveTo>
                  <a:lnTo>
                    <a:pt x="4181289" y="1905000"/>
                  </a:lnTo>
                  <a:lnTo>
                    <a:pt x="4190433" y="1917700"/>
                  </a:lnTo>
                  <a:lnTo>
                    <a:pt x="4227993" y="1943100"/>
                  </a:lnTo>
                  <a:lnTo>
                    <a:pt x="4252877" y="1930400"/>
                  </a:lnTo>
                  <a:lnTo>
                    <a:pt x="4278500" y="1917700"/>
                  </a:lnTo>
                  <a:lnTo>
                    <a:pt x="4304813" y="1917700"/>
                  </a:lnTo>
                  <a:lnTo>
                    <a:pt x="4331770" y="1905000"/>
                  </a:lnTo>
                  <a:close/>
                </a:path>
                <a:path w="5040630" h="2679700">
                  <a:moveTo>
                    <a:pt x="4506305" y="1930400"/>
                  </a:moveTo>
                  <a:lnTo>
                    <a:pt x="4385457" y="1930400"/>
                  </a:lnTo>
                  <a:lnTo>
                    <a:pt x="4380933" y="1943100"/>
                  </a:lnTo>
                  <a:lnTo>
                    <a:pt x="4510826" y="1943100"/>
                  </a:lnTo>
                  <a:lnTo>
                    <a:pt x="4506305" y="1930400"/>
                  </a:lnTo>
                  <a:close/>
                </a:path>
                <a:path w="5040630" h="2679700">
                  <a:moveTo>
                    <a:pt x="4788656" y="1841500"/>
                  </a:moveTo>
                  <a:lnTo>
                    <a:pt x="4532339" y="1841500"/>
                  </a:lnTo>
                  <a:lnTo>
                    <a:pt x="4543103" y="1854200"/>
                  </a:lnTo>
                  <a:lnTo>
                    <a:pt x="4557820" y="1854200"/>
                  </a:lnTo>
                  <a:lnTo>
                    <a:pt x="4559993" y="1866900"/>
                  </a:lnTo>
                  <a:lnTo>
                    <a:pt x="4559993" y="1905000"/>
                  </a:lnTo>
                  <a:lnTo>
                    <a:pt x="4586955" y="1917700"/>
                  </a:lnTo>
                  <a:lnTo>
                    <a:pt x="4613272" y="1917700"/>
                  </a:lnTo>
                  <a:lnTo>
                    <a:pt x="4638896" y="1930400"/>
                  </a:lnTo>
                  <a:lnTo>
                    <a:pt x="4663781" y="1943100"/>
                  </a:lnTo>
                  <a:lnTo>
                    <a:pt x="4701330" y="1917700"/>
                  </a:lnTo>
                  <a:lnTo>
                    <a:pt x="4710480" y="1905000"/>
                  </a:lnTo>
                  <a:lnTo>
                    <a:pt x="4822673" y="1905000"/>
                  </a:lnTo>
                  <a:lnTo>
                    <a:pt x="4808102" y="1892300"/>
                  </a:lnTo>
                  <a:lnTo>
                    <a:pt x="4797437" y="1879600"/>
                  </a:lnTo>
                  <a:lnTo>
                    <a:pt x="4790886" y="1866900"/>
                  </a:lnTo>
                  <a:lnTo>
                    <a:pt x="4788656" y="1841500"/>
                  </a:lnTo>
                  <a:close/>
                </a:path>
                <a:path w="5040630" h="2679700">
                  <a:moveTo>
                    <a:pt x="5040560" y="1752599"/>
                  </a:moveTo>
                  <a:lnTo>
                    <a:pt x="4904804" y="1752600"/>
                  </a:lnTo>
                  <a:lnTo>
                    <a:pt x="4927640" y="1765300"/>
                  </a:lnTo>
                  <a:lnTo>
                    <a:pt x="4949276" y="1765300"/>
                  </a:lnTo>
                  <a:lnTo>
                    <a:pt x="4969208" y="1778000"/>
                  </a:lnTo>
                  <a:lnTo>
                    <a:pt x="4986934" y="1778000"/>
                  </a:lnTo>
                  <a:lnTo>
                    <a:pt x="5010207" y="1803400"/>
                  </a:lnTo>
                  <a:lnTo>
                    <a:pt x="5020383" y="1841500"/>
                  </a:lnTo>
                  <a:lnTo>
                    <a:pt x="5017467" y="1866900"/>
                  </a:lnTo>
                  <a:lnTo>
                    <a:pt x="5001463" y="1892300"/>
                  </a:lnTo>
                  <a:lnTo>
                    <a:pt x="5040560" y="1943100"/>
                  </a:lnTo>
                  <a:lnTo>
                    <a:pt x="5040560" y="1752599"/>
                  </a:lnTo>
                  <a:close/>
                </a:path>
                <a:path w="5040630" h="2679700">
                  <a:moveTo>
                    <a:pt x="4504684" y="1892300"/>
                  </a:moveTo>
                  <a:lnTo>
                    <a:pt x="4387079" y="1892300"/>
                  </a:lnTo>
                  <a:lnTo>
                    <a:pt x="4387079" y="1930400"/>
                  </a:lnTo>
                  <a:lnTo>
                    <a:pt x="4504684" y="1930400"/>
                  </a:lnTo>
                  <a:lnTo>
                    <a:pt x="4504684" y="1892300"/>
                  </a:lnTo>
                  <a:close/>
                </a:path>
                <a:path w="5040630" h="2679700">
                  <a:moveTo>
                    <a:pt x="4938542" y="1879600"/>
                  </a:moveTo>
                  <a:lnTo>
                    <a:pt x="4871068" y="1879600"/>
                  </a:lnTo>
                  <a:lnTo>
                    <a:pt x="4881505" y="1892300"/>
                  </a:lnTo>
                  <a:lnTo>
                    <a:pt x="4928099" y="1892300"/>
                  </a:lnTo>
                  <a:lnTo>
                    <a:pt x="4938542" y="1879600"/>
                  </a:lnTo>
                  <a:close/>
                </a:path>
                <a:path w="5040630" h="2679700">
                  <a:moveTo>
                    <a:pt x="4938542" y="1803400"/>
                  </a:moveTo>
                  <a:lnTo>
                    <a:pt x="4871069" y="1803400"/>
                  </a:lnTo>
                  <a:lnTo>
                    <a:pt x="4861788" y="1816100"/>
                  </a:lnTo>
                  <a:lnTo>
                    <a:pt x="4854154" y="1816100"/>
                  </a:lnTo>
                  <a:lnTo>
                    <a:pt x="4848566" y="1828800"/>
                  </a:lnTo>
                  <a:lnTo>
                    <a:pt x="4845134" y="1841500"/>
                  </a:lnTo>
                  <a:lnTo>
                    <a:pt x="4843965" y="1841500"/>
                  </a:lnTo>
                  <a:lnTo>
                    <a:pt x="4845134" y="1854200"/>
                  </a:lnTo>
                  <a:lnTo>
                    <a:pt x="4848566" y="1866900"/>
                  </a:lnTo>
                  <a:lnTo>
                    <a:pt x="4854154" y="1866900"/>
                  </a:lnTo>
                  <a:lnTo>
                    <a:pt x="4861788" y="1879600"/>
                  </a:lnTo>
                  <a:lnTo>
                    <a:pt x="4947829" y="1879600"/>
                  </a:lnTo>
                  <a:lnTo>
                    <a:pt x="4961167" y="1866900"/>
                  </a:lnTo>
                  <a:lnTo>
                    <a:pt x="4965613" y="1841500"/>
                  </a:lnTo>
                  <a:lnTo>
                    <a:pt x="4961167" y="1828800"/>
                  </a:lnTo>
                  <a:lnTo>
                    <a:pt x="4947829" y="1816100"/>
                  </a:lnTo>
                  <a:lnTo>
                    <a:pt x="4938542" y="1803400"/>
                  </a:lnTo>
                  <a:close/>
                </a:path>
                <a:path w="5040630" h="2679700">
                  <a:moveTo>
                    <a:pt x="5040560" y="1689100"/>
                  </a:moveTo>
                  <a:lnTo>
                    <a:pt x="4516849" y="1689100"/>
                  </a:lnTo>
                  <a:lnTo>
                    <a:pt x="4552018" y="1701800"/>
                  </a:lnTo>
                  <a:lnTo>
                    <a:pt x="4596935" y="1701800"/>
                  </a:lnTo>
                  <a:lnTo>
                    <a:pt x="4604376" y="1714500"/>
                  </a:lnTo>
                  <a:lnTo>
                    <a:pt x="4608443" y="1714500"/>
                  </a:lnTo>
                  <a:lnTo>
                    <a:pt x="4608441" y="1727200"/>
                  </a:lnTo>
                  <a:lnTo>
                    <a:pt x="4714930" y="1727200"/>
                  </a:lnTo>
                  <a:lnTo>
                    <a:pt x="4725225" y="1739900"/>
                  </a:lnTo>
                  <a:lnTo>
                    <a:pt x="4728173" y="1739900"/>
                  </a:lnTo>
                  <a:lnTo>
                    <a:pt x="4728173" y="1752600"/>
                  </a:lnTo>
                  <a:lnTo>
                    <a:pt x="4725214" y="1765300"/>
                  </a:lnTo>
                  <a:lnTo>
                    <a:pt x="4881967" y="1765300"/>
                  </a:lnTo>
                  <a:lnTo>
                    <a:pt x="4904804" y="1752600"/>
                  </a:lnTo>
                  <a:lnTo>
                    <a:pt x="5040560" y="1752599"/>
                  </a:lnTo>
                  <a:lnTo>
                    <a:pt x="5040560" y="1689100"/>
                  </a:lnTo>
                  <a:close/>
                </a:path>
                <a:path w="5040630" h="2679700">
                  <a:moveTo>
                    <a:pt x="4478676" y="1727200"/>
                  </a:moveTo>
                  <a:lnTo>
                    <a:pt x="4445887" y="1727200"/>
                  </a:lnTo>
                  <a:lnTo>
                    <a:pt x="4392438" y="1739900"/>
                  </a:lnTo>
                  <a:lnTo>
                    <a:pt x="4511344" y="1739900"/>
                  </a:lnTo>
                  <a:lnTo>
                    <a:pt x="4478676" y="1727200"/>
                  </a:lnTo>
                  <a:close/>
                </a:path>
                <a:path w="5040630" h="2679700">
                  <a:moveTo>
                    <a:pt x="4686119" y="1727200"/>
                  </a:moveTo>
                  <a:lnTo>
                    <a:pt x="4604176" y="1727200"/>
                  </a:lnTo>
                  <a:lnTo>
                    <a:pt x="4596623" y="1739900"/>
                  </a:lnTo>
                  <a:lnTo>
                    <a:pt x="4675826" y="1739900"/>
                  </a:lnTo>
                  <a:lnTo>
                    <a:pt x="4686119" y="172720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7E0B1311-9606-A2A1-FB05-A136DB2A973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81137" y="1566138"/>
              <a:ext cx="789586" cy="789586"/>
            </a:xfrm>
            <a:prstGeom prst="rect">
              <a:avLst/>
            </a:prstGeom>
          </p:spPr>
        </p:pic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31C766DC-196E-2F16-BFC1-8A2046DEF098}"/>
              </a:ext>
            </a:extLst>
          </p:cNvPr>
          <p:cNvSpPr txBox="1"/>
          <p:nvPr/>
        </p:nvSpPr>
        <p:spPr>
          <a:xfrm>
            <a:off x="3344302" y="244347"/>
            <a:ext cx="4947285" cy="4438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har char="■"/>
              <a:tabLst>
                <a:tab pos="297815" algn="l"/>
              </a:tabLst>
            </a:pPr>
            <a:r>
              <a:rPr sz="2800" spc="-175" dirty="0">
                <a:latin typeface="Arial"/>
                <a:cs typeface="Arial"/>
              </a:rPr>
              <a:t>Elaborada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240" dirty="0">
                <a:latin typeface="Arial"/>
                <a:cs typeface="Arial"/>
              </a:rPr>
              <a:t>a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partir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145" dirty="0">
                <a:latin typeface="Arial"/>
                <a:cs typeface="Arial"/>
              </a:rPr>
              <a:t>los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datos</a:t>
            </a:r>
            <a:endParaRPr sz="28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145"/>
              </a:spcBef>
              <a:buChar char="■"/>
              <a:tabLst>
                <a:tab pos="297815" algn="l"/>
              </a:tabLst>
            </a:pPr>
            <a:r>
              <a:rPr sz="2800" spc="-200" dirty="0">
                <a:latin typeface="Arial"/>
                <a:cs typeface="Arial"/>
              </a:rPr>
              <a:t>Semi-</a:t>
            </a:r>
            <a:r>
              <a:rPr sz="2800" spc="-80" dirty="0">
                <a:latin typeface="Arial"/>
                <a:cs typeface="Arial"/>
              </a:rPr>
              <a:t>estructurada/estructurada</a:t>
            </a:r>
            <a:endParaRPr sz="28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240"/>
              </a:spcBef>
              <a:buChar char="■"/>
              <a:tabLst>
                <a:tab pos="297815" algn="l"/>
              </a:tabLst>
            </a:pPr>
            <a:r>
              <a:rPr sz="2800" spc="-80" dirty="0">
                <a:latin typeface="Arial"/>
                <a:cs typeface="Arial"/>
              </a:rPr>
              <a:t>Procesable</a:t>
            </a:r>
            <a:endParaRPr sz="28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140"/>
              </a:spcBef>
              <a:buChar char="■"/>
              <a:tabLst>
                <a:tab pos="297815" algn="l"/>
              </a:tabLst>
            </a:pPr>
            <a:r>
              <a:rPr sz="2800" spc="-254" dirty="0">
                <a:latin typeface="Arial"/>
                <a:cs typeface="Arial"/>
              </a:rPr>
              <a:t>Con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significado</a:t>
            </a:r>
            <a:endParaRPr sz="2800">
              <a:latin typeface="Arial"/>
              <a:cs typeface="Arial"/>
            </a:endParaRPr>
          </a:p>
          <a:p>
            <a:pPr marL="19050">
              <a:lnSpc>
                <a:spcPts val="2075"/>
              </a:lnSpc>
              <a:spcBef>
                <a:spcPts val="1120"/>
              </a:spcBef>
            </a:pPr>
            <a:r>
              <a:rPr sz="1800" b="1" spc="-50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428625">
              <a:lnSpc>
                <a:spcPts val="1945"/>
              </a:lnSpc>
            </a:pPr>
            <a:r>
              <a:rPr sz="1800" b="1" dirty="0">
                <a:latin typeface="Courier New"/>
                <a:cs typeface="Courier New"/>
              </a:rPr>
              <a:t>“created</a:t>
            </a:r>
            <a:r>
              <a:rPr sz="1800" b="1" spc="-6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at”:“Thu</a:t>
            </a:r>
            <a:r>
              <a:rPr sz="1800" b="1" spc="-5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Apr</a:t>
            </a:r>
            <a:r>
              <a:rPr sz="1800" b="1" spc="-5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19</a:t>
            </a:r>
            <a:r>
              <a:rPr sz="1800" b="1" spc="-5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14:25:04</a:t>
            </a:r>
            <a:endParaRPr sz="1800">
              <a:latin typeface="Courier New"/>
              <a:cs typeface="Courier New"/>
            </a:endParaRPr>
          </a:p>
          <a:p>
            <a:pPr marR="1097280" algn="r">
              <a:lnSpc>
                <a:spcPts val="1955"/>
              </a:lnSpc>
            </a:pPr>
            <a:r>
              <a:rPr sz="1800" b="1" dirty="0">
                <a:latin typeface="Courier New"/>
                <a:cs typeface="Courier New"/>
              </a:rPr>
              <a:t>+</a:t>
            </a:r>
            <a:r>
              <a:rPr sz="1800" b="1" spc="-3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0000</a:t>
            </a:r>
            <a:r>
              <a:rPr sz="1800" b="1" spc="-3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2018”,</a:t>
            </a:r>
            <a:endParaRPr sz="1800">
              <a:latin typeface="Courier New"/>
              <a:cs typeface="Courier New"/>
            </a:endParaRPr>
          </a:p>
          <a:p>
            <a:pPr marR="1097280" algn="r">
              <a:lnSpc>
                <a:spcPts val="1955"/>
              </a:lnSpc>
            </a:pPr>
            <a:r>
              <a:rPr sz="1800" b="1" dirty="0">
                <a:latin typeface="Courier New"/>
                <a:cs typeface="Courier New"/>
              </a:rPr>
              <a:t>“id”:</a:t>
            </a:r>
            <a:r>
              <a:rPr sz="1800" b="1" spc="-6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986973961295720449,</a:t>
            </a:r>
            <a:endParaRPr sz="1800">
              <a:latin typeface="Courier New"/>
              <a:cs typeface="Courier New"/>
            </a:endParaRPr>
          </a:p>
          <a:p>
            <a:pPr marL="428625">
              <a:lnSpc>
                <a:spcPts val="1895"/>
              </a:lnSpc>
            </a:pPr>
            <a:r>
              <a:rPr sz="1800" b="1" dirty="0">
                <a:latin typeface="Courier New"/>
                <a:cs typeface="Courier New"/>
              </a:rPr>
              <a:t>“id_str”:</a:t>
            </a:r>
            <a:r>
              <a:rPr sz="1800" b="1" spc="-9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“986973961295720449”</a:t>
            </a:r>
            <a:endParaRPr sz="1800">
              <a:latin typeface="Courier New"/>
              <a:cs typeface="Courier New"/>
            </a:endParaRPr>
          </a:p>
          <a:p>
            <a:pPr marL="428625" marR="277495">
              <a:lnSpc>
                <a:spcPct val="90600"/>
              </a:lnSpc>
              <a:spcBef>
                <a:spcPts val="75"/>
              </a:spcBef>
            </a:pPr>
            <a:r>
              <a:rPr sz="1800" b="1" dirty="0">
                <a:latin typeface="Courier New"/>
                <a:cs typeface="Courier New"/>
              </a:rPr>
              <a:t>“text”:</a:t>
            </a:r>
            <a:r>
              <a:rPr sz="1800" b="1" spc="-6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“Writing</a:t>
            </a:r>
            <a:r>
              <a:rPr sz="1800" b="1" spc="-5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out</a:t>
            </a:r>
            <a:r>
              <a:rPr sz="1800" b="1" spc="-6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the</a:t>
            </a:r>
            <a:r>
              <a:rPr sz="1800" b="1" spc="-5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script </a:t>
            </a:r>
            <a:r>
              <a:rPr sz="1800" b="1" dirty="0">
                <a:latin typeface="Courier New"/>
                <a:cs typeface="Courier New"/>
              </a:rPr>
              <a:t>of</a:t>
            </a:r>
            <a:r>
              <a:rPr sz="1800" b="1" spc="-6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my</a:t>
            </a:r>
            <a:r>
              <a:rPr sz="1800" b="1" spc="-5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@DataCamp</a:t>
            </a:r>
            <a:r>
              <a:rPr sz="1800" b="1" spc="-4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class”</a:t>
            </a:r>
            <a:r>
              <a:rPr sz="1800" b="1" spc="50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“retweet</a:t>
            </a:r>
            <a:r>
              <a:rPr sz="1800" b="1" spc="-8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count”:</a:t>
            </a:r>
            <a:r>
              <a:rPr sz="1800" b="1" spc="-75" dirty="0">
                <a:latin typeface="Courier New"/>
                <a:cs typeface="Courier New"/>
              </a:rPr>
              <a:t> </a:t>
            </a:r>
            <a:r>
              <a:rPr sz="1800" b="1" spc="-25" dirty="0">
                <a:latin typeface="Courier New"/>
                <a:cs typeface="Courier New"/>
              </a:rPr>
              <a:t>0,</a:t>
            </a:r>
            <a:endParaRPr sz="1800">
              <a:latin typeface="Courier New"/>
              <a:cs typeface="Courier New"/>
            </a:endParaRPr>
          </a:p>
          <a:p>
            <a:pPr marL="428625">
              <a:lnSpc>
                <a:spcPts val="1860"/>
              </a:lnSpc>
            </a:pPr>
            <a:r>
              <a:rPr sz="1800" b="1" dirty="0">
                <a:latin typeface="Courier New"/>
                <a:cs typeface="Courier New"/>
              </a:rPr>
              <a:t>“favorite_count”:</a:t>
            </a:r>
            <a:r>
              <a:rPr sz="1800" b="1" spc="-170" dirty="0">
                <a:latin typeface="Courier New"/>
                <a:cs typeface="Courier New"/>
              </a:rPr>
              <a:t> </a:t>
            </a:r>
            <a:r>
              <a:rPr sz="1800" b="1" spc="-25" dirty="0">
                <a:latin typeface="Courier New"/>
                <a:cs typeface="Courier New"/>
              </a:rPr>
              <a:t>1,</a:t>
            </a:r>
            <a:endParaRPr sz="1800">
              <a:latin typeface="Courier New"/>
              <a:cs typeface="Courier New"/>
            </a:endParaRPr>
          </a:p>
          <a:p>
            <a:pPr marL="19050">
              <a:lnSpc>
                <a:spcPts val="2030"/>
              </a:lnSpc>
            </a:pPr>
            <a:r>
              <a:rPr sz="1800" b="1" spc="-50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5016627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23EA6AE-1D9C-4311-A8EB-AF3FCB0CE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CC7F75C-874F-B4BB-A924-2EC83EF80A84}"/>
              </a:ext>
            </a:extLst>
          </p:cNvPr>
          <p:cNvSpPr txBox="1"/>
          <p:nvPr/>
        </p:nvSpPr>
        <p:spPr>
          <a:xfrm>
            <a:off x="546284" y="253491"/>
            <a:ext cx="2291715" cy="2122805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119380">
              <a:lnSpc>
                <a:spcPct val="71000"/>
              </a:lnSpc>
              <a:spcBef>
                <a:spcPts val="1490"/>
              </a:spcBef>
            </a:pP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Toma</a:t>
            </a:r>
            <a:r>
              <a:rPr sz="4000" b="1" spc="-200" dirty="0">
                <a:solidFill>
                  <a:srgbClr val="044247"/>
                </a:solidFill>
                <a:latin typeface="Arial Narrow"/>
                <a:cs typeface="Arial Narrow"/>
              </a:rPr>
              <a:t> </a:t>
            </a:r>
            <a:r>
              <a:rPr sz="4000" b="1" spc="-25" dirty="0">
                <a:solidFill>
                  <a:srgbClr val="044247"/>
                </a:solidFill>
                <a:latin typeface="Arial Narrow"/>
                <a:cs typeface="Arial Narrow"/>
              </a:rPr>
              <a:t>de </a:t>
            </a: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decisiones</a:t>
            </a:r>
            <a:endParaRPr sz="4000">
              <a:latin typeface="Arial Narrow"/>
              <a:cs typeface="Arial Narrow"/>
            </a:endParaRPr>
          </a:p>
          <a:p>
            <a:pPr marR="5080" algn="r">
              <a:lnSpc>
                <a:spcPts val="2830"/>
              </a:lnSpc>
              <a:spcBef>
                <a:spcPts val="240"/>
              </a:spcBef>
            </a:pPr>
            <a:r>
              <a:rPr sz="2800" b="1" spc="-25" dirty="0">
                <a:solidFill>
                  <a:srgbClr val="FF0000"/>
                </a:solidFill>
                <a:latin typeface="Arial Narrow"/>
                <a:cs typeface="Arial Narrow"/>
              </a:rPr>
              <a:t>El</a:t>
            </a:r>
            <a:endParaRPr sz="2800">
              <a:latin typeface="Arial Narrow"/>
              <a:cs typeface="Arial Narrow"/>
            </a:endParaRPr>
          </a:p>
          <a:p>
            <a:pPr marL="675640" marR="5080" indent="-387350">
              <a:lnSpc>
                <a:spcPct val="71400"/>
              </a:lnSpc>
              <a:spcBef>
                <a:spcPts val="434"/>
              </a:spcBef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conocimiento: aprendizaje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3B09C6B4-6CBE-7B6A-C6F7-15A7CA747D83}"/>
              </a:ext>
            </a:extLst>
          </p:cNvPr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5EFB11A9-5A5E-7E7B-544E-2EF5A165A4F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06367" y="1831847"/>
            <a:ext cx="4178808" cy="277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4293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6284" y="253491"/>
            <a:ext cx="2291715" cy="2122805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119380">
              <a:lnSpc>
                <a:spcPct val="71000"/>
              </a:lnSpc>
              <a:spcBef>
                <a:spcPts val="1490"/>
              </a:spcBef>
            </a:pP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Toma</a:t>
            </a:r>
            <a:r>
              <a:rPr sz="4000" b="1" spc="-200" dirty="0">
                <a:solidFill>
                  <a:srgbClr val="044247"/>
                </a:solidFill>
                <a:latin typeface="Arial Narrow"/>
                <a:cs typeface="Arial Narrow"/>
              </a:rPr>
              <a:t> </a:t>
            </a:r>
            <a:r>
              <a:rPr sz="4000" b="1" spc="-25" dirty="0">
                <a:solidFill>
                  <a:srgbClr val="044247"/>
                </a:solidFill>
                <a:latin typeface="Arial Narrow"/>
                <a:cs typeface="Arial Narrow"/>
              </a:rPr>
              <a:t>de </a:t>
            </a: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decisiones</a:t>
            </a:r>
            <a:endParaRPr sz="4000">
              <a:latin typeface="Arial Narrow"/>
              <a:cs typeface="Arial Narrow"/>
            </a:endParaRPr>
          </a:p>
          <a:p>
            <a:pPr marR="5080" algn="r">
              <a:lnSpc>
                <a:spcPts val="2830"/>
              </a:lnSpc>
              <a:spcBef>
                <a:spcPts val="240"/>
              </a:spcBef>
            </a:pPr>
            <a:r>
              <a:rPr sz="2800" b="1" spc="-25" dirty="0">
                <a:solidFill>
                  <a:srgbClr val="FF0000"/>
                </a:solidFill>
                <a:latin typeface="Arial Narrow"/>
                <a:cs typeface="Arial Narrow"/>
              </a:rPr>
              <a:t>El</a:t>
            </a:r>
            <a:endParaRPr sz="2800">
              <a:latin typeface="Arial Narrow"/>
              <a:cs typeface="Arial Narrow"/>
            </a:endParaRPr>
          </a:p>
          <a:p>
            <a:pPr marL="675640" marR="5080" indent="-387350">
              <a:lnSpc>
                <a:spcPct val="71400"/>
              </a:lnSpc>
              <a:spcBef>
                <a:spcPts val="434"/>
              </a:spcBef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conocimiento: aprendizaje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44302" y="390651"/>
            <a:ext cx="4898390" cy="1351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har char="■"/>
              <a:tabLst>
                <a:tab pos="297815" algn="l"/>
              </a:tabLst>
            </a:pPr>
            <a:r>
              <a:rPr sz="2800" spc="-95" dirty="0">
                <a:latin typeface="Arial"/>
                <a:cs typeface="Arial"/>
              </a:rPr>
              <a:t>Información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aprendida</a:t>
            </a:r>
            <a:endParaRPr sz="28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120"/>
              </a:spcBef>
              <a:buChar char="■"/>
              <a:tabLst>
                <a:tab pos="297815" algn="l"/>
              </a:tabLst>
            </a:pPr>
            <a:r>
              <a:rPr sz="2800" spc="-95" dirty="0">
                <a:latin typeface="Arial"/>
                <a:cs typeface="Arial"/>
              </a:rPr>
              <a:t>Algoritmos,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spc="-160" dirty="0">
                <a:latin typeface="Arial"/>
                <a:cs typeface="Arial"/>
              </a:rPr>
              <a:t>reglas,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spc="-150" dirty="0">
                <a:latin typeface="Arial"/>
                <a:cs typeface="Arial"/>
              </a:rPr>
              <a:t>asociaciones</a:t>
            </a:r>
            <a:endParaRPr sz="28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240"/>
              </a:spcBef>
              <a:buChar char="■"/>
              <a:tabLst>
                <a:tab pos="297815" algn="l"/>
              </a:tabLst>
            </a:pPr>
            <a:r>
              <a:rPr sz="2800" spc="-10" dirty="0">
                <a:latin typeface="Arial"/>
                <a:cs typeface="Arial"/>
              </a:rPr>
              <a:t>Dinámico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06367" y="1831847"/>
            <a:ext cx="4178808" cy="27797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6284" y="253491"/>
            <a:ext cx="2291080" cy="1525270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118110">
              <a:lnSpc>
                <a:spcPct val="71000"/>
              </a:lnSpc>
              <a:spcBef>
                <a:spcPts val="1490"/>
              </a:spcBef>
            </a:pP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Toma</a:t>
            </a:r>
            <a:r>
              <a:rPr sz="4000" b="1" spc="-200" dirty="0">
                <a:solidFill>
                  <a:srgbClr val="044247"/>
                </a:solidFill>
                <a:latin typeface="Arial Narrow"/>
                <a:cs typeface="Arial Narrow"/>
              </a:rPr>
              <a:t> </a:t>
            </a:r>
            <a:r>
              <a:rPr sz="4000" b="1" spc="-25" dirty="0">
                <a:solidFill>
                  <a:srgbClr val="044247"/>
                </a:solidFill>
                <a:latin typeface="Arial Narrow"/>
                <a:cs typeface="Arial Narrow"/>
              </a:rPr>
              <a:t>de </a:t>
            </a: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decisiones</a:t>
            </a:r>
            <a:endParaRPr sz="4000">
              <a:latin typeface="Arial Narrow"/>
              <a:cs typeface="Arial Narrow"/>
            </a:endParaRPr>
          </a:p>
          <a:p>
            <a:pPr marL="579120">
              <a:lnSpc>
                <a:spcPct val="100000"/>
              </a:lnSpc>
              <a:spcBef>
                <a:spcPts val="240"/>
              </a:spcBef>
            </a:pP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La</a:t>
            </a: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 decisión: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39184" y="2691383"/>
            <a:ext cx="3605784" cy="240182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AAE5FB4-BE72-53A4-07BD-76547ECCD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A2B5D6F-36A8-D3BF-881D-B50E192B27C2}"/>
              </a:ext>
            </a:extLst>
          </p:cNvPr>
          <p:cNvSpPr txBox="1"/>
          <p:nvPr/>
        </p:nvSpPr>
        <p:spPr>
          <a:xfrm>
            <a:off x="546284" y="253491"/>
            <a:ext cx="2291080" cy="1525270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118110">
              <a:lnSpc>
                <a:spcPct val="71000"/>
              </a:lnSpc>
              <a:spcBef>
                <a:spcPts val="1490"/>
              </a:spcBef>
            </a:pP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Toma</a:t>
            </a:r>
            <a:r>
              <a:rPr sz="4000" b="1" spc="-200" dirty="0">
                <a:solidFill>
                  <a:srgbClr val="044247"/>
                </a:solidFill>
                <a:latin typeface="Arial Narrow"/>
                <a:cs typeface="Arial Narrow"/>
              </a:rPr>
              <a:t> </a:t>
            </a:r>
            <a:r>
              <a:rPr sz="4000" b="1" spc="-25" dirty="0">
                <a:solidFill>
                  <a:srgbClr val="044247"/>
                </a:solidFill>
                <a:latin typeface="Arial Narrow"/>
                <a:cs typeface="Arial Narrow"/>
              </a:rPr>
              <a:t>de </a:t>
            </a: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decisiones</a:t>
            </a:r>
            <a:endParaRPr sz="4000">
              <a:latin typeface="Arial Narrow"/>
              <a:cs typeface="Arial Narrow"/>
            </a:endParaRPr>
          </a:p>
          <a:p>
            <a:pPr marL="579120">
              <a:lnSpc>
                <a:spcPct val="100000"/>
              </a:lnSpc>
              <a:spcBef>
                <a:spcPts val="240"/>
              </a:spcBef>
            </a:pP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La</a:t>
            </a: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 decisión: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51273397-F15E-A69E-241A-E7382C4866F0}"/>
              </a:ext>
            </a:extLst>
          </p:cNvPr>
          <p:cNvSpPr txBox="1"/>
          <p:nvPr/>
        </p:nvSpPr>
        <p:spPr>
          <a:xfrm>
            <a:off x="3344302" y="244347"/>
            <a:ext cx="5225415" cy="2397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har char="■"/>
              <a:tabLst>
                <a:tab pos="297815" algn="l"/>
              </a:tabLst>
            </a:pPr>
            <a:r>
              <a:rPr sz="2800" spc="-10" dirty="0">
                <a:latin typeface="Arial"/>
                <a:cs typeface="Arial"/>
              </a:rPr>
              <a:t>Información</a:t>
            </a:r>
            <a:endParaRPr sz="2800">
              <a:latin typeface="Arial"/>
              <a:cs typeface="Arial"/>
            </a:endParaRPr>
          </a:p>
          <a:p>
            <a:pPr marL="298450" marR="66040" indent="-285750">
              <a:lnSpc>
                <a:spcPct val="71400"/>
              </a:lnSpc>
              <a:spcBef>
                <a:spcPts val="1105"/>
              </a:spcBef>
              <a:buChar char="■"/>
              <a:tabLst>
                <a:tab pos="298450" algn="l"/>
              </a:tabLst>
            </a:pPr>
            <a:r>
              <a:rPr sz="2800" spc="-235" dirty="0">
                <a:latin typeface="Arial"/>
                <a:cs typeface="Arial"/>
              </a:rPr>
              <a:t>Tomada</a:t>
            </a:r>
            <a:r>
              <a:rPr sz="2800" spc="-145" dirty="0">
                <a:latin typeface="Arial"/>
                <a:cs typeface="Arial"/>
              </a:rPr>
              <a:t> </a:t>
            </a:r>
            <a:r>
              <a:rPr sz="2800" spc="-240" dirty="0">
                <a:latin typeface="Arial"/>
                <a:cs typeface="Arial"/>
              </a:rPr>
              <a:t>a</a:t>
            </a:r>
            <a:r>
              <a:rPr sz="2800" spc="-14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partir</a:t>
            </a:r>
            <a:r>
              <a:rPr sz="2800" spc="-150" dirty="0">
                <a:latin typeface="Arial"/>
                <a:cs typeface="Arial"/>
              </a:rPr>
              <a:t> </a:t>
            </a:r>
            <a:r>
              <a:rPr sz="2800" spc="-95" dirty="0">
                <a:latin typeface="Arial"/>
                <a:cs typeface="Arial"/>
              </a:rPr>
              <a:t>del</a:t>
            </a:r>
            <a:r>
              <a:rPr sz="2800" spc="-150" dirty="0">
                <a:latin typeface="Arial"/>
                <a:cs typeface="Arial"/>
              </a:rPr>
              <a:t> </a:t>
            </a:r>
            <a:r>
              <a:rPr sz="2800" spc="-80" dirty="0">
                <a:latin typeface="Arial"/>
                <a:cs typeface="Arial"/>
              </a:rPr>
              <a:t>conocimiento </a:t>
            </a:r>
            <a:r>
              <a:rPr sz="2800" spc="-10" dirty="0">
                <a:latin typeface="Arial"/>
                <a:cs typeface="Arial"/>
              </a:rPr>
              <a:t>obtenido</a:t>
            </a:r>
            <a:endParaRPr sz="2800">
              <a:latin typeface="Arial"/>
              <a:cs typeface="Arial"/>
            </a:endParaRPr>
          </a:p>
          <a:p>
            <a:pPr marL="298450" marR="5080" indent="-285750">
              <a:lnSpc>
                <a:spcPct val="71400"/>
              </a:lnSpc>
              <a:spcBef>
                <a:spcPts val="1105"/>
              </a:spcBef>
              <a:buChar char="■"/>
              <a:tabLst>
                <a:tab pos="298450" algn="l"/>
              </a:tabLst>
            </a:pPr>
            <a:r>
              <a:rPr sz="2800" spc="-160" dirty="0">
                <a:latin typeface="Arial"/>
                <a:cs typeface="Arial"/>
              </a:rPr>
              <a:t>Resultado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95" dirty="0">
                <a:latin typeface="Arial"/>
                <a:cs typeface="Arial"/>
              </a:rPr>
              <a:t>del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145" dirty="0">
                <a:latin typeface="Arial"/>
                <a:cs typeface="Arial"/>
              </a:rPr>
              <a:t>proceso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85" dirty="0">
                <a:latin typeface="Arial"/>
                <a:cs typeface="Arial"/>
              </a:rPr>
              <a:t>toma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de </a:t>
            </a:r>
            <a:r>
              <a:rPr sz="2800" spc="-55" dirty="0">
                <a:latin typeface="Arial"/>
                <a:cs typeface="Arial"/>
              </a:rPr>
              <a:t>decisiones</a:t>
            </a:r>
            <a:endParaRPr sz="28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140"/>
              </a:spcBef>
              <a:buChar char="■"/>
              <a:tabLst>
                <a:tab pos="297815" algn="l"/>
              </a:tabLst>
            </a:pPr>
            <a:r>
              <a:rPr sz="2800" spc="-10" dirty="0">
                <a:latin typeface="Arial"/>
                <a:cs typeface="Arial"/>
              </a:rPr>
              <a:t>Valor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1E3D0ABC-88FA-7DC2-5BFD-4397B8E85AF9}"/>
              </a:ext>
            </a:extLst>
          </p:cNvPr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98C5FA35-FB08-65D5-ACCB-D275A1CB389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39184" y="2691383"/>
            <a:ext cx="3605784" cy="2401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1393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5080">
              <a:lnSpc>
                <a:spcPct val="71000"/>
              </a:lnSpc>
              <a:spcBef>
                <a:spcPts val="1490"/>
              </a:spcBef>
            </a:pPr>
            <a:r>
              <a:rPr spc="-20" dirty="0"/>
              <a:t>Toma</a:t>
            </a:r>
            <a:r>
              <a:rPr spc="-200" dirty="0"/>
              <a:t> </a:t>
            </a:r>
            <a:r>
              <a:rPr spc="-25" dirty="0"/>
              <a:t>de </a:t>
            </a:r>
            <a:r>
              <a:rPr spc="-10" dirty="0"/>
              <a:t>decisiones</a:t>
            </a:r>
          </a:p>
        </p:txBody>
      </p:sp>
      <p:sp>
        <p:nvSpPr>
          <p:cNvPr id="3" name="object 3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9991659A-07D2-3AA8-30DF-F09BFCB7F6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225" y="1544144"/>
            <a:ext cx="6305550" cy="333150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" y="0"/>
            <a:ext cx="5002530" cy="3938270"/>
          </a:xfrm>
          <a:custGeom>
            <a:avLst/>
            <a:gdLst/>
            <a:ahLst/>
            <a:cxnLst/>
            <a:rect l="l" t="t" r="r" b="b"/>
            <a:pathLst>
              <a:path w="5002530" h="3938270">
                <a:moveTo>
                  <a:pt x="0" y="1704928"/>
                </a:moveTo>
                <a:lnTo>
                  <a:pt x="0" y="3856309"/>
                </a:lnTo>
                <a:lnTo>
                  <a:pt x="579720" y="3937783"/>
                </a:lnTo>
                <a:lnTo>
                  <a:pt x="1255398" y="2957054"/>
                </a:lnTo>
                <a:lnTo>
                  <a:pt x="876220" y="1828073"/>
                </a:lnTo>
                <a:lnTo>
                  <a:pt x="0" y="1704928"/>
                </a:lnTo>
                <a:close/>
              </a:path>
              <a:path w="5002530" h="3938270">
                <a:moveTo>
                  <a:pt x="1716059" y="768286"/>
                </a:moveTo>
                <a:lnTo>
                  <a:pt x="1040381" y="1749016"/>
                </a:lnTo>
                <a:lnTo>
                  <a:pt x="1419558" y="2877996"/>
                </a:lnTo>
                <a:lnTo>
                  <a:pt x="2811966" y="3073687"/>
                </a:lnTo>
                <a:lnTo>
                  <a:pt x="3487644" y="2092957"/>
                </a:lnTo>
                <a:lnTo>
                  <a:pt x="3108467" y="963976"/>
                </a:lnTo>
                <a:lnTo>
                  <a:pt x="1716059" y="768286"/>
                </a:lnTo>
                <a:close/>
              </a:path>
              <a:path w="5002530" h="3938270">
                <a:moveTo>
                  <a:pt x="1331643" y="0"/>
                </a:moveTo>
                <a:lnTo>
                  <a:pt x="0" y="0"/>
                </a:lnTo>
                <a:lnTo>
                  <a:pt x="0" y="1510524"/>
                </a:lnTo>
                <a:lnTo>
                  <a:pt x="875213" y="1633527"/>
                </a:lnTo>
                <a:lnTo>
                  <a:pt x="1550890" y="652797"/>
                </a:lnTo>
                <a:lnTo>
                  <a:pt x="1331643" y="0"/>
                </a:lnTo>
                <a:close/>
              </a:path>
              <a:path w="5002530" h="3938270">
                <a:moveTo>
                  <a:pt x="3995936" y="267493"/>
                </a:moveTo>
                <a:lnTo>
                  <a:pt x="3948860" y="270028"/>
                </a:lnTo>
                <a:lnTo>
                  <a:pt x="3903251" y="277458"/>
                </a:lnTo>
                <a:lnTo>
                  <a:pt x="3859375" y="289519"/>
                </a:lnTo>
                <a:lnTo>
                  <a:pt x="3817494" y="305948"/>
                </a:lnTo>
                <a:lnTo>
                  <a:pt x="3777872" y="326480"/>
                </a:lnTo>
                <a:lnTo>
                  <a:pt x="3740773" y="350853"/>
                </a:lnTo>
                <a:lnTo>
                  <a:pt x="3706460" y="378803"/>
                </a:lnTo>
                <a:lnTo>
                  <a:pt x="3675197" y="410066"/>
                </a:lnTo>
                <a:lnTo>
                  <a:pt x="3647247" y="444379"/>
                </a:lnTo>
                <a:lnTo>
                  <a:pt x="3622874" y="481478"/>
                </a:lnTo>
                <a:lnTo>
                  <a:pt x="3602342" y="521100"/>
                </a:lnTo>
                <a:lnTo>
                  <a:pt x="3585913" y="562980"/>
                </a:lnTo>
                <a:lnTo>
                  <a:pt x="3573852" y="606856"/>
                </a:lnTo>
                <a:lnTo>
                  <a:pt x="3566423" y="652464"/>
                </a:lnTo>
                <a:lnTo>
                  <a:pt x="3563887" y="699541"/>
                </a:lnTo>
                <a:lnTo>
                  <a:pt x="3566423" y="746617"/>
                </a:lnTo>
                <a:lnTo>
                  <a:pt x="3573852" y="792225"/>
                </a:lnTo>
                <a:lnTo>
                  <a:pt x="3585913" y="836102"/>
                </a:lnTo>
                <a:lnTo>
                  <a:pt x="3602342" y="877982"/>
                </a:lnTo>
                <a:lnTo>
                  <a:pt x="3622874" y="917604"/>
                </a:lnTo>
                <a:lnTo>
                  <a:pt x="3647247" y="954703"/>
                </a:lnTo>
                <a:lnTo>
                  <a:pt x="3675197" y="989016"/>
                </a:lnTo>
                <a:lnTo>
                  <a:pt x="3706460" y="1020279"/>
                </a:lnTo>
                <a:lnTo>
                  <a:pt x="3740773" y="1048229"/>
                </a:lnTo>
                <a:lnTo>
                  <a:pt x="3777872" y="1072602"/>
                </a:lnTo>
                <a:lnTo>
                  <a:pt x="3817494" y="1093134"/>
                </a:lnTo>
                <a:lnTo>
                  <a:pt x="3859375" y="1109563"/>
                </a:lnTo>
                <a:lnTo>
                  <a:pt x="3903251" y="1121624"/>
                </a:lnTo>
                <a:lnTo>
                  <a:pt x="3948860" y="1129053"/>
                </a:lnTo>
                <a:lnTo>
                  <a:pt x="3995936" y="1131589"/>
                </a:lnTo>
                <a:lnTo>
                  <a:pt x="4043013" y="1129053"/>
                </a:lnTo>
                <a:lnTo>
                  <a:pt x="4088620" y="1121624"/>
                </a:lnTo>
                <a:lnTo>
                  <a:pt x="4132496" y="1109563"/>
                </a:lnTo>
                <a:lnTo>
                  <a:pt x="4174377" y="1093134"/>
                </a:lnTo>
                <a:lnTo>
                  <a:pt x="4213998" y="1072602"/>
                </a:lnTo>
                <a:lnTo>
                  <a:pt x="4251097" y="1048229"/>
                </a:lnTo>
                <a:lnTo>
                  <a:pt x="4285410" y="1020279"/>
                </a:lnTo>
                <a:lnTo>
                  <a:pt x="4316673" y="989016"/>
                </a:lnTo>
                <a:lnTo>
                  <a:pt x="4344623" y="954703"/>
                </a:lnTo>
                <a:lnTo>
                  <a:pt x="4368996" y="917604"/>
                </a:lnTo>
                <a:lnTo>
                  <a:pt x="4389528" y="877982"/>
                </a:lnTo>
                <a:lnTo>
                  <a:pt x="4405957" y="836102"/>
                </a:lnTo>
                <a:lnTo>
                  <a:pt x="4418018" y="792225"/>
                </a:lnTo>
                <a:lnTo>
                  <a:pt x="4425447" y="746617"/>
                </a:lnTo>
                <a:lnTo>
                  <a:pt x="4427983" y="699541"/>
                </a:lnTo>
                <a:lnTo>
                  <a:pt x="4425466" y="652797"/>
                </a:lnTo>
                <a:lnTo>
                  <a:pt x="4418018" y="606856"/>
                </a:lnTo>
                <a:lnTo>
                  <a:pt x="4405957" y="562980"/>
                </a:lnTo>
                <a:lnTo>
                  <a:pt x="4389529" y="521100"/>
                </a:lnTo>
                <a:lnTo>
                  <a:pt x="4368996" y="481478"/>
                </a:lnTo>
                <a:lnTo>
                  <a:pt x="4344624" y="444379"/>
                </a:lnTo>
                <a:lnTo>
                  <a:pt x="4316674" y="410066"/>
                </a:lnTo>
                <a:lnTo>
                  <a:pt x="4285411" y="378803"/>
                </a:lnTo>
                <a:lnTo>
                  <a:pt x="4251098" y="350853"/>
                </a:lnTo>
                <a:lnTo>
                  <a:pt x="4214000" y="326480"/>
                </a:lnTo>
                <a:lnTo>
                  <a:pt x="4174378" y="305948"/>
                </a:lnTo>
                <a:lnTo>
                  <a:pt x="4132498" y="289519"/>
                </a:lnTo>
                <a:lnTo>
                  <a:pt x="4088622" y="277458"/>
                </a:lnTo>
                <a:lnTo>
                  <a:pt x="4043014" y="270028"/>
                </a:lnTo>
                <a:lnTo>
                  <a:pt x="3995936" y="267493"/>
                </a:lnTo>
                <a:close/>
              </a:path>
              <a:path w="5002530" h="3938270">
                <a:moveTo>
                  <a:pt x="3641270" y="0"/>
                </a:moveTo>
                <a:lnTo>
                  <a:pt x="1520549" y="0"/>
                </a:lnTo>
                <a:lnTo>
                  <a:pt x="1715051" y="579121"/>
                </a:lnTo>
                <a:lnTo>
                  <a:pt x="3107460" y="774811"/>
                </a:lnTo>
                <a:lnTo>
                  <a:pt x="3641270" y="0"/>
                </a:lnTo>
                <a:close/>
              </a:path>
              <a:path w="5002530" h="3938270">
                <a:moveTo>
                  <a:pt x="5001954" y="0"/>
                </a:moveTo>
                <a:lnTo>
                  <a:pt x="4158813" y="0"/>
                </a:lnTo>
                <a:lnTo>
                  <a:pt x="4182288" y="75625"/>
                </a:lnTo>
                <a:lnTo>
                  <a:pt x="4202310" y="116723"/>
                </a:lnTo>
                <a:lnTo>
                  <a:pt x="4226411" y="155244"/>
                </a:lnTo>
                <a:lnTo>
                  <a:pt x="4254310" y="190908"/>
                </a:lnTo>
                <a:lnTo>
                  <a:pt x="4285724" y="223432"/>
                </a:lnTo>
                <a:lnTo>
                  <a:pt x="4320373" y="252534"/>
                </a:lnTo>
                <a:lnTo>
                  <a:pt x="4357973" y="277932"/>
                </a:lnTo>
                <a:lnTo>
                  <a:pt x="4398243" y="299345"/>
                </a:lnTo>
                <a:lnTo>
                  <a:pt x="4440901" y="316490"/>
                </a:lnTo>
                <a:lnTo>
                  <a:pt x="4485665" y="329086"/>
                </a:lnTo>
                <a:lnTo>
                  <a:pt x="4532253" y="336850"/>
                </a:lnTo>
                <a:lnTo>
                  <a:pt x="4580383" y="339501"/>
                </a:lnTo>
                <a:lnTo>
                  <a:pt x="4628513" y="336850"/>
                </a:lnTo>
                <a:lnTo>
                  <a:pt x="4675101" y="329086"/>
                </a:lnTo>
                <a:lnTo>
                  <a:pt x="4719866" y="316490"/>
                </a:lnTo>
                <a:lnTo>
                  <a:pt x="4762524" y="299345"/>
                </a:lnTo>
                <a:lnTo>
                  <a:pt x="4802794" y="277932"/>
                </a:lnTo>
                <a:lnTo>
                  <a:pt x="4840394" y="252534"/>
                </a:lnTo>
                <a:lnTo>
                  <a:pt x="4875043" y="223432"/>
                </a:lnTo>
                <a:lnTo>
                  <a:pt x="4906457" y="190908"/>
                </a:lnTo>
                <a:lnTo>
                  <a:pt x="4934356" y="155244"/>
                </a:lnTo>
                <a:lnTo>
                  <a:pt x="4958458" y="116723"/>
                </a:lnTo>
                <a:lnTo>
                  <a:pt x="4978479" y="75625"/>
                </a:lnTo>
                <a:lnTo>
                  <a:pt x="5001954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146683" y="3165348"/>
            <a:ext cx="2453005" cy="946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DEA4"/>
                </a:solidFill>
                <a:latin typeface="Arial"/>
                <a:cs typeface="Arial"/>
              </a:rPr>
              <a:t>Big</a:t>
            </a:r>
            <a:r>
              <a:rPr sz="2000" b="1" spc="-40" dirty="0">
                <a:solidFill>
                  <a:srgbClr val="00DEA4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DEA4"/>
                </a:solidFill>
                <a:latin typeface="Arial"/>
                <a:cs typeface="Arial"/>
              </a:rPr>
              <a:t>Data</a:t>
            </a:r>
            <a:r>
              <a:rPr sz="2000" b="1" spc="-105" dirty="0">
                <a:solidFill>
                  <a:srgbClr val="00DEA4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0DEA4"/>
                </a:solidFill>
                <a:latin typeface="Arial"/>
                <a:cs typeface="Arial"/>
              </a:rPr>
              <a:t>Aplicado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ts val="1760"/>
              </a:lnSpc>
              <a:spcBef>
                <a:spcPts val="1695"/>
              </a:spcBef>
            </a:pPr>
            <a:r>
              <a:rPr sz="1600" spc="-10" dirty="0">
                <a:latin typeface="Arial"/>
                <a:cs typeface="Arial"/>
              </a:rPr>
              <a:t>Julio</a:t>
            </a:r>
            <a:r>
              <a:rPr sz="1600" spc="-10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Alberto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López </a:t>
            </a:r>
            <a:r>
              <a:rPr sz="1600" spc="-20" dirty="0">
                <a:latin typeface="Arial"/>
                <a:cs typeface="Arial"/>
              </a:rPr>
              <a:t>Gómez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ts val="1400"/>
              </a:lnSpc>
            </a:pPr>
            <a:r>
              <a:rPr sz="1300" spc="-10" dirty="0">
                <a:solidFill>
                  <a:srgbClr val="404040"/>
                </a:solidFill>
                <a:latin typeface="Arial"/>
                <a:cs typeface="Arial"/>
                <a:hlinkClick r:id="rId3"/>
              </a:rPr>
              <a:t>JulioAlberto.Lopez@uclm.es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84084" y="1963419"/>
            <a:ext cx="3679190" cy="1116965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2700" marR="5080">
              <a:lnSpc>
                <a:spcPct val="79000"/>
              </a:lnSpc>
              <a:spcBef>
                <a:spcPts val="1105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El</a:t>
            </a:r>
            <a:r>
              <a:rPr sz="4000" b="1" spc="-50" dirty="0">
                <a:solidFill>
                  <a:srgbClr val="044247"/>
                </a:solidFill>
                <a:latin typeface="Arial Narrow"/>
                <a:cs typeface="Arial Narrow"/>
              </a:rPr>
              <a:t> </a:t>
            </a: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equilibrio</a:t>
            </a:r>
            <a:r>
              <a:rPr sz="4000" b="1" spc="-45" dirty="0">
                <a:solidFill>
                  <a:srgbClr val="044247"/>
                </a:solidFill>
                <a:latin typeface="Arial Narrow"/>
                <a:cs typeface="Arial Narrow"/>
              </a:rPr>
              <a:t> </a:t>
            </a: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entre </a:t>
            </a: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datos</a:t>
            </a:r>
            <a:r>
              <a:rPr sz="4000" b="1" spc="-25" dirty="0">
                <a:solidFill>
                  <a:srgbClr val="044247"/>
                </a:solidFill>
                <a:latin typeface="Arial Narrow"/>
                <a:cs typeface="Arial Narrow"/>
              </a:rPr>
              <a:t> </a:t>
            </a: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y</a:t>
            </a:r>
            <a:r>
              <a:rPr sz="4000" b="1" spc="-25" dirty="0">
                <a:solidFill>
                  <a:srgbClr val="044247"/>
                </a:solidFill>
                <a:latin typeface="Arial Narrow"/>
                <a:cs typeface="Arial Narrow"/>
              </a:rPr>
              <a:t> </a:t>
            </a: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tecnología</a:t>
            </a:r>
            <a:endParaRPr sz="4000">
              <a:latin typeface="Arial Narrow"/>
              <a:cs typeface="Arial Narrow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797040" y="3943584"/>
            <a:ext cx="2346960" cy="1200150"/>
            <a:chOff x="6797040" y="3943584"/>
            <a:chExt cx="2346960" cy="1200150"/>
          </a:xfrm>
        </p:grpSpPr>
        <p:sp>
          <p:nvSpPr>
            <p:cNvPr id="6" name="object 6"/>
            <p:cNvSpPr/>
            <p:nvPr/>
          </p:nvSpPr>
          <p:spPr>
            <a:xfrm>
              <a:off x="8254885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97040" y="4373880"/>
              <a:ext cx="1459992" cy="344423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046790" y="4373843"/>
            <a:ext cx="749345" cy="365309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4210564" y="4381676"/>
            <a:ext cx="653415" cy="325755"/>
            <a:chOff x="4210564" y="4381676"/>
            <a:chExt cx="653415" cy="325755"/>
          </a:xfrm>
        </p:grpSpPr>
        <p:sp>
          <p:nvSpPr>
            <p:cNvPr id="10" name="object 10"/>
            <p:cNvSpPr/>
            <p:nvPr/>
          </p:nvSpPr>
          <p:spPr>
            <a:xfrm>
              <a:off x="4372655" y="4519010"/>
              <a:ext cx="109220" cy="46990"/>
            </a:xfrm>
            <a:custGeom>
              <a:avLst/>
              <a:gdLst/>
              <a:ahLst/>
              <a:cxnLst/>
              <a:rect l="l" t="t" r="r" b="b"/>
              <a:pathLst>
                <a:path w="109220" h="46989">
                  <a:moveTo>
                    <a:pt x="109052" y="0"/>
                  </a:moveTo>
                  <a:lnTo>
                    <a:pt x="0" y="0"/>
                  </a:lnTo>
                  <a:lnTo>
                    <a:pt x="0" y="46456"/>
                  </a:lnTo>
                  <a:lnTo>
                    <a:pt x="109052" y="46456"/>
                  </a:lnTo>
                  <a:lnTo>
                    <a:pt x="109052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309590" y="4502793"/>
              <a:ext cx="76200" cy="76835"/>
            </a:xfrm>
            <a:custGeom>
              <a:avLst/>
              <a:gdLst/>
              <a:ahLst/>
              <a:cxnLst/>
              <a:rect l="l" t="t" r="r" b="b"/>
              <a:pathLst>
                <a:path w="76200" h="76835">
                  <a:moveTo>
                    <a:pt x="37682" y="0"/>
                  </a:moveTo>
                  <a:lnTo>
                    <a:pt x="2554" y="23467"/>
                  </a:lnTo>
                  <a:lnTo>
                    <a:pt x="0" y="38074"/>
                  </a:lnTo>
                  <a:lnTo>
                    <a:pt x="535" y="45564"/>
                  </a:lnTo>
                  <a:lnTo>
                    <a:pt x="30171" y="75625"/>
                  </a:lnTo>
                  <a:lnTo>
                    <a:pt x="37682" y="76227"/>
                  </a:lnTo>
                  <a:lnTo>
                    <a:pt x="53179" y="73081"/>
                  </a:lnTo>
                  <a:lnTo>
                    <a:pt x="65054" y="64856"/>
                  </a:lnTo>
                  <a:lnTo>
                    <a:pt x="72979" y="52778"/>
                  </a:lnTo>
                  <a:lnTo>
                    <a:pt x="75756" y="38074"/>
                  </a:lnTo>
                  <a:lnTo>
                    <a:pt x="72642" y="22651"/>
                  </a:lnTo>
                  <a:lnTo>
                    <a:pt x="64442" y="10758"/>
                  </a:lnTo>
                  <a:lnTo>
                    <a:pt x="52380" y="2808"/>
                  </a:lnTo>
                  <a:lnTo>
                    <a:pt x="37682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45192" y="4397737"/>
              <a:ext cx="236854" cy="46990"/>
            </a:xfrm>
            <a:custGeom>
              <a:avLst/>
              <a:gdLst/>
              <a:ahLst/>
              <a:cxnLst/>
              <a:rect l="l" t="t" r="r" b="b"/>
              <a:pathLst>
                <a:path w="236854" h="46989">
                  <a:moveTo>
                    <a:pt x="236515" y="0"/>
                  </a:moveTo>
                  <a:lnTo>
                    <a:pt x="0" y="0"/>
                  </a:lnTo>
                  <a:lnTo>
                    <a:pt x="0" y="46613"/>
                  </a:lnTo>
                  <a:lnTo>
                    <a:pt x="236515" y="46613"/>
                  </a:lnTo>
                  <a:lnTo>
                    <a:pt x="236515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210564" y="438167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7918" y="0"/>
                  </a:moveTo>
                  <a:lnTo>
                    <a:pt x="2654" y="23243"/>
                  </a:lnTo>
                  <a:lnTo>
                    <a:pt x="0" y="37917"/>
                  </a:lnTo>
                  <a:lnTo>
                    <a:pt x="588" y="45409"/>
                  </a:lnTo>
                  <a:lnTo>
                    <a:pt x="30407" y="75390"/>
                  </a:lnTo>
                  <a:lnTo>
                    <a:pt x="37918" y="75992"/>
                  </a:lnTo>
                  <a:lnTo>
                    <a:pt x="45429" y="75390"/>
                  </a:lnTo>
                  <a:lnTo>
                    <a:pt x="75380" y="45425"/>
                  </a:lnTo>
                  <a:lnTo>
                    <a:pt x="75992" y="37917"/>
                  </a:lnTo>
                  <a:lnTo>
                    <a:pt x="75382" y="30391"/>
                  </a:lnTo>
                  <a:lnTo>
                    <a:pt x="45408" y="551"/>
                  </a:lnTo>
                  <a:lnTo>
                    <a:pt x="37918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45192" y="4647022"/>
              <a:ext cx="236854" cy="46990"/>
            </a:xfrm>
            <a:custGeom>
              <a:avLst/>
              <a:gdLst/>
              <a:ahLst/>
              <a:cxnLst/>
              <a:rect l="l" t="t" r="r" b="b"/>
              <a:pathLst>
                <a:path w="236854" h="46989">
                  <a:moveTo>
                    <a:pt x="236515" y="0"/>
                  </a:moveTo>
                  <a:lnTo>
                    <a:pt x="0" y="0"/>
                  </a:lnTo>
                  <a:lnTo>
                    <a:pt x="0" y="46456"/>
                  </a:lnTo>
                  <a:lnTo>
                    <a:pt x="236515" y="46456"/>
                  </a:lnTo>
                  <a:lnTo>
                    <a:pt x="236515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10558" y="4390377"/>
              <a:ext cx="653415" cy="316865"/>
            </a:xfrm>
            <a:custGeom>
              <a:avLst/>
              <a:gdLst/>
              <a:ahLst/>
              <a:cxnLst/>
              <a:rect l="l" t="t" r="r" b="b"/>
              <a:pathLst>
                <a:path w="653414" h="316864">
                  <a:moveTo>
                    <a:pt x="75984" y="278549"/>
                  </a:moveTo>
                  <a:lnTo>
                    <a:pt x="52590" y="243141"/>
                  </a:lnTo>
                  <a:lnTo>
                    <a:pt x="37553" y="240423"/>
                  </a:lnTo>
                  <a:lnTo>
                    <a:pt x="22288" y="243624"/>
                  </a:lnTo>
                  <a:lnTo>
                    <a:pt x="10515" y="251853"/>
                  </a:lnTo>
                  <a:lnTo>
                    <a:pt x="2692" y="263880"/>
                  </a:lnTo>
                  <a:lnTo>
                    <a:pt x="0" y="278511"/>
                  </a:lnTo>
                  <a:lnTo>
                    <a:pt x="584" y="286016"/>
                  </a:lnTo>
                  <a:lnTo>
                    <a:pt x="30403" y="316064"/>
                  </a:lnTo>
                  <a:lnTo>
                    <a:pt x="37922" y="316661"/>
                  </a:lnTo>
                  <a:lnTo>
                    <a:pt x="45427" y="316064"/>
                  </a:lnTo>
                  <a:lnTo>
                    <a:pt x="75984" y="278549"/>
                  </a:lnTo>
                  <a:close/>
                </a:path>
                <a:path w="653414" h="316864">
                  <a:moveTo>
                    <a:pt x="653376" y="150495"/>
                  </a:moveTo>
                  <a:lnTo>
                    <a:pt x="566496" y="0"/>
                  </a:lnTo>
                  <a:lnTo>
                    <a:pt x="392734" y="0"/>
                  </a:lnTo>
                  <a:lnTo>
                    <a:pt x="305854" y="150495"/>
                  </a:lnTo>
                  <a:lnTo>
                    <a:pt x="392734" y="301066"/>
                  </a:lnTo>
                  <a:lnTo>
                    <a:pt x="566496" y="301066"/>
                  </a:lnTo>
                  <a:lnTo>
                    <a:pt x="653376" y="150495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5080">
              <a:lnSpc>
                <a:spcPct val="71000"/>
              </a:lnSpc>
              <a:spcBef>
                <a:spcPts val="1490"/>
              </a:spcBef>
            </a:pPr>
            <a:r>
              <a:rPr spc="-20" dirty="0"/>
              <a:t>Toma</a:t>
            </a:r>
            <a:r>
              <a:rPr spc="-200" dirty="0"/>
              <a:t> </a:t>
            </a:r>
            <a:r>
              <a:rPr spc="-25" dirty="0"/>
              <a:t>de </a:t>
            </a:r>
            <a:r>
              <a:rPr spc="-10" dirty="0"/>
              <a:t>decisiones</a:t>
            </a:r>
          </a:p>
        </p:txBody>
      </p:sp>
      <p:sp>
        <p:nvSpPr>
          <p:cNvPr id="3" name="object 3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4487292" y="182786"/>
            <a:ext cx="3296285" cy="4634230"/>
            <a:chOff x="4487292" y="182786"/>
            <a:chExt cx="3296285" cy="4634230"/>
          </a:xfrm>
        </p:grpSpPr>
        <p:sp>
          <p:nvSpPr>
            <p:cNvPr id="5" name="object 5"/>
            <p:cNvSpPr/>
            <p:nvPr/>
          </p:nvSpPr>
          <p:spPr>
            <a:xfrm>
              <a:off x="4499992" y="3723877"/>
              <a:ext cx="3240405" cy="1080135"/>
            </a:xfrm>
            <a:custGeom>
              <a:avLst/>
              <a:gdLst/>
              <a:ahLst/>
              <a:cxnLst/>
              <a:rect l="l" t="t" r="r" b="b"/>
              <a:pathLst>
                <a:path w="3240404" h="1080135">
                  <a:moveTo>
                    <a:pt x="0" y="180023"/>
                  </a:moveTo>
                  <a:lnTo>
                    <a:pt x="6430" y="132166"/>
                  </a:lnTo>
                  <a:lnTo>
                    <a:pt x="24578" y="89162"/>
                  </a:lnTo>
                  <a:lnTo>
                    <a:pt x="52727" y="52727"/>
                  </a:lnTo>
                  <a:lnTo>
                    <a:pt x="89162" y="24578"/>
                  </a:lnTo>
                  <a:lnTo>
                    <a:pt x="132166" y="6430"/>
                  </a:lnTo>
                  <a:lnTo>
                    <a:pt x="180023" y="0"/>
                  </a:lnTo>
                  <a:lnTo>
                    <a:pt x="3060336" y="0"/>
                  </a:lnTo>
                  <a:lnTo>
                    <a:pt x="3108193" y="6430"/>
                  </a:lnTo>
                  <a:lnTo>
                    <a:pt x="3151197" y="24578"/>
                  </a:lnTo>
                  <a:lnTo>
                    <a:pt x="3187632" y="52727"/>
                  </a:lnTo>
                  <a:lnTo>
                    <a:pt x="3215781" y="89162"/>
                  </a:lnTo>
                  <a:lnTo>
                    <a:pt x="3233929" y="132166"/>
                  </a:lnTo>
                  <a:lnTo>
                    <a:pt x="3240360" y="180023"/>
                  </a:lnTo>
                  <a:lnTo>
                    <a:pt x="3240360" y="900096"/>
                  </a:lnTo>
                  <a:lnTo>
                    <a:pt x="3233929" y="947953"/>
                  </a:lnTo>
                  <a:lnTo>
                    <a:pt x="3215781" y="990957"/>
                  </a:lnTo>
                  <a:lnTo>
                    <a:pt x="3187632" y="1027392"/>
                  </a:lnTo>
                  <a:lnTo>
                    <a:pt x="3151197" y="1055541"/>
                  </a:lnTo>
                  <a:lnTo>
                    <a:pt x="3108193" y="1073689"/>
                  </a:lnTo>
                  <a:lnTo>
                    <a:pt x="3060336" y="1080120"/>
                  </a:lnTo>
                  <a:lnTo>
                    <a:pt x="180023" y="1080120"/>
                  </a:lnTo>
                  <a:lnTo>
                    <a:pt x="132166" y="1073689"/>
                  </a:lnTo>
                  <a:lnTo>
                    <a:pt x="89162" y="1055541"/>
                  </a:lnTo>
                  <a:lnTo>
                    <a:pt x="52727" y="1027392"/>
                  </a:lnTo>
                  <a:lnTo>
                    <a:pt x="24578" y="990957"/>
                  </a:lnTo>
                  <a:lnTo>
                    <a:pt x="6430" y="947953"/>
                  </a:lnTo>
                  <a:lnTo>
                    <a:pt x="0" y="900096"/>
                  </a:lnTo>
                  <a:lnTo>
                    <a:pt x="0" y="180023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99992" y="1923677"/>
              <a:ext cx="3240405" cy="1080135"/>
            </a:xfrm>
            <a:custGeom>
              <a:avLst/>
              <a:gdLst/>
              <a:ahLst/>
              <a:cxnLst/>
              <a:rect l="l" t="t" r="r" b="b"/>
              <a:pathLst>
                <a:path w="3240404" h="1080135">
                  <a:moveTo>
                    <a:pt x="0" y="180023"/>
                  </a:moveTo>
                  <a:lnTo>
                    <a:pt x="6430" y="132166"/>
                  </a:lnTo>
                  <a:lnTo>
                    <a:pt x="24578" y="89162"/>
                  </a:lnTo>
                  <a:lnTo>
                    <a:pt x="52727" y="52727"/>
                  </a:lnTo>
                  <a:lnTo>
                    <a:pt x="89162" y="24578"/>
                  </a:lnTo>
                  <a:lnTo>
                    <a:pt x="132166" y="6430"/>
                  </a:lnTo>
                  <a:lnTo>
                    <a:pt x="180023" y="0"/>
                  </a:lnTo>
                  <a:lnTo>
                    <a:pt x="3060336" y="0"/>
                  </a:lnTo>
                  <a:lnTo>
                    <a:pt x="3108193" y="6430"/>
                  </a:lnTo>
                  <a:lnTo>
                    <a:pt x="3151197" y="24578"/>
                  </a:lnTo>
                  <a:lnTo>
                    <a:pt x="3187632" y="52727"/>
                  </a:lnTo>
                  <a:lnTo>
                    <a:pt x="3215781" y="89162"/>
                  </a:lnTo>
                  <a:lnTo>
                    <a:pt x="3233929" y="132166"/>
                  </a:lnTo>
                  <a:lnTo>
                    <a:pt x="3240360" y="180023"/>
                  </a:lnTo>
                  <a:lnTo>
                    <a:pt x="3240360" y="900096"/>
                  </a:lnTo>
                  <a:lnTo>
                    <a:pt x="3233929" y="947953"/>
                  </a:lnTo>
                  <a:lnTo>
                    <a:pt x="3215781" y="990957"/>
                  </a:lnTo>
                  <a:lnTo>
                    <a:pt x="3187632" y="1027392"/>
                  </a:lnTo>
                  <a:lnTo>
                    <a:pt x="3151197" y="1055541"/>
                  </a:lnTo>
                  <a:lnTo>
                    <a:pt x="3108193" y="1073689"/>
                  </a:lnTo>
                  <a:lnTo>
                    <a:pt x="3060336" y="1080120"/>
                  </a:lnTo>
                  <a:lnTo>
                    <a:pt x="180023" y="1080120"/>
                  </a:lnTo>
                  <a:lnTo>
                    <a:pt x="132166" y="1073689"/>
                  </a:lnTo>
                  <a:lnTo>
                    <a:pt x="89162" y="1055541"/>
                  </a:lnTo>
                  <a:lnTo>
                    <a:pt x="52727" y="1027392"/>
                  </a:lnTo>
                  <a:lnTo>
                    <a:pt x="24578" y="990957"/>
                  </a:lnTo>
                  <a:lnTo>
                    <a:pt x="6430" y="947953"/>
                  </a:lnTo>
                  <a:lnTo>
                    <a:pt x="0" y="900096"/>
                  </a:lnTo>
                  <a:lnTo>
                    <a:pt x="0" y="180023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29991" y="195486"/>
              <a:ext cx="3240405" cy="1080135"/>
            </a:xfrm>
            <a:custGeom>
              <a:avLst/>
              <a:gdLst/>
              <a:ahLst/>
              <a:cxnLst/>
              <a:rect l="l" t="t" r="r" b="b"/>
              <a:pathLst>
                <a:path w="3240404" h="1080135">
                  <a:moveTo>
                    <a:pt x="0" y="180023"/>
                  </a:moveTo>
                  <a:lnTo>
                    <a:pt x="6430" y="132166"/>
                  </a:lnTo>
                  <a:lnTo>
                    <a:pt x="24578" y="89162"/>
                  </a:lnTo>
                  <a:lnTo>
                    <a:pt x="52727" y="52727"/>
                  </a:lnTo>
                  <a:lnTo>
                    <a:pt x="89162" y="24578"/>
                  </a:lnTo>
                  <a:lnTo>
                    <a:pt x="132166" y="6430"/>
                  </a:lnTo>
                  <a:lnTo>
                    <a:pt x="180023" y="0"/>
                  </a:lnTo>
                  <a:lnTo>
                    <a:pt x="3060336" y="0"/>
                  </a:lnTo>
                  <a:lnTo>
                    <a:pt x="3108193" y="6430"/>
                  </a:lnTo>
                  <a:lnTo>
                    <a:pt x="3151197" y="24578"/>
                  </a:lnTo>
                  <a:lnTo>
                    <a:pt x="3187632" y="52727"/>
                  </a:lnTo>
                  <a:lnTo>
                    <a:pt x="3215781" y="89162"/>
                  </a:lnTo>
                  <a:lnTo>
                    <a:pt x="3233929" y="132166"/>
                  </a:lnTo>
                  <a:lnTo>
                    <a:pt x="3240360" y="180023"/>
                  </a:lnTo>
                  <a:lnTo>
                    <a:pt x="3240360" y="900096"/>
                  </a:lnTo>
                  <a:lnTo>
                    <a:pt x="3233929" y="947953"/>
                  </a:lnTo>
                  <a:lnTo>
                    <a:pt x="3215781" y="990957"/>
                  </a:lnTo>
                  <a:lnTo>
                    <a:pt x="3187632" y="1027392"/>
                  </a:lnTo>
                  <a:lnTo>
                    <a:pt x="3151197" y="1055541"/>
                  </a:lnTo>
                  <a:lnTo>
                    <a:pt x="3108193" y="1073689"/>
                  </a:lnTo>
                  <a:lnTo>
                    <a:pt x="3060336" y="1080120"/>
                  </a:lnTo>
                  <a:lnTo>
                    <a:pt x="180023" y="1080120"/>
                  </a:lnTo>
                  <a:lnTo>
                    <a:pt x="132166" y="1073689"/>
                  </a:lnTo>
                  <a:lnTo>
                    <a:pt x="89162" y="1055541"/>
                  </a:lnTo>
                  <a:lnTo>
                    <a:pt x="52727" y="1027392"/>
                  </a:lnTo>
                  <a:lnTo>
                    <a:pt x="24578" y="990957"/>
                  </a:lnTo>
                  <a:lnTo>
                    <a:pt x="6430" y="947953"/>
                  </a:lnTo>
                  <a:lnTo>
                    <a:pt x="0" y="900096"/>
                  </a:lnTo>
                  <a:lnTo>
                    <a:pt x="0" y="180023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063018" y="1275613"/>
              <a:ext cx="114300" cy="2448560"/>
            </a:xfrm>
            <a:custGeom>
              <a:avLst/>
              <a:gdLst/>
              <a:ahLst/>
              <a:cxnLst/>
              <a:rect l="l" t="t" r="r" b="b"/>
              <a:pathLst>
                <a:path w="114300" h="2448560">
                  <a:moveTo>
                    <a:pt x="114300" y="1842490"/>
                  </a:moveTo>
                  <a:lnTo>
                    <a:pt x="104775" y="1823440"/>
                  </a:lnTo>
                  <a:lnTo>
                    <a:pt x="57150" y="1728190"/>
                  </a:lnTo>
                  <a:lnTo>
                    <a:pt x="0" y="1842490"/>
                  </a:lnTo>
                  <a:lnTo>
                    <a:pt x="38100" y="1842490"/>
                  </a:lnTo>
                  <a:lnTo>
                    <a:pt x="38100" y="2448268"/>
                  </a:lnTo>
                  <a:lnTo>
                    <a:pt x="76200" y="2448268"/>
                  </a:lnTo>
                  <a:lnTo>
                    <a:pt x="76200" y="1842490"/>
                  </a:lnTo>
                  <a:lnTo>
                    <a:pt x="114300" y="1842490"/>
                  </a:lnTo>
                  <a:close/>
                </a:path>
                <a:path w="114300" h="2448560">
                  <a:moveTo>
                    <a:pt x="114300" y="114300"/>
                  </a:moveTo>
                  <a:lnTo>
                    <a:pt x="104775" y="95250"/>
                  </a:lnTo>
                  <a:lnTo>
                    <a:pt x="57150" y="0"/>
                  </a:lnTo>
                  <a:lnTo>
                    <a:pt x="0" y="114300"/>
                  </a:lnTo>
                  <a:lnTo>
                    <a:pt x="38100" y="114300"/>
                  </a:lnTo>
                  <a:lnTo>
                    <a:pt x="38100" y="648068"/>
                  </a:lnTo>
                  <a:lnTo>
                    <a:pt x="76200" y="648068"/>
                  </a:lnTo>
                  <a:lnTo>
                    <a:pt x="76200" y="114300"/>
                  </a:lnTo>
                  <a:lnTo>
                    <a:pt x="114300" y="11430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76801" y="3056911"/>
              <a:ext cx="619279" cy="61927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00191" y="1296543"/>
              <a:ext cx="619279" cy="619279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7092941" y="1429003"/>
            <a:ext cx="12750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0000"/>
                </a:solidFill>
                <a:latin typeface="Arial Narrow"/>
                <a:cs typeface="Arial Narrow"/>
              </a:rPr>
              <a:t>TECNOLOGÍA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425220" y="566419"/>
            <a:ext cx="14998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044247"/>
                </a:solidFill>
                <a:latin typeface="Arial Narrow"/>
                <a:cs typeface="Arial Narrow"/>
              </a:rPr>
              <a:t>CONOCIMIENTO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59308" y="2300732"/>
            <a:ext cx="2941955" cy="2098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565910" algn="ctr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044247"/>
                </a:solidFill>
                <a:latin typeface="Arial Narrow"/>
                <a:cs typeface="Arial Narrow"/>
              </a:rPr>
              <a:t>INFORMACIÓN</a:t>
            </a:r>
            <a:endParaRPr sz="18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</a:pPr>
            <a:endParaRPr sz="18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545"/>
              </a:spcBef>
            </a:pPr>
            <a:endParaRPr sz="1800">
              <a:latin typeface="Arial Narrow"/>
              <a:cs typeface="Arial Narrow"/>
            </a:endParaRPr>
          </a:p>
          <a:p>
            <a:pPr marL="1678939">
              <a:lnSpc>
                <a:spcPct val="100000"/>
              </a:lnSpc>
              <a:spcBef>
                <a:spcPts val="5"/>
              </a:spcBef>
            </a:pPr>
            <a:r>
              <a:rPr sz="1800" b="1" spc="-10" dirty="0">
                <a:solidFill>
                  <a:srgbClr val="FF0000"/>
                </a:solidFill>
                <a:latin typeface="Arial Narrow"/>
                <a:cs typeface="Arial Narrow"/>
              </a:rPr>
              <a:t>TECNOLOGÍA</a:t>
            </a:r>
            <a:endParaRPr sz="18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</a:pPr>
            <a:endParaRPr sz="18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025"/>
              </a:spcBef>
            </a:pPr>
            <a:endParaRPr sz="1800">
              <a:latin typeface="Arial Narrow"/>
              <a:cs typeface="Arial Narrow"/>
            </a:endParaRPr>
          </a:p>
          <a:p>
            <a:pPr marR="1620520" algn="ctr">
              <a:lnSpc>
                <a:spcPct val="100000"/>
              </a:lnSpc>
            </a:pPr>
            <a:r>
              <a:rPr sz="1800" b="1" spc="-10" dirty="0">
                <a:solidFill>
                  <a:srgbClr val="FF0000"/>
                </a:solidFill>
                <a:latin typeface="Arial Narrow"/>
                <a:cs typeface="Arial Narrow"/>
              </a:rPr>
              <a:t>DATOS</a:t>
            </a:r>
            <a:endParaRPr sz="1800">
              <a:latin typeface="Arial Narrow"/>
              <a:cs typeface="Arial Narrow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503644" y="176903"/>
            <a:ext cx="3358515" cy="4431665"/>
            <a:chOff x="4503644" y="176903"/>
            <a:chExt cx="3358515" cy="4431665"/>
          </a:xfrm>
        </p:grpSpPr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53468" y="2015684"/>
              <a:ext cx="817714" cy="96780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03644" y="1851670"/>
              <a:ext cx="1328155" cy="593433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09832" y="3914369"/>
              <a:ext cx="693935" cy="69393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99512" y="3888225"/>
              <a:ext cx="693935" cy="69393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853468" y="675850"/>
              <a:ext cx="1008338" cy="599754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283276" y="176903"/>
              <a:ext cx="1673791" cy="43413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529991" y="589301"/>
              <a:ext cx="725031" cy="652528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1295712" y="1326387"/>
            <a:ext cx="1541780" cy="74485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 marR="5080" indent="300355">
              <a:lnSpc>
                <a:spcPct val="68600"/>
              </a:lnSpc>
              <a:spcBef>
                <a:spcPts val="1155"/>
              </a:spcBef>
            </a:pP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Datos</a:t>
            </a:r>
            <a:r>
              <a:rPr sz="2800" b="1" spc="-50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spc="-25" dirty="0">
                <a:solidFill>
                  <a:srgbClr val="FF0000"/>
                </a:solidFill>
                <a:latin typeface="Arial Narrow"/>
                <a:cs typeface="Arial Narrow"/>
              </a:rPr>
              <a:t>vs </a:t>
            </a:r>
            <a:r>
              <a:rPr sz="2800" b="1" spc="-20" dirty="0">
                <a:solidFill>
                  <a:srgbClr val="FF0000"/>
                </a:solidFill>
                <a:latin typeface="Arial Narrow"/>
                <a:cs typeface="Arial Narrow"/>
              </a:rPr>
              <a:t>Tecnología</a:t>
            </a:r>
            <a:endParaRPr sz="2800">
              <a:latin typeface="Arial Narrow"/>
              <a:cs typeface="Arial Narrow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98A1A73E-F21B-AD91-C338-4179DBB3363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8031" y="2706005"/>
            <a:ext cx="4035331" cy="213204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6284" y="253491"/>
            <a:ext cx="2290445" cy="1525270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103505">
              <a:lnSpc>
                <a:spcPct val="71000"/>
              </a:lnSpc>
              <a:spcBef>
                <a:spcPts val="1490"/>
              </a:spcBef>
            </a:pPr>
            <a:r>
              <a:rPr dirty="0"/>
              <a:t>Datos</a:t>
            </a:r>
            <a:r>
              <a:rPr spc="-30" dirty="0"/>
              <a:t> </a:t>
            </a:r>
            <a:r>
              <a:rPr spc="-25" dirty="0"/>
              <a:t>vs </a:t>
            </a:r>
            <a:r>
              <a:rPr spc="-35" dirty="0"/>
              <a:t>Tecnología</a:t>
            </a:r>
          </a:p>
          <a:p>
            <a:pPr marL="806450">
              <a:lnSpc>
                <a:spcPct val="100000"/>
              </a:lnSpc>
              <a:spcBef>
                <a:spcPts val="240"/>
              </a:spcBef>
            </a:pPr>
            <a:r>
              <a:rPr sz="2800" dirty="0">
                <a:solidFill>
                  <a:srgbClr val="FF0000"/>
                </a:solidFill>
              </a:rPr>
              <a:t>Los</a:t>
            </a:r>
            <a:r>
              <a:rPr sz="2800" spc="-15" dirty="0">
                <a:solidFill>
                  <a:srgbClr val="FF0000"/>
                </a:solidFill>
              </a:rPr>
              <a:t> </a:t>
            </a:r>
            <a:r>
              <a:rPr sz="2800" spc="-10" dirty="0">
                <a:solidFill>
                  <a:srgbClr val="FF0000"/>
                </a:solidFill>
              </a:rPr>
              <a:t>datos: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4379157" y="3323190"/>
            <a:ext cx="4765040" cy="1820545"/>
            <a:chOff x="4379157" y="3323190"/>
            <a:chExt cx="4765040" cy="1820545"/>
          </a:xfrm>
        </p:grpSpPr>
        <p:sp>
          <p:nvSpPr>
            <p:cNvPr id="4" name="object 4"/>
            <p:cNvSpPr/>
            <p:nvPr/>
          </p:nvSpPr>
          <p:spPr>
            <a:xfrm>
              <a:off x="8254885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023315" y="4153559"/>
              <a:ext cx="650875" cy="650875"/>
            </a:xfrm>
            <a:custGeom>
              <a:avLst/>
              <a:gdLst/>
              <a:ahLst/>
              <a:cxnLst/>
              <a:rect l="l" t="t" r="r" b="b"/>
              <a:pathLst>
                <a:path w="650875" h="650875">
                  <a:moveTo>
                    <a:pt x="325219" y="0"/>
                  </a:moveTo>
                  <a:lnTo>
                    <a:pt x="0" y="650437"/>
                  </a:lnTo>
                  <a:lnTo>
                    <a:pt x="650438" y="650437"/>
                  </a:lnTo>
                  <a:lnTo>
                    <a:pt x="325219" y="0"/>
                  </a:lnTo>
                  <a:close/>
                </a:path>
              </a:pathLst>
            </a:custGeom>
            <a:solidFill>
              <a:srgbClr val="D0D8E8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23315" y="4153559"/>
              <a:ext cx="650875" cy="650875"/>
            </a:xfrm>
            <a:custGeom>
              <a:avLst/>
              <a:gdLst/>
              <a:ahLst/>
              <a:cxnLst/>
              <a:rect l="l" t="t" r="r" b="b"/>
              <a:pathLst>
                <a:path w="650875" h="650875">
                  <a:moveTo>
                    <a:pt x="0" y="650438"/>
                  </a:moveTo>
                  <a:lnTo>
                    <a:pt x="325219" y="0"/>
                  </a:lnTo>
                  <a:lnTo>
                    <a:pt x="650438" y="650438"/>
                  </a:lnTo>
                  <a:lnTo>
                    <a:pt x="0" y="650438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391858" y="3739013"/>
              <a:ext cx="3913504" cy="544830"/>
            </a:xfrm>
            <a:custGeom>
              <a:avLst/>
              <a:gdLst/>
              <a:ahLst/>
              <a:cxnLst/>
              <a:rect l="l" t="t" r="r" b="b"/>
              <a:pathLst>
                <a:path w="3913504" h="544829">
                  <a:moveTo>
                    <a:pt x="19041" y="0"/>
                  </a:moveTo>
                  <a:lnTo>
                    <a:pt x="0" y="272315"/>
                  </a:lnTo>
                  <a:lnTo>
                    <a:pt x="3894311" y="544632"/>
                  </a:lnTo>
                  <a:lnTo>
                    <a:pt x="3913353" y="272316"/>
                  </a:lnTo>
                  <a:lnTo>
                    <a:pt x="19041" y="0"/>
                  </a:lnTo>
                  <a:close/>
                </a:path>
              </a:pathLst>
            </a:custGeom>
            <a:solidFill>
              <a:srgbClr val="D0D8E8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391857" y="3739013"/>
              <a:ext cx="3913504" cy="544830"/>
            </a:xfrm>
            <a:custGeom>
              <a:avLst/>
              <a:gdLst/>
              <a:ahLst/>
              <a:cxnLst/>
              <a:rect l="l" t="t" r="r" b="b"/>
              <a:pathLst>
                <a:path w="3913504" h="544829">
                  <a:moveTo>
                    <a:pt x="19042" y="0"/>
                  </a:moveTo>
                  <a:lnTo>
                    <a:pt x="3913354" y="272316"/>
                  </a:lnTo>
                  <a:lnTo>
                    <a:pt x="3894312" y="544632"/>
                  </a:lnTo>
                  <a:lnTo>
                    <a:pt x="0" y="272316"/>
                  </a:lnTo>
                  <a:lnTo>
                    <a:pt x="19042" y="0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734177" y="3335891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20">
                  <a:moveTo>
                    <a:pt x="120050" y="0"/>
                  </a:moveTo>
                  <a:lnTo>
                    <a:pt x="55331" y="21654"/>
                  </a:lnTo>
                  <a:lnTo>
                    <a:pt x="24880" y="82730"/>
                  </a:lnTo>
                  <a:lnTo>
                    <a:pt x="0" y="438528"/>
                  </a:lnTo>
                  <a:lnTo>
                    <a:pt x="4569" y="473640"/>
                  </a:lnTo>
                  <a:lnTo>
                    <a:pt x="21655" y="503248"/>
                  </a:lnTo>
                  <a:lnTo>
                    <a:pt x="48596" y="524288"/>
                  </a:lnTo>
                  <a:lnTo>
                    <a:pt x="82731" y="533699"/>
                  </a:lnTo>
                  <a:lnTo>
                    <a:pt x="1450242" y="629324"/>
                  </a:lnTo>
                  <a:lnTo>
                    <a:pt x="1485354" y="624755"/>
                  </a:lnTo>
                  <a:lnTo>
                    <a:pt x="1514961" y="607669"/>
                  </a:lnTo>
                  <a:lnTo>
                    <a:pt x="1536002" y="580728"/>
                  </a:lnTo>
                  <a:lnTo>
                    <a:pt x="1545413" y="546593"/>
                  </a:lnTo>
                  <a:lnTo>
                    <a:pt x="1570292" y="190795"/>
                  </a:lnTo>
                  <a:lnTo>
                    <a:pt x="1565723" y="155683"/>
                  </a:lnTo>
                  <a:lnTo>
                    <a:pt x="1548638" y="126076"/>
                  </a:lnTo>
                  <a:lnTo>
                    <a:pt x="1521697" y="105036"/>
                  </a:lnTo>
                  <a:lnTo>
                    <a:pt x="1487562" y="95624"/>
                  </a:lnTo>
                  <a:lnTo>
                    <a:pt x="120050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734177" y="3335890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20">
                  <a:moveTo>
                    <a:pt x="24879" y="82731"/>
                  </a:moveTo>
                  <a:lnTo>
                    <a:pt x="34291" y="48596"/>
                  </a:lnTo>
                  <a:lnTo>
                    <a:pt x="55331" y="21654"/>
                  </a:lnTo>
                  <a:lnTo>
                    <a:pt x="84938" y="4569"/>
                  </a:lnTo>
                  <a:lnTo>
                    <a:pt x="120050" y="0"/>
                  </a:lnTo>
                  <a:lnTo>
                    <a:pt x="1487562" y="95625"/>
                  </a:lnTo>
                  <a:lnTo>
                    <a:pt x="1521697" y="105037"/>
                  </a:lnTo>
                  <a:lnTo>
                    <a:pt x="1548638" y="126077"/>
                  </a:lnTo>
                  <a:lnTo>
                    <a:pt x="1565723" y="155684"/>
                  </a:lnTo>
                  <a:lnTo>
                    <a:pt x="1570293" y="190796"/>
                  </a:lnTo>
                  <a:lnTo>
                    <a:pt x="1545413" y="546594"/>
                  </a:lnTo>
                  <a:lnTo>
                    <a:pt x="1536001" y="580729"/>
                  </a:lnTo>
                  <a:lnTo>
                    <a:pt x="1514961" y="607670"/>
                  </a:lnTo>
                  <a:lnTo>
                    <a:pt x="1485354" y="624756"/>
                  </a:lnTo>
                  <a:lnTo>
                    <a:pt x="1450242" y="629325"/>
                  </a:lnTo>
                  <a:lnTo>
                    <a:pt x="82730" y="533699"/>
                  </a:lnTo>
                  <a:lnTo>
                    <a:pt x="48595" y="524288"/>
                  </a:lnTo>
                  <a:lnTo>
                    <a:pt x="21654" y="503248"/>
                  </a:lnTo>
                  <a:lnTo>
                    <a:pt x="4569" y="473641"/>
                  </a:lnTo>
                  <a:lnTo>
                    <a:pt x="0" y="438528"/>
                  </a:lnTo>
                  <a:lnTo>
                    <a:pt x="24879" y="82731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4427882" y="455042"/>
            <a:ext cx="1586865" cy="892810"/>
            <a:chOff x="4427882" y="455042"/>
            <a:chExt cx="1586865" cy="892810"/>
          </a:xfrm>
        </p:grpSpPr>
        <p:sp>
          <p:nvSpPr>
            <p:cNvPr id="12" name="object 12"/>
            <p:cNvSpPr/>
            <p:nvPr/>
          </p:nvSpPr>
          <p:spPr>
            <a:xfrm>
              <a:off x="4440582" y="467742"/>
              <a:ext cx="1561465" cy="867410"/>
            </a:xfrm>
            <a:custGeom>
              <a:avLst/>
              <a:gdLst/>
              <a:ahLst/>
              <a:cxnLst/>
              <a:rect l="l" t="t" r="r" b="b"/>
              <a:pathLst>
                <a:path w="1561464" h="867410">
                  <a:moveTo>
                    <a:pt x="1474326" y="0"/>
                  </a:moveTo>
                  <a:lnTo>
                    <a:pt x="86724" y="0"/>
                  </a:lnTo>
                  <a:lnTo>
                    <a:pt x="52967" y="6815"/>
                  </a:lnTo>
                  <a:lnTo>
                    <a:pt x="25400" y="25400"/>
                  </a:lnTo>
                  <a:lnTo>
                    <a:pt x="6815" y="52967"/>
                  </a:lnTo>
                  <a:lnTo>
                    <a:pt x="0" y="86724"/>
                  </a:lnTo>
                  <a:lnTo>
                    <a:pt x="0" y="780525"/>
                  </a:lnTo>
                  <a:lnTo>
                    <a:pt x="6815" y="814282"/>
                  </a:lnTo>
                  <a:lnTo>
                    <a:pt x="25400" y="841849"/>
                  </a:lnTo>
                  <a:lnTo>
                    <a:pt x="52967" y="860435"/>
                  </a:lnTo>
                  <a:lnTo>
                    <a:pt x="86724" y="867251"/>
                  </a:lnTo>
                  <a:lnTo>
                    <a:pt x="1474326" y="867251"/>
                  </a:lnTo>
                  <a:lnTo>
                    <a:pt x="1508083" y="860435"/>
                  </a:lnTo>
                  <a:lnTo>
                    <a:pt x="1535650" y="841849"/>
                  </a:lnTo>
                  <a:lnTo>
                    <a:pt x="1554236" y="814282"/>
                  </a:lnTo>
                  <a:lnTo>
                    <a:pt x="1561052" y="780525"/>
                  </a:lnTo>
                  <a:lnTo>
                    <a:pt x="1561052" y="86724"/>
                  </a:lnTo>
                  <a:lnTo>
                    <a:pt x="1554236" y="52967"/>
                  </a:lnTo>
                  <a:lnTo>
                    <a:pt x="1535650" y="25400"/>
                  </a:lnTo>
                  <a:lnTo>
                    <a:pt x="1508083" y="6815"/>
                  </a:lnTo>
                  <a:lnTo>
                    <a:pt x="1474326" y="0"/>
                  </a:lnTo>
                  <a:close/>
                </a:path>
              </a:pathLst>
            </a:custGeom>
            <a:solidFill>
              <a:srgbClr val="D7E4BD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440582" y="467742"/>
              <a:ext cx="1561465" cy="867410"/>
            </a:xfrm>
            <a:custGeom>
              <a:avLst/>
              <a:gdLst/>
              <a:ahLst/>
              <a:cxnLst/>
              <a:rect l="l" t="t" r="r" b="b"/>
              <a:pathLst>
                <a:path w="1561464" h="867410">
                  <a:moveTo>
                    <a:pt x="0" y="86725"/>
                  </a:moveTo>
                  <a:lnTo>
                    <a:pt x="6815" y="52967"/>
                  </a:lnTo>
                  <a:lnTo>
                    <a:pt x="25401" y="25401"/>
                  </a:lnTo>
                  <a:lnTo>
                    <a:pt x="52967" y="6815"/>
                  </a:lnTo>
                  <a:lnTo>
                    <a:pt x="86725" y="0"/>
                  </a:lnTo>
                  <a:lnTo>
                    <a:pt x="1474327" y="0"/>
                  </a:lnTo>
                  <a:lnTo>
                    <a:pt x="1508084" y="6815"/>
                  </a:lnTo>
                  <a:lnTo>
                    <a:pt x="1535650" y="25401"/>
                  </a:lnTo>
                  <a:lnTo>
                    <a:pt x="1554236" y="52967"/>
                  </a:lnTo>
                  <a:lnTo>
                    <a:pt x="1561052" y="86725"/>
                  </a:lnTo>
                  <a:lnTo>
                    <a:pt x="1561052" y="780525"/>
                  </a:lnTo>
                  <a:lnTo>
                    <a:pt x="1554236" y="814283"/>
                  </a:lnTo>
                  <a:lnTo>
                    <a:pt x="1535650" y="841849"/>
                  </a:lnTo>
                  <a:lnTo>
                    <a:pt x="1508084" y="860435"/>
                  </a:lnTo>
                  <a:lnTo>
                    <a:pt x="1474327" y="867251"/>
                  </a:lnTo>
                  <a:lnTo>
                    <a:pt x="86725" y="867251"/>
                  </a:lnTo>
                  <a:lnTo>
                    <a:pt x="52967" y="860435"/>
                  </a:lnTo>
                  <a:lnTo>
                    <a:pt x="25401" y="841849"/>
                  </a:lnTo>
                  <a:lnTo>
                    <a:pt x="6815" y="814283"/>
                  </a:lnTo>
                  <a:lnTo>
                    <a:pt x="0" y="780525"/>
                  </a:lnTo>
                  <a:lnTo>
                    <a:pt x="0" y="86725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666213" y="553719"/>
            <a:ext cx="1109345" cy="7643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85" dirty="0">
                <a:latin typeface="Arial"/>
                <a:cs typeface="Arial"/>
              </a:rPr>
              <a:t>Antes</a:t>
            </a:r>
            <a:endParaRPr lang="es-ES" sz="2400" spc="-185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spc="-185" dirty="0">
                <a:latin typeface="Arial"/>
                <a:cs typeface="Arial"/>
              </a:rPr>
              <a:t>&lt;2010</a:t>
            </a:r>
            <a:endParaRPr sz="2400" dirty="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682736" y="455042"/>
            <a:ext cx="1586865" cy="892810"/>
            <a:chOff x="6682736" y="455042"/>
            <a:chExt cx="1586865" cy="892810"/>
          </a:xfrm>
        </p:grpSpPr>
        <p:sp>
          <p:nvSpPr>
            <p:cNvPr id="16" name="object 16"/>
            <p:cNvSpPr/>
            <p:nvPr/>
          </p:nvSpPr>
          <p:spPr>
            <a:xfrm>
              <a:off x="6695436" y="467742"/>
              <a:ext cx="1561465" cy="867410"/>
            </a:xfrm>
            <a:custGeom>
              <a:avLst/>
              <a:gdLst/>
              <a:ahLst/>
              <a:cxnLst/>
              <a:rect l="l" t="t" r="r" b="b"/>
              <a:pathLst>
                <a:path w="1561465" h="867410">
                  <a:moveTo>
                    <a:pt x="1474326" y="0"/>
                  </a:moveTo>
                  <a:lnTo>
                    <a:pt x="86724" y="0"/>
                  </a:lnTo>
                  <a:lnTo>
                    <a:pt x="52967" y="6815"/>
                  </a:lnTo>
                  <a:lnTo>
                    <a:pt x="25400" y="25400"/>
                  </a:lnTo>
                  <a:lnTo>
                    <a:pt x="6815" y="52967"/>
                  </a:lnTo>
                  <a:lnTo>
                    <a:pt x="0" y="86724"/>
                  </a:lnTo>
                  <a:lnTo>
                    <a:pt x="0" y="780525"/>
                  </a:lnTo>
                  <a:lnTo>
                    <a:pt x="6815" y="814282"/>
                  </a:lnTo>
                  <a:lnTo>
                    <a:pt x="25400" y="841849"/>
                  </a:lnTo>
                  <a:lnTo>
                    <a:pt x="52967" y="860435"/>
                  </a:lnTo>
                  <a:lnTo>
                    <a:pt x="86724" y="867251"/>
                  </a:lnTo>
                  <a:lnTo>
                    <a:pt x="1474326" y="867251"/>
                  </a:lnTo>
                  <a:lnTo>
                    <a:pt x="1508083" y="860435"/>
                  </a:lnTo>
                  <a:lnTo>
                    <a:pt x="1535650" y="841849"/>
                  </a:lnTo>
                  <a:lnTo>
                    <a:pt x="1554235" y="814282"/>
                  </a:lnTo>
                  <a:lnTo>
                    <a:pt x="1561050" y="780525"/>
                  </a:lnTo>
                  <a:lnTo>
                    <a:pt x="1561050" y="86724"/>
                  </a:lnTo>
                  <a:lnTo>
                    <a:pt x="1554235" y="52967"/>
                  </a:lnTo>
                  <a:lnTo>
                    <a:pt x="1535650" y="25400"/>
                  </a:lnTo>
                  <a:lnTo>
                    <a:pt x="1508083" y="6815"/>
                  </a:lnTo>
                  <a:lnTo>
                    <a:pt x="1474326" y="0"/>
                  </a:lnTo>
                  <a:close/>
                </a:path>
              </a:pathLst>
            </a:custGeom>
            <a:solidFill>
              <a:srgbClr val="D7E4BD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695436" y="467742"/>
              <a:ext cx="1561465" cy="867410"/>
            </a:xfrm>
            <a:custGeom>
              <a:avLst/>
              <a:gdLst/>
              <a:ahLst/>
              <a:cxnLst/>
              <a:rect l="l" t="t" r="r" b="b"/>
              <a:pathLst>
                <a:path w="1561465" h="867410">
                  <a:moveTo>
                    <a:pt x="0" y="86725"/>
                  </a:moveTo>
                  <a:lnTo>
                    <a:pt x="6815" y="52967"/>
                  </a:lnTo>
                  <a:lnTo>
                    <a:pt x="25401" y="25401"/>
                  </a:lnTo>
                  <a:lnTo>
                    <a:pt x="52967" y="6815"/>
                  </a:lnTo>
                  <a:lnTo>
                    <a:pt x="86725" y="0"/>
                  </a:lnTo>
                  <a:lnTo>
                    <a:pt x="1474327" y="0"/>
                  </a:lnTo>
                  <a:lnTo>
                    <a:pt x="1508084" y="6815"/>
                  </a:lnTo>
                  <a:lnTo>
                    <a:pt x="1535650" y="25401"/>
                  </a:lnTo>
                  <a:lnTo>
                    <a:pt x="1554236" y="52967"/>
                  </a:lnTo>
                  <a:lnTo>
                    <a:pt x="1561052" y="86725"/>
                  </a:lnTo>
                  <a:lnTo>
                    <a:pt x="1561052" y="780525"/>
                  </a:lnTo>
                  <a:lnTo>
                    <a:pt x="1554236" y="814283"/>
                  </a:lnTo>
                  <a:lnTo>
                    <a:pt x="1535650" y="841849"/>
                  </a:lnTo>
                  <a:lnTo>
                    <a:pt x="1508084" y="860435"/>
                  </a:lnTo>
                  <a:lnTo>
                    <a:pt x="1474327" y="867251"/>
                  </a:lnTo>
                  <a:lnTo>
                    <a:pt x="86725" y="867251"/>
                  </a:lnTo>
                  <a:lnTo>
                    <a:pt x="52967" y="860435"/>
                  </a:lnTo>
                  <a:lnTo>
                    <a:pt x="25401" y="841849"/>
                  </a:lnTo>
                  <a:lnTo>
                    <a:pt x="6815" y="814283"/>
                  </a:lnTo>
                  <a:lnTo>
                    <a:pt x="0" y="780525"/>
                  </a:lnTo>
                  <a:lnTo>
                    <a:pt x="0" y="86725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087881" y="553719"/>
            <a:ext cx="77660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15" dirty="0">
                <a:latin typeface="Arial"/>
                <a:cs typeface="Arial"/>
              </a:rPr>
              <a:t>Hoy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 rot="180000">
            <a:off x="7207134" y="3572690"/>
            <a:ext cx="624822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95"/>
              </a:lnSpc>
            </a:pPr>
            <a:r>
              <a:rPr sz="1950" spc="-165" baseline="2136" dirty="0">
                <a:solidFill>
                  <a:srgbClr val="FFFFFF"/>
                </a:solidFill>
                <a:latin typeface="Arial"/>
                <a:cs typeface="Arial"/>
              </a:rPr>
              <a:t>Sensor</a:t>
            </a:r>
            <a:r>
              <a:rPr sz="1300" spc="-110" dirty="0">
                <a:solidFill>
                  <a:srgbClr val="FFFFFF"/>
                </a:solidFill>
                <a:latin typeface="Arial"/>
                <a:cs typeface="Arial"/>
              </a:rPr>
              <a:t>es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764841" y="2750804"/>
            <a:ext cx="1595755" cy="655320"/>
            <a:chOff x="6764841" y="2750804"/>
            <a:chExt cx="1595755" cy="655320"/>
          </a:xfrm>
        </p:grpSpPr>
        <p:sp>
          <p:nvSpPr>
            <p:cNvPr id="21" name="object 21"/>
            <p:cNvSpPr/>
            <p:nvPr/>
          </p:nvSpPr>
          <p:spPr>
            <a:xfrm>
              <a:off x="6777541" y="2763504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20">
                  <a:moveTo>
                    <a:pt x="120050" y="0"/>
                  </a:moveTo>
                  <a:lnTo>
                    <a:pt x="55330" y="21654"/>
                  </a:lnTo>
                  <a:lnTo>
                    <a:pt x="24879" y="82731"/>
                  </a:lnTo>
                  <a:lnTo>
                    <a:pt x="0" y="438528"/>
                  </a:lnTo>
                  <a:lnTo>
                    <a:pt x="4568" y="473640"/>
                  </a:lnTo>
                  <a:lnTo>
                    <a:pt x="21654" y="503248"/>
                  </a:lnTo>
                  <a:lnTo>
                    <a:pt x="48595" y="524288"/>
                  </a:lnTo>
                  <a:lnTo>
                    <a:pt x="82730" y="533699"/>
                  </a:lnTo>
                  <a:lnTo>
                    <a:pt x="1450242" y="629325"/>
                  </a:lnTo>
                  <a:lnTo>
                    <a:pt x="1485354" y="624756"/>
                  </a:lnTo>
                  <a:lnTo>
                    <a:pt x="1514961" y="607670"/>
                  </a:lnTo>
                  <a:lnTo>
                    <a:pt x="1536000" y="580729"/>
                  </a:lnTo>
                  <a:lnTo>
                    <a:pt x="1545412" y="546594"/>
                  </a:lnTo>
                  <a:lnTo>
                    <a:pt x="1570292" y="190797"/>
                  </a:lnTo>
                  <a:lnTo>
                    <a:pt x="1565723" y="155684"/>
                  </a:lnTo>
                  <a:lnTo>
                    <a:pt x="1548637" y="126077"/>
                  </a:lnTo>
                  <a:lnTo>
                    <a:pt x="1521696" y="105037"/>
                  </a:lnTo>
                  <a:lnTo>
                    <a:pt x="1487561" y="95625"/>
                  </a:lnTo>
                  <a:lnTo>
                    <a:pt x="120050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777541" y="2763504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20">
                  <a:moveTo>
                    <a:pt x="24879" y="82731"/>
                  </a:moveTo>
                  <a:lnTo>
                    <a:pt x="34291" y="48596"/>
                  </a:lnTo>
                  <a:lnTo>
                    <a:pt x="55331" y="21654"/>
                  </a:lnTo>
                  <a:lnTo>
                    <a:pt x="84938" y="4569"/>
                  </a:lnTo>
                  <a:lnTo>
                    <a:pt x="120050" y="0"/>
                  </a:lnTo>
                  <a:lnTo>
                    <a:pt x="1487562" y="95625"/>
                  </a:lnTo>
                  <a:lnTo>
                    <a:pt x="1521697" y="105037"/>
                  </a:lnTo>
                  <a:lnTo>
                    <a:pt x="1548638" y="126077"/>
                  </a:lnTo>
                  <a:lnTo>
                    <a:pt x="1565723" y="155684"/>
                  </a:lnTo>
                  <a:lnTo>
                    <a:pt x="1570293" y="190796"/>
                  </a:lnTo>
                  <a:lnTo>
                    <a:pt x="1545413" y="546594"/>
                  </a:lnTo>
                  <a:lnTo>
                    <a:pt x="1536001" y="580729"/>
                  </a:lnTo>
                  <a:lnTo>
                    <a:pt x="1514961" y="607670"/>
                  </a:lnTo>
                  <a:lnTo>
                    <a:pt x="1485354" y="624756"/>
                  </a:lnTo>
                  <a:lnTo>
                    <a:pt x="1450242" y="629325"/>
                  </a:lnTo>
                  <a:lnTo>
                    <a:pt x="82730" y="533699"/>
                  </a:lnTo>
                  <a:lnTo>
                    <a:pt x="48595" y="524288"/>
                  </a:lnTo>
                  <a:lnTo>
                    <a:pt x="21654" y="503248"/>
                  </a:lnTo>
                  <a:lnTo>
                    <a:pt x="4569" y="473641"/>
                  </a:lnTo>
                  <a:lnTo>
                    <a:pt x="0" y="438528"/>
                  </a:lnTo>
                  <a:lnTo>
                    <a:pt x="24879" y="82731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 rot="180000">
            <a:off x="7141138" y="3002358"/>
            <a:ext cx="843093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00"/>
              </a:lnSpc>
            </a:pPr>
            <a:r>
              <a:rPr sz="1950" spc="-150" baseline="4273" dirty="0">
                <a:solidFill>
                  <a:srgbClr val="FFFFFF"/>
                </a:solidFill>
                <a:latin typeface="Arial"/>
                <a:cs typeface="Arial"/>
              </a:rPr>
              <a:t>Dat</a:t>
            </a:r>
            <a:r>
              <a:rPr sz="1950" spc="-150" baseline="2136" dirty="0">
                <a:solidFill>
                  <a:srgbClr val="FFFFFF"/>
                </a:solidFill>
                <a:latin typeface="Arial"/>
                <a:cs typeface="Arial"/>
              </a:rPr>
              <a:t>os</a:t>
            </a:r>
            <a:r>
              <a:rPr sz="1950" spc="-82" baseline="2136" dirty="0">
                <a:solidFill>
                  <a:srgbClr val="FFFFFF"/>
                </a:solidFill>
                <a:latin typeface="Arial"/>
                <a:cs typeface="Arial"/>
              </a:rPr>
              <a:t> rea</a:t>
            </a:r>
            <a:r>
              <a:rPr sz="1300" spc="-55" dirty="0">
                <a:solidFill>
                  <a:srgbClr val="FFFFFF"/>
                </a:solidFill>
                <a:latin typeface="Arial"/>
                <a:cs typeface="Arial"/>
              </a:rPr>
              <a:t>les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808203" y="2178419"/>
            <a:ext cx="1595755" cy="655320"/>
            <a:chOff x="6808203" y="2178419"/>
            <a:chExt cx="1595755" cy="655320"/>
          </a:xfrm>
        </p:grpSpPr>
        <p:sp>
          <p:nvSpPr>
            <p:cNvPr id="25" name="object 25"/>
            <p:cNvSpPr/>
            <p:nvPr/>
          </p:nvSpPr>
          <p:spPr>
            <a:xfrm>
              <a:off x="6820903" y="2191118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19">
                  <a:moveTo>
                    <a:pt x="120050" y="0"/>
                  </a:moveTo>
                  <a:lnTo>
                    <a:pt x="55330" y="21655"/>
                  </a:lnTo>
                  <a:lnTo>
                    <a:pt x="24879" y="82731"/>
                  </a:lnTo>
                  <a:lnTo>
                    <a:pt x="0" y="438528"/>
                  </a:lnTo>
                  <a:lnTo>
                    <a:pt x="4568" y="473641"/>
                  </a:lnTo>
                  <a:lnTo>
                    <a:pt x="21654" y="503248"/>
                  </a:lnTo>
                  <a:lnTo>
                    <a:pt x="48595" y="524288"/>
                  </a:lnTo>
                  <a:lnTo>
                    <a:pt x="82730" y="533699"/>
                  </a:lnTo>
                  <a:lnTo>
                    <a:pt x="1450242" y="629325"/>
                  </a:lnTo>
                  <a:lnTo>
                    <a:pt x="1485354" y="624756"/>
                  </a:lnTo>
                  <a:lnTo>
                    <a:pt x="1514961" y="607671"/>
                  </a:lnTo>
                  <a:lnTo>
                    <a:pt x="1536002" y="580730"/>
                  </a:lnTo>
                  <a:lnTo>
                    <a:pt x="1545413" y="546595"/>
                  </a:lnTo>
                  <a:lnTo>
                    <a:pt x="1570292" y="190797"/>
                  </a:lnTo>
                  <a:lnTo>
                    <a:pt x="1565723" y="155684"/>
                  </a:lnTo>
                  <a:lnTo>
                    <a:pt x="1548638" y="126077"/>
                  </a:lnTo>
                  <a:lnTo>
                    <a:pt x="1521697" y="105037"/>
                  </a:lnTo>
                  <a:lnTo>
                    <a:pt x="1487562" y="95625"/>
                  </a:lnTo>
                  <a:lnTo>
                    <a:pt x="120050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820903" y="2191119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19">
                  <a:moveTo>
                    <a:pt x="24879" y="82731"/>
                  </a:moveTo>
                  <a:lnTo>
                    <a:pt x="34291" y="48596"/>
                  </a:lnTo>
                  <a:lnTo>
                    <a:pt x="55331" y="21654"/>
                  </a:lnTo>
                  <a:lnTo>
                    <a:pt x="84938" y="4569"/>
                  </a:lnTo>
                  <a:lnTo>
                    <a:pt x="120050" y="0"/>
                  </a:lnTo>
                  <a:lnTo>
                    <a:pt x="1487562" y="95625"/>
                  </a:lnTo>
                  <a:lnTo>
                    <a:pt x="1521697" y="105037"/>
                  </a:lnTo>
                  <a:lnTo>
                    <a:pt x="1548638" y="126077"/>
                  </a:lnTo>
                  <a:lnTo>
                    <a:pt x="1565723" y="155684"/>
                  </a:lnTo>
                  <a:lnTo>
                    <a:pt x="1570293" y="190796"/>
                  </a:lnTo>
                  <a:lnTo>
                    <a:pt x="1545413" y="546594"/>
                  </a:lnTo>
                  <a:lnTo>
                    <a:pt x="1536001" y="580729"/>
                  </a:lnTo>
                  <a:lnTo>
                    <a:pt x="1514961" y="607670"/>
                  </a:lnTo>
                  <a:lnTo>
                    <a:pt x="1485354" y="624756"/>
                  </a:lnTo>
                  <a:lnTo>
                    <a:pt x="1450242" y="629325"/>
                  </a:lnTo>
                  <a:lnTo>
                    <a:pt x="82730" y="533699"/>
                  </a:lnTo>
                  <a:lnTo>
                    <a:pt x="48595" y="524288"/>
                  </a:lnTo>
                  <a:lnTo>
                    <a:pt x="21654" y="503248"/>
                  </a:lnTo>
                  <a:lnTo>
                    <a:pt x="4569" y="473641"/>
                  </a:lnTo>
                  <a:lnTo>
                    <a:pt x="0" y="438528"/>
                  </a:lnTo>
                  <a:lnTo>
                    <a:pt x="24879" y="82731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 rot="180000">
            <a:off x="7143076" y="2338657"/>
            <a:ext cx="938560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00"/>
              </a:lnSpc>
            </a:pPr>
            <a:r>
              <a:rPr sz="1950" spc="-150" baseline="4273" dirty="0">
                <a:solidFill>
                  <a:srgbClr val="FFFFFF"/>
                </a:solidFill>
                <a:latin typeface="Arial"/>
                <a:cs typeface="Arial"/>
              </a:rPr>
              <a:t>Form</a:t>
            </a:r>
            <a:r>
              <a:rPr sz="1950" spc="-150" baseline="2136" dirty="0">
                <a:solidFill>
                  <a:srgbClr val="FFFFFF"/>
                </a:solidFill>
                <a:latin typeface="Arial"/>
                <a:cs typeface="Arial"/>
              </a:rPr>
              <a:t>atos</a:t>
            </a:r>
            <a:r>
              <a:rPr sz="1950" spc="-44" baseline="213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spc="-60" baseline="2136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1300" spc="-40" dirty="0">
                <a:solidFill>
                  <a:srgbClr val="FFFFFF"/>
                </a:solidFill>
                <a:latin typeface="Arial"/>
                <a:cs typeface="Arial"/>
              </a:rPr>
              <a:t>asi</a:t>
            </a:r>
            <a:endParaRPr sz="13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 rot="180000">
            <a:off x="7260810" y="2514168"/>
            <a:ext cx="678876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70"/>
              </a:lnSpc>
            </a:pPr>
            <a:r>
              <a:rPr sz="1950" spc="-52" baseline="2136" dirty="0">
                <a:solidFill>
                  <a:srgbClr val="FFFFFF"/>
                </a:solidFill>
                <a:latin typeface="Arial"/>
                <a:cs typeface="Arial"/>
              </a:rPr>
              <a:t>ilim</a:t>
            </a:r>
            <a:r>
              <a:rPr sz="1300" spc="-35" dirty="0">
                <a:solidFill>
                  <a:srgbClr val="FFFFFF"/>
                </a:solidFill>
                <a:latin typeface="Arial"/>
                <a:cs typeface="Arial"/>
              </a:rPr>
              <a:t>itados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851566" y="1606032"/>
            <a:ext cx="1595755" cy="655320"/>
            <a:chOff x="6851566" y="1606032"/>
            <a:chExt cx="1595755" cy="655320"/>
          </a:xfrm>
        </p:grpSpPr>
        <p:sp>
          <p:nvSpPr>
            <p:cNvPr id="30" name="object 30"/>
            <p:cNvSpPr/>
            <p:nvPr/>
          </p:nvSpPr>
          <p:spPr>
            <a:xfrm>
              <a:off x="6864265" y="1618733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19">
                  <a:moveTo>
                    <a:pt x="120051" y="0"/>
                  </a:moveTo>
                  <a:lnTo>
                    <a:pt x="55332" y="21654"/>
                  </a:lnTo>
                  <a:lnTo>
                    <a:pt x="24880" y="82730"/>
                  </a:lnTo>
                  <a:lnTo>
                    <a:pt x="0" y="438528"/>
                  </a:lnTo>
                  <a:lnTo>
                    <a:pt x="4569" y="473640"/>
                  </a:lnTo>
                  <a:lnTo>
                    <a:pt x="21655" y="503248"/>
                  </a:lnTo>
                  <a:lnTo>
                    <a:pt x="48596" y="524288"/>
                  </a:lnTo>
                  <a:lnTo>
                    <a:pt x="82731" y="533699"/>
                  </a:lnTo>
                  <a:lnTo>
                    <a:pt x="1450243" y="629325"/>
                  </a:lnTo>
                  <a:lnTo>
                    <a:pt x="1485355" y="624755"/>
                  </a:lnTo>
                  <a:lnTo>
                    <a:pt x="1514962" y="607669"/>
                  </a:lnTo>
                  <a:lnTo>
                    <a:pt x="1536002" y="580728"/>
                  </a:lnTo>
                  <a:lnTo>
                    <a:pt x="1545413" y="546594"/>
                  </a:lnTo>
                  <a:lnTo>
                    <a:pt x="1570294" y="190795"/>
                  </a:lnTo>
                  <a:lnTo>
                    <a:pt x="1565724" y="155683"/>
                  </a:lnTo>
                  <a:lnTo>
                    <a:pt x="1548638" y="126076"/>
                  </a:lnTo>
                  <a:lnTo>
                    <a:pt x="1521697" y="105036"/>
                  </a:lnTo>
                  <a:lnTo>
                    <a:pt x="1487562" y="95625"/>
                  </a:lnTo>
                  <a:lnTo>
                    <a:pt x="120051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864266" y="1618732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19">
                  <a:moveTo>
                    <a:pt x="24879" y="82731"/>
                  </a:moveTo>
                  <a:lnTo>
                    <a:pt x="34291" y="48596"/>
                  </a:lnTo>
                  <a:lnTo>
                    <a:pt x="55331" y="21654"/>
                  </a:lnTo>
                  <a:lnTo>
                    <a:pt x="84938" y="4569"/>
                  </a:lnTo>
                  <a:lnTo>
                    <a:pt x="120050" y="0"/>
                  </a:lnTo>
                  <a:lnTo>
                    <a:pt x="1487562" y="95625"/>
                  </a:lnTo>
                  <a:lnTo>
                    <a:pt x="1521697" y="105037"/>
                  </a:lnTo>
                  <a:lnTo>
                    <a:pt x="1548638" y="126077"/>
                  </a:lnTo>
                  <a:lnTo>
                    <a:pt x="1565723" y="155684"/>
                  </a:lnTo>
                  <a:lnTo>
                    <a:pt x="1570293" y="190796"/>
                  </a:lnTo>
                  <a:lnTo>
                    <a:pt x="1545413" y="546594"/>
                  </a:lnTo>
                  <a:lnTo>
                    <a:pt x="1536001" y="580729"/>
                  </a:lnTo>
                  <a:lnTo>
                    <a:pt x="1514961" y="607670"/>
                  </a:lnTo>
                  <a:lnTo>
                    <a:pt x="1485354" y="624756"/>
                  </a:lnTo>
                  <a:lnTo>
                    <a:pt x="1450242" y="629325"/>
                  </a:lnTo>
                  <a:lnTo>
                    <a:pt x="82730" y="533699"/>
                  </a:lnTo>
                  <a:lnTo>
                    <a:pt x="48595" y="524288"/>
                  </a:lnTo>
                  <a:lnTo>
                    <a:pt x="21654" y="503248"/>
                  </a:lnTo>
                  <a:lnTo>
                    <a:pt x="4569" y="473641"/>
                  </a:lnTo>
                  <a:lnTo>
                    <a:pt x="0" y="438528"/>
                  </a:lnTo>
                  <a:lnTo>
                    <a:pt x="24879" y="82731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 rot="180000">
            <a:off x="6978781" y="1857786"/>
            <a:ext cx="1340530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00"/>
              </a:lnSpc>
            </a:pPr>
            <a:r>
              <a:rPr sz="1950" spc="-165" baseline="6410" dirty="0">
                <a:solidFill>
                  <a:srgbClr val="FFFFFF"/>
                </a:solidFill>
                <a:latin typeface="Arial"/>
                <a:cs typeface="Arial"/>
              </a:rPr>
              <a:t>Gran</a:t>
            </a:r>
            <a:r>
              <a:rPr sz="1950" spc="-165" baseline="4273" dirty="0">
                <a:solidFill>
                  <a:srgbClr val="FFFFFF"/>
                </a:solidFill>
                <a:latin typeface="Arial"/>
                <a:cs typeface="Arial"/>
              </a:rPr>
              <a:t>des</a:t>
            </a:r>
            <a:r>
              <a:rPr sz="1950" spc="-82" baseline="4273" dirty="0">
                <a:solidFill>
                  <a:srgbClr val="FFFFFF"/>
                </a:solidFill>
                <a:latin typeface="Arial"/>
                <a:cs typeface="Arial"/>
              </a:rPr>
              <a:t> v</a:t>
            </a:r>
            <a:r>
              <a:rPr sz="1950" spc="-82" baseline="2136" dirty="0">
                <a:solidFill>
                  <a:srgbClr val="FFFFFF"/>
                </a:solidFill>
                <a:latin typeface="Arial"/>
                <a:cs typeface="Arial"/>
              </a:rPr>
              <a:t>olúmen</a:t>
            </a:r>
            <a:r>
              <a:rPr sz="1300" spc="-55" dirty="0">
                <a:solidFill>
                  <a:srgbClr val="FFFFFF"/>
                </a:solidFill>
                <a:latin typeface="Arial"/>
                <a:cs typeface="Arial"/>
              </a:rPr>
              <a:t>es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4466625" y="3167084"/>
            <a:ext cx="1595755" cy="655320"/>
            <a:chOff x="4466625" y="3167084"/>
            <a:chExt cx="1595755" cy="655320"/>
          </a:xfrm>
        </p:grpSpPr>
        <p:sp>
          <p:nvSpPr>
            <p:cNvPr id="34" name="object 34"/>
            <p:cNvSpPr/>
            <p:nvPr/>
          </p:nvSpPr>
          <p:spPr>
            <a:xfrm>
              <a:off x="4479325" y="3179785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20">
                  <a:moveTo>
                    <a:pt x="120050" y="0"/>
                  </a:moveTo>
                  <a:lnTo>
                    <a:pt x="55330" y="21655"/>
                  </a:lnTo>
                  <a:lnTo>
                    <a:pt x="24879" y="82731"/>
                  </a:lnTo>
                  <a:lnTo>
                    <a:pt x="0" y="438528"/>
                  </a:lnTo>
                  <a:lnTo>
                    <a:pt x="4568" y="473640"/>
                  </a:lnTo>
                  <a:lnTo>
                    <a:pt x="21654" y="503248"/>
                  </a:lnTo>
                  <a:lnTo>
                    <a:pt x="48595" y="524288"/>
                  </a:lnTo>
                  <a:lnTo>
                    <a:pt x="82730" y="533699"/>
                  </a:lnTo>
                  <a:lnTo>
                    <a:pt x="1450242" y="629325"/>
                  </a:lnTo>
                  <a:lnTo>
                    <a:pt x="1485354" y="624756"/>
                  </a:lnTo>
                  <a:lnTo>
                    <a:pt x="1514961" y="607670"/>
                  </a:lnTo>
                  <a:lnTo>
                    <a:pt x="1536000" y="580729"/>
                  </a:lnTo>
                  <a:lnTo>
                    <a:pt x="1545412" y="546594"/>
                  </a:lnTo>
                  <a:lnTo>
                    <a:pt x="1570292" y="190797"/>
                  </a:lnTo>
                  <a:lnTo>
                    <a:pt x="1565723" y="155684"/>
                  </a:lnTo>
                  <a:lnTo>
                    <a:pt x="1548637" y="126077"/>
                  </a:lnTo>
                  <a:lnTo>
                    <a:pt x="1521696" y="105037"/>
                  </a:lnTo>
                  <a:lnTo>
                    <a:pt x="1487561" y="95625"/>
                  </a:lnTo>
                  <a:lnTo>
                    <a:pt x="120050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479325" y="3179784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20">
                  <a:moveTo>
                    <a:pt x="24879" y="82731"/>
                  </a:moveTo>
                  <a:lnTo>
                    <a:pt x="34291" y="48596"/>
                  </a:lnTo>
                  <a:lnTo>
                    <a:pt x="55331" y="21654"/>
                  </a:lnTo>
                  <a:lnTo>
                    <a:pt x="84938" y="4569"/>
                  </a:lnTo>
                  <a:lnTo>
                    <a:pt x="120050" y="0"/>
                  </a:lnTo>
                  <a:lnTo>
                    <a:pt x="1487562" y="95625"/>
                  </a:lnTo>
                  <a:lnTo>
                    <a:pt x="1521697" y="105037"/>
                  </a:lnTo>
                  <a:lnTo>
                    <a:pt x="1548638" y="126077"/>
                  </a:lnTo>
                  <a:lnTo>
                    <a:pt x="1565723" y="155684"/>
                  </a:lnTo>
                  <a:lnTo>
                    <a:pt x="1570293" y="190796"/>
                  </a:lnTo>
                  <a:lnTo>
                    <a:pt x="1545413" y="546594"/>
                  </a:lnTo>
                  <a:lnTo>
                    <a:pt x="1536001" y="580729"/>
                  </a:lnTo>
                  <a:lnTo>
                    <a:pt x="1514961" y="607670"/>
                  </a:lnTo>
                  <a:lnTo>
                    <a:pt x="1485354" y="624756"/>
                  </a:lnTo>
                  <a:lnTo>
                    <a:pt x="1450242" y="629325"/>
                  </a:lnTo>
                  <a:lnTo>
                    <a:pt x="82730" y="533699"/>
                  </a:lnTo>
                  <a:lnTo>
                    <a:pt x="48595" y="524288"/>
                  </a:lnTo>
                  <a:lnTo>
                    <a:pt x="21654" y="503248"/>
                  </a:lnTo>
                  <a:lnTo>
                    <a:pt x="4569" y="473641"/>
                  </a:lnTo>
                  <a:lnTo>
                    <a:pt x="0" y="438528"/>
                  </a:lnTo>
                  <a:lnTo>
                    <a:pt x="24879" y="82731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 rot="180000">
            <a:off x="4864027" y="3327305"/>
            <a:ext cx="813225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00"/>
              </a:lnSpc>
            </a:pPr>
            <a:r>
              <a:rPr sz="1950" spc="-112" baseline="4273" dirty="0">
                <a:solidFill>
                  <a:srgbClr val="FFFFFF"/>
                </a:solidFill>
                <a:latin typeface="Arial"/>
                <a:cs typeface="Arial"/>
              </a:rPr>
              <a:t>Mo</a:t>
            </a:r>
            <a:r>
              <a:rPr sz="1950" spc="-112" baseline="2136" dirty="0">
                <a:solidFill>
                  <a:srgbClr val="FFFFFF"/>
                </a:solidFill>
                <a:latin typeface="Arial"/>
                <a:cs typeface="Arial"/>
              </a:rPr>
              <a:t>delos</a:t>
            </a:r>
            <a:r>
              <a:rPr sz="1950" spc="-67" baseline="213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endParaRPr sz="13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 rot="180000">
            <a:off x="4881991" y="3504720"/>
            <a:ext cx="753017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80"/>
              </a:lnSpc>
            </a:pPr>
            <a:r>
              <a:rPr sz="1950" spc="-104" baseline="2136" dirty="0">
                <a:solidFill>
                  <a:srgbClr val="FFFFFF"/>
                </a:solidFill>
                <a:latin typeface="Arial"/>
                <a:cs typeface="Arial"/>
              </a:rPr>
              <a:t>Simula</a:t>
            </a:r>
            <a:r>
              <a:rPr sz="1300" spc="-70" dirty="0">
                <a:solidFill>
                  <a:srgbClr val="FFFFFF"/>
                </a:solidFill>
                <a:latin typeface="Arial"/>
                <a:cs typeface="Arial"/>
              </a:rPr>
              <a:t>ción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4509987" y="2594699"/>
            <a:ext cx="1595755" cy="655320"/>
            <a:chOff x="4509987" y="2594699"/>
            <a:chExt cx="1595755" cy="655320"/>
          </a:xfrm>
        </p:grpSpPr>
        <p:sp>
          <p:nvSpPr>
            <p:cNvPr id="39" name="object 39"/>
            <p:cNvSpPr/>
            <p:nvPr/>
          </p:nvSpPr>
          <p:spPr>
            <a:xfrm>
              <a:off x="4522687" y="2607400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19">
                  <a:moveTo>
                    <a:pt x="120050" y="0"/>
                  </a:moveTo>
                  <a:lnTo>
                    <a:pt x="55330" y="21654"/>
                  </a:lnTo>
                  <a:lnTo>
                    <a:pt x="24879" y="82730"/>
                  </a:lnTo>
                  <a:lnTo>
                    <a:pt x="0" y="438528"/>
                  </a:lnTo>
                  <a:lnTo>
                    <a:pt x="4568" y="473640"/>
                  </a:lnTo>
                  <a:lnTo>
                    <a:pt x="21654" y="503248"/>
                  </a:lnTo>
                  <a:lnTo>
                    <a:pt x="48595" y="524288"/>
                  </a:lnTo>
                  <a:lnTo>
                    <a:pt x="82730" y="533699"/>
                  </a:lnTo>
                  <a:lnTo>
                    <a:pt x="1450242" y="629324"/>
                  </a:lnTo>
                  <a:lnTo>
                    <a:pt x="1485354" y="624755"/>
                  </a:lnTo>
                  <a:lnTo>
                    <a:pt x="1514961" y="607669"/>
                  </a:lnTo>
                  <a:lnTo>
                    <a:pt x="1536002" y="580728"/>
                  </a:lnTo>
                  <a:lnTo>
                    <a:pt x="1545413" y="546594"/>
                  </a:lnTo>
                  <a:lnTo>
                    <a:pt x="1570292" y="190795"/>
                  </a:lnTo>
                  <a:lnTo>
                    <a:pt x="1565723" y="155683"/>
                  </a:lnTo>
                  <a:lnTo>
                    <a:pt x="1548638" y="126076"/>
                  </a:lnTo>
                  <a:lnTo>
                    <a:pt x="1521697" y="105036"/>
                  </a:lnTo>
                  <a:lnTo>
                    <a:pt x="1487562" y="95624"/>
                  </a:lnTo>
                  <a:lnTo>
                    <a:pt x="120050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522687" y="2607399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19">
                  <a:moveTo>
                    <a:pt x="24879" y="82731"/>
                  </a:moveTo>
                  <a:lnTo>
                    <a:pt x="34291" y="48596"/>
                  </a:lnTo>
                  <a:lnTo>
                    <a:pt x="55331" y="21654"/>
                  </a:lnTo>
                  <a:lnTo>
                    <a:pt x="84938" y="4569"/>
                  </a:lnTo>
                  <a:lnTo>
                    <a:pt x="120050" y="0"/>
                  </a:lnTo>
                  <a:lnTo>
                    <a:pt x="1487562" y="95625"/>
                  </a:lnTo>
                  <a:lnTo>
                    <a:pt x="1521697" y="105037"/>
                  </a:lnTo>
                  <a:lnTo>
                    <a:pt x="1548638" y="126077"/>
                  </a:lnTo>
                  <a:lnTo>
                    <a:pt x="1565723" y="155684"/>
                  </a:lnTo>
                  <a:lnTo>
                    <a:pt x="1570293" y="190796"/>
                  </a:lnTo>
                  <a:lnTo>
                    <a:pt x="1545413" y="546594"/>
                  </a:lnTo>
                  <a:lnTo>
                    <a:pt x="1536001" y="580729"/>
                  </a:lnTo>
                  <a:lnTo>
                    <a:pt x="1514961" y="607670"/>
                  </a:lnTo>
                  <a:lnTo>
                    <a:pt x="1485354" y="624756"/>
                  </a:lnTo>
                  <a:lnTo>
                    <a:pt x="1450242" y="629325"/>
                  </a:lnTo>
                  <a:lnTo>
                    <a:pt x="82730" y="533699"/>
                  </a:lnTo>
                  <a:lnTo>
                    <a:pt x="48595" y="524288"/>
                  </a:lnTo>
                  <a:lnTo>
                    <a:pt x="21654" y="503248"/>
                  </a:lnTo>
                  <a:lnTo>
                    <a:pt x="4569" y="473641"/>
                  </a:lnTo>
                  <a:lnTo>
                    <a:pt x="0" y="438528"/>
                  </a:lnTo>
                  <a:lnTo>
                    <a:pt x="24879" y="82731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 rot="180000">
            <a:off x="4765188" y="2844356"/>
            <a:ext cx="1085148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00"/>
              </a:lnSpc>
            </a:pPr>
            <a:r>
              <a:rPr sz="1950" spc="-165" baseline="641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sz="1950" spc="-165" baseline="4273" dirty="0">
                <a:solidFill>
                  <a:srgbClr val="FFFFFF"/>
                </a:solidFill>
                <a:latin typeface="Arial"/>
                <a:cs typeface="Arial"/>
              </a:rPr>
              <a:t>atos</a:t>
            </a:r>
            <a:r>
              <a:rPr sz="1950" spc="-82" baseline="427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spc="-75" baseline="4273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1950" spc="-75" baseline="2136" dirty="0">
                <a:solidFill>
                  <a:srgbClr val="FFFFFF"/>
                </a:solidFill>
                <a:latin typeface="Arial"/>
                <a:cs typeface="Arial"/>
              </a:rPr>
              <a:t>intéti</a:t>
            </a:r>
            <a:r>
              <a:rPr sz="1300" spc="-50" dirty="0">
                <a:solidFill>
                  <a:srgbClr val="FFFFFF"/>
                </a:solidFill>
                <a:latin typeface="Arial"/>
                <a:cs typeface="Arial"/>
              </a:rPr>
              <a:t>cos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4553349" y="2022313"/>
            <a:ext cx="1595755" cy="655320"/>
            <a:chOff x="4553349" y="2022313"/>
            <a:chExt cx="1595755" cy="655320"/>
          </a:xfrm>
        </p:grpSpPr>
        <p:sp>
          <p:nvSpPr>
            <p:cNvPr id="43" name="object 43"/>
            <p:cNvSpPr/>
            <p:nvPr/>
          </p:nvSpPr>
          <p:spPr>
            <a:xfrm>
              <a:off x="4566050" y="2035013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19">
                  <a:moveTo>
                    <a:pt x="120050" y="0"/>
                  </a:moveTo>
                  <a:lnTo>
                    <a:pt x="55330" y="21654"/>
                  </a:lnTo>
                  <a:lnTo>
                    <a:pt x="24879" y="82731"/>
                  </a:lnTo>
                  <a:lnTo>
                    <a:pt x="0" y="438528"/>
                  </a:lnTo>
                  <a:lnTo>
                    <a:pt x="4568" y="473640"/>
                  </a:lnTo>
                  <a:lnTo>
                    <a:pt x="21654" y="503248"/>
                  </a:lnTo>
                  <a:lnTo>
                    <a:pt x="48595" y="524288"/>
                  </a:lnTo>
                  <a:lnTo>
                    <a:pt x="82730" y="533699"/>
                  </a:lnTo>
                  <a:lnTo>
                    <a:pt x="1450242" y="629325"/>
                  </a:lnTo>
                  <a:lnTo>
                    <a:pt x="1485354" y="624756"/>
                  </a:lnTo>
                  <a:lnTo>
                    <a:pt x="1514961" y="607670"/>
                  </a:lnTo>
                  <a:lnTo>
                    <a:pt x="1536002" y="580729"/>
                  </a:lnTo>
                  <a:lnTo>
                    <a:pt x="1545413" y="546594"/>
                  </a:lnTo>
                  <a:lnTo>
                    <a:pt x="1570292" y="190797"/>
                  </a:lnTo>
                  <a:lnTo>
                    <a:pt x="1565723" y="155684"/>
                  </a:lnTo>
                  <a:lnTo>
                    <a:pt x="1548638" y="126077"/>
                  </a:lnTo>
                  <a:lnTo>
                    <a:pt x="1521697" y="105037"/>
                  </a:lnTo>
                  <a:lnTo>
                    <a:pt x="1487562" y="95625"/>
                  </a:lnTo>
                  <a:lnTo>
                    <a:pt x="120050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566049" y="2035013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19">
                  <a:moveTo>
                    <a:pt x="24879" y="82731"/>
                  </a:moveTo>
                  <a:lnTo>
                    <a:pt x="34291" y="48596"/>
                  </a:lnTo>
                  <a:lnTo>
                    <a:pt x="55331" y="21654"/>
                  </a:lnTo>
                  <a:lnTo>
                    <a:pt x="84938" y="4569"/>
                  </a:lnTo>
                  <a:lnTo>
                    <a:pt x="120050" y="0"/>
                  </a:lnTo>
                  <a:lnTo>
                    <a:pt x="1487562" y="95625"/>
                  </a:lnTo>
                  <a:lnTo>
                    <a:pt x="1521697" y="105037"/>
                  </a:lnTo>
                  <a:lnTo>
                    <a:pt x="1548638" y="126077"/>
                  </a:lnTo>
                  <a:lnTo>
                    <a:pt x="1565723" y="155684"/>
                  </a:lnTo>
                  <a:lnTo>
                    <a:pt x="1570293" y="190796"/>
                  </a:lnTo>
                  <a:lnTo>
                    <a:pt x="1545413" y="546594"/>
                  </a:lnTo>
                  <a:lnTo>
                    <a:pt x="1536001" y="580729"/>
                  </a:lnTo>
                  <a:lnTo>
                    <a:pt x="1514961" y="607670"/>
                  </a:lnTo>
                  <a:lnTo>
                    <a:pt x="1485354" y="624756"/>
                  </a:lnTo>
                  <a:lnTo>
                    <a:pt x="1450242" y="629325"/>
                  </a:lnTo>
                  <a:lnTo>
                    <a:pt x="82730" y="533699"/>
                  </a:lnTo>
                  <a:lnTo>
                    <a:pt x="48595" y="524288"/>
                  </a:lnTo>
                  <a:lnTo>
                    <a:pt x="21654" y="503248"/>
                  </a:lnTo>
                  <a:lnTo>
                    <a:pt x="4569" y="473641"/>
                  </a:lnTo>
                  <a:lnTo>
                    <a:pt x="0" y="438528"/>
                  </a:lnTo>
                  <a:lnTo>
                    <a:pt x="24879" y="82731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 rot="180000">
            <a:off x="4700705" y="2273800"/>
            <a:ext cx="1301469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00"/>
              </a:lnSpc>
            </a:pPr>
            <a:r>
              <a:rPr sz="1950" spc="-150" baseline="6410" dirty="0">
                <a:solidFill>
                  <a:srgbClr val="FFFFFF"/>
                </a:solidFill>
                <a:latin typeface="Arial"/>
                <a:cs typeface="Arial"/>
              </a:rPr>
              <a:t>Form</a:t>
            </a:r>
            <a:r>
              <a:rPr sz="1950" spc="-150" baseline="4273" dirty="0">
                <a:solidFill>
                  <a:srgbClr val="FFFFFF"/>
                </a:solidFill>
                <a:latin typeface="Arial"/>
                <a:cs typeface="Arial"/>
              </a:rPr>
              <a:t>atos</a:t>
            </a:r>
            <a:r>
              <a:rPr sz="1950" spc="-44" baseline="427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spc="-15" baseline="4273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1950" spc="-15" baseline="2136" dirty="0">
                <a:solidFill>
                  <a:srgbClr val="FFFFFF"/>
                </a:solidFill>
                <a:latin typeface="Arial"/>
                <a:cs typeface="Arial"/>
              </a:rPr>
              <a:t>imita</a:t>
            </a:r>
            <a:r>
              <a:rPr sz="1300" spc="-10" dirty="0">
                <a:solidFill>
                  <a:srgbClr val="FFFFFF"/>
                </a:solidFill>
                <a:latin typeface="Arial"/>
                <a:cs typeface="Arial"/>
              </a:rPr>
              <a:t>dos</a:t>
            </a:r>
            <a:endParaRPr sz="1300" dirty="0">
              <a:latin typeface="Arial"/>
              <a:cs typeface="Arial"/>
            </a:endParaRPr>
          </a:p>
        </p:txBody>
      </p:sp>
      <p:pic>
        <p:nvPicPr>
          <p:cNvPr id="63" name="Picture 62" descr="A diagram of a company&#10;&#10;Description automatically generated">
            <a:extLst>
              <a:ext uri="{FF2B5EF4-FFF2-40B4-BE49-F238E27FC236}">
                <a16:creationId xmlns:a16="http://schemas.microsoft.com/office/drawing/2014/main" id="{6FF171C3-C78D-46F7-6676-E61D8154B7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292" y="2049286"/>
            <a:ext cx="2286071" cy="272113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5080">
              <a:lnSpc>
                <a:spcPct val="71000"/>
              </a:lnSpc>
              <a:spcBef>
                <a:spcPts val="1490"/>
              </a:spcBef>
            </a:pPr>
            <a:r>
              <a:rPr dirty="0"/>
              <a:t>Datos</a:t>
            </a:r>
            <a:r>
              <a:rPr spc="-30" dirty="0"/>
              <a:t> </a:t>
            </a:r>
            <a:r>
              <a:rPr spc="-25" dirty="0"/>
              <a:t>vs </a:t>
            </a:r>
            <a:r>
              <a:rPr spc="-35" dirty="0"/>
              <a:t>Tecnología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0625" y="1326387"/>
            <a:ext cx="2356485" cy="74485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61594" marR="5080" indent="-49530">
              <a:lnSpc>
                <a:spcPct val="68600"/>
              </a:lnSpc>
              <a:spcBef>
                <a:spcPts val="1155"/>
              </a:spcBef>
            </a:pP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La</a:t>
            </a:r>
            <a:r>
              <a:rPr sz="2800" b="1" spc="-35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tecnología:</a:t>
            </a:r>
            <a:r>
              <a:rPr sz="2800" b="1" spc="-30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spc="-25" dirty="0">
                <a:solidFill>
                  <a:srgbClr val="FF0000"/>
                </a:solidFill>
                <a:latin typeface="Arial Narrow"/>
                <a:cs typeface="Arial Narrow"/>
              </a:rPr>
              <a:t>El </a:t>
            </a: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almacenamiento</a:t>
            </a:r>
            <a:endParaRPr sz="2800">
              <a:latin typeface="Arial Narrow"/>
              <a:cs typeface="Arial Narrow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379157" y="3323190"/>
            <a:ext cx="4765040" cy="1820545"/>
            <a:chOff x="4379157" y="3323190"/>
            <a:chExt cx="4765040" cy="1820545"/>
          </a:xfrm>
        </p:grpSpPr>
        <p:sp>
          <p:nvSpPr>
            <p:cNvPr id="5" name="object 5"/>
            <p:cNvSpPr/>
            <p:nvPr/>
          </p:nvSpPr>
          <p:spPr>
            <a:xfrm>
              <a:off x="8254885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23315" y="4153559"/>
              <a:ext cx="650875" cy="650875"/>
            </a:xfrm>
            <a:custGeom>
              <a:avLst/>
              <a:gdLst/>
              <a:ahLst/>
              <a:cxnLst/>
              <a:rect l="l" t="t" r="r" b="b"/>
              <a:pathLst>
                <a:path w="650875" h="650875">
                  <a:moveTo>
                    <a:pt x="325219" y="0"/>
                  </a:moveTo>
                  <a:lnTo>
                    <a:pt x="0" y="650437"/>
                  </a:lnTo>
                  <a:lnTo>
                    <a:pt x="650438" y="650437"/>
                  </a:lnTo>
                  <a:lnTo>
                    <a:pt x="325219" y="0"/>
                  </a:lnTo>
                  <a:close/>
                </a:path>
              </a:pathLst>
            </a:custGeom>
            <a:solidFill>
              <a:srgbClr val="D0D8E8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023315" y="4153559"/>
              <a:ext cx="650875" cy="650875"/>
            </a:xfrm>
            <a:custGeom>
              <a:avLst/>
              <a:gdLst/>
              <a:ahLst/>
              <a:cxnLst/>
              <a:rect l="l" t="t" r="r" b="b"/>
              <a:pathLst>
                <a:path w="650875" h="650875">
                  <a:moveTo>
                    <a:pt x="0" y="650438"/>
                  </a:moveTo>
                  <a:lnTo>
                    <a:pt x="325219" y="0"/>
                  </a:lnTo>
                  <a:lnTo>
                    <a:pt x="650438" y="650438"/>
                  </a:lnTo>
                  <a:lnTo>
                    <a:pt x="0" y="650438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391858" y="3739013"/>
              <a:ext cx="3913504" cy="544830"/>
            </a:xfrm>
            <a:custGeom>
              <a:avLst/>
              <a:gdLst/>
              <a:ahLst/>
              <a:cxnLst/>
              <a:rect l="l" t="t" r="r" b="b"/>
              <a:pathLst>
                <a:path w="3913504" h="544829">
                  <a:moveTo>
                    <a:pt x="19041" y="0"/>
                  </a:moveTo>
                  <a:lnTo>
                    <a:pt x="0" y="272315"/>
                  </a:lnTo>
                  <a:lnTo>
                    <a:pt x="3894311" y="544632"/>
                  </a:lnTo>
                  <a:lnTo>
                    <a:pt x="3913353" y="272316"/>
                  </a:lnTo>
                  <a:lnTo>
                    <a:pt x="19041" y="0"/>
                  </a:lnTo>
                  <a:close/>
                </a:path>
              </a:pathLst>
            </a:custGeom>
            <a:solidFill>
              <a:srgbClr val="D0D8E8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391857" y="3739013"/>
              <a:ext cx="3913504" cy="544830"/>
            </a:xfrm>
            <a:custGeom>
              <a:avLst/>
              <a:gdLst/>
              <a:ahLst/>
              <a:cxnLst/>
              <a:rect l="l" t="t" r="r" b="b"/>
              <a:pathLst>
                <a:path w="3913504" h="544829">
                  <a:moveTo>
                    <a:pt x="19042" y="0"/>
                  </a:moveTo>
                  <a:lnTo>
                    <a:pt x="3913354" y="272316"/>
                  </a:lnTo>
                  <a:lnTo>
                    <a:pt x="3894312" y="544632"/>
                  </a:lnTo>
                  <a:lnTo>
                    <a:pt x="0" y="272316"/>
                  </a:lnTo>
                  <a:lnTo>
                    <a:pt x="19042" y="0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734177" y="3335891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20">
                  <a:moveTo>
                    <a:pt x="120050" y="0"/>
                  </a:moveTo>
                  <a:lnTo>
                    <a:pt x="55331" y="21654"/>
                  </a:lnTo>
                  <a:lnTo>
                    <a:pt x="24880" y="82730"/>
                  </a:lnTo>
                  <a:lnTo>
                    <a:pt x="0" y="438528"/>
                  </a:lnTo>
                  <a:lnTo>
                    <a:pt x="4569" y="473640"/>
                  </a:lnTo>
                  <a:lnTo>
                    <a:pt x="21655" y="503248"/>
                  </a:lnTo>
                  <a:lnTo>
                    <a:pt x="48596" y="524288"/>
                  </a:lnTo>
                  <a:lnTo>
                    <a:pt x="82731" y="533699"/>
                  </a:lnTo>
                  <a:lnTo>
                    <a:pt x="1450242" y="629324"/>
                  </a:lnTo>
                  <a:lnTo>
                    <a:pt x="1485354" y="624755"/>
                  </a:lnTo>
                  <a:lnTo>
                    <a:pt x="1514961" y="607669"/>
                  </a:lnTo>
                  <a:lnTo>
                    <a:pt x="1536002" y="580728"/>
                  </a:lnTo>
                  <a:lnTo>
                    <a:pt x="1545413" y="546593"/>
                  </a:lnTo>
                  <a:lnTo>
                    <a:pt x="1570292" y="190795"/>
                  </a:lnTo>
                  <a:lnTo>
                    <a:pt x="1565723" y="155683"/>
                  </a:lnTo>
                  <a:lnTo>
                    <a:pt x="1548638" y="126076"/>
                  </a:lnTo>
                  <a:lnTo>
                    <a:pt x="1521697" y="105036"/>
                  </a:lnTo>
                  <a:lnTo>
                    <a:pt x="1487562" y="95624"/>
                  </a:lnTo>
                  <a:lnTo>
                    <a:pt x="120050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734177" y="3335890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20">
                  <a:moveTo>
                    <a:pt x="24879" y="82731"/>
                  </a:moveTo>
                  <a:lnTo>
                    <a:pt x="34291" y="48596"/>
                  </a:lnTo>
                  <a:lnTo>
                    <a:pt x="55331" y="21654"/>
                  </a:lnTo>
                  <a:lnTo>
                    <a:pt x="84938" y="4569"/>
                  </a:lnTo>
                  <a:lnTo>
                    <a:pt x="120050" y="0"/>
                  </a:lnTo>
                  <a:lnTo>
                    <a:pt x="1487562" y="95625"/>
                  </a:lnTo>
                  <a:lnTo>
                    <a:pt x="1521697" y="105037"/>
                  </a:lnTo>
                  <a:lnTo>
                    <a:pt x="1548638" y="126077"/>
                  </a:lnTo>
                  <a:lnTo>
                    <a:pt x="1565723" y="155684"/>
                  </a:lnTo>
                  <a:lnTo>
                    <a:pt x="1570293" y="190796"/>
                  </a:lnTo>
                  <a:lnTo>
                    <a:pt x="1545413" y="546594"/>
                  </a:lnTo>
                  <a:lnTo>
                    <a:pt x="1536001" y="580729"/>
                  </a:lnTo>
                  <a:lnTo>
                    <a:pt x="1514961" y="607670"/>
                  </a:lnTo>
                  <a:lnTo>
                    <a:pt x="1485354" y="624756"/>
                  </a:lnTo>
                  <a:lnTo>
                    <a:pt x="1450242" y="629325"/>
                  </a:lnTo>
                  <a:lnTo>
                    <a:pt x="82730" y="533699"/>
                  </a:lnTo>
                  <a:lnTo>
                    <a:pt x="48595" y="524288"/>
                  </a:lnTo>
                  <a:lnTo>
                    <a:pt x="21654" y="503248"/>
                  </a:lnTo>
                  <a:lnTo>
                    <a:pt x="4569" y="473641"/>
                  </a:lnTo>
                  <a:lnTo>
                    <a:pt x="0" y="438528"/>
                  </a:lnTo>
                  <a:lnTo>
                    <a:pt x="24879" y="82731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4427882" y="455042"/>
            <a:ext cx="1586865" cy="892810"/>
            <a:chOff x="4427882" y="455042"/>
            <a:chExt cx="1586865" cy="892810"/>
          </a:xfrm>
        </p:grpSpPr>
        <p:sp>
          <p:nvSpPr>
            <p:cNvPr id="13" name="object 13"/>
            <p:cNvSpPr/>
            <p:nvPr/>
          </p:nvSpPr>
          <p:spPr>
            <a:xfrm>
              <a:off x="4440582" y="467742"/>
              <a:ext cx="1561465" cy="867410"/>
            </a:xfrm>
            <a:custGeom>
              <a:avLst/>
              <a:gdLst/>
              <a:ahLst/>
              <a:cxnLst/>
              <a:rect l="l" t="t" r="r" b="b"/>
              <a:pathLst>
                <a:path w="1561464" h="867410">
                  <a:moveTo>
                    <a:pt x="1474326" y="0"/>
                  </a:moveTo>
                  <a:lnTo>
                    <a:pt x="86724" y="0"/>
                  </a:lnTo>
                  <a:lnTo>
                    <a:pt x="52967" y="6815"/>
                  </a:lnTo>
                  <a:lnTo>
                    <a:pt x="25400" y="25400"/>
                  </a:lnTo>
                  <a:lnTo>
                    <a:pt x="6815" y="52967"/>
                  </a:lnTo>
                  <a:lnTo>
                    <a:pt x="0" y="86724"/>
                  </a:lnTo>
                  <a:lnTo>
                    <a:pt x="0" y="780525"/>
                  </a:lnTo>
                  <a:lnTo>
                    <a:pt x="6815" y="814282"/>
                  </a:lnTo>
                  <a:lnTo>
                    <a:pt x="25400" y="841849"/>
                  </a:lnTo>
                  <a:lnTo>
                    <a:pt x="52967" y="860435"/>
                  </a:lnTo>
                  <a:lnTo>
                    <a:pt x="86724" y="867251"/>
                  </a:lnTo>
                  <a:lnTo>
                    <a:pt x="1474326" y="867251"/>
                  </a:lnTo>
                  <a:lnTo>
                    <a:pt x="1508083" y="860435"/>
                  </a:lnTo>
                  <a:lnTo>
                    <a:pt x="1535650" y="841849"/>
                  </a:lnTo>
                  <a:lnTo>
                    <a:pt x="1554236" y="814282"/>
                  </a:lnTo>
                  <a:lnTo>
                    <a:pt x="1561052" y="780525"/>
                  </a:lnTo>
                  <a:lnTo>
                    <a:pt x="1561052" y="86724"/>
                  </a:lnTo>
                  <a:lnTo>
                    <a:pt x="1554236" y="52967"/>
                  </a:lnTo>
                  <a:lnTo>
                    <a:pt x="1535650" y="25400"/>
                  </a:lnTo>
                  <a:lnTo>
                    <a:pt x="1508083" y="6815"/>
                  </a:lnTo>
                  <a:lnTo>
                    <a:pt x="1474326" y="0"/>
                  </a:lnTo>
                  <a:close/>
                </a:path>
              </a:pathLst>
            </a:custGeom>
            <a:solidFill>
              <a:srgbClr val="D7E4BD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440582" y="467742"/>
              <a:ext cx="1561465" cy="867410"/>
            </a:xfrm>
            <a:custGeom>
              <a:avLst/>
              <a:gdLst/>
              <a:ahLst/>
              <a:cxnLst/>
              <a:rect l="l" t="t" r="r" b="b"/>
              <a:pathLst>
                <a:path w="1561464" h="867410">
                  <a:moveTo>
                    <a:pt x="0" y="86725"/>
                  </a:moveTo>
                  <a:lnTo>
                    <a:pt x="6815" y="52967"/>
                  </a:lnTo>
                  <a:lnTo>
                    <a:pt x="25401" y="25401"/>
                  </a:lnTo>
                  <a:lnTo>
                    <a:pt x="52967" y="6815"/>
                  </a:lnTo>
                  <a:lnTo>
                    <a:pt x="86725" y="0"/>
                  </a:lnTo>
                  <a:lnTo>
                    <a:pt x="1474327" y="0"/>
                  </a:lnTo>
                  <a:lnTo>
                    <a:pt x="1508084" y="6815"/>
                  </a:lnTo>
                  <a:lnTo>
                    <a:pt x="1535650" y="25401"/>
                  </a:lnTo>
                  <a:lnTo>
                    <a:pt x="1554236" y="52967"/>
                  </a:lnTo>
                  <a:lnTo>
                    <a:pt x="1561052" y="86725"/>
                  </a:lnTo>
                  <a:lnTo>
                    <a:pt x="1561052" y="780525"/>
                  </a:lnTo>
                  <a:lnTo>
                    <a:pt x="1554236" y="814283"/>
                  </a:lnTo>
                  <a:lnTo>
                    <a:pt x="1535650" y="841849"/>
                  </a:lnTo>
                  <a:lnTo>
                    <a:pt x="1508084" y="860435"/>
                  </a:lnTo>
                  <a:lnTo>
                    <a:pt x="1474327" y="867251"/>
                  </a:lnTo>
                  <a:lnTo>
                    <a:pt x="86725" y="867251"/>
                  </a:lnTo>
                  <a:lnTo>
                    <a:pt x="52967" y="860435"/>
                  </a:lnTo>
                  <a:lnTo>
                    <a:pt x="25401" y="841849"/>
                  </a:lnTo>
                  <a:lnTo>
                    <a:pt x="6815" y="814283"/>
                  </a:lnTo>
                  <a:lnTo>
                    <a:pt x="0" y="780525"/>
                  </a:lnTo>
                  <a:lnTo>
                    <a:pt x="0" y="86725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666213" y="553719"/>
            <a:ext cx="1109345" cy="589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700" spc="-185" dirty="0">
                <a:latin typeface="Arial"/>
                <a:cs typeface="Arial"/>
              </a:rPr>
              <a:t>Antes</a:t>
            </a:r>
            <a:endParaRPr sz="37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682736" y="455042"/>
            <a:ext cx="1586865" cy="892810"/>
            <a:chOff x="6682736" y="455042"/>
            <a:chExt cx="1586865" cy="892810"/>
          </a:xfrm>
        </p:grpSpPr>
        <p:sp>
          <p:nvSpPr>
            <p:cNvPr id="17" name="object 17"/>
            <p:cNvSpPr/>
            <p:nvPr/>
          </p:nvSpPr>
          <p:spPr>
            <a:xfrm>
              <a:off x="6695436" y="467742"/>
              <a:ext cx="1561465" cy="867410"/>
            </a:xfrm>
            <a:custGeom>
              <a:avLst/>
              <a:gdLst/>
              <a:ahLst/>
              <a:cxnLst/>
              <a:rect l="l" t="t" r="r" b="b"/>
              <a:pathLst>
                <a:path w="1561465" h="867410">
                  <a:moveTo>
                    <a:pt x="1474326" y="0"/>
                  </a:moveTo>
                  <a:lnTo>
                    <a:pt x="86724" y="0"/>
                  </a:lnTo>
                  <a:lnTo>
                    <a:pt x="52967" y="6815"/>
                  </a:lnTo>
                  <a:lnTo>
                    <a:pt x="25400" y="25400"/>
                  </a:lnTo>
                  <a:lnTo>
                    <a:pt x="6815" y="52967"/>
                  </a:lnTo>
                  <a:lnTo>
                    <a:pt x="0" y="86724"/>
                  </a:lnTo>
                  <a:lnTo>
                    <a:pt x="0" y="780525"/>
                  </a:lnTo>
                  <a:lnTo>
                    <a:pt x="6815" y="814282"/>
                  </a:lnTo>
                  <a:lnTo>
                    <a:pt x="25400" y="841849"/>
                  </a:lnTo>
                  <a:lnTo>
                    <a:pt x="52967" y="860435"/>
                  </a:lnTo>
                  <a:lnTo>
                    <a:pt x="86724" y="867251"/>
                  </a:lnTo>
                  <a:lnTo>
                    <a:pt x="1474326" y="867251"/>
                  </a:lnTo>
                  <a:lnTo>
                    <a:pt x="1508083" y="860435"/>
                  </a:lnTo>
                  <a:lnTo>
                    <a:pt x="1535650" y="841849"/>
                  </a:lnTo>
                  <a:lnTo>
                    <a:pt x="1554235" y="814282"/>
                  </a:lnTo>
                  <a:lnTo>
                    <a:pt x="1561050" y="780525"/>
                  </a:lnTo>
                  <a:lnTo>
                    <a:pt x="1561050" y="86724"/>
                  </a:lnTo>
                  <a:lnTo>
                    <a:pt x="1554235" y="52967"/>
                  </a:lnTo>
                  <a:lnTo>
                    <a:pt x="1535650" y="25400"/>
                  </a:lnTo>
                  <a:lnTo>
                    <a:pt x="1508083" y="6815"/>
                  </a:lnTo>
                  <a:lnTo>
                    <a:pt x="1474326" y="0"/>
                  </a:lnTo>
                  <a:close/>
                </a:path>
              </a:pathLst>
            </a:custGeom>
            <a:solidFill>
              <a:srgbClr val="D7E4BD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695436" y="467742"/>
              <a:ext cx="1561465" cy="867410"/>
            </a:xfrm>
            <a:custGeom>
              <a:avLst/>
              <a:gdLst/>
              <a:ahLst/>
              <a:cxnLst/>
              <a:rect l="l" t="t" r="r" b="b"/>
              <a:pathLst>
                <a:path w="1561465" h="867410">
                  <a:moveTo>
                    <a:pt x="0" y="86725"/>
                  </a:moveTo>
                  <a:lnTo>
                    <a:pt x="6815" y="52967"/>
                  </a:lnTo>
                  <a:lnTo>
                    <a:pt x="25401" y="25401"/>
                  </a:lnTo>
                  <a:lnTo>
                    <a:pt x="52967" y="6815"/>
                  </a:lnTo>
                  <a:lnTo>
                    <a:pt x="86725" y="0"/>
                  </a:lnTo>
                  <a:lnTo>
                    <a:pt x="1474327" y="0"/>
                  </a:lnTo>
                  <a:lnTo>
                    <a:pt x="1508084" y="6815"/>
                  </a:lnTo>
                  <a:lnTo>
                    <a:pt x="1535650" y="25401"/>
                  </a:lnTo>
                  <a:lnTo>
                    <a:pt x="1554236" y="52967"/>
                  </a:lnTo>
                  <a:lnTo>
                    <a:pt x="1561052" y="86725"/>
                  </a:lnTo>
                  <a:lnTo>
                    <a:pt x="1561052" y="780525"/>
                  </a:lnTo>
                  <a:lnTo>
                    <a:pt x="1554236" y="814283"/>
                  </a:lnTo>
                  <a:lnTo>
                    <a:pt x="1535650" y="841849"/>
                  </a:lnTo>
                  <a:lnTo>
                    <a:pt x="1508084" y="860435"/>
                  </a:lnTo>
                  <a:lnTo>
                    <a:pt x="1474327" y="867251"/>
                  </a:lnTo>
                  <a:lnTo>
                    <a:pt x="86725" y="867251"/>
                  </a:lnTo>
                  <a:lnTo>
                    <a:pt x="52967" y="860435"/>
                  </a:lnTo>
                  <a:lnTo>
                    <a:pt x="25401" y="841849"/>
                  </a:lnTo>
                  <a:lnTo>
                    <a:pt x="6815" y="814283"/>
                  </a:lnTo>
                  <a:lnTo>
                    <a:pt x="0" y="780525"/>
                  </a:lnTo>
                  <a:lnTo>
                    <a:pt x="0" y="86725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7087881" y="553719"/>
            <a:ext cx="776605" cy="589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700" spc="-215" dirty="0">
                <a:latin typeface="Arial"/>
                <a:cs typeface="Arial"/>
              </a:rPr>
              <a:t>Hoy</a:t>
            </a:r>
            <a:endParaRPr sz="37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 rot="180000">
            <a:off x="6868759" y="3575447"/>
            <a:ext cx="1300839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00"/>
              </a:lnSpc>
            </a:pPr>
            <a:r>
              <a:rPr sz="1950" spc="-142" baseline="6410" dirty="0">
                <a:solidFill>
                  <a:srgbClr val="FFFFFF"/>
                </a:solidFill>
                <a:latin typeface="Arial"/>
                <a:cs typeface="Arial"/>
              </a:rPr>
              <a:t>Sist.</a:t>
            </a:r>
            <a:r>
              <a:rPr sz="1950" spc="-89" baseline="64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spc="-104" baseline="6410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1950" spc="-104" baseline="4273" dirty="0">
                <a:solidFill>
                  <a:srgbClr val="FFFFFF"/>
                </a:solidFill>
                <a:latin typeface="Arial"/>
                <a:cs typeface="Arial"/>
              </a:rPr>
              <a:t>f.</a:t>
            </a:r>
            <a:r>
              <a:rPr sz="1950" spc="-89" baseline="427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spc="-44" baseline="4273" dirty="0">
                <a:solidFill>
                  <a:srgbClr val="FFFFFF"/>
                </a:solidFill>
                <a:latin typeface="Arial"/>
                <a:cs typeface="Arial"/>
              </a:rPr>
              <a:t>Di</a:t>
            </a:r>
            <a:r>
              <a:rPr sz="1950" spc="-44" baseline="2136" dirty="0">
                <a:solidFill>
                  <a:srgbClr val="FFFFFF"/>
                </a:solidFill>
                <a:latin typeface="Arial"/>
                <a:cs typeface="Arial"/>
              </a:rPr>
              <a:t>stribu</a:t>
            </a:r>
            <a:r>
              <a:rPr sz="1300" spc="-30" dirty="0">
                <a:solidFill>
                  <a:srgbClr val="FFFFFF"/>
                </a:solidFill>
                <a:latin typeface="Arial"/>
                <a:cs typeface="Arial"/>
              </a:rPr>
              <a:t>ida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764841" y="2750804"/>
            <a:ext cx="1595755" cy="655320"/>
            <a:chOff x="6764841" y="2750804"/>
            <a:chExt cx="1595755" cy="655320"/>
          </a:xfrm>
        </p:grpSpPr>
        <p:sp>
          <p:nvSpPr>
            <p:cNvPr id="22" name="object 22"/>
            <p:cNvSpPr/>
            <p:nvPr/>
          </p:nvSpPr>
          <p:spPr>
            <a:xfrm>
              <a:off x="6777541" y="2763504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20">
                  <a:moveTo>
                    <a:pt x="120050" y="0"/>
                  </a:moveTo>
                  <a:lnTo>
                    <a:pt x="55330" y="21654"/>
                  </a:lnTo>
                  <a:lnTo>
                    <a:pt x="24879" y="82731"/>
                  </a:lnTo>
                  <a:lnTo>
                    <a:pt x="0" y="438528"/>
                  </a:lnTo>
                  <a:lnTo>
                    <a:pt x="4568" y="473640"/>
                  </a:lnTo>
                  <a:lnTo>
                    <a:pt x="21654" y="503248"/>
                  </a:lnTo>
                  <a:lnTo>
                    <a:pt x="48595" y="524288"/>
                  </a:lnTo>
                  <a:lnTo>
                    <a:pt x="82730" y="533699"/>
                  </a:lnTo>
                  <a:lnTo>
                    <a:pt x="1450242" y="629325"/>
                  </a:lnTo>
                  <a:lnTo>
                    <a:pt x="1485354" y="624756"/>
                  </a:lnTo>
                  <a:lnTo>
                    <a:pt x="1514961" y="607670"/>
                  </a:lnTo>
                  <a:lnTo>
                    <a:pt x="1536000" y="580729"/>
                  </a:lnTo>
                  <a:lnTo>
                    <a:pt x="1545412" y="546594"/>
                  </a:lnTo>
                  <a:lnTo>
                    <a:pt x="1570292" y="190797"/>
                  </a:lnTo>
                  <a:lnTo>
                    <a:pt x="1565723" y="155684"/>
                  </a:lnTo>
                  <a:lnTo>
                    <a:pt x="1548637" y="126077"/>
                  </a:lnTo>
                  <a:lnTo>
                    <a:pt x="1521696" y="105037"/>
                  </a:lnTo>
                  <a:lnTo>
                    <a:pt x="1487561" y="95625"/>
                  </a:lnTo>
                  <a:lnTo>
                    <a:pt x="120050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777541" y="2763504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20">
                  <a:moveTo>
                    <a:pt x="24879" y="82731"/>
                  </a:moveTo>
                  <a:lnTo>
                    <a:pt x="34291" y="48596"/>
                  </a:lnTo>
                  <a:lnTo>
                    <a:pt x="55331" y="21654"/>
                  </a:lnTo>
                  <a:lnTo>
                    <a:pt x="84938" y="4569"/>
                  </a:lnTo>
                  <a:lnTo>
                    <a:pt x="120050" y="0"/>
                  </a:lnTo>
                  <a:lnTo>
                    <a:pt x="1487562" y="95625"/>
                  </a:lnTo>
                  <a:lnTo>
                    <a:pt x="1521697" y="105037"/>
                  </a:lnTo>
                  <a:lnTo>
                    <a:pt x="1548638" y="126077"/>
                  </a:lnTo>
                  <a:lnTo>
                    <a:pt x="1565723" y="155684"/>
                  </a:lnTo>
                  <a:lnTo>
                    <a:pt x="1570293" y="190796"/>
                  </a:lnTo>
                  <a:lnTo>
                    <a:pt x="1545413" y="546594"/>
                  </a:lnTo>
                  <a:lnTo>
                    <a:pt x="1536001" y="580729"/>
                  </a:lnTo>
                  <a:lnTo>
                    <a:pt x="1514961" y="607670"/>
                  </a:lnTo>
                  <a:lnTo>
                    <a:pt x="1485354" y="624756"/>
                  </a:lnTo>
                  <a:lnTo>
                    <a:pt x="1450242" y="629325"/>
                  </a:lnTo>
                  <a:lnTo>
                    <a:pt x="82730" y="533699"/>
                  </a:lnTo>
                  <a:lnTo>
                    <a:pt x="48595" y="524288"/>
                  </a:lnTo>
                  <a:lnTo>
                    <a:pt x="21654" y="503248"/>
                  </a:lnTo>
                  <a:lnTo>
                    <a:pt x="4569" y="473641"/>
                  </a:lnTo>
                  <a:lnTo>
                    <a:pt x="0" y="438528"/>
                  </a:lnTo>
                  <a:lnTo>
                    <a:pt x="24879" y="82731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 rot="180000">
            <a:off x="6925756" y="3002130"/>
            <a:ext cx="1274389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75"/>
              </a:lnSpc>
            </a:pPr>
            <a:r>
              <a:rPr sz="1950" spc="-142" baseline="4273" dirty="0">
                <a:solidFill>
                  <a:srgbClr val="FFFFFF"/>
                </a:solidFill>
                <a:latin typeface="Arial"/>
                <a:cs typeface="Arial"/>
              </a:rPr>
              <a:t>Sist.</a:t>
            </a:r>
            <a:r>
              <a:rPr sz="1950" spc="-104" baseline="427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spc="-104" baseline="2136" dirty="0">
                <a:solidFill>
                  <a:srgbClr val="FFFFFF"/>
                </a:solidFill>
                <a:latin typeface="Arial"/>
                <a:cs typeface="Arial"/>
              </a:rPr>
              <a:t>Inf. </a:t>
            </a:r>
            <a:r>
              <a:rPr sz="1950" spc="-127" baseline="2136" dirty="0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sz="1950" spc="-104" baseline="213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spc="-60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13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Arial"/>
                <a:cs typeface="Arial"/>
              </a:rPr>
              <a:t>nube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6808203" y="2178419"/>
            <a:ext cx="1595755" cy="655320"/>
            <a:chOff x="6808203" y="2178419"/>
            <a:chExt cx="1595755" cy="655320"/>
          </a:xfrm>
        </p:grpSpPr>
        <p:sp>
          <p:nvSpPr>
            <p:cNvPr id="26" name="object 26"/>
            <p:cNvSpPr/>
            <p:nvPr/>
          </p:nvSpPr>
          <p:spPr>
            <a:xfrm>
              <a:off x="6820903" y="2191118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19">
                  <a:moveTo>
                    <a:pt x="120050" y="0"/>
                  </a:moveTo>
                  <a:lnTo>
                    <a:pt x="55330" y="21655"/>
                  </a:lnTo>
                  <a:lnTo>
                    <a:pt x="24879" y="82731"/>
                  </a:lnTo>
                  <a:lnTo>
                    <a:pt x="0" y="438528"/>
                  </a:lnTo>
                  <a:lnTo>
                    <a:pt x="4568" y="473641"/>
                  </a:lnTo>
                  <a:lnTo>
                    <a:pt x="21654" y="503248"/>
                  </a:lnTo>
                  <a:lnTo>
                    <a:pt x="48595" y="524288"/>
                  </a:lnTo>
                  <a:lnTo>
                    <a:pt x="82730" y="533699"/>
                  </a:lnTo>
                  <a:lnTo>
                    <a:pt x="1450242" y="629325"/>
                  </a:lnTo>
                  <a:lnTo>
                    <a:pt x="1485354" y="624756"/>
                  </a:lnTo>
                  <a:lnTo>
                    <a:pt x="1514961" y="607671"/>
                  </a:lnTo>
                  <a:lnTo>
                    <a:pt x="1536002" y="580730"/>
                  </a:lnTo>
                  <a:lnTo>
                    <a:pt x="1545413" y="546595"/>
                  </a:lnTo>
                  <a:lnTo>
                    <a:pt x="1570292" y="190797"/>
                  </a:lnTo>
                  <a:lnTo>
                    <a:pt x="1565723" y="155684"/>
                  </a:lnTo>
                  <a:lnTo>
                    <a:pt x="1548638" y="126077"/>
                  </a:lnTo>
                  <a:lnTo>
                    <a:pt x="1521697" y="105037"/>
                  </a:lnTo>
                  <a:lnTo>
                    <a:pt x="1487562" y="95625"/>
                  </a:lnTo>
                  <a:lnTo>
                    <a:pt x="120050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820903" y="2191119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19">
                  <a:moveTo>
                    <a:pt x="24879" y="82731"/>
                  </a:moveTo>
                  <a:lnTo>
                    <a:pt x="34291" y="48596"/>
                  </a:lnTo>
                  <a:lnTo>
                    <a:pt x="55331" y="21654"/>
                  </a:lnTo>
                  <a:lnTo>
                    <a:pt x="84938" y="4569"/>
                  </a:lnTo>
                  <a:lnTo>
                    <a:pt x="120050" y="0"/>
                  </a:lnTo>
                  <a:lnTo>
                    <a:pt x="1487562" y="95625"/>
                  </a:lnTo>
                  <a:lnTo>
                    <a:pt x="1521697" y="105037"/>
                  </a:lnTo>
                  <a:lnTo>
                    <a:pt x="1548638" y="126077"/>
                  </a:lnTo>
                  <a:lnTo>
                    <a:pt x="1565723" y="155684"/>
                  </a:lnTo>
                  <a:lnTo>
                    <a:pt x="1570293" y="190796"/>
                  </a:lnTo>
                  <a:lnTo>
                    <a:pt x="1545413" y="546594"/>
                  </a:lnTo>
                  <a:lnTo>
                    <a:pt x="1536001" y="580729"/>
                  </a:lnTo>
                  <a:lnTo>
                    <a:pt x="1514961" y="607670"/>
                  </a:lnTo>
                  <a:lnTo>
                    <a:pt x="1485354" y="624756"/>
                  </a:lnTo>
                  <a:lnTo>
                    <a:pt x="1450242" y="629325"/>
                  </a:lnTo>
                  <a:lnTo>
                    <a:pt x="82730" y="533699"/>
                  </a:lnTo>
                  <a:lnTo>
                    <a:pt x="48595" y="524288"/>
                  </a:lnTo>
                  <a:lnTo>
                    <a:pt x="21654" y="503248"/>
                  </a:lnTo>
                  <a:lnTo>
                    <a:pt x="4569" y="473641"/>
                  </a:lnTo>
                  <a:lnTo>
                    <a:pt x="0" y="438528"/>
                  </a:lnTo>
                  <a:lnTo>
                    <a:pt x="24879" y="82731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 rot="180000">
            <a:off x="6927572" y="2431419"/>
            <a:ext cx="1356286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00"/>
              </a:lnSpc>
            </a:pPr>
            <a:r>
              <a:rPr sz="1950" spc="-142" baseline="8547" dirty="0">
                <a:solidFill>
                  <a:srgbClr val="FFFFFF"/>
                </a:solidFill>
                <a:latin typeface="Arial"/>
                <a:cs typeface="Arial"/>
              </a:rPr>
              <a:t>Al</a:t>
            </a:r>
            <a:r>
              <a:rPr sz="1950" spc="-142" baseline="6410" dirty="0">
                <a:solidFill>
                  <a:srgbClr val="FFFFFF"/>
                </a:solidFill>
                <a:latin typeface="Arial"/>
                <a:cs typeface="Arial"/>
              </a:rPr>
              <a:t>macen</a:t>
            </a:r>
            <a:r>
              <a:rPr sz="1950" spc="-142" baseline="4273" dirty="0">
                <a:solidFill>
                  <a:srgbClr val="FFFFFF"/>
                </a:solidFill>
                <a:latin typeface="Arial"/>
                <a:cs typeface="Arial"/>
              </a:rPr>
              <a:t>es</a:t>
            </a:r>
            <a:r>
              <a:rPr sz="1950" spc="-97" baseline="427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spc="-127" baseline="2136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950" spc="-89" baseline="213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spc="-44" baseline="2136" dirty="0">
                <a:solidFill>
                  <a:srgbClr val="FFFFFF"/>
                </a:solidFill>
                <a:latin typeface="Arial"/>
                <a:cs typeface="Arial"/>
              </a:rPr>
              <a:t>da</a:t>
            </a:r>
            <a:r>
              <a:rPr sz="1300" spc="-30" dirty="0">
                <a:solidFill>
                  <a:srgbClr val="FFFFFF"/>
                </a:solidFill>
                <a:latin typeface="Arial"/>
                <a:cs typeface="Arial"/>
              </a:rPr>
              <a:t>tos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851566" y="1606032"/>
            <a:ext cx="1595755" cy="655320"/>
            <a:chOff x="6851566" y="1606032"/>
            <a:chExt cx="1595755" cy="655320"/>
          </a:xfrm>
        </p:grpSpPr>
        <p:sp>
          <p:nvSpPr>
            <p:cNvPr id="30" name="object 30"/>
            <p:cNvSpPr/>
            <p:nvPr/>
          </p:nvSpPr>
          <p:spPr>
            <a:xfrm>
              <a:off x="6864265" y="1618733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19">
                  <a:moveTo>
                    <a:pt x="120051" y="0"/>
                  </a:moveTo>
                  <a:lnTo>
                    <a:pt x="55332" y="21654"/>
                  </a:lnTo>
                  <a:lnTo>
                    <a:pt x="24880" y="82730"/>
                  </a:lnTo>
                  <a:lnTo>
                    <a:pt x="0" y="438528"/>
                  </a:lnTo>
                  <a:lnTo>
                    <a:pt x="4569" y="473640"/>
                  </a:lnTo>
                  <a:lnTo>
                    <a:pt x="21655" y="503248"/>
                  </a:lnTo>
                  <a:lnTo>
                    <a:pt x="48596" y="524288"/>
                  </a:lnTo>
                  <a:lnTo>
                    <a:pt x="82731" y="533699"/>
                  </a:lnTo>
                  <a:lnTo>
                    <a:pt x="1450243" y="629325"/>
                  </a:lnTo>
                  <a:lnTo>
                    <a:pt x="1485355" y="624755"/>
                  </a:lnTo>
                  <a:lnTo>
                    <a:pt x="1514962" y="607669"/>
                  </a:lnTo>
                  <a:lnTo>
                    <a:pt x="1536002" y="580728"/>
                  </a:lnTo>
                  <a:lnTo>
                    <a:pt x="1545413" y="546594"/>
                  </a:lnTo>
                  <a:lnTo>
                    <a:pt x="1570294" y="190795"/>
                  </a:lnTo>
                  <a:lnTo>
                    <a:pt x="1565724" y="155683"/>
                  </a:lnTo>
                  <a:lnTo>
                    <a:pt x="1548638" y="126076"/>
                  </a:lnTo>
                  <a:lnTo>
                    <a:pt x="1521697" y="105036"/>
                  </a:lnTo>
                  <a:lnTo>
                    <a:pt x="1487562" y="95625"/>
                  </a:lnTo>
                  <a:lnTo>
                    <a:pt x="120051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 dirty="0">
                <a:solidFill>
                  <a:srgbClr val="FF0000"/>
                </a:solidFill>
                <a:highlight>
                  <a:srgbClr val="FFFF00"/>
                </a:highlight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6864266" y="1618732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19">
                  <a:moveTo>
                    <a:pt x="24879" y="82731"/>
                  </a:moveTo>
                  <a:lnTo>
                    <a:pt x="34291" y="48596"/>
                  </a:lnTo>
                  <a:lnTo>
                    <a:pt x="55331" y="21654"/>
                  </a:lnTo>
                  <a:lnTo>
                    <a:pt x="84938" y="4569"/>
                  </a:lnTo>
                  <a:lnTo>
                    <a:pt x="120050" y="0"/>
                  </a:lnTo>
                  <a:lnTo>
                    <a:pt x="1487562" y="95625"/>
                  </a:lnTo>
                  <a:lnTo>
                    <a:pt x="1521697" y="105037"/>
                  </a:lnTo>
                  <a:lnTo>
                    <a:pt x="1548638" y="126077"/>
                  </a:lnTo>
                  <a:lnTo>
                    <a:pt x="1565723" y="155684"/>
                  </a:lnTo>
                  <a:lnTo>
                    <a:pt x="1570293" y="190796"/>
                  </a:lnTo>
                  <a:lnTo>
                    <a:pt x="1545413" y="546594"/>
                  </a:lnTo>
                  <a:lnTo>
                    <a:pt x="1536001" y="580729"/>
                  </a:lnTo>
                  <a:lnTo>
                    <a:pt x="1514961" y="607670"/>
                  </a:lnTo>
                  <a:lnTo>
                    <a:pt x="1485354" y="624756"/>
                  </a:lnTo>
                  <a:lnTo>
                    <a:pt x="1450242" y="629325"/>
                  </a:lnTo>
                  <a:lnTo>
                    <a:pt x="82730" y="533699"/>
                  </a:lnTo>
                  <a:lnTo>
                    <a:pt x="48595" y="524288"/>
                  </a:lnTo>
                  <a:lnTo>
                    <a:pt x="21654" y="503248"/>
                  </a:lnTo>
                  <a:lnTo>
                    <a:pt x="4569" y="473641"/>
                  </a:lnTo>
                  <a:lnTo>
                    <a:pt x="0" y="438528"/>
                  </a:lnTo>
                  <a:lnTo>
                    <a:pt x="24879" y="82731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 rot="180000">
            <a:off x="7408083" y="1853841"/>
            <a:ext cx="482514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75"/>
              </a:lnSpc>
            </a:pPr>
            <a:r>
              <a:rPr sz="1950" spc="-232" baseline="2136" dirty="0">
                <a:solidFill>
                  <a:srgbClr val="FFFFFF"/>
                </a:solidFill>
                <a:latin typeface="Arial"/>
                <a:cs typeface="Arial"/>
              </a:rPr>
              <a:t>No</a:t>
            </a:r>
            <a:r>
              <a:rPr sz="1300" spc="-155" dirty="0">
                <a:solidFill>
                  <a:srgbClr val="FFFFFF"/>
                </a:solidFill>
                <a:latin typeface="Arial"/>
                <a:cs typeface="Arial"/>
              </a:rPr>
              <a:t>SQL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4466625" y="3167084"/>
            <a:ext cx="1595755" cy="655320"/>
            <a:chOff x="4466625" y="3167084"/>
            <a:chExt cx="1595755" cy="655320"/>
          </a:xfrm>
        </p:grpSpPr>
        <p:sp>
          <p:nvSpPr>
            <p:cNvPr id="34" name="object 34"/>
            <p:cNvSpPr/>
            <p:nvPr/>
          </p:nvSpPr>
          <p:spPr>
            <a:xfrm>
              <a:off x="4479325" y="3179785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20">
                  <a:moveTo>
                    <a:pt x="120050" y="0"/>
                  </a:moveTo>
                  <a:lnTo>
                    <a:pt x="55330" y="21655"/>
                  </a:lnTo>
                  <a:lnTo>
                    <a:pt x="24879" y="82731"/>
                  </a:lnTo>
                  <a:lnTo>
                    <a:pt x="0" y="438528"/>
                  </a:lnTo>
                  <a:lnTo>
                    <a:pt x="4568" y="473640"/>
                  </a:lnTo>
                  <a:lnTo>
                    <a:pt x="21654" y="503248"/>
                  </a:lnTo>
                  <a:lnTo>
                    <a:pt x="48595" y="524288"/>
                  </a:lnTo>
                  <a:lnTo>
                    <a:pt x="82730" y="533699"/>
                  </a:lnTo>
                  <a:lnTo>
                    <a:pt x="1450242" y="629325"/>
                  </a:lnTo>
                  <a:lnTo>
                    <a:pt x="1485354" y="624756"/>
                  </a:lnTo>
                  <a:lnTo>
                    <a:pt x="1514961" y="607670"/>
                  </a:lnTo>
                  <a:lnTo>
                    <a:pt x="1536000" y="580729"/>
                  </a:lnTo>
                  <a:lnTo>
                    <a:pt x="1545412" y="546594"/>
                  </a:lnTo>
                  <a:lnTo>
                    <a:pt x="1570292" y="190797"/>
                  </a:lnTo>
                  <a:lnTo>
                    <a:pt x="1565723" y="155684"/>
                  </a:lnTo>
                  <a:lnTo>
                    <a:pt x="1548637" y="126077"/>
                  </a:lnTo>
                  <a:lnTo>
                    <a:pt x="1521696" y="105037"/>
                  </a:lnTo>
                  <a:lnTo>
                    <a:pt x="1487561" y="95625"/>
                  </a:lnTo>
                  <a:lnTo>
                    <a:pt x="120050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479325" y="3179784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20">
                  <a:moveTo>
                    <a:pt x="24879" y="82731"/>
                  </a:moveTo>
                  <a:lnTo>
                    <a:pt x="34291" y="48596"/>
                  </a:lnTo>
                  <a:lnTo>
                    <a:pt x="55331" y="21654"/>
                  </a:lnTo>
                  <a:lnTo>
                    <a:pt x="84938" y="4569"/>
                  </a:lnTo>
                  <a:lnTo>
                    <a:pt x="120050" y="0"/>
                  </a:lnTo>
                  <a:lnTo>
                    <a:pt x="1487562" y="95625"/>
                  </a:lnTo>
                  <a:lnTo>
                    <a:pt x="1521697" y="105037"/>
                  </a:lnTo>
                  <a:lnTo>
                    <a:pt x="1548638" y="126077"/>
                  </a:lnTo>
                  <a:lnTo>
                    <a:pt x="1565723" y="155684"/>
                  </a:lnTo>
                  <a:lnTo>
                    <a:pt x="1570293" y="190796"/>
                  </a:lnTo>
                  <a:lnTo>
                    <a:pt x="1545413" y="546594"/>
                  </a:lnTo>
                  <a:lnTo>
                    <a:pt x="1536001" y="580729"/>
                  </a:lnTo>
                  <a:lnTo>
                    <a:pt x="1514961" y="607670"/>
                  </a:lnTo>
                  <a:lnTo>
                    <a:pt x="1485354" y="624756"/>
                  </a:lnTo>
                  <a:lnTo>
                    <a:pt x="1450242" y="629325"/>
                  </a:lnTo>
                  <a:lnTo>
                    <a:pt x="82730" y="533699"/>
                  </a:lnTo>
                  <a:lnTo>
                    <a:pt x="48595" y="524288"/>
                  </a:lnTo>
                  <a:lnTo>
                    <a:pt x="21654" y="503248"/>
                  </a:lnTo>
                  <a:lnTo>
                    <a:pt x="4569" y="473641"/>
                  </a:lnTo>
                  <a:lnTo>
                    <a:pt x="0" y="438528"/>
                  </a:lnTo>
                  <a:lnTo>
                    <a:pt x="24879" y="82731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 rot="180000">
            <a:off x="4867407" y="3417979"/>
            <a:ext cx="794581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95"/>
              </a:lnSpc>
            </a:pPr>
            <a:r>
              <a:rPr sz="1950" spc="-179" baseline="4273" dirty="0">
                <a:solidFill>
                  <a:srgbClr val="FFFFFF"/>
                </a:solidFill>
                <a:latin typeface="Arial"/>
                <a:cs typeface="Arial"/>
              </a:rPr>
              <a:t>Te</a:t>
            </a:r>
            <a:r>
              <a:rPr sz="1950" spc="-179" baseline="2136" dirty="0">
                <a:solidFill>
                  <a:srgbClr val="FFFFFF"/>
                </a:solidFill>
                <a:latin typeface="Arial"/>
                <a:cs typeface="Arial"/>
              </a:rPr>
              <a:t>xto</a:t>
            </a:r>
            <a:r>
              <a:rPr sz="1950" spc="-75" baseline="213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spc="-37" baseline="2136" dirty="0">
                <a:solidFill>
                  <a:srgbClr val="FFFFFF"/>
                </a:solidFill>
                <a:latin typeface="Arial"/>
                <a:cs typeface="Arial"/>
              </a:rPr>
              <a:t>pl</a:t>
            </a:r>
            <a:r>
              <a:rPr sz="1300" spc="-25" dirty="0">
                <a:solidFill>
                  <a:srgbClr val="FFFFFF"/>
                </a:solidFill>
                <a:latin typeface="Arial"/>
                <a:cs typeface="Arial"/>
              </a:rPr>
              <a:t>ano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4509987" y="2594699"/>
            <a:ext cx="1595755" cy="655320"/>
            <a:chOff x="4509987" y="2594699"/>
            <a:chExt cx="1595755" cy="655320"/>
          </a:xfrm>
        </p:grpSpPr>
        <p:sp>
          <p:nvSpPr>
            <p:cNvPr id="38" name="object 38"/>
            <p:cNvSpPr/>
            <p:nvPr/>
          </p:nvSpPr>
          <p:spPr>
            <a:xfrm>
              <a:off x="4522687" y="2607400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19">
                  <a:moveTo>
                    <a:pt x="120050" y="0"/>
                  </a:moveTo>
                  <a:lnTo>
                    <a:pt x="55330" y="21654"/>
                  </a:lnTo>
                  <a:lnTo>
                    <a:pt x="24879" y="82730"/>
                  </a:lnTo>
                  <a:lnTo>
                    <a:pt x="0" y="438528"/>
                  </a:lnTo>
                  <a:lnTo>
                    <a:pt x="4568" y="473640"/>
                  </a:lnTo>
                  <a:lnTo>
                    <a:pt x="21654" y="503248"/>
                  </a:lnTo>
                  <a:lnTo>
                    <a:pt x="48595" y="524288"/>
                  </a:lnTo>
                  <a:lnTo>
                    <a:pt x="82730" y="533699"/>
                  </a:lnTo>
                  <a:lnTo>
                    <a:pt x="1450242" y="629324"/>
                  </a:lnTo>
                  <a:lnTo>
                    <a:pt x="1485354" y="624755"/>
                  </a:lnTo>
                  <a:lnTo>
                    <a:pt x="1514961" y="607669"/>
                  </a:lnTo>
                  <a:lnTo>
                    <a:pt x="1536002" y="580728"/>
                  </a:lnTo>
                  <a:lnTo>
                    <a:pt x="1545413" y="546594"/>
                  </a:lnTo>
                  <a:lnTo>
                    <a:pt x="1570292" y="190795"/>
                  </a:lnTo>
                  <a:lnTo>
                    <a:pt x="1565723" y="155683"/>
                  </a:lnTo>
                  <a:lnTo>
                    <a:pt x="1548638" y="126076"/>
                  </a:lnTo>
                  <a:lnTo>
                    <a:pt x="1521697" y="105036"/>
                  </a:lnTo>
                  <a:lnTo>
                    <a:pt x="1487562" y="95624"/>
                  </a:lnTo>
                  <a:lnTo>
                    <a:pt x="120050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522687" y="2607399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19">
                  <a:moveTo>
                    <a:pt x="24879" y="82731"/>
                  </a:moveTo>
                  <a:lnTo>
                    <a:pt x="34291" y="48596"/>
                  </a:lnTo>
                  <a:lnTo>
                    <a:pt x="55331" y="21654"/>
                  </a:lnTo>
                  <a:lnTo>
                    <a:pt x="84938" y="4569"/>
                  </a:lnTo>
                  <a:lnTo>
                    <a:pt x="120050" y="0"/>
                  </a:lnTo>
                  <a:lnTo>
                    <a:pt x="1487562" y="95625"/>
                  </a:lnTo>
                  <a:lnTo>
                    <a:pt x="1521697" y="105037"/>
                  </a:lnTo>
                  <a:lnTo>
                    <a:pt x="1548638" y="126077"/>
                  </a:lnTo>
                  <a:lnTo>
                    <a:pt x="1565723" y="155684"/>
                  </a:lnTo>
                  <a:lnTo>
                    <a:pt x="1570293" y="190796"/>
                  </a:lnTo>
                  <a:lnTo>
                    <a:pt x="1545413" y="546594"/>
                  </a:lnTo>
                  <a:lnTo>
                    <a:pt x="1536001" y="580729"/>
                  </a:lnTo>
                  <a:lnTo>
                    <a:pt x="1514961" y="607670"/>
                  </a:lnTo>
                  <a:lnTo>
                    <a:pt x="1485354" y="624756"/>
                  </a:lnTo>
                  <a:lnTo>
                    <a:pt x="1450242" y="629325"/>
                  </a:lnTo>
                  <a:lnTo>
                    <a:pt x="82730" y="533699"/>
                  </a:lnTo>
                  <a:lnTo>
                    <a:pt x="48595" y="524288"/>
                  </a:lnTo>
                  <a:lnTo>
                    <a:pt x="21654" y="503248"/>
                  </a:lnTo>
                  <a:lnTo>
                    <a:pt x="4569" y="473641"/>
                  </a:lnTo>
                  <a:lnTo>
                    <a:pt x="0" y="438528"/>
                  </a:lnTo>
                  <a:lnTo>
                    <a:pt x="24879" y="82731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 rot="180000">
            <a:off x="4757967" y="2844938"/>
            <a:ext cx="1099585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00"/>
              </a:lnSpc>
            </a:pPr>
            <a:r>
              <a:rPr sz="1950" spc="-127" baseline="6410" dirty="0">
                <a:solidFill>
                  <a:srgbClr val="FFFFFF"/>
                </a:solidFill>
                <a:latin typeface="Arial"/>
                <a:cs typeface="Arial"/>
              </a:rPr>
              <a:t>Hojas</a:t>
            </a:r>
            <a:r>
              <a:rPr sz="1950" spc="-112" baseline="64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spc="-112" baseline="4273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950" spc="-104" baseline="427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spc="-82" baseline="2136" dirty="0">
                <a:solidFill>
                  <a:srgbClr val="FFFFFF"/>
                </a:solidFill>
                <a:latin typeface="Arial"/>
                <a:cs typeface="Arial"/>
              </a:rPr>
              <a:t>cálcul</a:t>
            </a:r>
            <a:r>
              <a:rPr sz="1300" spc="-5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4553349" y="2022313"/>
            <a:ext cx="1595755" cy="655320"/>
            <a:chOff x="4553349" y="2022313"/>
            <a:chExt cx="1595755" cy="655320"/>
          </a:xfrm>
        </p:grpSpPr>
        <p:sp>
          <p:nvSpPr>
            <p:cNvPr id="42" name="object 42"/>
            <p:cNvSpPr/>
            <p:nvPr/>
          </p:nvSpPr>
          <p:spPr>
            <a:xfrm>
              <a:off x="4566050" y="2035013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19">
                  <a:moveTo>
                    <a:pt x="120050" y="0"/>
                  </a:moveTo>
                  <a:lnTo>
                    <a:pt x="55330" y="21654"/>
                  </a:lnTo>
                  <a:lnTo>
                    <a:pt x="24879" y="82731"/>
                  </a:lnTo>
                  <a:lnTo>
                    <a:pt x="0" y="438528"/>
                  </a:lnTo>
                  <a:lnTo>
                    <a:pt x="4568" y="473640"/>
                  </a:lnTo>
                  <a:lnTo>
                    <a:pt x="21654" y="503248"/>
                  </a:lnTo>
                  <a:lnTo>
                    <a:pt x="48595" y="524288"/>
                  </a:lnTo>
                  <a:lnTo>
                    <a:pt x="82730" y="533699"/>
                  </a:lnTo>
                  <a:lnTo>
                    <a:pt x="1450242" y="629325"/>
                  </a:lnTo>
                  <a:lnTo>
                    <a:pt x="1485354" y="624756"/>
                  </a:lnTo>
                  <a:lnTo>
                    <a:pt x="1514961" y="607670"/>
                  </a:lnTo>
                  <a:lnTo>
                    <a:pt x="1536002" y="580729"/>
                  </a:lnTo>
                  <a:lnTo>
                    <a:pt x="1545413" y="546594"/>
                  </a:lnTo>
                  <a:lnTo>
                    <a:pt x="1570292" y="190797"/>
                  </a:lnTo>
                  <a:lnTo>
                    <a:pt x="1565723" y="155684"/>
                  </a:lnTo>
                  <a:lnTo>
                    <a:pt x="1548638" y="126077"/>
                  </a:lnTo>
                  <a:lnTo>
                    <a:pt x="1521697" y="105037"/>
                  </a:lnTo>
                  <a:lnTo>
                    <a:pt x="1487562" y="95625"/>
                  </a:lnTo>
                  <a:lnTo>
                    <a:pt x="120050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566049" y="2035013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19">
                  <a:moveTo>
                    <a:pt x="24879" y="82731"/>
                  </a:moveTo>
                  <a:lnTo>
                    <a:pt x="34291" y="48596"/>
                  </a:lnTo>
                  <a:lnTo>
                    <a:pt x="55331" y="21654"/>
                  </a:lnTo>
                  <a:lnTo>
                    <a:pt x="84938" y="4569"/>
                  </a:lnTo>
                  <a:lnTo>
                    <a:pt x="120050" y="0"/>
                  </a:lnTo>
                  <a:lnTo>
                    <a:pt x="1487562" y="95625"/>
                  </a:lnTo>
                  <a:lnTo>
                    <a:pt x="1521697" y="105037"/>
                  </a:lnTo>
                  <a:lnTo>
                    <a:pt x="1548638" y="126077"/>
                  </a:lnTo>
                  <a:lnTo>
                    <a:pt x="1565723" y="155684"/>
                  </a:lnTo>
                  <a:lnTo>
                    <a:pt x="1570293" y="190796"/>
                  </a:lnTo>
                  <a:lnTo>
                    <a:pt x="1545413" y="546594"/>
                  </a:lnTo>
                  <a:lnTo>
                    <a:pt x="1536001" y="580729"/>
                  </a:lnTo>
                  <a:lnTo>
                    <a:pt x="1514961" y="607670"/>
                  </a:lnTo>
                  <a:lnTo>
                    <a:pt x="1485354" y="624756"/>
                  </a:lnTo>
                  <a:lnTo>
                    <a:pt x="1450242" y="629325"/>
                  </a:lnTo>
                  <a:lnTo>
                    <a:pt x="82730" y="533699"/>
                  </a:lnTo>
                  <a:lnTo>
                    <a:pt x="48595" y="524288"/>
                  </a:lnTo>
                  <a:lnTo>
                    <a:pt x="21654" y="503248"/>
                  </a:lnTo>
                  <a:lnTo>
                    <a:pt x="4569" y="473641"/>
                  </a:lnTo>
                  <a:lnTo>
                    <a:pt x="0" y="438528"/>
                  </a:lnTo>
                  <a:lnTo>
                    <a:pt x="24879" y="82731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 rot="180000">
            <a:off x="4733828" y="2274199"/>
            <a:ext cx="1234103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00"/>
              </a:lnSpc>
            </a:pPr>
            <a:r>
              <a:rPr sz="1950" spc="-247" baseline="6410" dirty="0">
                <a:solidFill>
                  <a:srgbClr val="FFFFFF"/>
                </a:solidFill>
                <a:latin typeface="Arial"/>
                <a:cs typeface="Arial"/>
              </a:rPr>
              <a:t>BBD</a:t>
            </a:r>
            <a:r>
              <a:rPr sz="1950" spc="-247" baseline="4273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sz="1950" spc="-104" baseline="427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spc="-89" baseline="4273" dirty="0">
                <a:solidFill>
                  <a:srgbClr val="FFFFFF"/>
                </a:solidFill>
                <a:latin typeface="Arial"/>
                <a:cs typeface="Arial"/>
              </a:rPr>
              <a:t>rel</a:t>
            </a:r>
            <a:r>
              <a:rPr sz="1950" spc="-89" baseline="2136" dirty="0">
                <a:solidFill>
                  <a:srgbClr val="FFFFFF"/>
                </a:solidFill>
                <a:latin typeface="Arial"/>
                <a:cs typeface="Arial"/>
              </a:rPr>
              <a:t>acion</a:t>
            </a:r>
            <a:r>
              <a:rPr sz="1300" spc="-60" dirty="0">
                <a:solidFill>
                  <a:srgbClr val="FFFFFF"/>
                </a:solidFill>
                <a:latin typeface="Arial"/>
                <a:cs typeface="Arial"/>
              </a:rPr>
              <a:t>ales</a:t>
            </a:r>
            <a:endParaRPr sz="1300">
              <a:latin typeface="Arial"/>
              <a:cs typeface="Arial"/>
            </a:endParaRPr>
          </a:p>
        </p:txBody>
      </p:sp>
      <p:pic>
        <p:nvPicPr>
          <p:cNvPr id="45" name="Picture 44" descr="A diagram of a company&#10;&#10;Description automatically generated">
            <a:extLst>
              <a:ext uri="{FF2B5EF4-FFF2-40B4-BE49-F238E27FC236}">
                <a16:creationId xmlns:a16="http://schemas.microsoft.com/office/drawing/2014/main" id="{40604A31-CFAC-5E8C-656E-AACFE10B12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292" y="2049286"/>
            <a:ext cx="2286071" cy="272113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5080">
              <a:lnSpc>
                <a:spcPct val="71000"/>
              </a:lnSpc>
              <a:spcBef>
                <a:spcPts val="1490"/>
              </a:spcBef>
            </a:pPr>
            <a:r>
              <a:rPr dirty="0"/>
              <a:t>Datos</a:t>
            </a:r>
            <a:r>
              <a:rPr spc="-30" dirty="0"/>
              <a:t> </a:t>
            </a:r>
            <a:r>
              <a:rPr spc="-25" dirty="0"/>
              <a:t>vs </a:t>
            </a:r>
            <a:r>
              <a:rPr spc="-35" dirty="0"/>
              <a:t>Tecnología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0625" y="1326387"/>
            <a:ext cx="2355850" cy="74485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273050" marR="5080" indent="-260350">
              <a:lnSpc>
                <a:spcPct val="68600"/>
              </a:lnSpc>
              <a:spcBef>
                <a:spcPts val="1155"/>
              </a:spcBef>
            </a:pP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La</a:t>
            </a:r>
            <a:r>
              <a:rPr sz="2800" b="1" spc="-35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tecnología:</a:t>
            </a:r>
            <a:r>
              <a:rPr sz="2800" b="1" spc="-30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spc="-25" dirty="0">
                <a:solidFill>
                  <a:srgbClr val="FF0000"/>
                </a:solidFill>
                <a:latin typeface="Arial Narrow"/>
                <a:cs typeface="Arial Narrow"/>
              </a:rPr>
              <a:t>El </a:t>
            </a: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procesamiento</a:t>
            </a:r>
            <a:endParaRPr sz="2800">
              <a:latin typeface="Arial Narrow"/>
              <a:cs typeface="Arial Narrow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379157" y="3323190"/>
            <a:ext cx="4765040" cy="1820545"/>
            <a:chOff x="4379157" y="3323190"/>
            <a:chExt cx="4765040" cy="1820545"/>
          </a:xfrm>
        </p:grpSpPr>
        <p:sp>
          <p:nvSpPr>
            <p:cNvPr id="5" name="object 5"/>
            <p:cNvSpPr/>
            <p:nvPr/>
          </p:nvSpPr>
          <p:spPr>
            <a:xfrm>
              <a:off x="8254885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23315" y="4153559"/>
              <a:ext cx="650875" cy="650875"/>
            </a:xfrm>
            <a:custGeom>
              <a:avLst/>
              <a:gdLst/>
              <a:ahLst/>
              <a:cxnLst/>
              <a:rect l="l" t="t" r="r" b="b"/>
              <a:pathLst>
                <a:path w="650875" h="650875">
                  <a:moveTo>
                    <a:pt x="325219" y="0"/>
                  </a:moveTo>
                  <a:lnTo>
                    <a:pt x="0" y="650437"/>
                  </a:lnTo>
                  <a:lnTo>
                    <a:pt x="650438" y="650437"/>
                  </a:lnTo>
                  <a:lnTo>
                    <a:pt x="325219" y="0"/>
                  </a:lnTo>
                  <a:close/>
                </a:path>
              </a:pathLst>
            </a:custGeom>
            <a:solidFill>
              <a:srgbClr val="D0D8E8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023315" y="4153559"/>
              <a:ext cx="650875" cy="650875"/>
            </a:xfrm>
            <a:custGeom>
              <a:avLst/>
              <a:gdLst/>
              <a:ahLst/>
              <a:cxnLst/>
              <a:rect l="l" t="t" r="r" b="b"/>
              <a:pathLst>
                <a:path w="650875" h="650875">
                  <a:moveTo>
                    <a:pt x="0" y="650438"/>
                  </a:moveTo>
                  <a:lnTo>
                    <a:pt x="325219" y="0"/>
                  </a:lnTo>
                  <a:lnTo>
                    <a:pt x="650438" y="650438"/>
                  </a:lnTo>
                  <a:lnTo>
                    <a:pt x="0" y="650438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391858" y="3739013"/>
              <a:ext cx="3913504" cy="544830"/>
            </a:xfrm>
            <a:custGeom>
              <a:avLst/>
              <a:gdLst/>
              <a:ahLst/>
              <a:cxnLst/>
              <a:rect l="l" t="t" r="r" b="b"/>
              <a:pathLst>
                <a:path w="3913504" h="544829">
                  <a:moveTo>
                    <a:pt x="19041" y="0"/>
                  </a:moveTo>
                  <a:lnTo>
                    <a:pt x="0" y="272315"/>
                  </a:lnTo>
                  <a:lnTo>
                    <a:pt x="3894311" y="544632"/>
                  </a:lnTo>
                  <a:lnTo>
                    <a:pt x="3913353" y="272316"/>
                  </a:lnTo>
                  <a:lnTo>
                    <a:pt x="19041" y="0"/>
                  </a:lnTo>
                  <a:close/>
                </a:path>
              </a:pathLst>
            </a:custGeom>
            <a:solidFill>
              <a:srgbClr val="D0D8E8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391857" y="3739013"/>
              <a:ext cx="3913504" cy="544830"/>
            </a:xfrm>
            <a:custGeom>
              <a:avLst/>
              <a:gdLst/>
              <a:ahLst/>
              <a:cxnLst/>
              <a:rect l="l" t="t" r="r" b="b"/>
              <a:pathLst>
                <a:path w="3913504" h="544829">
                  <a:moveTo>
                    <a:pt x="19042" y="0"/>
                  </a:moveTo>
                  <a:lnTo>
                    <a:pt x="3913354" y="272316"/>
                  </a:lnTo>
                  <a:lnTo>
                    <a:pt x="3894312" y="544632"/>
                  </a:lnTo>
                  <a:lnTo>
                    <a:pt x="0" y="272316"/>
                  </a:lnTo>
                  <a:lnTo>
                    <a:pt x="19042" y="0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734177" y="3335891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20">
                  <a:moveTo>
                    <a:pt x="120050" y="0"/>
                  </a:moveTo>
                  <a:lnTo>
                    <a:pt x="55331" y="21654"/>
                  </a:lnTo>
                  <a:lnTo>
                    <a:pt x="24880" y="82730"/>
                  </a:lnTo>
                  <a:lnTo>
                    <a:pt x="0" y="438528"/>
                  </a:lnTo>
                  <a:lnTo>
                    <a:pt x="4569" y="473640"/>
                  </a:lnTo>
                  <a:lnTo>
                    <a:pt x="21655" y="503248"/>
                  </a:lnTo>
                  <a:lnTo>
                    <a:pt x="48596" y="524288"/>
                  </a:lnTo>
                  <a:lnTo>
                    <a:pt x="82731" y="533699"/>
                  </a:lnTo>
                  <a:lnTo>
                    <a:pt x="1450242" y="629324"/>
                  </a:lnTo>
                  <a:lnTo>
                    <a:pt x="1485354" y="624755"/>
                  </a:lnTo>
                  <a:lnTo>
                    <a:pt x="1514961" y="607669"/>
                  </a:lnTo>
                  <a:lnTo>
                    <a:pt x="1536002" y="580728"/>
                  </a:lnTo>
                  <a:lnTo>
                    <a:pt x="1545413" y="546593"/>
                  </a:lnTo>
                  <a:lnTo>
                    <a:pt x="1570292" y="190795"/>
                  </a:lnTo>
                  <a:lnTo>
                    <a:pt x="1565723" y="155683"/>
                  </a:lnTo>
                  <a:lnTo>
                    <a:pt x="1548638" y="126076"/>
                  </a:lnTo>
                  <a:lnTo>
                    <a:pt x="1521697" y="105036"/>
                  </a:lnTo>
                  <a:lnTo>
                    <a:pt x="1487562" y="95624"/>
                  </a:lnTo>
                  <a:lnTo>
                    <a:pt x="120050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734177" y="3335890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20">
                  <a:moveTo>
                    <a:pt x="24879" y="82731"/>
                  </a:moveTo>
                  <a:lnTo>
                    <a:pt x="34291" y="48596"/>
                  </a:lnTo>
                  <a:lnTo>
                    <a:pt x="55331" y="21654"/>
                  </a:lnTo>
                  <a:lnTo>
                    <a:pt x="84938" y="4569"/>
                  </a:lnTo>
                  <a:lnTo>
                    <a:pt x="120050" y="0"/>
                  </a:lnTo>
                  <a:lnTo>
                    <a:pt x="1487562" y="95625"/>
                  </a:lnTo>
                  <a:lnTo>
                    <a:pt x="1521697" y="105037"/>
                  </a:lnTo>
                  <a:lnTo>
                    <a:pt x="1548638" y="126077"/>
                  </a:lnTo>
                  <a:lnTo>
                    <a:pt x="1565723" y="155684"/>
                  </a:lnTo>
                  <a:lnTo>
                    <a:pt x="1570293" y="190796"/>
                  </a:lnTo>
                  <a:lnTo>
                    <a:pt x="1545413" y="546594"/>
                  </a:lnTo>
                  <a:lnTo>
                    <a:pt x="1536001" y="580729"/>
                  </a:lnTo>
                  <a:lnTo>
                    <a:pt x="1514961" y="607670"/>
                  </a:lnTo>
                  <a:lnTo>
                    <a:pt x="1485354" y="624756"/>
                  </a:lnTo>
                  <a:lnTo>
                    <a:pt x="1450242" y="629325"/>
                  </a:lnTo>
                  <a:lnTo>
                    <a:pt x="82730" y="533699"/>
                  </a:lnTo>
                  <a:lnTo>
                    <a:pt x="48595" y="524288"/>
                  </a:lnTo>
                  <a:lnTo>
                    <a:pt x="21654" y="503248"/>
                  </a:lnTo>
                  <a:lnTo>
                    <a:pt x="4569" y="473641"/>
                  </a:lnTo>
                  <a:lnTo>
                    <a:pt x="0" y="438528"/>
                  </a:lnTo>
                  <a:lnTo>
                    <a:pt x="24879" y="82731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4427882" y="455042"/>
            <a:ext cx="1586865" cy="892810"/>
            <a:chOff x="4427882" y="455042"/>
            <a:chExt cx="1586865" cy="892810"/>
          </a:xfrm>
        </p:grpSpPr>
        <p:sp>
          <p:nvSpPr>
            <p:cNvPr id="13" name="object 13"/>
            <p:cNvSpPr/>
            <p:nvPr/>
          </p:nvSpPr>
          <p:spPr>
            <a:xfrm>
              <a:off x="4440582" y="467742"/>
              <a:ext cx="1561465" cy="867410"/>
            </a:xfrm>
            <a:custGeom>
              <a:avLst/>
              <a:gdLst/>
              <a:ahLst/>
              <a:cxnLst/>
              <a:rect l="l" t="t" r="r" b="b"/>
              <a:pathLst>
                <a:path w="1561464" h="867410">
                  <a:moveTo>
                    <a:pt x="1474326" y="0"/>
                  </a:moveTo>
                  <a:lnTo>
                    <a:pt x="86724" y="0"/>
                  </a:lnTo>
                  <a:lnTo>
                    <a:pt x="52967" y="6815"/>
                  </a:lnTo>
                  <a:lnTo>
                    <a:pt x="25400" y="25400"/>
                  </a:lnTo>
                  <a:lnTo>
                    <a:pt x="6815" y="52967"/>
                  </a:lnTo>
                  <a:lnTo>
                    <a:pt x="0" y="86724"/>
                  </a:lnTo>
                  <a:lnTo>
                    <a:pt x="0" y="780525"/>
                  </a:lnTo>
                  <a:lnTo>
                    <a:pt x="6815" y="814282"/>
                  </a:lnTo>
                  <a:lnTo>
                    <a:pt x="25400" y="841849"/>
                  </a:lnTo>
                  <a:lnTo>
                    <a:pt x="52967" y="860435"/>
                  </a:lnTo>
                  <a:lnTo>
                    <a:pt x="86724" y="867251"/>
                  </a:lnTo>
                  <a:lnTo>
                    <a:pt x="1474326" y="867251"/>
                  </a:lnTo>
                  <a:lnTo>
                    <a:pt x="1508083" y="860435"/>
                  </a:lnTo>
                  <a:lnTo>
                    <a:pt x="1535650" y="841849"/>
                  </a:lnTo>
                  <a:lnTo>
                    <a:pt x="1554236" y="814282"/>
                  </a:lnTo>
                  <a:lnTo>
                    <a:pt x="1561052" y="780525"/>
                  </a:lnTo>
                  <a:lnTo>
                    <a:pt x="1561052" y="86724"/>
                  </a:lnTo>
                  <a:lnTo>
                    <a:pt x="1554236" y="52967"/>
                  </a:lnTo>
                  <a:lnTo>
                    <a:pt x="1535650" y="25400"/>
                  </a:lnTo>
                  <a:lnTo>
                    <a:pt x="1508083" y="6815"/>
                  </a:lnTo>
                  <a:lnTo>
                    <a:pt x="1474326" y="0"/>
                  </a:lnTo>
                  <a:close/>
                </a:path>
              </a:pathLst>
            </a:custGeom>
            <a:solidFill>
              <a:srgbClr val="D7E4BD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440582" y="467742"/>
              <a:ext cx="1561465" cy="867410"/>
            </a:xfrm>
            <a:custGeom>
              <a:avLst/>
              <a:gdLst/>
              <a:ahLst/>
              <a:cxnLst/>
              <a:rect l="l" t="t" r="r" b="b"/>
              <a:pathLst>
                <a:path w="1561464" h="867410">
                  <a:moveTo>
                    <a:pt x="0" y="86725"/>
                  </a:moveTo>
                  <a:lnTo>
                    <a:pt x="6815" y="52967"/>
                  </a:lnTo>
                  <a:lnTo>
                    <a:pt x="25401" y="25401"/>
                  </a:lnTo>
                  <a:lnTo>
                    <a:pt x="52967" y="6815"/>
                  </a:lnTo>
                  <a:lnTo>
                    <a:pt x="86725" y="0"/>
                  </a:lnTo>
                  <a:lnTo>
                    <a:pt x="1474327" y="0"/>
                  </a:lnTo>
                  <a:lnTo>
                    <a:pt x="1508084" y="6815"/>
                  </a:lnTo>
                  <a:lnTo>
                    <a:pt x="1535650" y="25401"/>
                  </a:lnTo>
                  <a:lnTo>
                    <a:pt x="1554236" y="52967"/>
                  </a:lnTo>
                  <a:lnTo>
                    <a:pt x="1561052" y="86725"/>
                  </a:lnTo>
                  <a:lnTo>
                    <a:pt x="1561052" y="780525"/>
                  </a:lnTo>
                  <a:lnTo>
                    <a:pt x="1554236" y="814283"/>
                  </a:lnTo>
                  <a:lnTo>
                    <a:pt x="1535650" y="841849"/>
                  </a:lnTo>
                  <a:lnTo>
                    <a:pt x="1508084" y="860435"/>
                  </a:lnTo>
                  <a:lnTo>
                    <a:pt x="1474327" y="867251"/>
                  </a:lnTo>
                  <a:lnTo>
                    <a:pt x="86725" y="867251"/>
                  </a:lnTo>
                  <a:lnTo>
                    <a:pt x="52967" y="860435"/>
                  </a:lnTo>
                  <a:lnTo>
                    <a:pt x="25401" y="841849"/>
                  </a:lnTo>
                  <a:lnTo>
                    <a:pt x="6815" y="814283"/>
                  </a:lnTo>
                  <a:lnTo>
                    <a:pt x="0" y="780525"/>
                  </a:lnTo>
                  <a:lnTo>
                    <a:pt x="0" y="86725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666213" y="553719"/>
            <a:ext cx="1109345" cy="589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700" spc="-185" dirty="0">
                <a:latin typeface="Arial"/>
                <a:cs typeface="Arial"/>
              </a:rPr>
              <a:t>Antes</a:t>
            </a:r>
            <a:endParaRPr sz="37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682736" y="455042"/>
            <a:ext cx="1586865" cy="892810"/>
            <a:chOff x="6682736" y="455042"/>
            <a:chExt cx="1586865" cy="892810"/>
          </a:xfrm>
        </p:grpSpPr>
        <p:sp>
          <p:nvSpPr>
            <p:cNvPr id="17" name="object 17"/>
            <p:cNvSpPr/>
            <p:nvPr/>
          </p:nvSpPr>
          <p:spPr>
            <a:xfrm>
              <a:off x="6695436" y="467742"/>
              <a:ext cx="1561465" cy="867410"/>
            </a:xfrm>
            <a:custGeom>
              <a:avLst/>
              <a:gdLst/>
              <a:ahLst/>
              <a:cxnLst/>
              <a:rect l="l" t="t" r="r" b="b"/>
              <a:pathLst>
                <a:path w="1561465" h="867410">
                  <a:moveTo>
                    <a:pt x="1474326" y="0"/>
                  </a:moveTo>
                  <a:lnTo>
                    <a:pt x="86724" y="0"/>
                  </a:lnTo>
                  <a:lnTo>
                    <a:pt x="52967" y="6815"/>
                  </a:lnTo>
                  <a:lnTo>
                    <a:pt x="25400" y="25400"/>
                  </a:lnTo>
                  <a:lnTo>
                    <a:pt x="6815" y="52967"/>
                  </a:lnTo>
                  <a:lnTo>
                    <a:pt x="0" y="86724"/>
                  </a:lnTo>
                  <a:lnTo>
                    <a:pt x="0" y="780525"/>
                  </a:lnTo>
                  <a:lnTo>
                    <a:pt x="6815" y="814282"/>
                  </a:lnTo>
                  <a:lnTo>
                    <a:pt x="25400" y="841849"/>
                  </a:lnTo>
                  <a:lnTo>
                    <a:pt x="52967" y="860435"/>
                  </a:lnTo>
                  <a:lnTo>
                    <a:pt x="86724" y="867251"/>
                  </a:lnTo>
                  <a:lnTo>
                    <a:pt x="1474326" y="867251"/>
                  </a:lnTo>
                  <a:lnTo>
                    <a:pt x="1508083" y="860435"/>
                  </a:lnTo>
                  <a:lnTo>
                    <a:pt x="1535650" y="841849"/>
                  </a:lnTo>
                  <a:lnTo>
                    <a:pt x="1554235" y="814282"/>
                  </a:lnTo>
                  <a:lnTo>
                    <a:pt x="1561050" y="780525"/>
                  </a:lnTo>
                  <a:lnTo>
                    <a:pt x="1561050" y="86724"/>
                  </a:lnTo>
                  <a:lnTo>
                    <a:pt x="1554235" y="52967"/>
                  </a:lnTo>
                  <a:lnTo>
                    <a:pt x="1535650" y="25400"/>
                  </a:lnTo>
                  <a:lnTo>
                    <a:pt x="1508083" y="6815"/>
                  </a:lnTo>
                  <a:lnTo>
                    <a:pt x="1474326" y="0"/>
                  </a:lnTo>
                  <a:close/>
                </a:path>
              </a:pathLst>
            </a:custGeom>
            <a:solidFill>
              <a:srgbClr val="D7E4BD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695436" y="467742"/>
              <a:ext cx="1561465" cy="867410"/>
            </a:xfrm>
            <a:custGeom>
              <a:avLst/>
              <a:gdLst/>
              <a:ahLst/>
              <a:cxnLst/>
              <a:rect l="l" t="t" r="r" b="b"/>
              <a:pathLst>
                <a:path w="1561465" h="867410">
                  <a:moveTo>
                    <a:pt x="0" y="86725"/>
                  </a:moveTo>
                  <a:lnTo>
                    <a:pt x="6815" y="52967"/>
                  </a:lnTo>
                  <a:lnTo>
                    <a:pt x="25401" y="25401"/>
                  </a:lnTo>
                  <a:lnTo>
                    <a:pt x="52967" y="6815"/>
                  </a:lnTo>
                  <a:lnTo>
                    <a:pt x="86725" y="0"/>
                  </a:lnTo>
                  <a:lnTo>
                    <a:pt x="1474327" y="0"/>
                  </a:lnTo>
                  <a:lnTo>
                    <a:pt x="1508084" y="6815"/>
                  </a:lnTo>
                  <a:lnTo>
                    <a:pt x="1535650" y="25401"/>
                  </a:lnTo>
                  <a:lnTo>
                    <a:pt x="1554236" y="52967"/>
                  </a:lnTo>
                  <a:lnTo>
                    <a:pt x="1561052" y="86725"/>
                  </a:lnTo>
                  <a:lnTo>
                    <a:pt x="1561052" y="780525"/>
                  </a:lnTo>
                  <a:lnTo>
                    <a:pt x="1554236" y="814283"/>
                  </a:lnTo>
                  <a:lnTo>
                    <a:pt x="1535650" y="841849"/>
                  </a:lnTo>
                  <a:lnTo>
                    <a:pt x="1508084" y="860435"/>
                  </a:lnTo>
                  <a:lnTo>
                    <a:pt x="1474327" y="867251"/>
                  </a:lnTo>
                  <a:lnTo>
                    <a:pt x="86725" y="867251"/>
                  </a:lnTo>
                  <a:lnTo>
                    <a:pt x="52967" y="860435"/>
                  </a:lnTo>
                  <a:lnTo>
                    <a:pt x="25401" y="841849"/>
                  </a:lnTo>
                  <a:lnTo>
                    <a:pt x="6815" y="814283"/>
                  </a:lnTo>
                  <a:lnTo>
                    <a:pt x="0" y="780525"/>
                  </a:lnTo>
                  <a:lnTo>
                    <a:pt x="0" y="86725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7087881" y="553719"/>
            <a:ext cx="776605" cy="589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700" spc="-215" dirty="0">
                <a:latin typeface="Arial"/>
                <a:cs typeface="Arial"/>
              </a:rPr>
              <a:t>Hoy</a:t>
            </a:r>
            <a:endParaRPr sz="37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 rot="180000">
            <a:off x="6859556" y="3575620"/>
            <a:ext cx="1319107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00"/>
              </a:lnSpc>
            </a:pPr>
            <a:r>
              <a:rPr sz="1950" spc="-89" baseline="6410" dirty="0">
                <a:solidFill>
                  <a:srgbClr val="FFFFFF"/>
                </a:solidFill>
                <a:latin typeface="Arial"/>
                <a:cs typeface="Arial"/>
              </a:rPr>
              <a:t>Para</a:t>
            </a:r>
            <a:r>
              <a:rPr sz="1950" spc="-89" baseline="4273" dirty="0">
                <a:solidFill>
                  <a:srgbClr val="FFFFFF"/>
                </a:solidFill>
                <a:latin typeface="Arial"/>
                <a:cs typeface="Arial"/>
              </a:rPr>
              <a:t>lelo/Mu</a:t>
            </a:r>
            <a:r>
              <a:rPr sz="1950" spc="-89" baseline="2136" dirty="0">
                <a:solidFill>
                  <a:srgbClr val="FFFFFF"/>
                </a:solidFill>
                <a:latin typeface="Arial"/>
                <a:cs typeface="Arial"/>
              </a:rPr>
              <a:t>lti-</a:t>
            </a:r>
            <a:r>
              <a:rPr sz="1950" spc="-30" baseline="2136" dirty="0">
                <a:solidFill>
                  <a:srgbClr val="FFFFFF"/>
                </a:solidFill>
                <a:latin typeface="Arial"/>
                <a:cs typeface="Arial"/>
              </a:rPr>
              <a:t>co</a:t>
            </a:r>
            <a:r>
              <a:rPr sz="1300" spc="-20" dirty="0">
                <a:solidFill>
                  <a:srgbClr val="FFFFFF"/>
                </a:solidFill>
                <a:latin typeface="Arial"/>
                <a:cs typeface="Arial"/>
              </a:rPr>
              <a:t>re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764841" y="2750804"/>
            <a:ext cx="1595755" cy="655320"/>
            <a:chOff x="6764841" y="2750804"/>
            <a:chExt cx="1595755" cy="655320"/>
          </a:xfrm>
        </p:grpSpPr>
        <p:sp>
          <p:nvSpPr>
            <p:cNvPr id="22" name="object 22"/>
            <p:cNvSpPr/>
            <p:nvPr/>
          </p:nvSpPr>
          <p:spPr>
            <a:xfrm>
              <a:off x="6777541" y="2763504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20">
                  <a:moveTo>
                    <a:pt x="120050" y="0"/>
                  </a:moveTo>
                  <a:lnTo>
                    <a:pt x="55330" y="21654"/>
                  </a:lnTo>
                  <a:lnTo>
                    <a:pt x="24879" y="82731"/>
                  </a:lnTo>
                  <a:lnTo>
                    <a:pt x="0" y="438528"/>
                  </a:lnTo>
                  <a:lnTo>
                    <a:pt x="4568" y="473640"/>
                  </a:lnTo>
                  <a:lnTo>
                    <a:pt x="21654" y="503248"/>
                  </a:lnTo>
                  <a:lnTo>
                    <a:pt x="48595" y="524288"/>
                  </a:lnTo>
                  <a:lnTo>
                    <a:pt x="82730" y="533699"/>
                  </a:lnTo>
                  <a:lnTo>
                    <a:pt x="1450242" y="629325"/>
                  </a:lnTo>
                  <a:lnTo>
                    <a:pt x="1485354" y="624756"/>
                  </a:lnTo>
                  <a:lnTo>
                    <a:pt x="1514961" y="607670"/>
                  </a:lnTo>
                  <a:lnTo>
                    <a:pt x="1536000" y="580729"/>
                  </a:lnTo>
                  <a:lnTo>
                    <a:pt x="1545412" y="546594"/>
                  </a:lnTo>
                  <a:lnTo>
                    <a:pt x="1570292" y="190797"/>
                  </a:lnTo>
                  <a:lnTo>
                    <a:pt x="1565723" y="155684"/>
                  </a:lnTo>
                  <a:lnTo>
                    <a:pt x="1548637" y="126077"/>
                  </a:lnTo>
                  <a:lnTo>
                    <a:pt x="1521696" y="105037"/>
                  </a:lnTo>
                  <a:lnTo>
                    <a:pt x="1487561" y="95625"/>
                  </a:lnTo>
                  <a:lnTo>
                    <a:pt x="120050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777541" y="2763504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20">
                  <a:moveTo>
                    <a:pt x="24879" y="82731"/>
                  </a:moveTo>
                  <a:lnTo>
                    <a:pt x="34291" y="48596"/>
                  </a:lnTo>
                  <a:lnTo>
                    <a:pt x="55331" y="21654"/>
                  </a:lnTo>
                  <a:lnTo>
                    <a:pt x="84938" y="4569"/>
                  </a:lnTo>
                  <a:lnTo>
                    <a:pt x="120050" y="0"/>
                  </a:lnTo>
                  <a:lnTo>
                    <a:pt x="1487562" y="95625"/>
                  </a:lnTo>
                  <a:lnTo>
                    <a:pt x="1521697" y="105037"/>
                  </a:lnTo>
                  <a:lnTo>
                    <a:pt x="1548638" y="126077"/>
                  </a:lnTo>
                  <a:lnTo>
                    <a:pt x="1565723" y="155684"/>
                  </a:lnTo>
                  <a:lnTo>
                    <a:pt x="1570293" y="190796"/>
                  </a:lnTo>
                  <a:lnTo>
                    <a:pt x="1545413" y="546594"/>
                  </a:lnTo>
                  <a:lnTo>
                    <a:pt x="1536001" y="580729"/>
                  </a:lnTo>
                  <a:lnTo>
                    <a:pt x="1514961" y="607670"/>
                  </a:lnTo>
                  <a:lnTo>
                    <a:pt x="1485354" y="624756"/>
                  </a:lnTo>
                  <a:lnTo>
                    <a:pt x="1450242" y="629325"/>
                  </a:lnTo>
                  <a:lnTo>
                    <a:pt x="82730" y="533699"/>
                  </a:lnTo>
                  <a:lnTo>
                    <a:pt x="48595" y="524288"/>
                  </a:lnTo>
                  <a:lnTo>
                    <a:pt x="21654" y="503248"/>
                  </a:lnTo>
                  <a:lnTo>
                    <a:pt x="4569" y="473641"/>
                  </a:lnTo>
                  <a:lnTo>
                    <a:pt x="0" y="438528"/>
                  </a:lnTo>
                  <a:lnTo>
                    <a:pt x="24879" y="82731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 rot="180000">
            <a:off x="6996142" y="3001159"/>
            <a:ext cx="1133498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80"/>
              </a:lnSpc>
            </a:pPr>
            <a:r>
              <a:rPr sz="1950" spc="-104" baseline="4273" dirty="0">
                <a:solidFill>
                  <a:srgbClr val="FFFFFF"/>
                </a:solidFill>
                <a:latin typeface="Arial"/>
                <a:cs typeface="Arial"/>
              </a:rPr>
              <a:t>Off</a:t>
            </a:r>
            <a:r>
              <a:rPr sz="1950" spc="-104" baseline="2136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1950" spc="-112" baseline="2136" dirty="0">
                <a:solidFill>
                  <a:srgbClr val="FFFFFF"/>
                </a:solidFill>
                <a:latin typeface="Arial"/>
                <a:cs typeface="Arial"/>
              </a:rPr>
              <a:t>Line/O</a:t>
            </a:r>
            <a:r>
              <a:rPr sz="1300" spc="-75" dirty="0">
                <a:solidFill>
                  <a:srgbClr val="FFFFFF"/>
                </a:solidFill>
                <a:latin typeface="Arial"/>
                <a:cs typeface="Arial"/>
              </a:rPr>
              <a:t>n-</a:t>
            </a:r>
            <a:r>
              <a:rPr sz="1300" spc="-20" dirty="0">
                <a:solidFill>
                  <a:srgbClr val="FFFFFF"/>
                </a:solidFill>
                <a:latin typeface="Arial"/>
                <a:cs typeface="Arial"/>
              </a:rPr>
              <a:t>Line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6808203" y="1606032"/>
            <a:ext cx="1639570" cy="1227455"/>
            <a:chOff x="6808203" y="1606032"/>
            <a:chExt cx="1639570" cy="1227455"/>
          </a:xfrm>
        </p:grpSpPr>
        <p:sp>
          <p:nvSpPr>
            <p:cNvPr id="26" name="object 26"/>
            <p:cNvSpPr/>
            <p:nvPr/>
          </p:nvSpPr>
          <p:spPr>
            <a:xfrm>
              <a:off x="6820903" y="2191118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19">
                  <a:moveTo>
                    <a:pt x="120050" y="0"/>
                  </a:moveTo>
                  <a:lnTo>
                    <a:pt x="55330" y="21655"/>
                  </a:lnTo>
                  <a:lnTo>
                    <a:pt x="24879" y="82731"/>
                  </a:lnTo>
                  <a:lnTo>
                    <a:pt x="0" y="438528"/>
                  </a:lnTo>
                  <a:lnTo>
                    <a:pt x="4568" y="473641"/>
                  </a:lnTo>
                  <a:lnTo>
                    <a:pt x="21654" y="503248"/>
                  </a:lnTo>
                  <a:lnTo>
                    <a:pt x="48595" y="524288"/>
                  </a:lnTo>
                  <a:lnTo>
                    <a:pt x="82730" y="533699"/>
                  </a:lnTo>
                  <a:lnTo>
                    <a:pt x="1450242" y="629325"/>
                  </a:lnTo>
                  <a:lnTo>
                    <a:pt x="1485354" y="624756"/>
                  </a:lnTo>
                  <a:lnTo>
                    <a:pt x="1514961" y="607671"/>
                  </a:lnTo>
                  <a:lnTo>
                    <a:pt x="1536002" y="580730"/>
                  </a:lnTo>
                  <a:lnTo>
                    <a:pt x="1545413" y="546595"/>
                  </a:lnTo>
                  <a:lnTo>
                    <a:pt x="1570292" y="190797"/>
                  </a:lnTo>
                  <a:lnTo>
                    <a:pt x="1565723" y="155684"/>
                  </a:lnTo>
                  <a:lnTo>
                    <a:pt x="1548638" y="126077"/>
                  </a:lnTo>
                  <a:lnTo>
                    <a:pt x="1521697" y="105037"/>
                  </a:lnTo>
                  <a:lnTo>
                    <a:pt x="1487562" y="95625"/>
                  </a:lnTo>
                  <a:lnTo>
                    <a:pt x="120050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820903" y="2191119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19">
                  <a:moveTo>
                    <a:pt x="24879" y="82731"/>
                  </a:moveTo>
                  <a:lnTo>
                    <a:pt x="34291" y="48596"/>
                  </a:lnTo>
                  <a:lnTo>
                    <a:pt x="55331" y="21654"/>
                  </a:lnTo>
                  <a:lnTo>
                    <a:pt x="84938" y="4569"/>
                  </a:lnTo>
                  <a:lnTo>
                    <a:pt x="120050" y="0"/>
                  </a:lnTo>
                  <a:lnTo>
                    <a:pt x="1487562" y="95625"/>
                  </a:lnTo>
                  <a:lnTo>
                    <a:pt x="1521697" y="105037"/>
                  </a:lnTo>
                  <a:lnTo>
                    <a:pt x="1548638" y="126077"/>
                  </a:lnTo>
                  <a:lnTo>
                    <a:pt x="1565723" y="155684"/>
                  </a:lnTo>
                  <a:lnTo>
                    <a:pt x="1570293" y="190796"/>
                  </a:lnTo>
                  <a:lnTo>
                    <a:pt x="1545413" y="546594"/>
                  </a:lnTo>
                  <a:lnTo>
                    <a:pt x="1536001" y="580729"/>
                  </a:lnTo>
                  <a:lnTo>
                    <a:pt x="1514961" y="607670"/>
                  </a:lnTo>
                  <a:lnTo>
                    <a:pt x="1485354" y="624756"/>
                  </a:lnTo>
                  <a:lnTo>
                    <a:pt x="1450242" y="629325"/>
                  </a:lnTo>
                  <a:lnTo>
                    <a:pt x="82730" y="533699"/>
                  </a:lnTo>
                  <a:lnTo>
                    <a:pt x="48595" y="524288"/>
                  </a:lnTo>
                  <a:lnTo>
                    <a:pt x="21654" y="503248"/>
                  </a:lnTo>
                  <a:lnTo>
                    <a:pt x="4569" y="473641"/>
                  </a:lnTo>
                  <a:lnTo>
                    <a:pt x="0" y="438528"/>
                  </a:lnTo>
                  <a:lnTo>
                    <a:pt x="24879" y="82731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864264" y="1618733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19">
                  <a:moveTo>
                    <a:pt x="120051" y="0"/>
                  </a:moveTo>
                  <a:lnTo>
                    <a:pt x="55332" y="21654"/>
                  </a:lnTo>
                  <a:lnTo>
                    <a:pt x="24880" y="82730"/>
                  </a:lnTo>
                  <a:lnTo>
                    <a:pt x="0" y="438528"/>
                  </a:lnTo>
                  <a:lnTo>
                    <a:pt x="4569" y="473640"/>
                  </a:lnTo>
                  <a:lnTo>
                    <a:pt x="21655" y="503248"/>
                  </a:lnTo>
                  <a:lnTo>
                    <a:pt x="48596" y="524288"/>
                  </a:lnTo>
                  <a:lnTo>
                    <a:pt x="82731" y="533699"/>
                  </a:lnTo>
                  <a:lnTo>
                    <a:pt x="1450243" y="629325"/>
                  </a:lnTo>
                  <a:lnTo>
                    <a:pt x="1485355" y="624755"/>
                  </a:lnTo>
                  <a:lnTo>
                    <a:pt x="1514962" y="607669"/>
                  </a:lnTo>
                  <a:lnTo>
                    <a:pt x="1536002" y="580728"/>
                  </a:lnTo>
                  <a:lnTo>
                    <a:pt x="1545413" y="546594"/>
                  </a:lnTo>
                  <a:lnTo>
                    <a:pt x="1570294" y="190795"/>
                  </a:lnTo>
                  <a:lnTo>
                    <a:pt x="1565724" y="155683"/>
                  </a:lnTo>
                  <a:lnTo>
                    <a:pt x="1548638" y="126076"/>
                  </a:lnTo>
                  <a:lnTo>
                    <a:pt x="1521697" y="105036"/>
                  </a:lnTo>
                  <a:lnTo>
                    <a:pt x="1487562" y="95625"/>
                  </a:lnTo>
                  <a:lnTo>
                    <a:pt x="120051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864265" y="1618732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19">
                  <a:moveTo>
                    <a:pt x="24879" y="82731"/>
                  </a:moveTo>
                  <a:lnTo>
                    <a:pt x="34291" y="48596"/>
                  </a:lnTo>
                  <a:lnTo>
                    <a:pt x="55331" y="21654"/>
                  </a:lnTo>
                  <a:lnTo>
                    <a:pt x="84938" y="4569"/>
                  </a:lnTo>
                  <a:lnTo>
                    <a:pt x="120050" y="0"/>
                  </a:lnTo>
                  <a:lnTo>
                    <a:pt x="1487562" y="95625"/>
                  </a:lnTo>
                  <a:lnTo>
                    <a:pt x="1521697" y="105037"/>
                  </a:lnTo>
                  <a:lnTo>
                    <a:pt x="1548638" y="126077"/>
                  </a:lnTo>
                  <a:lnTo>
                    <a:pt x="1565723" y="155684"/>
                  </a:lnTo>
                  <a:lnTo>
                    <a:pt x="1570293" y="190796"/>
                  </a:lnTo>
                  <a:lnTo>
                    <a:pt x="1545413" y="546594"/>
                  </a:lnTo>
                  <a:lnTo>
                    <a:pt x="1536001" y="580729"/>
                  </a:lnTo>
                  <a:lnTo>
                    <a:pt x="1514961" y="607670"/>
                  </a:lnTo>
                  <a:lnTo>
                    <a:pt x="1485354" y="624756"/>
                  </a:lnTo>
                  <a:lnTo>
                    <a:pt x="1450242" y="629325"/>
                  </a:lnTo>
                  <a:lnTo>
                    <a:pt x="82730" y="533699"/>
                  </a:lnTo>
                  <a:lnTo>
                    <a:pt x="48595" y="524288"/>
                  </a:lnTo>
                  <a:lnTo>
                    <a:pt x="21654" y="503248"/>
                  </a:lnTo>
                  <a:lnTo>
                    <a:pt x="4569" y="473641"/>
                  </a:lnTo>
                  <a:lnTo>
                    <a:pt x="0" y="438528"/>
                  </a:lnTo>
                  <a:lnTo>
                    <a:pt x="24879" y="82731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 rot="180000">
            <a:off x="7199221" y="1764617"/>
            <a:ext cx="912942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90"/>
              </a:lnSpc>
            </a:pPr>
            <a:r>
              <a:rPr sz="1950" spc="-97" baseline="4273" dirty="0">
                <a:solidFill>
                  <a:srgbClr val="FFFFFF"/>
                </a:solidFill>
                <a:latin typeface="Arial"/>
                <a:cs typeface="Arial"/>
              </a:rPr>
              <a:t>Comput</a:t>
            </a:r>
            <a:r>
              <a:rPr sz="1950" spc="-97" baseline="2136" dirty="0">
                <a:solidFill>
                  <a:srgbClr val="FFFFFF"/>
                </a:solidFill>
                <a:latin typeface="Arial"/>
                <a:cs typeface="Arial"/>
              </a:rPr>
              <a:t>aci</a:t>
            </a:r>
            <a:r>
              <a:rPr sz="1300" spc="-65" dirty="0">
                <a:solidFill>
                  <a:srgbClr val="FFFFFF"/>
                </a:solidFill>
                <a:latin typeface="Arial"/>
                <a:cs typeface="Arial"/>
              </a:rPr>
              <a:t>ón</a:t>
            </a:r>
            <a:endParaRPr sz="13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 rot="180000">
            <a:off x="7274484" y="1943522"/>
            <a:ext cx="737536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95"/>
              </a:lnSpc>
            </a:pPr>
            <a:r>
              <a:rPr sz="1950" spc="-52" baseline="4273" dirty="0">
                <a:solidFill>
                  <a:srgbClr val="FFFFFF"/>
                </a:solidFill>
                <a:latin typeface="Arial"/>
                <a:cs typeface="Arial"/>
              </a:rPr>
              <a:t>di</a:t>
            </a:r>
            <a:r>
              <a:rPr sz="1950" spc="-52" baseline="2136" dirty="0">
                <a:solidFill>
                  <a:srgbClr val="FFFFFF"/>
                </a:solidFill>
                <a:latin typeface="Arial"/>
                <a:cs typeface="Arial"/>
              </a:rPr>
              <a:t>stribu</a:t>
            </a:r>
            <a:r>
              <a:rPr sz="1300" spc="-35" dirty="0">
                <a:solidFill>
                  <a:srgbClr val="FFFFFF"/>
                </a:solidFill>
                <a:latin typeface="Arial"/>
                <a:cs typeface="Arial"/>
              </a:rPr>
              <a:t>ida</a:t>
            </a:r>
            <a:endParaRPr sz="13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 rot="180000">
            <a:off x="7155857" y="2337641"/>
            <a:ext cx="912942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90"/>
              </a:lnSpc>
            </a:pPr>
            <a:r>
              <a:rPr sz="1950" spc="-97" baseline="4273" dirty="0">
                <a:solidFill>
                  <a:srgbClr val="FFFFFF"/>
                </a:solidFill>
                <a:latin typeface="Arial"/>
                <a:cs typeface="Arial"/>
              </a:rPr>
              <a:t>Comput</a:t>
            </a:r>
            <a:r>
              <a:rPr sz="1950" spc="-97" baseline="2136" dirty="0">
                <a:solidFill>
                  <a:srgbClr val="FFFFFF"/>
                </a:solidFill>
                <a:latin typeface="Arial"/>
                <a:cs typeface="Arial"/>
              </a:rPr>
              <a:t>aci</a:t>
            </a:r>
            <a:r>
              <a:rPr sz="1300" spc="-65" dirty="0">
                <a:solidFill>
                  <a:srgbClr val="FFFFFF"/>
                </a:solidFill>
                <a:latin typeface="Arial"/>
                <a:cs typeface="Arial"/>
              </a:rPr>
              <a:t>ón</a:t>
            </a:r>
            <a:endParaRPr sz="13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 rot="180000">
            <a:off x="7317826" y="2515613"/>
            <a:ext cx="564436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85"/>
              </a:lnSpc>
            </a:pPr>
            <a:r>
              <a:rPr sz="1950" spc="-89" baseline="2136" dirty="0">
                <a:solidFill>
                  <a:srgbClr val="FFFFFF"/>
                </a:solidFill>
                <a:latin typeface="Arial"/>
                <a:cs typeface="Arial"/>
              </a:rPr>
              <a:t>para</a:t>
            </a:r>
            <a:r>
              <a:rPr sz="1300" spc="-60" dirty="0">
                <a:solidFill>
                  <a:srgbClr val="FFFFFF"/>
                </a:solidFill>
                <a:latin typeface="Arial"/>
                <a:cs typeface="Arial"/>
              </a:rPr>
              <a:t>lela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4466625" y="3167084"/>
            <a:ext cx="1595755" cy="655320"/>
            <a:chOff x="4466625" y="3167084"/>
            <a:chExt cx="1595755" cy="655320"/>
          </a:xfrm>
        </p:grpSpPr>
        <p:sp>
          <p:nvSpPr>
            <p:cNvPr id="35" name="object 35"/>
            <p:cNvSpPr/>
            <p:nvPr/>
          </p:nvSpPr>
          <p:spPr>
            <a:xfrm>
              <a:off x="4479325" y="3179785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20">
                  <a:moveTo>
                    <a:pt x="120050" y="0"/>
                  </a:moveTo>
                  <a:lnTo>
                    <a:pt x="55330" y="21655"/>
                  </a:lnTo>
                  <a:lnTo>
                    <a:pt x="24879" y="82731"/>
                  </a:lnTo>
                  <a:lnTo>
                    <a:pt x="0" y="438528"/>
                  </a:lnTo>
                  <a:lnTo>
                    <a:pt x="4568" y="473640"/>
                  </a:lnTo>
                  <a:lnTo>
                    <a:pt x="21654" y="503248"/>
                  </a:lnTo>
                  <a:lnTo>
                    <a:pt x="48595" y="524288"/>
                  </a:lnTo>
                  <a:lnTo>
                    <a:pt x="82730" y="533699"/>
                  </a:lnTo>
                  <a:lnTo>
                    <a:pt x="1450242" y="629325"/>
                  </a:lnTo>
                  <a:lnTo>
                    <a:pt x="1485354" y="624756"/>
                  </a:lnTo>
                  <a:lnTo>
                    <a:pt x="1514961" y="607670"/>
                  </a:lnTo>
                  <a:lnTo>
                    <a:pt x="1536000" y="580729"/>
                  </a:lnTo>
                  <a:lnTo>
                    <a:pt x="1545412" y="546594"/>
                  </a:lnTo>
                  <a:lnTo>
                    <a:pt x="1570292" y="190797"/>
                  </a:lnTo>
                  <a:lnTo>
                    <a:pt x="1565723" y="155684"/>
                  </a:lnTo>
                  <a:lnTo>
                    <a:pt x="1548637" y="126077"/>
                  </a:lnTo>
                  <a:lnTo>
                    <a:pt x="1521696" y="105037"/>
                  </a:lnTo>
                  <a:lnTo>
                    <a:pt x="1487561" y="95625"/>
                  </a:lnTo>
                  <a:lnTo>
                    <a:pt x="120050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479325" y="3179784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20">
                  <a:moveTo>
                    <a:pt x="24879" y="82731"/>
                  </a:moveTo>
                  <a:lnTo>
                    <a:pt x="34291" y="48596"/>
                  </a:lnTo>
                  <a:lnTo>
                    <a:pt x="55331" y="21654"/>
                  </a:lnTo>
                  <a:lnTo>
                    <a:pt x="84938" y="4569"/>
                  </a:lnTo>
                  <a:lnTo>
                    <a:pt x="120050" y="0"/>
                  </a:lnTo>
                  <a:lnTo>
                    <a:pt x="1487562" y="95625"/>
                  </a:lnTo>
                  <a:lnTo>
                    <a:pt x="1521697" y="105037"/>
                  </a:lnTo>
                  <a:lnTo>
                    <a:pt x="1548638" y="126077"/>
                  </a:lnTo>
                  <a:lnTo>
                    <a:pt x="1565723" y="155684"/>
                  </a:lnTo>
                  <a:lnTo>
                    <a:pt x="1570293" y="190796"/>
                  </a:lnTo>
                  <a:lnTo>
                    <a:pt x="1545413" y="546594"/>
                  </a:lnTo>
                  <a:lnTo>
                    <a:pt x="1536001" y="580729"/>
                  </a:lnTo>
                  <a:lnTo>
                    <a:pt x="1514961" y="607670"/>
                  </a:lnTo>
                  <a:lnTo>
                    <a:pt x="1485354" y="624756"/>
                  </a:lnTo>
                  <a:lnTo>
                    <a:pt x="1450242" y="629325"/>
                  </a:lnTo>
                  <a:lnTo>
                    <a:pt x="82730" y="533699"/>
                  </a:lnTo>
                  <a:lnTo>
                    <a:pt x="48595" y="524288"/>
                  </a:lnTo>
                  <a:lnTo>
                    <a:pt x="21654" y="503248"/>
                  </a:lnTo>
                  <a:lnTo>
                    <a:pt x="4569" y="473641"/>
                  </a:lnTo>
                  <a:lnTo>
                    <a:pt x="0" y="438528"/>
                  </a:lnTo>
                  <a:lnTo>
                    <a:pt x="24879" y="82731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 rot="180000">
            <a:off x="4899128" y="3415437"/>
            <a:ext cx="731349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00"/>
              </a:lnSpc>
            </a:pPr>
            <a:r>
              <a:rPr sz="1950" spc="-135" baseline="4273" dirty="0">
                <a:solidFill>
                  <a:srgbClr val="FFFFFF"/>
                </a:solidFill>
                <a:latin typeface="Arial"/>
                <a:cs typeface="Arial"/>
              </a:rPr>
              <a:t>Se</a:t>
            </a:r>
            <a:r>
              <a:rPr sz="1950" spc="-135" baseline="2136" dirty="0">
                <a:solidFill>
                  <a:srgbClr val="FFFFFF"/>
                </a:solidFill>
                <a:latin typeface="Arial"/>
                <a:cs typeface="Arial"/>
              </a:rPr>
              <a:t>cuenc</a:t>
            </a:r>
            <a:r>
              <a:rPr sz="1300" spc="-90" dirty="0">
                <a:solidFill>
                  <a:srgbClr val="FFFFFF"/>
                </a:solidFill>
                <a:latin typeface="Arial"/>
                <a:cs typeface="Arial"/>
              </a:rPr>
              <a:t>ial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4509987" y="2594699"/>
            <a:ext cx="1595755" cy="655320"/>
            <a:chOff x="4509987" y="2594699"/>
            <a:chExt cx="1595755" cy="655320"/>
          </a:xfrm>
        </p:grpSpPr>
        <p:sp>
          <p:nvSpPr>
            <p:cNvPr id="39" name="object 39"/>
            <p:cNvSpPr/>
            <p:nvPr/>
          </p:nvSpPr>
          <p:spPr>
            <a:xfrm>
              <a:off x="4522687" y="2607400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19">
                  <a:moveTo>
                    <a:pt x="120050" y="0"/>
                  </a:moveTo>
                  <a:lnTo>
                    <a:pt x="55330" y="21654"/>
                  </a:lnTo>
                  <a:lnTo>
                    <a:pt x="24879" y="82730"/>
                  </a:lnTo>
                  <a:lnTo>
                    <a:pt x="0" y="438528"/>
                  </a:lnTo>
                  <a:lnTo>
                    <a:pt x="4568" y="473640"/>
                  </a:lnTo>
                  <a:lnTo>
                    <a:pt x="21654" y="503248"/>
                  </a:lnTo>
                  <a:lnTo>
                    <a:pt x="48595" y="524288"/>
                  </a:lnTo>
                  <a:lnTo>
                    <a:pt x="82730" y="533699"/>
                  </a:lnTo>
                  <a:lnTo>
                    <a:pt x="1450242" y="629324"/>
                  </a:lnTo>
                  <a:lnTo>
                    <a:pt x="1485354" y="624755"/>
                  </a:lnTo>
                  <a:lnTo>
                    <a:pt x="1514961" y="607669"/>
                  </a:lnTo>
                  <a:lnTo>
                    <a:pt x="1536002" y="580728"/>
                  </a:lnTo>
                  <a:lnTo>
                    <a:pt x="1545413" y="546594"/>
                  </a:lnTo>
                  <a:lnTo>
                    <a:pt x="1570292" y="190795"/>
                  </a:lnTo>
                  <a:lnTo>
                    <a:pt x="1565723" y="155683"/>
                  </a:lnTo>
                  <a:lnTo>
                    <a:pt x="1548638" y="126076"/>
                  </a:lnTo>
                  <a:lnTo>
                    <a:pt x="1521697" y="105036"/>
                  </a:lnTo>
                  <a:lnTo>
                    <a:pt x="1487562" y="95624"/>
                  </a:lnTo>
                  <a:lnTo>
                    <a:pt x="120050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522687" y="2607399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19">
                  <a:moveTo>
                    <a:pt x="24879" y="82731"/>
                  </a:moveTo>
                  <a:lnTo>
                    <a:pt x="34291" y="48596"/>
                  </a:lnTo>
                  <a:lnTo>
                    <a:pt x="55331" y="21654"/>
                  </a:lnTo>
                  <a:lnTo>
                    <a:pt x="84938" y="4569"/>
                  </a:lnTo>
                  <a:lnTo>
                    <a:pt x="120050" y="0"/>
                  </a:lnTo>
                  <a:lnTo>
                    <a:pt x="1487562" y="95625"/>
                  </a:lnTo>
                  <a:lnTo>
                    <a:pt x="1521697" y="105037"/>
                  </a:lnTo>
                  <a:lnTo>
                    <a:pt x="1548638" y="126077"/>
                  </a:lnTo>
                  <a:lnTo>
                    <a:pt x="1565723" y="155684"/>
                  </a:lnTo>
                  <a:lnTo>
                    <a:pt x="1570293" y="190796"/>
                  </a:lnTo>
                  <a:lnTo>
                    <a:pt x="1545413" y="546594"/>
                  </a:lnTo>
                  <a:lnTo>
                    <a:pt x="1536001" y="580729"/>
                  </a:lnTo>
                  <a:lnTo>
                    <a:pt x="1514961" y="607670"/>
                  </a:lnTo>
                  <a:lnTo>
                    <a:pt x="1485354" y="624756"/>
                  </a:lnTo>
                  <a:lnTo>
                    <a:pt x="1450242" y="629325"/>
                  </a:lnTo>
                  <a:lnTo>
                    <a:pt x="82730" y="533699"/>
                  </a:lnTo>
                  <a:lnTo>
                    <a:pt x="48595" y="524288"/>
                  </a:lnTo>
                  <a:lnTo>
                    <a:pt x="21654" y="503248"/>
                  </a:lnTo>
                  <a:lnTo>
                    <a:pt x="4569" y="473641"/>
                  </a:lnTo>
                  <a:lnTo>
                    <a:pt x="0" y="438528"/>
                  </a:lnTo>
                  <a:lnTo>
                    <a:pt x="24879" y="82731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 rot="180000">
            <a:off x="5028310" y="2842717"/>
            <a:ext cx="559580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300" spc="-70" dirty="0">
                <a:solidFill>
                  <a:srgbClr val="FFFFFF"/>
                </a:solidFill>
                <a:latin typeface="Arial"/>
                <a:cs typeface="Arial"/>
              </a:rPr>
              <a:t>Off-</a:t>
            </a:r>
            <a:r>
              <a:rPr sz="1300" spc="-55" dirty="0">
                <a:solidFill>
                  <a:srgbClr val="FFFFFF"/>
                </a:solidFill>
                <a:latin typeface="Arial"/>
                <a:cs typeface="Arial"/>
              </a:rPr>
              <a:t>Line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4553349" y="2022313"/>
            <a:ext cx="1595755" cy="655320"/>
            <a:chOff x="4553349" y="2022313"/>
            <a:chExt cx="1595755" cy="655320"/>
          </a:xfrm>
        </p:grpSpPr>
        <p:sp>
          <p:nvSpPr>
            <p:cNvPr id="43" name="object 43"/>
            <p:cNvSpPr/>
            <p:nvPr/>
          </p:nvSpPr>
          <p:spPr>
            <a:xfrm>
              <a:off x="4566050" y="2035013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19">
                  <a:moveTo>
                    <a:pt x="120050" y="0"/>
                  </a:moveTo>
                  <a:lnTo>
                    <a:pt x="55330" y="21654"/>
                  </a:lnTo>
                  <a:lnTo>
                    <a:pt x="24879" y="82731"/>
                  </a:lnTo>
                  <a:lnTo>
                    <a:pt x="0" y="438528"/>
                  </a:lnTo>
                  <a:lnTo>
                    <a:pt x="4568" y="473640"/>
                  </a:lnTo>
                  <a:lnTo>
                    <a:pt x="21654" y="503248"/>
                  </a:lnTo>
                  <a:lnTo>
                    <a:pt x="48595" y="524288"/>
                  </a:lnTo>
                  <a:lnTo>
                    <a:pt x="82730" y="533699"/>
                  </a:lnTo>
                  <a:lnTo>
                    <a:pt x="1450242" y="629325"/>
                  </a:lnTo>
                  <a:lnTo>
                    <a:pt x="1485354" y="624756"/>
                  </a:lnTo>
                  <a:lnTo>
                    <a:pt x="1514961" y="607670"/>
                  </a:lnTo>
                  <a:lnTo>
                    <a:pt x="1536002" y="580729"/>
                  </a:lnTo>
                  <a:lnTo>
                    <a:pt x="1545413" y="546594"/>
                  </a:lnTo>
                  <a:lnTo>
                    <a:pt x="1570292" y="190797"/>
                  </a:lnTo>
                  <a:lnTo>
                    <a:pt x="1565723" y="155684"/>
                  </a:lnTo>
                  <a:lnTo>
                    <a:pt x="1548638" y="126077"/>
                  </a:lnTo>
                  <a:lnTo>
                    <a:pt x="1521697" y="105037"/>
                  </a:lnTo>
                  <a:lnTo>
                    <a:pt x="1487562" y="95625"/>
                  </a:lnTo>
                  <a:lnTo>
                    <a:pt x="120050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566049" y="2035013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19">
                  <a:moveTo>
                    <a:pt x="24879" y="82731"/>
                  </a:moveTo>
                  <a:lnTo>
                    <a:pt x="34291" y="48596"/>
                  </a:lnTo>
                  <a:lnTo>
                    <a:pt x="55331" y="21654"/>
                  </a:lnTo>
                  <a:lnTo>
                    <a:pt x="84938" y="4569"/>
                  </a:lnTo>
                  <a:lnTo>
                    <a:pt x="120050" y="0"/>
                  </a:lnTo>
                  <a:lnTo>
                    <a:pt x="1487562" y="95625"/>
                  </a:lnTo>
                  <a:lnTo>
                    <a:pt x="1521697" y="105037"/>
                  </a:lnTo>
                  <a:lnTo>
                    <a:pt x="1548638" y="126077"/>
                  </a:lnTo>
                  <a:lnTo>
                    <a:pt x="1565723" y="155684"/>
                  </a:lnTo>
                  <a:lnTo>
                    <a:pt x="1570293" y="190796"/>
                  </a:lnTo>
                  <a:lnTo>
                    <a:pt x="1545413" y="546594"/>
                  </a:lnTo>
                  <a:lnTo>
                    <a:pt x="1536001" y="580729"/>
                  </a:lnTo>
                  <a:lnTo>
                    <a:pt x="1514961" y="607670"/>
                  </a:lnTo>
                  <a:lnTo>
                    <a:pt x="1485354" y="624756"/>
                  </a:lnTo>
                  <a:lnTo>
                    <a:pt x="1450242" y="629325"/>
                  </a:lnTo>
                  <a:lnTo>
                    <a:pt x="82730" y="533699"/>
                  </a:lnTo>
                  <a:lnTo>
                    <a:pt x="48595" y="524288"/>
                  </a:lnTo>
                  <a:lnTo>
                    <a:pt x="21654" y="503248"/>
                  </a:lnTo>
                  <a:lnTo>
                    <a:pt x="4569" y="473641"/>
                  </a:lnTo>
                  <a:lnTo>
                    <a:pt x="0" y="438528"/>
                  </a:lnTo>
                  <a:lnTo>
                    <a:pt x="24879" y="82731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 rot="180000">
            <a:off x="4883126" y="2183594"/>
            <a:ext cx="948563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00"/>
              </a:lnSpc>
            </a:pPr>
            <a:r>
              <a:rPr sz="1950" spc="-112" baseline="4273" dirty="0">
                <a:solidFill>
                  <a:srgbClr val="FFFFFF"/>
                </a:solidFill>
                <a:latin typeface="Arial"/>
                <a:cs typeface="Arial"/>
              </a:rPr>
              <a:t>Progr</a:t>
            </a:r>
            <a:r>
              <a:rPr sz="1950" spc="-112" baseline="2136" dirty="0">
                <a:solidFill>
                  <a:srgbClr val="FFFFFF"/>
                </a:solidFill>
                <a:latin typeface="Arial"/>
                <a:cs typeface="Arial"/>
              </a:rPr>
              <a:t>amaci</a:t>
            </a:r>
            <a:r>
              <a:rPr sz="1300" spc="-75" dirty="0">
                <a:solidFill>
                  <a:srgbClr val="FFFFFF"/>
                </a:solidFill>
                <a:latin typeface="Arial"/>
                <a:cs typeface="Arial"/>
              </a:rPr>
              <a:t>ón</a:t>
            </a:r>
            <a:endParaRPr sz="13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 rot="180000">
            <a:off x="4970822" y="2358484"/>
            <a:ext cx="748680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00"/>
              </a:lnSpc>
            </a:pPr>
            <a:r>
              <a:rPr sz="1950" spc="-104" baseline="4273" dirty="0">
                <a:solidFill>
                  <a:srgbClr val="FFFFFF"/>
                </a:solidFill>
                <a:latin typeface="Arial"/>
                <a:cs typeface="Arial"/>
              </a:rPr>
              <a:t>Tra</a:t>
            </a:r>
            <a:r>
              <a:rPr sz="1950" spc="-104" baseline="2136" dirty="0">
                <a:solidFill>
                  <a:srgbClr val="FFFFFF"/>
                </a:solidFill>
                <a:latin typeface="Arial"/>
                <a:cs typeface="Arial"/>
              </a:rPr>
              <a:t>dicio</a:t>
            </a:r>
            <a:r>
              <a:rPr sz="1300" spc="-70" dirty="0">
                <a:solidFill>
                  <a:srgbClr val="FFFFFF"/>
                </a:solidFill>
                <a:latin typeface="Arial"/>
                <a:cs typeface="Arial"/>
              </a:rPr>
              <a:t>nal</a:t>
            </a:r>
            <a:endParaRPr sz="1300">
              <a:latin typeface="Arial"/>
              <a:cs typeface="Arial"/>
            </a:endParaRPr>
          </a:p>
        </p:txBody>
      </p:sp>
      <p:pic>
        <p:nvPicPr>
          <p:cNvPr id="47" name="Picture 46" descr="A diagram of a company&#10;&#10;Description automatically generated">
            <a:extLst>
              <a:ext uri="{FF2B5EF4-FFF2-40B4-BE49-F238E27FC236}">
                <a16:creationId xmlns:a16="http://schemas.microsoft.com/office/drawing/2014/main" id="{B9E53B18-46EB-B015-0D67-B3A7118AAD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292" y="2049286"/>
            <a:ext cx="2286071" cy="272113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6284" y="253491"/>
            <a:ext cx="2291080" cy="1525270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104139">
              <a:lnSpc>
                <a:spcPct val="71000"/>
              </a:lnSpc>
              <a:spcBef>
                <a:spcPts val="1490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Datos</a:t>
            </a:r>
            <a:r>
              <a:rPr sz="4000" b="1" spc="-30" dirty="0">
                <a:solidFill>
                  <a:srgbClr val="044247"/>
                </a:solidFill>
                <a:latin typeface="Arial Narrow"/>
                <a:cs typeface="Arial Narrow"/>
              </a:rPr>
              <a:t> </a:t>
            </a:r>
            <a:r>
              <a:rPr sz="4000" b="1" spc="-25" dirty="0">
                <a:solidFill>
                  <a:srgbClr val="044247"/>
                </a:solidFill>
                <a:latin typeface="Arial Narrow"/>
                <a:cs typeface="Arial Narrow"/>
              </a:rPr>
              <a:t>vs </a:t>
            </a:r>
            <a:r>
              <a:rPr sz="4000" b="1" spc="-35" dirty="0">
                <a:solidFill>
                  <a:srgbClr val="044247"/>
                </a:solidFill>
                <a:latin typeface="Arial Narrow"/>
                <a:cs typeface="Arial Narrow"/>
              </a:rPr>
              <a:t>Tecnología</a:t>
            </a:r>
            <a:endParaRPr sz="4000">
              <a:latin typeface="Arial Narrow"/>
              <a:cs typeface="Arial Narrow"/>
            </a:endParaRPr>
          </a:p>
          <a:p>
            <a:pPr marL="610870">
              <a:lnSpc>
                <a:spcPct val="100000"/>
              </a:lnSpc>
              <a:spcBef>
                <a:spcPts val="240"/>
              </a:spcBef>
            </a:pP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Un</a:t>
            </a:r>
            <a:r>
              <a:rPr sz="2800" b="1" spc="-40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ejemplo: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44302" y="244347"/>
            <a:ext cx="5179060" cy="8874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har char="■"/>
              <a:tabLst>
                <a:tab pos="297815" algn="l"/>
              </a:tabLst>
            </a:pPr>
            <a:endParaRPr lang="es-ES" sz="2800" dirty="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100"/>
              </a:spcBef>
              <a:buChar char="■"/>
              <a:tabLst>
                <a:tab pos="297815" algn="l"/>
              </a:tabLst>
            </a:pPr>
            <a:endParaRPr sz="28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49623" y="1344167"/>
            <a:ext cx="4303776" cy="2956560"/>
          </a:xfrm>
          <a:prstGeom prst="rect">
            <a:avLst/>
          </a:prstGeom>
        </p:spPr>
      </p:pic>
      <p:pic>
        <p:nvPicPr>
          <p:cNvPr id="7" name="Picture 6" descr="A diagram of a company&#10;&#10;Description automatically generated">
            <a:extLst>
              <a:ext uri="{FF2B5EF4-FFF2-40B4-BE49-F238E27FC236}">
                <a16:creationId xmlns:a16="http://schemas.microsoft.com/office/drawing/2014/main" id="{1887206A-4920-1A7B-EA70-B3CB83206C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292" y="2049286"/>
            <a:ext cx="2286071" cy="272113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A300C73-E18A-E2B6-9B37-0169A3772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E07C88A-C50A-F92A-2F42-BD0AA6ECB0E5}"/>
              </a:ext>
            </a:extLst>
          </p:cNvPr>
          <p:cNvSpPr txBox="1"/>
          <p:nvPr/>
        </p:nvSpPr>
        <p:spPr>
          <a:xfrm>
            <a:off x="546284" y="253491"/>
            <a:ext cx="2291080" cy="1525270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104139">
              <a:lnSpc>
                <a:spcPct val="71000"/>
              </a:lnSpc>
              <a:spcBef>
                <a:spcPts val="1490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Datos</a:t>
            </a:r>
            <a:r>
              <a:rPr sz="4000" b="1" spc="-30" dirty="0">
                <a:solidFill>
                  <a:srgbClr val="044247"/>
                </a:solidFill>
                <a:latin typeface="Arial Narrow"/>
                <a:cs typeface="Arial Narrow"/>
              </a:rPr>
              <a:t> </a:t>
            </a:r>
            <a:r>
              <a:rPr sz="4000" b="1" spc="-25" dirty="0">
                <a:solidFill>
                  <a:srgbClr val="044247"/>
                </a:solidFill>
                <a:latin typeface="Arial Narrow"/>
                <a:cs typeface="Arial Narrow"/>
              </a:rPr>
              <a:t>vs </a:t>
            </a:r>
            <a:r>
              <a:rPr sz="4000" b="1" spc="-35" dirty="0">
                <a:solidFill>
                  <a:srgbClr val="044247"/>
                </a:solidFill>
                <a:latin typeface="Arial Narrow"/>
                <a:cs typeface="Arial Narrow"/>
              </a:rPr>
              <a:t>Tecnología</a:t>
            </a:r>
            <a:endParaRPr sz="4000">
              <a:latin typeface="Arial Narrow"/>
              <a:cs typeface="Arial Narrow"/>
            </a:endParaRPr>
          </a:p>
          <a:p>
            <a:pPr marL="610870">
              <a:lnSpc>
                <a:spcPct val="100000"/>
              </a:lnSpc>
              <a:spcBef>
                <a:spcPts val="240"/>
              </a:spcBef>
            </a:pP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Un</a:t>
            </a:r>
            <a:r>
              <a:rPr sz="2800" b="1" spc="-40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ejemplo: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8314A05C-FFE8-F5B8-BC70-12B43086BCFE}"/>
              </a:ext>
            </a:extLst>
          </p:cNvPr>
          <p:cNvSpPr txBox="1"/>
          <p:nvPr/>
        </p:nvSpPr>
        <p:spPr>
          <a:xfrm>
            <a:off x="3344302" y="244347"/>
            <a:ext cx="517906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har char="■"/>
              <a:tabLst>
                <a:tab pos="297815" algn="l"/>
              </a:tabLst>
            </a:pPr>
            <a:r>
              <a:rPr sz="2800" spc="-190" dirty="0">
                <a:latin typeface="Arial"/>
                <a:cs typeface="Arial"/>
              </a:rPr>
              <a:t>Sistema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20" dirty="0">
                <a:latin typeface="Arial"/>
                <a:cs typeface="Arial"/>
              </a:rPr>
              <a:t>regulación </a:t>
            </a:r>
            <a:r>
              <a:rPr sz="2800" spc="-75" dirty="0">
                <a:latin typeface="Arial"/>
                <a:cs typeface="Arial"/>
              </a:rPr>
              <a:t>automática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0899C031-7397-31ED-2C47-16E64C54B7BF}"/>
              </a:ext>
            </a:extLst>
          </p:cNvPr>
          <p:cNvSpPr txBox="1"/>
          <p:nvPr/>
        </p:nvSpPr>
        <p:spPr>
          <a:xfrm>
            <a:off x="3630052" y="536955"/>
            <a:ext cx="429450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45" dirty="0">
                <a:latin typeface="Arial"/>
                <a:cs typeface="Arial"/>
              </a:rPr>
              <a:t>de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155" dirty="0">
                <a:latin typeface="Arial"/>
                <a:cs typeface="Arial"/>
              </a:rPr>
              <a:t>semáforos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45" dirty="0">
                <a:latin typeface="Arial"/>
                <a:cs typeface="Arial"/>
              </a:rPr>
              <a:t>en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215" dirty="0">
                <a:latin typeface="Arial"/>
                <a:cs typeface="Arial"/>
              </a:rPr>
              <a:t>vías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10" dirty="0">
                <a:latin typeface="Arial"/>
                <a:cs typeface="Arial"/>
              </a:rPr>
              <a:t>urbanas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2A3918DE-51D3-24AA-7FAF-791E5C6C07FA}"/>
              </a:ext>
            </a:extLst>
          </p:cNvPr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>
            <a:extLst>
              <a:ext uri="{FF2B5EF4-FFF2-40B4-BE49-F238E27FC236}">
                <a16:creationId xmlns:a16="http://schemas.microsoft.com/office/drawing/2014/main" id="{7B18D2E0-6133-8388-2B1E-481965A773B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49623" y="1344167"/>
            <a:ext cx="4303776" cy="2956560"/>
          </a:xfrm>
          <a:prstGeom prst="rect">
            <a:avLst/>
          </a:prstGeom>
        </p:spPr>
      </p:pic>
      <p:pic>
        <p:nvPicPr>
          <p:cNvPr id="7" name="Picture 6" descr="A diagram of a company&#10;&#10;Description automatically generated">
            <a:extLst>
              <a:ext uri="{FF2B5EF4-FFF2-40B4-BE49-F238E27FC236}">
                <a16:creationId xmlns:a16="http://schemas.microsoft.com/office/drawing/2014/main" id="{4DA3CFCF-783D-A5E2-42D9-D7216596BD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292" y="2049286"/>
            <a:ext cx="2286071" cy="2721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1912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6284" y="253491"/>
            <a:ext cx="2290445" cy="1525270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103505">
              <a:lnSpc>
                <a:spcPct val="71000"/>
              </a:lnSpc>
              <a:spcBef>
                <a:spcPts val="1490"/>
              </a:spcBef>
            </a:pPr>
            <a:r>
              <a:rPr dirty="0"/>
              <a:t>Datos</a:t>
            </a:r>
            <a:r>
              <a:rPr spc="-30" dirty="0"/>
              <a:t> </a:t>
            </a:r>
            <a:r>
              <a:rPr spc="-25" dirty="0"/>
              <a:t>vs </a:t>
            </a:r>
            <a:r>
              <a:rPr spc="-35" dirty="0"/>
              <a:t>Tecnología</a:t>
            </a:r>
          </a:p>
          <a:p>
            <a:pPr marL="806450">
              <a:lnSpc>
                <a:spcPct val="100000"/>
              </a:lnSpc>
              <a:spcBef>
                <a:spcPts val="240"/>
              </a:spcBef>
            </a:pPr>
            <a:r>
              <a:rPr sz="2800" dirty="0">
                <a:solidFill>
                  <a:srgbClr val="FF0000"/>
                </a:solidFill>
              </a:rPr>
              <a:t>Los</a:t>
            </a:r>
            <a:r>
              <a:rPr sz="2800" spc="-15" dirty="0">
                <a:solidFill>
                  <a:srgbClr val="FF0000"/>
                </a:solidFill>
              </a:rPr>
              <a:t> </a:t>
            </a:r>
            <a:r>
              <a:rPr sz="2800" spc="-10" dirty="0">
                <a:solidFill>
                  <a:srgbClr val="FF0000"/>
                </a:solidFill>
              </a:rPr>
              <a:t>datos: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4379157" y="3323190"/>
            <a:ext cx="4765040" cy="1820545"/>
            <a:chOff x="4379157" y="3323190"/>
            <a:chExt cx="4765040" cy="1820545"/>
          </a:xfrm>
        </p:grpSpPr>
        <p:sp>
          <p:nvSpPr>
            <p:cNvPr id="4" name="object 4"/>
            <p:cNvSpPr/>
            <p:nvPr/>
          </p:nvSpPr>
          <p:spPr>
            <a:xfrm>
              <a:off x="8254885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023315" y="4153559"/>
              <a:ext cx="650875" cy="650875"/>
            </a:xfrm>
            <a:custGeom>
              <a:avLst/>
              <a:gdLst/>
              <a:ahLst/>
              <a:cxnLst/>
              <a:rect l="l" t="t" r="r" b="b"/>
              <a:pathLst>
                <a:path w="650875" h="650875">
                  <a:moveTo>
                    <a:pt x="325219" y="0"/>
                  </a:moveTo>
                  <a:lnTo>
                    <a:pt x="0" y="650437"/>
                  </a:lnTo>
                  <a:lnTo>
                    <a:pt x="650438" y="650437"/>
                  </a:lnTo>
                  <a:lnTo>
                    <a:pt x="325219" y="0"/>
                  </a:lnTo>
                  <a:close/>
                </a:path>
              </a:pathLst>
            </a:custGeom>
            <a:solidFill>
              <a:srgbClr val="D0D8E8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23315" y="4153559"/>
              <a:ext cx="650875" cy="650875"/>
            </a:xfrm>
            <a:custGeom>
              <a:avLst/>
              <a:gdLst/>
              <a:ahLst/>
              <a:cxnLst/>
              <a:rect l="l" t="t" r="r" b="b"/>
              <a:pathLst>
                <a:path w="650875" h="650875">
                  <a:moveTo>
                    <a:pt x="0" y="650438"/>
                  </a:moveTo>
                  <a:lnTo>
                    <a:pt x="325219" y="0"/>
                  </a:lnTo>
                  <a:lnTo>
                    <a:pt x="650438" y="650438"/>
                  </a:lnTo>
                  <a:lnTo>
                    <a:pt x="0" y="650438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391858" y="3739013"/>
              <a:ext cx="3913504" cy="544830"/>
            </a:xfrm>
            <a:custGeom>
              <a:avLst/>
              <a:gdLst/>
              <a:ahLst/>
              <a:cxnLst/>
              <a:rect l="l" t="t" r="r" b="b"/>
              <a:pathLst>
                <a:path w="3913504" h="544829">
                  <a:moveTo>
                    <a:pt x="19041" y="0"/>
                  </a:moveTo>
                  <a:lnTo>
                    <a:pt x="0" y="272315"/>
                  </a:lnTo>
                  <a:lnTo>
                    <a:pt x="3894311" y="544632"/>
                  </a:lnTo>
                  <a:lnTo>
                    <a:pt x="3913353" y="272316"/>
                  </a:lnTo>
                  <a:lnTo>
                    <a:pt x="19041" y="0"/>
                  </a:lnTo>
                  <a:close/>
                </a:path>
              </a:pathLst>
            </a:custGeom>
            <a:solidFill>
              <a:srgbClr val="D0D8E8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391857" y="3739013"/>
              <a:ext cx="3913504" cy="544830"/>
            </a:xfrm>
            <a:custGeom>
              <a:avLst/>
              <a:gdLst/>
              <a:ahLst/>
              <a:cxnLst/>
              <a:rect l="l" t="t" r="r" b="b"/>
              <a:pathLst>
                <a:path w="3913504" h="544829">
                  <a:moveTo>
                    <a:pt x="19042" y="0"/>
                  </a:moveTo>
                  <a:lnTo>
                    <a:pt x="3913354" y="272316"/>
                  </a:lnTo>
                  <a:lnTo>
                    <a:pt x="3894312" y="544632"/>
                  </a:lnTo>
                  <a:lnTo>
                    <a:pt x="0" y="272316"/>
                  </a:lnTo>
                  <a:lnTo>
                    <a:pt x="19042" y="0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734177" y="3335891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20">
                  <a:moveTo>
                    <a:pt x="120050" y="0"/>
                  </a:moveTo>
                  <a:lnTo>
                    <a:pt x="55331" y="21654"/>
                  </a:lnTo>
                  <a:lnTo>
                    <a:pt x="24880" y="82730"/>
                  </a:lnTo>
                  <a:lnTo>
                    <a:pt x="0" y="438528"/>
                  </a:lnTo>
                  <a:lnTo>
                    <a:pt x="4569" y="473640"/>
                  </a:lnTo>
                  <a:lnTo>
                    <a:pt x="21655" y="503248"/>
                  </a:lnTo>
                  <a:lnTo>
                    <a:pt x="48596" y="524288"/>
                  </a:lnTo>
                  <a:lnTo>
                    <a:pt x="82731" y="533699"/>
                  </a:lnTo>
                  <a:lnTo>
                    <a:pt x="1450242" y="629324"/>
                  </a:lnTo>
                  <a:lnTo>
                    <a:pt x="1485354" y="624755"/>
                  </a:lnTo>
                  <a:lnTo>
                    <a:pt x="1514961" y="607669"/>
                  </a:lnTo>
                  <a:lnTo>
                    <a:pt x="1536002" y="580728"/>
                  </a:lnTo>
                  <a:lnTo>
                    <a:pt x="1545413" y="546593"/>
                  </a:lnTo>
                  <a:lnTo>
                    <a:pt x="1570292" y="190795"/>
                  </a:lnTo>
                  <a:lnTo>
                    <a:pt x="1565723" y="155683"/>
                  </a:lnTo>
                  <a:lnTo>
                    <a:pt x="1548638" y="126076"/>
                  </a:lnTo>
                  <a:lnTo>
                    <a:pt x="1521697" y="105036"/>
                  </a:lnTo>
                  <a:lnTo>
                    <a:pt x="1487562" y="95624"/>
                  </a:lnTo>
                  <a:lnTo>
                    <a:pt x="120050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734177" y="3335890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20">
                  <a:moveTo>
                    <a:pt x="24879" y="82731"/>
                  </a:moveTo>
                  <a:lnTo>
                    <a:pt x="34291" y="48596"/>
                  </a:lnTo>
                  <a:lnTo>
                    <a:pt x="55331" y="21654"/>
                  </a:lnTo>
                  <a:lnTo>
                    <a:pt x="84938" y="4569"/>
                  </a:lnTo>
                  <a:lnTo>
                    <a:pt x="120050" y="0"/>
                  </a:lnTo>
                  <a:lnTo>
                    <a:pt x="1487562" y="95625"/>
                  </a:lnTo>
                  <a:lnTo>
                    <a:pt x="1521697" y="105037"/>
                  </a:lnTo>
                  <a:lnTo>
                    <a:pt x="1548638" y="126077"/>
                  </a:lnTo>
                  <a:lnTo>
                    <a:pt x="1565723" y="155684"/>
                  </a:lnTo>
                  <a:lnTo>
                    <a:pt x="1570293" y="190796"/>
                  </a:lnTo>
                  <a:lnTo>
                    <a:pt x="1545413" y="546594"/>
                  </a:lnTo>
                  <a:lnTo>
                    <a:pt x="1536001" y="580729"/>
                  </a:lnTo>
                  <a:lnTo>
                    <a:pt x="1514961" y="607670"/>
                  </a:lnTo>
                  <a:lnTo>
                    <a:pt x="1485354" y="624756"/>
                  </a:lnTo>
                  <a:lnTo>
                    <a:pt x="1450242" y="629325"/>
                  </a:lnTo>
                  <a:lnTo>
                    <a:pt x="82730" y="533699"/>
                  </a:lnTo>
                  <a:lnTo>
                    <a:pt x="48595" y="524288"/>
                  </a:lnTo>
                  <a:lnTo>
                    <a:pt x="21654" y="503248"/>
                  </a:lnTo>
                  <a:lnTo>
                    <a:pt x="4569" y="473641"/>
                  </a:lnTo>
                  <a:lnTo>
                    <a:pt x="0" y="438528"/>
                  </a:lnTo>
                  <a:lnTo>
                    <a:pt x="24879" y="82731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4427882" y="455042"/>
            <a:ext cx="1586865" cy="892810"/>
            <a:chOff x="4427882" y="455042"/>
            <a:chExt cx="1586865" cy="892810"/>
          </a:xfrm>
        </p:grpSpPr>
        <p:sp>
          <p:nvSpPr>
            <p:cNvPr id="12" name="object 12"/>
            <p:cNvSpPr/>
            <p:nvPr/>
          </p:nvSpPr>
          <p:spPr>
            <a:xfrm>
              <a:off x="4440582" y="467742"/>
              <a:ext cx="1561465" cy="867410"/>
            </a:xfrm>
            <a:custGeom>
              <a:avLst/>
              <a:gdLst/>
              <a:ahLst/>
              <a:cxnLst/>
              <a:rect l="l" t="t" r="r" b="b"/>
              <a:pathLst>
                <a:path w="1561464" h="867410">
                  <a:moveTo>
                    <a:pt x="1474326" y="0"/>
                  </a:moveTo>
                  <a:lnTo>
                    <a:pt x="86724" y="0"/>
                  </a:lnTo>
                  <a:lnTo>
                    <a:pt x="52967" y="6815"/>
                  </a:lnTo>
                  <a:lnTo>
                    <a:pt x="25400" y="25400"/>
                  </a:lnTo>
                  <a:lnTo>
                    <a:pt x="6815" y="52967"/>
                  </a:lnTo>
                  <a:lnTo>
                    <a:pt x="0" y="86724"/>
                  </a:lnTo>
                  <a:lnTo>
                    <a:pt x="0" y="780525"/>
                  </a:lnTo>
                  <a:lnTo>
                    <a:pt x="6815" y="814282"/>
                  </a:lnTo>
                  <a:lnTo>
                    <a:pt x="25400" y="841849"/>
                  </a:lnTo>
                  <a:lnTo>
                    <a:pt x="52967" y="860435"/>
                  </a:lnTo>
                  <a:lnTo>
                    <a:pt x="86724" y="867251"/>
                  </a:lnTo>
                  <a:lnTo>
                    <a:pt x="1474326" y="867251"/>
                  </a:lnTo>
                  <a:lnTo>
                    <a:pt x="1508083" y="860435"/>
                  </a:lnTo>
                  <a:lnTo>
                    <a:pt x="1535650" y="841849"/>
                  </a:lnTo>
                  <a:lnTo>
                    <a:pt x="1554236" y="814282"/>
                  </a:lnTo>
                  <a:lnTo>
                    <a:pt x="1561052" y="780525"/>
                  </a:lnTo>
                  <a:lnTo>
                    <a:pt x="1561052" y="86724"/>
                  </a:lnTo>
                  <a:lnTo>
                    <a:pt x="1554236" y="52967"/>
                  </a:lnTo>
                  <a:lnTo>
                    <a:pt x="1535650" y="25400"/>
                  </a:lnTo>
                  <a:lnTo>
                    <a:pt x="1508083" y="6815"/>
                  </a:lnTo>
                  <a:lnTo>
                    <a:pt x="1474326" y="0"/>
                  </a:lnTo>
                  <a:close/>
                </a:path>
              </a:pathLst>
            </a:custGeom>
            <a:solidFill>
              <a:srgbClr val="D7E4BD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440582" y="467742"/>
              <a:ext cx="1561465" cy="867410"/>
            </a:xfrm>
            <a:custGeom>
              <a:avLst/>
              <a:gdLst/>
              <a:ahLst/>
              <a:cxnLst/>
              <a:rect l="l" t="t" r="r" b="b"/>
              <a:pathLst>
                <a:path w="1561464" h="867410">
                  <a:moveTo>
                    <a:pt x="0" y="86725"/>
                  </a:moveTo>
                  <a:lnTo>
                    <a:pt x="6815" y="52967"/>
                  </a:lnTo>
                  <a:lnTo>
                    <a:pt x="25401" y="25401"/>
                  </a:lnTo>
                  <a:lnTo>
                    <a:pt x="52967" y="6815"/>
                  </a:lnTo>
                  <a:lnTo>
                    <a:pt x="86725" y="0"/>
                  </a:lnTo>
                  <a:lnTo>
                    <a:pt x="1474327" y="0"/>
                  </a:lnTo>
                  <a:lnTo>
                    <a:pt x="1508084" y="6815"/>
                  </a:lnTo>
                  <a:lnTo>
                    <a:pt x="1535650" y="25401"/>
                  </a:lnTo>
                  <a:lnTo>
                    <a:pt x="1554236" y="52967"/>
                  </a:lnTo>
                  <a:lnTo>
                    <a:pt x="1561052" y="86725"/>
                  </a:lnTo>
                  <a:lnTo>
                    <a:pt x="1561052" y="780525"/>
                  </a:lnTo>
                  <a:lnTo>
                    <a:pt x="1554236" y="814283"/>
                  </a:lnTo>
                  <a:lnTo>
                    <a:pt x="1535650" y="841849"/>
                  </a:lnTo>
                  <a:lnTo>
                    <a:pt x="1508084" y="860435"/>
                  </a:lnTo>
                  <a:lnTo>
                    <a:pt x="1474327" y="867251"/>
                  </a:lnTo>
                  <a:lnTo>
                    <a:pt x="86725" y="867251"/>
                  </a:lnTo>
                  <a:lnTo>
                    <a:pt x="52967" y="860435"/>
                  </a:lnTo>
                  <a:lnTo>
                    <a:pt x="25401" y="841849"/>
                  </a:lnTo>
                  <a:lnTo>
                    <a:pt x="6815" y="814283"/>
                  </a:lnTo>
                  <a:lnTo>
                    <a:pt x="0" y="780525"/>
                  </a:lnTo>
                  <a:lnTo>
                    <a:pt x="0" y="86725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666213" y="553719"/>
            <a:ext cx="1109345" cy="589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700" spc="-185" dirty="0">
                <a:latin typeface="Arial"/>
                <a:cs typeface="Arial"/>
              </a:rPr>
              <a:t>Antes</a:t>
            </a:r>
            <a:endParaRPr sz="37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682736" y="455042"/>
            <a:ext cx="1586865" cy="892810"/>
            <a:chOff x="6682736" y="455042"/>
            <a:chExt cx="1586865" cy="892810"/>
          </a:xfrm>
        </p:grpSpPr>
        <p:sp>
          <p:nvSpPr>
            <p:cNvPr id="16" name="object 16"/>
            <p:cNvSpPr/>
            <p:nvPr/>
          </p:nvSpPr>
          <p:spPr>
            <a:xfrm>
              <a:off x="6695436" y="467742"/>
              <a:ext cx="1561465" cy="867410"/>
            </a:xfrm>
            <a:custGeom>
              <a:avLst/>
              <a:gdLst/>
              <a:ahLst/>
              <a:cxnLst/>
              <a:rect l="l" t="t" r="r" b="b"/>
              <a:pathLst>
                <a:path w="1561465" h="867410">
                  <a:moveTo>
                    <a:pt x="1474326" y="0"/>
                  </a:moveTo>
                  <a:lnTo>
                    <a:pt x="86724" y="0"/>
                  </a:lnTo>
                  <a:lnTo>
                    <a:pt x="52967" y="6815"/>
                  </a:lnTo>
                  <a:lnTo>
                    <a:pt x="25400" y="25400"/>
                  </a:lnTo>
                  <a:lnTo>
                    <a:pt x="6815" y="52967"/>
                  </a:lnTo>
                  <a:lnTo>
                    <a:pt x="0" y="86724"/>
                  </a:lnTo>
                  <a:lnTo>
                    <a:pt x="0" y="780525"/>
                  </a:lnTo>
                  <a:lnTo>
                    <a:pt x="6815" y="814282"/>
                  </a:lnTo>
                  <a:lnTo>
                    <a:pt x="25400" y="841849"/>
                  </a:lnTo>
                  <a:lnTo>
                    <a:pt x="52967" y="860435"/>
                  </a:lnTo>
                  <a:lnTo>
                    <a:pt x="86724" y="867251"/>
                  </a:lnTo>
                  <a:lnTo>
                    <a:pt x="1474326" y="867251"/>
                  </a:lnTo>
                  <a:lnTo>
                    <a:pt x="1508083" y="860435"/>
                  </a:lnTo>
                  <a:lnTo>
                    <a:pt x="1535650" y="841849"/>
                  </a:lnTo>
                  <a:lnTo>
                    <a:pt x="1554235" y="814282"/>
                  </a:lnTo>
                  <a:lnTo>
                    <a:pt x="1561050" y="780525"/>
                  </a:lnTo>
                  <a:lnTo>
                    <a:pt x="1561050" y="86724"/>
                  </a:lnTo>
                  <a:lnTo>
                    <a:pt x="1554235" y="52967"/>
                  </a:lnTo>
                  <a:lnTo>
                    <a:pt x="1535650" y="25400"/>
                  </a:lnTo>
                  <a:lnTo>
                    <a:pt x="1508083" y="6815"/>
                  </a:lnTo>
                  <a:lnTo>
                    <a:pt x="1474326" y="0"/>
                  </a:lnTo>
                  <a:close/>
                </a:path>
              </a:pathLst>
            </a:custGeom>
            <a:solidFill>
              <a:srgbClr val="D7E4BD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695436" y="467742"/>
              <a:ext cx="1561465" cy="867410"/>
            </a:xfrm>
            <a:custGeom>
              <a:avLst/>
              <a:gdLst/>
              <a:ahLst/>
              <a:cxnLst/>
              <a:rect l="l" t="t" r="r" b="b"/>
              <a:pathLst>
                <a:path w="1561465" h="867410">
                  <a:moveTo>
                    <a:pt x="0" y="86725"/>
                  </a:moveTo>
                  <a:lnTo>
                    <a:pt x="6815" y="52967"/>
                  </a:lnTo>
                  <a:lnTo>
                    <a:pt x="25401" y="25401"/>
                  </a:lnTo>
                  <a:lnTo>
                    <a:pt x="52967" y="6815"/>
                  </a:lnTo>
                  <a:lnTo>
                    <a:pt x="86725" y="0"/>
                  </a:lnTo>
                  <a:lnTo>
                    <a:pt x="1474327" y="0"/>
                  </a:lnTo>
                  <a:lnTo>
                    <a:pt x="1508084" y="6815"/>
                  </a:lnTo>
                  <a:lnTo>
                    <a:pt x="1535650" y="25401"/>
                  </a:lnTo>
                  <a:lnTo>
                    <a:pt x="1554236" y="52967"/>
                  </a:lnTo>
                  <a:lnTo>
                    <a:pt x="1561052" y="86725"/>
                  </a:lnTo>
                  <a:lnTo>
                    <a:pt x="1561052" y="780525"/>
                  </a:lnTo>
                  <a:lnTo>
                    <a:pt x="1554236" y="814283"/>
                  </a:lnTo>
                  <a:lnTo>
                    <a:pt x="1535650" y="841849"/>
                  </a:lnTo>
                  <a:lnTo>
                    <a:pt x="1508084" y="860435"/>
                  </a:lnTo>
                  <a:lnTo>
                    <a:pt x="1474327" y="867251"/>
                  </a:lnTo>
                  <a:lnTo>
                    <a:pt x="86725" y="867251"/>
                  </a:lnTo>
                  <a:lnTo>
                    <a:pt x="52967" y="860435"/>
                  </a:lnTo>
                  <a:lnTo>
                    <a:pt x="25401" y="841849"/>
                  </a:lnTo>
                  <a:lnTo>
                    <a:pt x="6815" y="814283"/>
                  </a:lnTo>
                  <a:lnTo>
                    <a:pt x="0" y="780525"/>
                  </a:lnTo>
                  <a:lnTo>
                    <a:pt x="0" y="86725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087881" y="553719"/>
            <a:ext cx="776605" cy="589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700" spc="-215" dirty="0">
                <a:latin typeface="Arial"/>
                <a:cs typeface="Arial"/>
              </a:rPr>
              <a:t>Hoy</a:t>
            </a:r>
            <a:endParaRPr sz="37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 rot="180000">
            <a:off x="6898210" y="3485067"/>
            <a:ext cx="1254873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85"/>
              </a:lnSpc>
            </a:pPr>
            <a:r>
              <a:rPr sz="1950" spc="-135" baseline="6410" dirty="0">
                <a:solidFill>
                  <a:srgbClr val="FFFFFF"/>
                </a:solidFill>
                <a:latin typeface="Arial"/>
                <a:cs typeface="Arial"/>
              </a:rPr>
              <a:t>Con</a:t>
            </a:r>
            <a:r>
              <a:rPr sz="1950" spc="-135" baseline="4273" dirty="0">
                <a:solidFill>
                  <a:srgbClr val="FFFFFF"/>
                </a:solidFill>
                <a:latin typeface="Arial"/>
                <a:cs typeface="Arial"/>
              </a:rPr>
              <a:t>teo</a:t>
            </a:r>
            <a:r>
              <a:rPr sz="1950" spc="-135" baseline="2136" dirty="0">
                <a:solidFill>
                  <a:srgbClr val="FFFFFF"/>
                </a:solidFill>
                <a:latin typeface="Arial"/>
                <a:cs typeface="Arial"/>
              </a:rPr>
              <a:t>,</a:t>
            </a:r>
            <a:r>
              <a:rPr sz="1950" spc="-89" baseline="213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spc="-67" baseline="2136" dirty="0">
                <a:solidFill>
                  <a:srgbClr val="FFFFFF"/>
                </a:solidFill>
                <a:latin typeface="Arial"/>
                <a:cs typeface="Arial"/>
              </a:rPr>
              <a:t>veloci</a:t>
            </a:r>
            <a:r>
              <a:rPr sz="1300" spc="-45" dirty="0">
                <a:solidFill>
                  <a:srgbClr val="FFFFFF"/>
                </a:solidFill>
                <a:latin typeface="Arial"/>
                <a:cs typeface="Arial"/>
              </a:rPr>
              <a:t>dad,</a:t>
            </a:r>
            <a:endParaRPr sz="13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 rot="180000">
            <a:off x="6996481" y="3662208"/>
            <a:ext cx="1033087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00"/>
              </a:lnSpc>
            </a:pPr>
            <a:r>
              <a:rPr sz="1950" spc="-97" baseline="4273" dirty="0">
                <a:solidFill>
                  <a:srgbClr val="FFFFFF"/>
                </a:solidFill>
                <a:latin typeface="Arial"/>
                <a:cs typeface="Arial"/>
              </a:rPr>
              <a:t>identi</a:t>
            </a:r>
            <a:r>
              <a:rPr sz="1950" spc="-97" baseline="2136" dirty="0">
                <a:solidFill>
                  <a:srgbClr val="FFFFFF"/>
                </a:solidFill>
                <a:latin typeface="Arial"/>
                <a:cs typeface="Arial"/>
              </a:rPr>
              <a:t>ficaci</a:t>
            </a:r>
            <a:r>
              <a:rPr sz="1300" spc="-65" dirty="0">
                <a:solidFill>
                  <a:srgbClr val="FFFFFF"/>
                </a:solidFill>
                <a:latin typeface="Arial"/>
                <a:cs typeface="Arial"/>
              </a:rPr>
              <a:t>ón…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764841" y="2750804"/>
            <a:ext cx="1595755" cy="655320"/>
            <a:chOff x="6764841" y="2750804"/>
            <a:chExt cx="1595755" cy="655320"/>
          </a:xfrm>
        </p:grpSpPr>
        <p:sp>
          <p:nvSpPr>
            <p:cNvPr id="22" name="object 22"/>
            <p:cNvSpPr/>
            <p:nvPr/>
          </p:nvSpPr>
          <p:spPr>
            <a:xfrm>
              <a:off x="6777541" y="2763504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20">
                  <a:moveTo>
                    <a:pt x="120050" y="0"/>
                  </a:moveTo>
                  <a:lnTo>
                    <a:pt x="55330" y="21654"/>
                  </a:lnTo>
                  <a:lnTo>
                    <a:pt x="24879" y="82731"/>
                  </a:lnTo>
                  <a:lnTo>
                    <a:pt x="0" y="438528"/>
                  </a:lnTo>
                  <a:lnTo>
                    <a:pt x="4568" y="473640"/>
                  </a:lnTo>
                  <a:lnTo>
                    <a:pt x="21654" y="503248"/>
                  </a:lnTo>
                  <a:lnTo>
                    <a:pt x="48595" y="524288"/>
                  </a:lnTo>
                  <a:lnTo>
                    <a:pt x="82730" y="533699"/>
                  </a:lnTo>
                  <a:lnTo>
                    <a:pt x="1450242" y="629325"/>
                  </a:lnTo>
                  <a:lnTo>
                    <a:pt x="1485354" y="624756"/>
                  </a:lnTo>
                  <a:lnTo>
                    <a:pt x="1514961" y="607670"/>
                  </a:lnTo>
                  <a:lnTo>
                    <a:pt x="1536000" y="580729"/>
                  </a:lnTo>
                  <a:lnTo>
                    <a:pt x="1545412" y="546594"/>
                  </a:lnTo>
                  <a:lnTo>
                    <a:pt x="1570292" y="190797"/>
                  </a:lnTo>
                  <a:lnTo>
                    <a:pt x="1565723" y="155684"/>
                  </a:lnTo>
                  <a:lnTo>
                    <a:pt x="1548637" y="126077"/>
                  </a:lnTo>
                  <a:lnTo>
                    <a:pt x="1521696" y="105037"/>
                  </a:lnTo>
                  <a:lnTo>
                    <a:pt x="1487561" y="95625"/>
                  </a:lnTo>
                  <a:lnTo>
                    <a:pt x="120050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777541" y="2763504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20">
                  <a:moveTo>
                    <a:pt x="24879" y="82731"/>
                  </a:moveTo>
                  <a:lnTo>
                    <a:pt x="34291" y="48596"/>
                  </a:lnTo>
                  <a:lnTo>
                    <a:pt x="55331" y="21654"/>
                  </a:lnTo>
                  <a:lnTo>
                    <a:pt x="84938" y="4569"/>
                  </a:lnTo>
                  <a:lnTo>
                    <a:pt x="120050" y="0"/>
                  </a:lnTo>
                  <a:lnTo>
                    <a:pt x="1487562" y="95625"/>
                  </a:lnTo>
                  <a:lnTo>
                    <a:pt x="1521697" y="105037"/>
                  </a:lnTo>
                  <a:lnTo>
                    <a:pt x="1548638" y="126077"/>
                  </a:lnTo>
                  <a:lnTo>
                    <a:pt x="1565723" y="155684"/>
                  </a:lnTo>
                  <a:lnTo>
                    <a:pt x="1570293" y="190796"/>
                  </a:lnTo>
                  <a:lnTo>
                    <a:pt x="1545413" y="546594"/>
                  </a:lnTo>
                  <a:lnTo>
                    <a:pt x="1536001" y="580729"/>
                  </a:lnTo>
                  <a:lnTo>
                    <a:pt x="1514961" y="607670"/>
                  </a:lnTo>
                  <a:lnTo>
                    <a:pt x="1485354" y="624756"/>
                  </a:lnTo>
                  <a:lnTo>
                    <a:pt x="1450242" y="629325"/>
                  </a:lnTo>
                  <a:lnTo>
                    <a:pt x="82730" y="533699"/>
                  </a:lnTo>
                  <a:lnTo>
                    <a:pt x="48595" y="524288"/>
                  </a:lnTo>
                  <a:lnTo>
                    <a:pt x="21654" y="503248"/>
                  </a:lnTo>
                  <a:lnTo>
                    <a:pt x="4569" y="473641"/>
                  </a:lnTo>
                  <a:lnTo>
                    <a:pt x="0" y="438528"/>
                  </a:lnTo>
                  <a:lnTo>
                    <a:pt x="24879" y="82731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 rot="180000">
            <a:off x="6915659" y="3001991"/>
            <a:ext cx="1293911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00"/>
              </a:lnSpc>
            </a:pPr>
            <a:r>
              <a:rPr sz="1950" spc="-150" baseline="6410" dirty="0">
                <a:solidFill>
                  <a:srgbClr val="FFFFFF"/>
                </a:solidFill>
                <a:latin typeface="Arial"/>
                <a:cs typeface="Arial"/>
              </a:rPr>
              <a:t>Dat</a:t>
            </a:r>
            <a:r>
              <a:rPr sz="1950" spc="-150" baseline="4273" dirty="0">
                <a:solidFill>
                  <a:srgbClr val="FFFFFF"/>
                </a:solidFill>
                <a:latin typeface="Arial"/>
                <a:cs typeface="Arial"/>
              </a:rPr>
              <a:t>os</a:t>
            </a:r>
            <a:r>
              <a:rPr sz="1950" spc="-82" baseline="4273" dirty="0">
                <a:solidFill>
                  <a:srgbClr val="FFFFFF"/>
                </a:solidFill>
                <a:latin typeface="Arial"/>
                <a:cs typeface="Arial"/>
              </a:rPr>
              <a:t> ins</a:t>
            </a:r>
            <a:r>
              <a:rPr sz="1950" spc="-82" baseline="2136" dirty="0">
                <a:solidFill>
                  <a:srgbClr val="FFFFFF"/>
                </a:solidFill>
                <a:latin typeface="Arial"/>
                <a:cs typeface="Arial"/>
              </a:rPr>
              <a:t>tantá</a:t>
            </a:r>
            <a:r>
              <a:rPr sz="1300" spc="-55" dirty="0">
                <a:solidFill>
                  <a:srgbClr val="FFFFFF"/>
                </a:solidFill>
                <a:latin typeface="Arial"/>
                <a:cs typeface="Arial"/>
              </a:rPr>
              <a:t>neos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6808203" y="2178419"/>
            <a:ext cx="1595755" cy="655320"/>
            <a:chOff x="6808203" y="2178419"/>
            <a:chExt cx="1595755" cy="655320"/>
          </a:xfrm>
        </p:grpSpPr>
        <p:sp>
          <p:nvSpPr>
            <p:cNvPr id="26" name="object 26"/>
            <p:cNvSpPr/>
            <p:nvPr/>
          </p:nvSpPr>
          <p:spPr>
            <a:xfrm>
              <a:off x="6820903" y="2191118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19">
                  <a:moveTo>
                    <a:pt x="120050" y="0"/>
                  </a:moveTo>
                  <a:lnTo>
                    <a:pt x="55330" y="21655"/>
                  </a:lnTo>
                  <a:lnTo>
                    <a:pt x="24879" y="82731"/>
                  </a:lnTo>
                  <a:lnTo>
                    <a:pt x="0" y="438528"/>
                  </a:lnTo>
                  <a:lnTo>
                    <a:pt x="4568" y="473641"/>
                  </a:lnTo>
                  <a:lnTo>
                    <a:pt x="21654" y="503248"/>
                  </a:lnTo>
                  <a:lnTo>
                    <a:pt x="48595" y="524288"/>
                  </a:lnTo>
                  <a:lnTo>
                    <a:pt x="82730" y="533699"/>
                  </a:lnTo>
                  <a:lnTo>
                    <a:pt x="1450242" y="629325"/>
                  </a:lnTo>
                  <a:lnTo>
                    <a:pt x="1485354" y="624756"/>
                  </a:lnTo>
                  <a:lnTo>
                    <a:pt x="1514961" y="607671"/>
                  </a:lnTo>
                  <a:lnTo>
                    <a:pt x="1536002" y="580730"/>
                  </a:lnTo>
                  <a:lnTo>
                    <a:pt x="1545413" y="546595"/>
                  </a:lnTo>
                  <a:lnTo>
                    <a:pt x="1570292" y="190797"/>
                  </a:lnTo>
                  <a:lnTo>
                    <a:pt x="1565723" y="155684"/>
                  </a:lnTo>
                  <a:lnTo>
                    <a:pt x="1548638" y="126077"/>
                  </a:lnTo>
                  <a:lnTo>
                    <a:pt x="1521697" y="105037"/>
                  </a:lnTo>
                  <a:lnTo>
                    <a:pt x="1487562" y="95625"/>
                  </a:lnTo>
                  <a:lnTo>
                    <a:pt x="120050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820903" y="2191119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19">
                  <a:moveTo>
                    <a:pt x="24879" y="82731"/>
                  </a:moveTo>
                  <a:lnTo>
                    <a:pt x="34291" y="48596"/>
                  </a:lnTo>
                  <a:lnTo>
                    <a:pt x="55331" y="21654"/>
                  </a:lnTo>
                  <a:lnTo>
                    <a:pt x="84938" y="4569"/>
                  </a:lnTo>
                  <a:lnTo>
                    <a:pt x="120050" y="0"/>
                  </a:lnTo>
                  <a:lnTo>
                    <a:pt x="1487562" y="95625"/>
                  </a:lnTo>
                  <a:lnTo>
                    <a:pt x="1521697" y="105037"/>
                  </a:lnTo>
                  <a:lnTo>
                    <a:pt x="1548638" y="126077"/>
                  </a:lnTo>
                  <a:lnTo>
                    <a:pt x="1565723" y="155684"/>
                  </a:lnTo>
                  <a:lnTo>
                    <a:pt x="1570293" y="190796"/>
                  </a:lnTo>
                  <a:lnTo>
                    <a:pt x="1545413" y="546594"/>
                  </a:lnTo>
                  <a:lnTo>
                    <a:pt x="1536001" y="580729"/>
                  </a:lnTo>
                  <a:lnTo>
                    <a:pt x="1514961" y="607670"/>
                  </a:lnTo>
                  <a:lnTo>
                    <a:pt x="1485354" y="624756"/>
                  </a:lnTo>
                  <a:lnTo>
                    <a:pt x="1450242" y="629325"/>
                  </a:lnTo>
                  <a:lnTo>
                    <a:pt x="82730" y="533699"/>
                  </a:lnTo>
                  <a:lnTo>
                    <a:pt x="48595" y="524288"/>
                  </a:lnTo>
                  <a:lnTo>
                    <a:pt x="21654" y="503248"/>
                  </a:lnTo>
                  <a:lnTo>
                    <a:pt x="4569" y="473641"/>
                  </a:lnTo>
                  <a:lnTo>
                    <a:pt x="0" y="438528"/>
                  </a:lnTo>
                  <a:lnTo>
                    <a:pt x="24879" y="82731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 rot="180000">
            <a:off x="6961825" y="2431776"/>
            <a:ext cx="1288243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00"/>
              </a:lnSpc>
            </a:pPr>
            <a:r>
              <a:rPr sz="1950" spc="-75" baseline="6410" dirty="0">
                <a:solidFill>
                  <a:srgbClr val="FFFFFF"/>
                </a:solidFill>
                <a:latin typeface="Arial"/>
                <a:cs typeface="Arial"/>
              </a:rPr>
              <a:t>Múlti</a:t>
            </a:r>
            <a:r>
              <a:rPr sz="1950" spc="-75" baseline="4273" dirty="0">
                <a:solidFill>
                  <a:srgbClr val="FFFFFF"/>
                </a:solidFill>
                <a:latin typeface="Arial"/>
                <a:cs typeface="Arial"/>
              </a:rPr>
              <a:t>ples</a:t>
            </a:r>
            <a:r>
              <a:rPr sz="1950" spc="-37" baseline="427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spc="-30" baseline="2136" dirty="0">
                <a:solidFill>
                  <a:srgbClr val="FFFFFF"/>
                </a:solidFill>
                <a:latin typeface="Arial"/>
                <a:cs typeface="Arial"/>
              </a:rPr>
              <a:t>forma</a:t>
            </a:r>
            <a:r>
              <a:rPr sz="1300" spc="-20" dirty="0">
                <a:solidFill>
                  <a:srgbClr val="FFFFFF"/>
                </a:solidFill>
                <a:latin typeface="Arial"/>
                <a:cs typeface="Arial"/>
              </a:rPr>
              <a:t>tos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851566" y="1606032"/>
            <a:ext cx="1595755" cy="655320"/>
            <a:chOff x="6851566" y="1606032"/>
            <a:chExt cx="1595755" cy="655320"/>
          </a:xfrm>
        </p:grpSpPr>
        <p:sp>
          <p:nvSpPr>
            <p:cNvPr id="30" name="object 30"/>
            <p:cNvSpPr/>
            <p:nvPr/>
          </p:nvSpPr>
          <p:spPr>
            <a:xfrm>
              <a:off x="6864265" y="1618733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19">
                  <a:moveTo>
                    <a:pt x="120051" y="0"/>
                  </a:moveTo>
                  <a:lnTo>
                    <a:pt x="55332" y="21654"/>
                  </a:lnTo>
                  <a:lnTo>
                    <a:pt x="24880" y="82730"/>
                  </a:lnTo>
                  <a:lnTo>
                    <a:pt x="0" y="438528"/>
                  </a:lnTo>
                  <a:lnTo>
                    <a:pt x="4569" y="473640"/>
                  </a:lnTo>
                  <a:lnTo>
                    <a:pt x="21655" y="503248"/>
                  </a:lnTo>
                  <a:lnTo>
                    <a:pt x="48596" y="524288"/>
                  </a:lnTo>
                  <a:lnTo>
                    <a:pt x="82731" y="533699"/>
                  </a:lnTo>
                  <a:lnTo>
                    <a:pt x="1450243" y="629325"/>
                  </a:lnTo>
                  <a:lnTo>
                    <a:pt x="1485355" y="624755"/>
                  </a:lnTo>
                  <a:lnTo>
                    <a:pt x="1514962" y="607669"/>
                  </a:lnTo>
                  <a:lnTo>
                    <a:pt x="1536002" y="580728"/>
                  </a:lnTo>
                  <a:lnTo>
                    <a:pt x="1545413" y="546594"/>
                  </a:lnTo>
                  <a:lnTo>
                    <a:pt x="1570294" y="190795"/>
                  </a:lnTo>
                  <a:lnTo>
                    <a:pt x="1565724" y="155683"/>
                  </a:lnTo>
                  <a:lnTo>
                    <a:pt x="1548638" y="126076"/>
                  </a:lnTo>
                  <a:lnTo>
                    <a:pt x="1521697" y="105036"/>
                  </a:lnTo>
                  <a:lnTo>
                    <a:pt x="1487562" y="95625"/>
                  </a:lnTo>
                  <a:lnTo>
                    <a:pt x="120051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864266" y="1618732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19">
                  <a:moveTo>
                    <a:pt x="24879" y="82731"/>
                  </a:moveTo>
                  <a:lnTo>
                    <a:pt x="34291" y="48596"/>
                  </a:lnTo>
                  <a:lnTo>
                    <a:pt x="55331" y="21654"/>
                  </a:lnTo>
                  <a:lnTo>
                    <a:pt x="84938" y="4569"/>
                  </a:lnTo>
                  <a:lnTo>
                    <a:pt x="120050" y="0"/>
                  </a:lnTo>
                  <a:lnTo>
                    <a:pt x="1487562" y="95625"/>
                  </a:lnTo>
                  <a:lnTo>
                    <a:pt x="1521697" y="105037"/>
                  </a:lnTo>
                  <a:lnTo>
                    <a:pt x="1548638" y="126077"/>
                  </a:lnTo>
                  <a:lnTo>
                    <a:pt x="1565723" y="155684"/>
                  </a:lnTo>
                  <a:lnTo>
                    <a:pt x="1570293" y="190796"/>
                  </a:lnTo>
                  <a:lnTo>
                    <a:pt x="1545413" y="546594"/>
                  </a:lnTo>
                  <a:lnTo>
                    <a:pt x="1536001" y="580729"/>
                  </a:lnTo>
                  <a:lnTo>
                    <a:pt x="1514961" y="607670"/>
                  </a:lnTo>
                  <a:lnTo>
                    <a:pt x="1485354" y="624756"/>
                  </a:lnTo>
                  <a:lnTo>
                    <a:pt x="1450242" y="629325"/>
                  </a:lnTo>
                  <a:lnTo>
                    <a:pt x="82730" y="533699"/>
                  </a:lnTo>
                  <a:lnTo>
                    <a:pt x="48595" y="524288"/>
                  </a:lnTo>
                  <a:lnTo>
                    <a:pt x="21654" y="503248"/>
                  </a:lnTo>
                  <a:lnTo>
                    <a:pt x="4569" y="473641"/>
                  </a:lnTo>
                  <a:lnTo>
                    <a:pt x="0" y="438528"/>
                  </a:lnTo>
                  <a:lnTo>
                    <a:pt x="24879" y="82731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 rot="180000">
            <a:off x="7063291" y="1766269"/>
            <a:ext cx="1185037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00"/>
              </a:lnSpc>
            </a:pPr>
            <a:r>
              <a:rPr sz="1950" spc="-104" baseline="6410" dirty="0">
                <a:solidFill>
                  <a:srgbClr val="FFFFFF"/>
                </a:solidFill>
                <a:latin typeface="Arial"/>
                <a:cs typeface="Arial"/>
              </a:rPr>
              <a:t>Ma</a:t>
            </a:r>
            <a:r>
              <a:rPr sz="1950" spc="-104" baseline="4273" dirty="0">
                <a:solidFill>
                  <a:srgbClr val="FFFFFF"/>
                </a:solidFill>
                <a:latin typeface="Arial"/>
                <a:cs typeface="Arial"/>
              </a:rPr>
              <a:t>yor</a:t>
            </a:r>
            <a:r>
              <a:rPr sz="1950" spc="-82" baseline="427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spc="-120" baseline="4273" dirty="0">
                <a:solidFill>
                  <a:srgbClr val="FFFFFF"/>
                </a:solidFill>
                <a:latin typeface="Arial"/>
                <a:cs typeface="Arial"/>
              </a:rPr>
              <a:t>vo</a:t>
            </a:r>
            <a:r>
              <a:rPr sz="1950" spc="-120" baseline="2136" dirty="0">
                <a:solidFill>
                  <a:srgbClr val="FFFFFF"/>
                </a:solidFill>
                <a:latin typeface="Arial"/>
                <a:cs typeface="Arial"/>
              </a:rPr>
              <a:t>lume</a:t>
            </a:r>
            <a:r>
              <a:rPr sz="1300" spc="-8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13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endParaRPr sz="13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 rot="180000">
            <a:off x="7225581" y="1944386"/>
            <a:ext cx="834999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00"/>
              </a:lnSpc>
            </a:pPr>
            <a:r>
              <a:rPr sz="1950" spc="-44" baseline="4273" dirty="0">
                <a:solidFill>
                  <a:srgbClr val="FFFFFF"/>
                </a:solidFill>
                <a:latin typeface="Arial"/>
                <a:cs typeface="Arial"/>
              </a:rPr>
              <a:t>com</a:t>
            </a:r>
            <a:r>
              <a:rPr sz="1950" spc="-44" baseline="2136" dirty="0">
                <a:solidFill>
                  <a:srgbClr val="FFFFFF"/>
                </a:solidFill>
                <a:latin typeface="Arial"/>
                <a:cs typeface="Arial"/>
              </a:rPr>
              <a:t>pleti</a:t>
            </a:r>
            <a:r>
              <a:rPr sz="1300" spc="-30" dirty="0">
                <a:solidFill>
                  <a:srgbClr val="FFFFFF"/>
                </a:solidFill>
                <a:latin typeface="Arial"/>
                <a:cs typeface="Arial"/>
              </a:rPr>
              <a:t>tud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4466625" y="3167084"/>
            <a:ext cx="1595755" cy="655320"/>
            <a:chOff x="4466625" y="3167084"/>
            <a:chExt cx="1595755" cy="655320"/>
          </a:xfrm>
        </p:grpSpPr>
        <p:sp>
          <p:nvSpPr>
            <p:cNvPr id="35" name="object 35"/>
            <p:cNvSpPr/>
            <p:nvPr/>
          </p:nvSpPr>
          <p:spPr>
            <a:xfrm>
              <a:off x="4479325" y="3179785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20">
                  <a:moveTo>
                    <a:pt x="120050" y="0"/>
                  </a:moveTo>
                  <a:lnTo>
                    <a:pt x="55330" y="21655"/>
                  </a:lnTo>
                  <a:lnTo>
                    <a:pt x="24879" y="82731"/>
                  </a:lnTo>
                  <a:lnTo>
                    <a:pt x="0" y="438528"/>
                  </a:lnTo>
                  <a:lnTo>
                    <a:pt x="4568" y="473640"/>
                  </a:lnTo>
                  <a:lnTo>
                    <a:pt x="21654" y="503248"/>
                  </a:lnTo>
                  <a:lnTo>
                    <a:pt x="48595" y="524288"/>
                  </a:lnTo>
                  <a:lnTo>
                    <a:pt x="82730" y="533699"/>
                  </a:lnTo>
                  <a:lnTo>
                    <a:pt x="1450242" y="629325"/>
                  </a:lnTo>
                  <a:lnTo>
                    <a:pt x="1485354" y="624756"/>
                  </a:lnTo>
                  <a:lnTo>
                    <a:pt x="1514961" y="607670"/>
                  </a:lnTo>
                  <a:lnTo>
                    <a:pt x="1536000" y="580729"/>
                  </a:lnTo>
                  <a:lnTo>
                    <a:pt x="1545412" y="546594"/>
                  </a:lnTo>
                  <a:lnTo>
                    <a:pt x="1570292" y="190797"/>
                  </a:lnTo>
                  <a:lnTo>
                    <a:pt x="1565723" y="155684"/>
                  </a:lnTo>
                  <a:lnTo>
                    <a:pt x="1548637" y="126077"/>
                  </a:lnTo>
                  <a:lnTo>
                    <a:pt x="1521696" y="105037"/>
                  </a:lnTo>
                  <a:lnTo>
                    <a:pt x="1487561" y="95625"/>
                  </a:lnTo>
                  <a:lnTo>
                    <a:pt x="120050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479325" y="3179784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20">
                  <a:moveTo>
                    <a:pt x="24879" y="82731"/>
                  </a:moveTo>
                  <a:lnTo>
                    <a:pt x="34291" y="48596"/>
                  </a:lnTo>
                  <a:lnTo>
                    <a:pt x="55331" y="21654"/>
                  </a:lnTo>
                  <a:lnTo>
                    <a:pt x="84938" y="4569"/>
                  </a:lnTo>
                  <a:lnTo>
                    <a:pt x="120050" y="0"/>
                  </a:lnTo>
                  <a:lnTo>
                    <a:pt x="1487562" y="95625"/>
                  </a:lnTo>
                  <a:lnTo>
                    <a:pt x="1521697" y="105037"/>
                  </a:lnTo>
                  <a:lnTo>
                    <a:pt x="1548638" y="126077"/>
                  </a:lnTo>
                  <a:lnTo>
                    <a:pt x="1565723" y="155684"/>
                  </a:lnTo>
                  <a:lnTo>
                    <a:pt x="1570293" y="190796"/>
                  </a:lnTo>
                  <a:lnTo>
                    <a:pt x="1545413" y="546594"/>
                  </a:lnTo>
                  <a:lnTo>
                    <a:pt x="1536001" y="580729"/>
                  </a:lnTo>
                  <a:lnTo>
                    <a:pt x="1514961" y="607670"/>
                  </a:lnTo>
                  <a:lnTo>
                    <a:pt x="1485354" y="624756"/>
                  </a:lnTo>
                  <a:lnTo>
                    <a:pt x="1450242" y="629325"/>
                  </a:lnTo>
                  <a:lnTo>
                    <a:pt x="82730" y="533699"/>
                  </a:lnTo>
                  <a:lnTo>
                    <a:pt x="48595" y="524288"/>
                  </a:lnTo>
                  <a:lnTo>
                    <a:pt x="21654" y="503248"/>
                  </a:lnTo>
                  <a:lnTo>
                    <a:pt x="4569" y="473641"/>
                  </a:lnTo>
                  <a:lnTo>
                    <a:pt x="0" y="438528"/>
                  </a:lnTo>
                  <a:lnTo>
                    <a:pt x="24879" y="82731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 rot="180000">
            <a:off x="5007529" y="3415726"/>
            <a:ext cx="513665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75"/>
              </a:lnSpc>
            </a:pPr>
            <a:r>
              <a:rPr sz="1950" spc="-120" baseline="2136" dirty="0">
                <a:solidFill>
                  <a:srgbClr val="FFFFFF"/>
                </a:solidFill>
                <a:latin typeface="Arial"/>
                <a:cs typeface="Arial"/>
              </a:rPr>
              <a:t>Con</a:t>
            </a:r>
            <a:r>
              <a:rPr sz="1300" spc="-80" dirty="0">
                <a:solidFill>
                  <a:srgbClr val="FFFFFF"/>
                </a:solidFill>
                <a:latin typeface="Arial"/>
                <a:cs typeface="Arial"/>
              </a:rPr>
              <a:t>teo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4509987" y="2594699"/>
            <a:ext cx="1595755" cy="655320"/>
            <a:chOff x="4509987" y="2594699"/>
            <a:chExt cx="1595755" cy="655320"/>
          </a:xfrm>
        </p:grpSpPr>
        <p:sp>
          <p:nvSpPr>
            <p:cNvPr id="39" name="object 39"/>
            <p:cNvSpPr/>
            <p:nvPr/>
          </p:nvSpPr>
          <p:spPr>
            <a:xfrm>
              <a:off x="4522687" y="2607400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19">
                  <a:moveTo>
                    <a:pt x="120050" y="0"/>
                  </a:moveTo>
                  <a:lnTo>
                    <a:pt x="55330" y="21654"/>
                  </a:lnTo>
                  <a:lnTo>
                    <a:pt x="24879" y="82730"/>
                  </a:lnTo>
                  <a:lnTo>
                    <a:pt x="0" y="438528"/>
                  </a:lnTo>
                  <a:lnTo>
                    <a:pt x="4568" y="473640"/>
                  </a:lnTo>
                  <a:lnTo>
                    <a:pt x="21654" y="503248"/>
                  </a:lnTo>
                  <a:lnTo>
                    <a:pt x="48595" y="524288"/>
                  </a:lnTo>
                  <a:lnTo>
                    <a:pt x="82730" y="533699"/>
                  </a:lnTo>
                  <a:lnTo>
                    <a:pt x="1450242" y="629324"/>
                  </a:lnTo>
                  <a:lnTo>
                    <a:pt x="1485354" y="624755"/>
                  </a:lnTo>
                  <a:lnTo>
                    <a:pt x="1514961" y="607669"/>
                  </a:lnTo>
                  <a:lnTo>
                    <a:pt x="1536002" y="580728"/>
                  </a:lnTo>
                  <a:lnTo>
                    <a:pt x="1545413" y="546594"/>
                  </a:lnTo>
                  <a:lnTo>
                    <a:pt x="1570292" y="190795"/>
                  </a:lnTo>
                  <a:lnTo>
                    <a:pt x="1565723" y="155683"/>
                  </a:lnTo>
                  <a:lnTo>
                    <a:pt x="1548638" y="126076"/>
                  </a:lnTo>
                  <a:lnTo>
                    <a:pt x="1521697" y="105036"/>
                  </a:lnTo>
                  <a:lnTo>
                    <a:pt x="1487562" y="95624"/>
                  </a:lnTo>
                  <a:lnTo>
                    <a:pt x="120050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522687" y="2607399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19">
                  <a:moveTo>
                    <a:pt x="24879" y="82731"/>
                  </a:moveTo>
                  <a:lnTo>
                    <a:pt x="34291" y="48596"/>
                  </a:lnTo>
                  <a:lnTo>
                    <a:pt x="55331" y="21654"/>
                  </a:lnTo>
                  <a:lnTo>
                    <a:pt x="84938" y="4569"/>
                  </a:lnTo>
                  <a:lnTo>
                    <a:pt x="120050" y="0"/>
                  </a:lnTo>
                  <a:lnTo>
                    <a:pt x="1487562" y="95625"/>
                  </a:lnTo>
                  <a:lnTo>
                    <a:pt x="1521697" y="105037"/>
                  </a:lnTo>
                  <a:lnTo>
                    <a:pt x="1548638" y="126077"/>
                  </a:lnTo>
                  <a:lnTo>
                    <a:pt x="1565723" y="155684"/>
                  </a:lnTo>
                  <a:lnTo>
                    <a:pt x="1570293" y="190796"/>
                  </a:lnTo>
                  <a:lnTo>
                    <a:pt x="1545413" y="546594"/>
                  </a:lnTo>
                  <a:lnTo>
                    <a:pt x="1536001" y="580729"/>
                  </a:lnTo>
                  <a:lnTo>
                    <a:pt x="1514961" y="607670"/>
                  </a:lnTo>
                  <a:lnTo>
                    <a:pt x="1485354" y="624756"/>
                  </a:lnTo>
                  <a:lnTo>
                    <a:pt x="1450242" y="629325"/>
                  </a:lnTo>
                  <a:lnTo>
                    <a:pt x="82730" y="533699"/>
                  </a:lnTo>
                  <a:lnTo>
                    <a:pt x="48595" y="524288"/>
                  </a:lnTo>
                  <a:lnTo>
                    <a:pt x="21654" y="503248"/>
                  </a:lnTo>
                  <a:lnTo>
                    <a:pt x="4569" y="473641"/>
                  </a:lnTo>
                  <a:lnTo>
                    <a:pt x="0" y="438528"/>
                  </a:lnTo>
                  <a:lnTo>
                    <a:pt x="24879" y="82731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 rot="180000">
            <a:off x="4684737" y="2847695"/>
            <a:ext cx="1246061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90"/>
              </a:lnSpc>
            </a:pPr>
            <a:r>
              <a:rPr sz="1950" spc="-150" baseline="6410" dirty="0">
                <a:solidFill>
                  <a:srgbClr val="FFFFFF"/>
                </a:solidFill>
                <a:latin typeface="Arial"/>
                <a:cs typeface="Arial"/>
              </a:rPr>
              <a:t>Da</a:t>
            </a:r>
            <a:r>
              <a:rPr sz="1950" spc="-150" baseline="4273" dirty="0">
                <a:solidFill>
                  <a:srgbClr val="FFFFFF"/>
                </a:solidFill>
                <a:latin typeface="Arial"/>
                <a:cs typeface="Arial"/>
              </a:rPr>
              <a:t>tos</a:t>
            </a:r>
            <a:r>
              <a:rPr sz="1950" spc="-82" baseline="427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spc="-97" baseline="4273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950" spc="-97" baseline="2136" dirty="0">
                <a:solidFill>
                  <a:srgbClr val="FFFFFF"/>
                </a:solidFill>
                <a:latin typeface="Arial"/>
                <a:cs typeface="Arial"/>
              </a:rPr>
              <a:t>cumula</a:t>
            </a:r>
            <a:r>
              <a:rPr sz="1300" spc="-65" dirty="0">
                <a:solidFill>
                  <a:srgbClr val="FFFFFF"/>
                </a:solidFill>
                <a:latin typeface="Arial"/>
                <a:cs typeface="Arial"/>
              </a:rPr>
              <a:t>dos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4553349" y="2022313"/>
            <a:ext cx="1595755" cy="655320"/>
            <a:chOff x="4553349" y="2022313"/>
            <a:chExt cx="1595755" cy="655320"/>
          </a:xfrm>
        </p:grpSpPr>
        <p:sp>
          <p:nvSpPr>
            <p:cNvPr id="43" name="object 43"/>
            <p:cNvSpPr/>
            <p:nvPr/>
          </p:nvSpPr>
          <p:spPr>
            <a:xfrm>
              <a:off x="4566050" y="2035013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19">
                  <a:moveTo>
                    <a:pt x="120050" y="0"/>
                  </a:moveTo>
                  <a:lnTo>
                    <a:pt x="55330" y="21654"/>
                  </a:lnTo>
                  <a:lnTo>
                    <a:pt x="24879" y="82731"/>
                  </a:lnTo>
                  <a:lnTo>
                    <a:pt x="0" y="438528"/>
                  </a:lnTo>
                  <a:lnTo>
                    <a:pt x="4568" y="473640"/>
                  </a:lnTo>
                  <a:lnTo>
                    <a:pt x="21654" y="503248"/>
                  </a:lnTo>
                  <a:lnTo>
                    <a:pt x="48595" y="524288"/>
                  </a:lnTo>
                  <a:lnTo>
                    <a:pt x="82730" y="533699"/>
                  </a:lnTo>
                  <a:lnTo>
                    <a:pt x="1450242" y="629325"/>
                  </a:lnTo>
                  <a:lnTo>
                    <a:pt x="1485354" y="624756"/>
                  </a:lnTo>
                  <a:lnTo>
                    <a:pt x="1514961" y="607670"/>
                  </a:lnTo>
                  <a:lnTo>
                    <a:pt x="1536002" y="580729"/>
                  </a:lnTo>
                  <a:lnTo>
                    <a:pt x="1545413" y="546594"/>
                  </a:lnTo>
                  <a:lnTo>
                    <a:pt x="1570292" y="190797"/>
                  </a:lnTo>
                  <a:lnTo>
                    <a:pt x="1565723" y="155684"/>
                  </a:lnTo>
                  <a:lnTo>
                    <a:pt x="1548638" y="126077"/>
                  </a:lnTo>
                  <a:lnTo>
                    <a:pt x="1521697" y="105037"/>
                  </a:lnTo>
                  <a:lnTo>
                    <a:pt x="1487562" y="95625"/>
                  </a:lnTo>
                  <a:lnTo>
                    <a:pt x="120050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566049" y="2035013"/>
              <a:ext cx="1570355" cy="629920"/>
            </a:xfrm>
            <a:custGeom>
              <a:avLst/>
              <a:gdLst/>
              <a:ahLst/>
              <a:cxnLst/>
              <a:rect l="l" t="t" r="r" b="b"/>
              <a:pathLst>
                <a:path w="1570354" h="629919">
                  <a:moveTo>
                    <a:pt x="24879" y="82731"/>
                  </a:moveTo>
                  <a:lnTo>
                    <a:pt x="34291" y="48596"/>
                  </a:lnTo>
                  <a:lnTo>
                    <a:pt x="55331" y="21654"/>
                  </a:lnTo>
                  <a:lnTo>
                    <a:pt x="84938" y="4569"/>
                  </a:lnTo>
                  <a:lnTo>
                    <a:pt x="120050" y="0"/>
                  </a:lnTo>
                  <a:lnTo>
                    <a:pt x="1487562" y="95625"/>
                  </a:lnTo>
                  <a:lnTo>
                    <a:pt x="1521697" y="105037"/>
                  </a:lnTo>
                  <a:lnTo>
                    <a:pt x="1548638" y="126077"/>
                  </a:lnTo>
                  <a:lnTo>
                    <a:pt x="1565723" y="155684"/>
                  </a:lnTo>
                  <a:lnTo>
                    <a:pt x="1570293" y="190796"/>
                  </a:lnTo>
                  <a:lnTo>
                    <a:pt x="1545413" y="546594"/>
                  </a:lnTo>
                  <a:lnTo>
                    <a:pt x="1536001" y="580729"/>
                  </a:lnTo>
                  <a:lnTo>
                    <a:pt x="1514961" y="607670"/>
                  </a:lnTo>
                  <a:lnTo>
                    <a:pt x="1485354" y="624756"/>
                  </a:lnTo>
                  <a:lnTo>
                    <a:pt x="1450242" y="629325"/>
                  </a:lnTo>
                  <a:lnTo>
                    <a:pt x="82730" y="533699"/>
                  </a:lnTo>
                  <a:lnTo>
                    <a:pt x="48595" y="524288"/>
                  </a:lnTo>
                  <a:lnTo>
                    <a:pt x="21654" y="503248"/>
                  </a:lnTo>
                  <a:lnTo>
                    <a:pt x="4569" y="473641"/>
                  </a:lnTo>
                  <a:lnTo>
                    <a:pt x="0" y="438528"/>
                  </a:lnTo>
                  <a:lnTo>
                    <a:pt x="24879" y="82731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 rot="180000">
            <a:off x="4721775" y="2275181"/>
            <a:ext cx="1259279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00"/>
              </a:lnSpc>
            </a:pPr>
            <a:r>
              <a:rPr sz="1950" spc="-127" baseline="6410" dirty="0">
                <a:solidFill>
                  <a:srgbClr val="FFFFFF"/>
                </a:solidFill>
                <a:latin typeface="Arial"/>
                <a:cs typeface="Arial"/>
              </a:rPr>
              <a:t>Form</a:t>
            </a:r>
            <a:r>
              <a:rPr sz="1950" spc="-127" baseline="4273" dirty="0">
                <a:solidFill>
                  <a:srgbClr val="FFFFFF"/>
                </a:solidFill>
                <a:latin typeface="Arial"/>
                <a:cs typeface="Arial"/>
              </a:rPr>
              <a:t>ato</a:t>
            </a:r>
            <a:r>
              <a:rPr sz="1950" spc="-82" baseline="427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spc="-37" baseline="4273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1950" spc="-37" baseline="2136" dirty="0">
                <a:solidFill>
                  <a:srgbClr val="FFFFFF"/>
                </a:solidFill>
                <a:latin typeface="Arial"/>
                <a:cs typeface="Arial"/>
              </a:rPr>
              <a:t>umé</a:t>
            </a:r>
            <a:r>
              <a:rPr sz="1300" spc="-25" dirty="0">
                <a:solidFill>
                  <a:srgbClr val="FFFFFF"/>
                </a:solidFill>
                <a:latin typeface="Arial"/>
                <a:cs typeface="Arial"/>
              </a:rPr>
              <a:t>rico</a:t>
            </a:r>
            <a:endParaRPr sz="1300">
              <a:latin typeface="Arial"/>
              <a:cs typeface="Arial"/>
            </a:endParaRPr>
          </a:p>
        </p:txBody>
      </p:sp>
      <p:pic>
        <p:nvPicPr>
          <p:cNvPr id="46" name="Picture 45" descr="A diagram of a company&#10;&#10;Description automatically generated">
            <a:extLst>
              <a:ext uri="{FF2B5EF4-FFF2-40B4-BE49-F238E27FC236}">
                <a16:creationId xmlns:a16="http://schemas.microsoft.com/office/drawing/2014/main" id="{BDC11DE5-7C34-A890-412C-600300F25E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292" y="2049286"/>
            <a:ext cx="2286071" cy="272113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5080">
              <a:lnSpc>
                <a:spcPct val="71000"/>
              </a:lnSpc>
              <a:spcBef>
                <a:spcPts val="1490"/>
              </a:spcBef>
            </a:pPr>
            <a:r>
              <a:rPr dirty="0"/>
              <a:t>Datos</a:t>
            </a:r>
            <a:r>
              <a:rPr spc="-30" dirty="0"/>
              <a:t> </a:t>
            </a:r>
            <a:r>
              <a:rPr spc="-25" dirty="0"/>
              <a:t>vs </a:t>
            </a:r>
            <a:r>
              <a:rPr spc="-35" dirty="0"/>
              <a:t>Tecnología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0625" y="1326387"/>
            <a:ext cx="2356485" cy="74485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61594" marR="5080" indent="-49530">
              <a:lnSpc>
                <a:spcPct val="68600"/>
              </a:lnSpc>
              <a:spcBef>
                <a:spcPts val="1155"/>
              </a:spcBef>
            </a:pP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La</a:t>
            </a:r>
            <a:r>
              <a:rPr sz="2800" b="1" spc="-35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tecnología:</a:t>
            </a:r>
            <a:r>
              <a:rPr sz="2800" b="1" spc="-30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spc="-25" dirty="0">
                <a:solidFill>
                  <a:srgbClr val="FF0000"/>
                </a:solidFill>
                <a:latin typeface="Arial Narrow"/>
                <a:cs typeface="Arial Narrow"/>
              </a:rPr>
              <a:t>El </a:t>
            </a: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almacenamiento</a:t>
            </a:r>
            <a:endParaRPr sz="2800">
              <a:latin typeface="Arial Narrow"/>
              <a:cs typeface="Arial Narrow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379157" y="3134611"/>
            <a:ext cx="4765040" cy="2009139"/>
            <a:chOff x="4379157" y="3134611"/>
            <a:chExt cx="4765040" cy="2009139"/>
          </a:xfrm>
        </p:grpSpPr>
        <p:sp>
          <p:nvSpPr>
            <p:cNvPr id="5" name="object 5"/>
            <p:cNvSpPr/>
            <p:nvPr/>
          </p:nvSpPr>
          <p:spPr>
            <a:xfrm>
              <a:off x="8254885" y="3943583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23315" y="4153558"/>
              <a:ext cx="650875" cy="650875"/>
            </a:xfrm>
            <a:custGeom>
              <a:avLst/>
              <a:gdLst/>
              <a:ahLst/>
              <a:cxnLst/>
              <a:rect l="l" t="t" r="r" b="b"/>
              <a:pathLst>
                <a:path w="650875" h="650875">
                  <a:moveTo>
                    <a:pt x="325219" y="0"/>
                  </a:moveTo>
                  <a:lnTo>
                    <a:pt x="0" y="650437"/>
                  </a:lnTo>
                  <a:lnTo>
                    <a:pt x="650438" y="650437"/>
                  </a:lnTo>
                  <a:lnTo>
                    <a:pt x="325219" y="0"/>
                  </a:lnTo>
                  <a:close/>
                </a:path>
              </a:pathLst>
            </a:custGeom>
            <a:solidFill>
              <a:srgbClr val="D0D8E8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023315" y="4153558"/>
              <a:ext cx="650875" cy="650875"/>
            </a:xfrm>
            <a:custGeom>
              <a:avLst/>
              <a:gdLst/>
              <a:ahLst/>
              <a:cxnLst/>
              <a:rect l="l" t="t" r="r" b="b"/>
              <a:pathLst>
                <a:path w="650875" h="650875">
                  <a:moveTo>
                    <a:pt x="0" y="650438"/>
                  </a:moveTo>
                  <a:lnTo>
                    <a:pt x="325219" y="0"/>
                  </a:lnTo>
                  <a:lnTo>
                    <a:pt x="650438" y="650438"/>
                  </a:lnTo>
                  <a:lnTo>
                    <a:pt x="0" y="650438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391858" y="3739013"/>
              <a:ext cx="3913504" cy="544830"/>
            </a:xfrm>
            <a:custGeom>
              <a:avLst/>
              <a:gdLst/>
              <a:ahLst/>
              <a:cxnLst/>
              <a:rect l="l" t="t" r="r" b="b"/>
              <a:pathLst>
                <a:path w="3913504" h="544829">
                  <a:moveTo>
                    <a:pt x="19041" y="0"/>
                  </a:moveTo>
                  <a:lnTo>
                    <a:pt x="0" y="272315"/>
                  </a:lnTo>
                  <a:lnTo>
                    <a:pt x="3894311" y="544632"/>
                  </a:lnTo>
                  <a:lnTo>
                    <a:pt x="3913353" y="272316"/>
                  </a:lnTo>
                  <a:lnTo>
                    <a:pt x="19041" y="0"/>
                  </a:lnTo>
                  <a:close/>
                </a:path>
              </a:pathLst>
            </a:custGeom>
            <a:solidFill>
              <a:srgbClr val="D0D8E8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391857" y="3739013"/>
              <a:ext cx="3913504" cy="544830"/>
            </a:xfrm>
            <a:custGeom>
              <a:avLst/>
              <a:gdLst/>
              <a:ahLst/>
              <a:cxnLst/>
              <a:rect l="l" t="t" r="r" b="b"/>
              <a:pathLst>
                <a:path w="3913504" h="544829">
                  <a:moveTo>
                    <a:pt x="19042" y="0"/>
                  </a:moveTo>
                  <a:lnTo>
                    <a:pt x="3913354" y="272316"/>
                  </a:lnTo>
                  <a:lnTo>
                    <a:pt x="3894312" y="544632"/>
                  </a:lnTo>
                  <a:lnTo>
                    <a:pt x="0" y="272316"/>
                  </a:lnTo>
                  <a:lnTo>
                    <a:pt x="19042" y="0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725553" y="3147311"/>
              <a:ext cx="1588135" cy="815975"/>
            </a:xfrm>
            <a:custGeom>
              <a:avLst/>
              <a:gdLst/>
              <a:ahLst/>
              <a:cxnLst/>
              <a:rect l="l" t="t" r="r" b="b"/>
              <a:pathLst>
                <a:path w="1588134" h="815975">
                  <a:moveTo>
                    <a:pt x="162838" y="0"/>
                  </a:moveTo>
                  <a:lnTo>
                    <a:pt x="115211" y="6197"/>
                  </a:lnTo>
                  <a:lnTo>
                    <a:pt x="75051" y="29372"/>
                  </a:lnTo>
                  <a:lnTo>
                    <a:pt x="46513" y="65916"/>
                  </a:lnTo>
                  <a:lnTo>
                    <a:pt x="33747" y="112217"/>
                  </a:lnTo>
                  <a:lnTo>
                    <a:pt x="0" y="594818"/>
                  </a:lnTo>
                  <a:lnTo>
                    <a:pt x="6197" y="642445"/>
                  </a:lnTo>
                  <a:lnTo>
                    <a:pt x="29372" y="682605"/>
                  </a:lnTo>
                  <a:lnTo>
                    <a:pt x="65916" y="711143"/>
                  </a:lnTo>
                  <a:lnTo>
                    <a:pt x="112217" y="723908"/>
                  </a:lnTo>
                  <a:lnTo>
                    <a:pt x="1424703" y="815687"/>
                  </a:lnTo>
                  <a:lnTo>
                    <a:pt x="1472330" y="809489"/>
                  </a:lnTo>
                  <a:lnTo>
                    <a:pt x="1512489" y="786314"/>
                  </a:lnTo>
                  <a:lnTo>
                    <a:pt x="1541028" y="749771"/>
                  </a:lnTo>
                  <a:lnTo>
                    <a:pt x="1553794" y="703470"/>
                  </a:lnTo>
                  <a:lnTo>
                    <a:pt x="1587540" y="220868"/>
                  </a:lnTo>
                  <a:lnTo>
                    <a:pt x="1581343" y="173241"/>
                  </a:lnTo>
                  <a:lnTo>
                    <a:pt x="1558167" y="133082"/>
                  </a:lnTo>
                  <a:lnTo>
                    <a:pt x="1521625" y="104543"/>
                  </a:lnTo>
                  <a:lnTo>
                    <a:pt x="1475324" y="91777"/>
                  </a:lnTo>
                  <a:lnTo>
                    <a:pt x="162838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725553" y="3147311"/>
              <a:ext cx="1588135" cy="815975"/>
            </a:xfrm>
            <a:custGeom>
              <a:avLst/>
              <a:gdLst/>
              <a:ahLst/>
              <a:cxnLst/>
              <a:rect l="l" t="t" r="r" b="b"/>
              <a:pathLst>
                <a:path w="1588134" h="815975">
                  <a:moveTo>
                    <a:pt x="33746" y="112216"/>
                  </a:moveTo>
                  <a:lnTo>
                    <a:pt x="46512" y="65915"/>
                  </a:lnTo>
                  <a:lnTo>
                    <a:pt x="75051" y="29372"/>
                  </a:lnTo>
                  <a:lnTo>
                    <a:pt x="115210" y="6197"/>
                  </a:lnTo>
                  <a:lnTo>
                    <a:pt x="162837" y="0"/>
                  </a:lnTo>
                  <a:lnTo>
                    <a:pt x="1475324" y="91778"/>
                  </a:lnTo>
                  <a:lnTo>
                    <a:pt x="1521624" y="104543"/>
                  </a:lnTo>
                  <a:lnTo>
                    <a:pt x="1558167" y="133082"/>
                  </a:lnTo>
                  <a:lnTo>
                    <a:pt x="1581343" y="173241"/>
                  </a:lnTo>
                  <a:lnTo>
                    <a:pt x="1587540" y="220868"/>
                  </a:lnTo>
                  <a:lnTo>
                    <a:pt x="1553793" y="703470"/>
                  </a:lnTo>
                  <a:lnTo>
                    <a:pt x="1541028" y="749771"/>
                  </a:lnTo>
                  <a:lnTo>
                    <a:pt x="1512489" y="786314"/>
                  </a:lnTo>
                  <a:lnTo>
                    <a:pt x="1472330" y="809489"/>
                  </a:lnTo>
                  <a:lnTo>
                    <a:pt x="1424703" y="815687"/>
                  </a:lnTo>
                  <a:lnTo>
                    <a:pt x="112216" y="723909"/>
                  </a:lnTo>
                  <a:lnTo>
                    <a:pt x="65915" y="711143"/>
                  </a:lnTo>
                  <a:lnTo>
                    <a:pt x="29372" y="682604"/>
                  </a:lnTo>
                  <a:lnTo>
                    <a:pt x="6197" y="642445"/>
                  </a:lnTo>
                  <a:lnTo>
                    <a:pt x="0" y="594818"/>
                  </a:lnTo>
                  <a:lnTo>
                    <a:pt x="33746" y="112216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4427882" y="455042"/>
            <a:ext cx="1586865" cy="892810"/>
            <a:chOff x="4427882" y="455042"/>
            <a:chExt cx="1586865" cy="892810"/>
          </a:xfrm>
        </p:grpSpPr>
        <p:sp>
          <p:nvSpPr>
            <p:cNvPr id="13" name="object 13"/>
            <p:cNvSpPr/>
            <p:nvPr/>
          </p:nvSpPr>
          <p:spPr>
            <a:xfrm>
              <a:off x="4440582" y="467742"/>
              <a:ext cx="1561465" cy="867410"/>
            </a:xfrm>
            <a:custGeom>
              <a:avLst/>
              <a:gdLst/>
              <a:ahLst/>
              <a:cxnLst/>
              <a:rect l="l" t="t" r="r" b="b"/>
              <a:pathLst>
                <a:path w="1561464" h="867410">
                  <a:moveTo>
                    <a:pt x="1474326" y="0"/>
                  </a:moveTo>
                  <a:lnTo>
                    <a:pt x="86724" y="0"/>
                  </a:lnTo>
                  <a:lnTo>
                    <a:pt x="52967" y="6815"/>
                  </a:lnTo>
                  <a:lnTo>
                    <a:pt x="25400" y="25400"/>
                  </a:lnTo>
                  <a:lnTo>
                    <a:pt x="6815" y="52967"/>
                  </a:lnTo>
                  <a:lnTo>
                    <a:pt x="0" y="86724"/>
                  </a:lnTo>
                  <a:lnTo>
                    <a:pt x="0" y="780525"/>
                  </a:lnTo>
                  <a:lnTo>
                    <a:pt x="6815" y="814282"/>
                  </a:lnTo>
                  <a:lnTo>
                    <a:pt x="25400" y="841849"/>
                  </a:lnTo>
                  <a:lnTo>
                    <a:pt x="52967" y="860435"/>
                  </a:lnTo>
                  <a:lnTo>
                    <a:pt x="86724" y="867251"/>
                  </a:lnTo>
                  <a:lnTo>
                    <a:pt x="1474326" y="867251"/>
                  </a:lnTo>
                  <a:lnTo>
                    <a:pt x="1508083" y="860435"/>
                  </a:lnTo>
                  <a:lnTo>
                    <a:pt x="1535650" y="841849"/>
                  </a:lnTo>
                  <a:lnTo>
                    <a:pt x="1554236" y="814282"/>
                  </a:lnTo>
                  <a:lnTo>
                    <a:pt x="1561052" y="780525"/>
                  </a:lnTo>
                  <a:lnTo>
                    <a:pt x="1561052" y="86724"/>
                  </a:lnTo>
                  <a:lnTo>
                    <a:pt x="1554236" y="52967"/>
                  </a:lnTo>
                  <a:lnTo>
                    <a:pt x="1535650" y="25400"/>
                  </a:lnTo>
                  <a:lnTo>
                    <a:pt x="1508083" y="6815"/>
                  </a:lnTo>
                  <a:lnTo>
                    <a:pt x="1474326" y="0"/>
                  </a:lnTo>
                  <a:close/>
                </a:path>
              </a:pathLst>
            </a:custGeom>
            <a:solidFill>
              <a:srgbClr val="D7E4BD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440582" y="467742"/>
              <a:ext cx="1561465" cy="867410"/>
            </a:xfrm>
            <a:custGeom>
              <a:avLst/>
              <a:gdLst/>
              <a:ahLst/>
              <a:cxnLst/>
              <a:rect l="l" t="t" r="r" b="b"/>
              <a:pathLst>
                <a:path w="1561464" h="867410">
                  <a:moveTo>
                    <a:pt x="0" y="86725"/>
                  </a:moveTo>
                  <a:lnTo>
                    <a:pt x="6815" y="52967"/>
                  </a:lnTo>
                  <a:lnTo>
                    <a:pt x="25401" y="25401"/>
                  </a:lnTo>
                  <a:lnTo>
                    <a:pt x="52967" y="6815"/>
                  </a:lnTo>
                  <a:lnTo>
                    <a:pt x="86725" y="0"/>
                  </a:lnTo>
                  <a:lnTo>
                    <a:pt x="1474327" y="0"/>
                  </a:lnTo>
                  <a:lnTo>
                    <a:pt x="1508084" y="6815"/>
                  </a:lnTo>
                  <a:lnTo>
                    <a:pt x="1535650" y="25401"/>
                  </a:lnTo>
                  <a:lnTo>
                    <a:pt x="1554236" y="52967"/>
                  </a:lnTo>
                  <a:lnTo>
                    <a:pt x="1561052" y="86725"/>
                  </a:lnTo>
                  <a:lnTo>
                    <a:pt x="1561052" y="780525"/>
                  </a:lnTo>
                  <a:lnTo>
                    <a:pt x="1554236" y="814283"/>
                  </a:lnTo>
                  <a:lnTo>
                    <a:pt x="1535650" y="841849"/>
                  </a:lnTo>
                  <a:lnTo>
                    <a:pt x="1508084" y="860435"/>
                  </a:lnTo>
                  <a:lnTo>
                    <a:pt x="1474327" y="867251"/>
                  </a:lnTo>
                  <a:lnTo>
                    <a:pt x="86725" y="867251"/>
                  </a:lnTo>
                  <a:lnTo>
                    <a:pt x="52967" y="860435"/>
                  </a:lnTo>
                  <a:lnTo>
                    <a:pt x="25401" y="841849"/>
                  </a:lnTo>
                  <a:lnTo>
                    <a:pt x="6815" y="814283"/>
                  </a:lnTo>
                  <a:lnTo>
                    <a:pt x="0" y="780525"/>
                  </a:lnTo>
                  <a:lnTo>
                    <a:pt x="0" y="86725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666213" y="553719"/>
            <a:ext cx="1109345" cy="589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700" spc="-185" dirty="0">
                <a:latin typeface="Arial"/>
                <a:cs typeface="Arial"/>
              </a:rPr>
              <a:t>Antes</a:t>
            </a:r>
            <a:endParaRPr sz="37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682736" y="455042"/>
            <a:ext cx="1586865" cy="892810"/>
            <a:chOff x="6682736" y="455042"/>
            <a:chExt cx="1586865" cy="892810"/>
          </a:xfrm>
        </p:grpSpPr>
        <p:sp>
          <p:nvSpPr>
            <p:cNvPr id="17" name="object 17"/>
            <p:cNvSpPr/>
            <p:nvPr/>
          </p:nvSpPr>
          <p:spPr>
            <a:xfrm>
              <a:off x="6695436" y="467742"/>
              <a:ext cx="1561465" cy="867410"/>
            </a:xfrm>
            <a:custGeom>
              <a:avLst/>
              <a:gdLst/>
              <a:ahLst/>
              <a:cxnLst/>
              <a:rect l="l" t="t" r="r" b="b"/>
              <a:pathLst>
                <a:path w="1561465" h="867410">
                  <a:moveTo>
                    <a:pt x="1474326" y="0"/>
                  </a:moveTo>
                  <a:lnTo>
                    <a:pt x="86724" y="0"/>
                  </a:lnTo>
                  <a:lnTo>
                    <a:pt x="52967" y="6815"/>
                  </a:lnTo>
                  <a:lnTo>
                    <a:pt x="25400" y="25400"/>
                  </a:lnTo>
                  <a:lnTo>
                    <a:pt x="6815" y="52967"/>
                  </a:lnTo>
                  <a:lnTo>
                    <a:pt x="0" y="86724"/>
                  </a:lnTo>
                  <a:lnTo>
                    <a:pt x="0" y="780525"/>
                  </a:lnTo>
                  <a:lnTo>
                    <a:pt x="6815" y="814282"/>
                  </a:lnTo>
                  <a:lnTo>
                    <a:pt x="25400" y="841849"/>
                  </a:lnTo>
                  <a:lnTo>
                    <a:pt x="52967" y="860435"/>
                  </a:lnTo>
                  <a:lnTo>
                    <a:pt x="86724" y="867251"/>
                  </a:lnTo>
                  <a:lnTo>
                    <a:pt x="1474326" y="867251"/>
                  </a:lnTo>
                  <a:lnTo>
                    <a:pt x="1508083" y="860435"/>
                  </a:lnTo>
                  <a:lnTo>
                    <a:pt x="1535650" y="841849"/>
                  </a:lnTo>
                  <a:lnTo>
                    <a:pt x="1554235" y="814282"/>
                  </a:lnTo>
                  <a:lnTo>
                    <a:pt x="1561050" y="780525"/>
                  </a:lnTo>
                  <a:lnTo>
                    <a:pt x="1561050" y="86724"/>
                  </a:lnTo>
                  <a:lnTo>
                    <a:pt x="1554235" y="52967"/>
                  </a:lnTo>
                  <a:lnTo>
                    <a:pt x="1535650" y="25400"/>
                  </a:lnTo>
                  <a:lnTo>
                    <a:pt x="1508083" y="6815"/>
                  </a:lnTo>
                  <a:lnTo>
                    <a:pt x="1474326" y="0"/>
                  </a:lnTo>
                  <a:close/>
                </a:path>
              </a:pathLst>
            </a:custGeom>
            <a:solidFill>
              <a:srgbClr val="D7E4BD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695436" y="467742"/>
              <a:ext cx="1561465" cy="867410"/>
            </a:xfrm>
            <a:custGeom>
              <a:avLst/>
              <a:gdLst/>
              <a:ahLst/>
              <a:cxnLst/>
              <a:rect l="l" t="t" r="r" b="b"/>
              <a:pathLst>
                <a:path w="1561465" h="867410">
                  <a:moveTo>
                    <a:pt x="0" y="86725"/>
                  </a:moveTo>
                  <a:lnTo>
                    <a:pt x="6815" y="52967"/>
                  </a:lnTo>
                  <a:lnTo>
                    <a:pt x="25401" y="25401"/>
                  </a:lnTo>
                  <a:lnTo>
                    <a:pt x="52967" y="6815"/>
                  </a:lnTo>
                  <a:lnTo>
                    <a:pt x="86725" y="0"/>
                  </a:lnTo>
                  <a:lnTo>
                    <a:pt x="1474327" y="0"/>
                  </a:lnTo>
                  <a:lnTo>
                    <a:pt x="1508084" y="6815"/>
                  </a:lnTo>
                  <a:lnTo>
                    <a:pt x="1535650" y="25401"/>
                  </a:lnTo>
                  <a:lnTo>
                    <a:pt x="1554236" y="52967"/>
                  </a:lnTo>
                  <a:lnTo>
                    <a:pt x="1561052" y="86725"/>
                  </a:lnTo>
                  <a:lnTo>
                    <a:pt x="1561052" y="780525"/>
                  </a:lnTo>
                  <a:lnTo>
                    <a:pt x="1554236" y="814283"/>
                  </a:lnTo>
                  <a:lnTo>
                    <a:pt x="1535650" y="841849"/>
                  </a:lnTo>
                  <a:lnTo>
                    <a:pt x="1508084" y="860435"/>
                  </a:lnTo>
                  <a:lnTo>
                    <a:pt x="1474327" y="867251"/>
                  </a:lnTo>
                  <a:lnTo>
                    <a:pt x="86725" y="867251"/>
                  </a:lnTo>
                  <a:lnTo>
                    <a:pt x="52967" y="860435"/>
                  </a:lnTo>
                  <a:lnTo>
                    <a:pt x="25401" y="841849"/>
                  </a:lnTo>
                  <a:lnTo>
                    <a:pt x="6815" y="814283"/>
                  </a:lnTo>
                  <a:lnTo>
                    <a:pt x="0" y="780525"/>
                  </a:lnTo>
                  <a:lnTo>
                    <a:pt x="0" y="86725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7087881" y="553719"/>
            <a:ext cx="776605" cy="589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700" spc="-215" dirty="0">
                <a:latin typeface="Arial"/>
                <a:cs typeface="Arial"/>
              </a:rPr>
              <a:t>Hoy</a:t>
            </a:r>
            <a:endParaRPr sz="37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 rot="180000">
            <a:off x="7241454" y="3455096"/>
            <a:ext cx="556839" cy="190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70"/>
              </a:lnSpc>
            </a:pPr>
            <a:r>
              <a:rPr sz="2250" spc="-270" baseline="1851" dirty="0">
                <a:solidFill>
                  <a:srgbClr val="FFFFFF"/>
                </a:solidFill>
                <a:latin typeface="Arial"/>
                <a:cs typeface="Arial"/>
              </a:rPr>
              <a:t>No</a:t>
            </a:r>
            <a:r>
              <a:rPr sz="1500" spc="-180" dirty="0">
                <a:solidFill>
                  <a:srgbClr val="FFFFFF"/>
                </a:solidFill>
                <a:latin typeface="Arial"/>
                <a:cs typeface="Arial"/>
              </a:rPr>
              <a:t>SQL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769226" y="2354086"/>
            <a:ext cx="1613535" cy="841375"/>
            <a:chOff x="6769226" y="2354086"/>
            <a:chExt cx="1613535" cy="841375"/>
          </a:xfrm>
        </p:grpSpPr>
        <p:sp>
          <p:nvSpPr>
            <p:cNvPr id="22" name="object 22"/>
            <p:cNvSpPr/>
            <p:nvPr/>
          </p:nvSpPr>
          <p:spPr>
            <a:xfrm>
              <a:off x="6781925" y="2366786"/>
              <a:ext cx="1588135" cy="815975"/>
            </a:xfrm>
            <a:custGeom>
              <a:avLst/>
              <a:gdLst/>
              <a:ahLst/>
              <a:cxnLst/>
              <a:rect l="l" t="t" r="r" b="b"/>
              <a:pathLst>
                <a:path w="1588134" h="815975">
                  <a:moveTo>
                    <a:pt x="162836" y="0"/>
                  </a:moveTo>
                  <a:lnTo>
                    <a:pt x="115210" y="6197"/>
                  </a:lnTo>
                  <a:lnTo>
                    <a:pt x="75051" y="29372"/>
                  </a:lnTo>
                  <a:lnTo>
                    <a:pt x="46512" y="65915"/>
                  </a:lnTo>
                  <a:lnTo>
                    <a:pt x="33746" y="112215"/>
                  </a:lnTo>
                  <a:lnTo>
                    <a:pt x="0" y="594818"/>
                  </a:lnTo>
                  <a:lnTo>
                    <a:pt x="6197" y="642445"/>
                  </a:lnTo>
                  <a:lnTo>
                    <a:pt x="29372" y="682604"/>
                  </a:lnTo>
                  <a:lnTo>
                    <a:pt x="65916" y="711143"/>
                  </a:lnTo>
                  <a:lnTo>
                    <a:pt x="112217" y="723908"/>
                  </a:lnTo>
                  <a:lnTo>
                    <a:pt x="1424703" y="815686"/>
                  </a:lnTo>
                  <a:lnTo>
                    <a:pt x="1472330" y="809489"/>
                  </a:lnTo>
                  <a:lnTo>
                    <a:pt x="1512489" y="786313"/>
                  </a:lnTo>
                  <a:lnTo>
                    <a:pt x="1541028" y="749771"/>
                  </a:lnTo>
                  <a:lnTo>
                    <a:pt x="1553794" y="703470"/>
                  </a:lnTo>
                  <a:lnTo>
                    <a:pt x="1587540" y="220868"/>
                  </a:lnTo>
                  <a:lnTo>
                    <a:pt x="1581343" y="173241"/>
                  </a:lnTo>
                  <a:lnTo>
                    <a:pt x="1558167" y="133082"/>
                  </a:lnTo>
                  <a:lnTo>
                    <a:pt x="1521624" y="104543"/>
                  </a:lnTo>
                  <a:lnTo>
                    <a:pt x="1475323" y="91777"/>
                  </a:lnTo>
                  <a:lnTo>
                    <a:pt x="162836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781926" y="2366786"/>
              <a:ext cx="1588135" cy="815975"/>
            </a:xfrm>
            <a:custGeom>
              <a:avLst/>
              <a:gdLst/>
              <a:ahLst/>
              <a:cxnLst/>
              <a:rect l="l" t="t" r="r" b="b"/>
              <a:pathLst>
                <a:path w="1588134" h="815975">
                  <a:moveTo>
                    <a:pt x="33746" y="112216"/>
                  </a:moveTo>
                  <a:lnTo>
                    <a:pt x="46512" y="65915"/>
                  </a:lnTo>
                  <a:lnTo>
                    <a:pt x="75051" y="29372"/>
                  </a:lnTo>
                  <a:lnTo>
                    <a:pt x="115210" y="6197"/>
                  </a:lnTo>
                  <a:lnTo>
                    <a:pt x="162837" y="0"/>
                  </a:lnTo>
                  <a:lnTo>
                    <a:pt x="1475324" y="91778"/>
                  </a:lnTo>
                  <a:lnTo>
                    <a:pt x="1521624" y="104543"/>
                  </a:lnTo>
                  <a:lnTo>
                    <a:pt x="1558167" y="133082"/>
                  </a:lnTo>
                  <a:lnTo>
                    <a:pt x="1581343" y="173241"/>
                  </a:lnTo>
                  <a:lnTo>
                    <a:pt x="1587540" y="220868"/>
                  </a:lnTo>
                  <a:lnTo>
                    <a:pt x="1553793" y="703470"/>
                  </a:lnTo>
                  <a:lnTo>
                    <a:pt x="1541028" y="749771"/>
                  </a:lnTo>
                  <a:lnTo>
                    <a:pt x="1512489" y="786314"/>
                  </a:lnTo>
                  <a:lnTo>
                    <a:pt x="1472330" y="809489"/>
                  </a:lnTo>
                  <a:lnTo>
                    <a:pt x="1424703" y="815687"/>
                  </a:lnTo>
                  <a:lnTo>
                    <a:pt x="112216" y="723909"/>
                  </a:lnTo>
                  <a:lnTo>
                    <a:pt x="65915" y="711143"/>
                  </a:lnTo>
                  <a:lnTo>
                    <a:pt x="29372" y="682604"/>
                  </a:lnTo>
                  <a:lnTo>
                    <a:pt x="6197" y="642445"/>
                  </a:lnTo>
                  <a:lnTo>
                    <a:pt x="0" y="594818"/>
                  </a:lnTo>
                  <a:lnTo>
                    <a:pt x="33746" y="112216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 rot="180000">
            <a:off x="6882037" y="2677755"/>
            <a:ext cx="1388539" cy="190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r>
              <a:rPr sz="2250" spc="-75" baseline="5555" dirty="0">
                <a:solidFill>
                  <a:srgbClr val="FFFFFF"/>
                </a:solidFill>
                <a:latin typeface="Arial"/>
                <a:cs typeface="Arial"/>
              </a:rPr>
              <a:t>Distr</a:t>
            </a:r>
            <a:r>
              <a:rPr sz="2250" spc="-75" baseline="3703" dirty="0">
                <a:solidFill>
                  <a:srgbClr val="FFFFFF"/>
                </a:solidFill>
                <a:latin typeface="Arial"/>
                <a:cs typeface="Arial"/>
              </a:rPr>
              <a:t>ibuid</a:t>
            </a:r>
            <a:r>
              <a:rPr sz="2250" spc="-75" baseline="1851" dirty="0">
                <a:solidFill>
                  <a:srgbClr val="FFFFFF"/>
                </a:solidFill>
                <a:latin typeface="Arial"/>
                <a:cs typeface="Arial"/>
              </a:rPr>
              <a:t>o/Clo</a:t>
            </a:r>
            <a:r>
              <a:rPr sz="1500" spc="-50" dirty="0">
                <a:solidFill>
                  <a:srgbClr val="FFFFFF"/>
                </a:solidFill>
                <a:latin typeface="Arial"/>
                <a:cs typeface="Arial"/>
              </a:rPr>
              <a:t>ud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6825596" y="1590905"/>
            <a:ext cx="1613535" cy="841375"/>
            <a:chOff x="6825596" y="1590905"/>
            <a:chExt cx="1613535" cy="841375"/>
          </a:xfrm>
        </p:grpSpPr>
        <p:sp>
          <p:nvSpPr>
            <p:cNvPr id="26" name="object 26"/>
            <p:cNvSpPr/>
            <p:nvPr/>
          </p:nvSpPr>
          <p:spPr>
            <a:xfrm>
              <a:off x="6838295" y="1603604"/>
              <a:ext cx="1588135" cy="815975"/>
            </a:xfrm>
            <a:custGeom>
              <a:avLst/>
              <a:gdLst/>
              <a:ahLst/>
              <a:cxnLst/>
              <a:rect l="l" t="t" r="r" b="b"/>
              <a:pathLst>
                <a:path w="1588134" h="815975">
                  <a:moveTo>
                    <a:pt x="162838" y="0"/>
                  </a:moveTo>
                  <a:lnTo>
                    <a:pt x="115211" y="6197"/>
                  </a:lnTo>
                  <a:lnTo>
                    <a:pt x="75051" y="29372"/>
                  </a:lnTo>
                  <a:lnTo>
                    <a:pt x="46513" y="65915"/>
                  </a:lnTo>
                  <a:lnTo>
                    <a:pt x="33747" y="112215"/>
                  </a:lnTo>
                  <a:lnTo>
                    <a:pt x="0" y="594818"/>
                  </a:lnTo>
                  <a:lnTo>
                    <a:pt x="6198" y="642445"/>
                  </a:lnTo>
                  <a:lnTo>
                    <a:pt x="29373" y="682604"/>
                  </a:lnTo>
                  <a:lnTo>
                    <a:pt x="65916" y="711143"/>
                  </a:lnTo>
                  <a:lnTo>
                    <a:pt x="112217" y="723908"/>
                  </a:lnTo>
                  <a:lnTo>
                    <a:pt x="1424703" y="815686"/>
                  </a:lnTo>
                  <a:lnTo>
                    <a:pt x="1472330" y="809489"/>
                  </a:lnTo>
                  <a:lnTo>
                    <a:pt x="1512489" y="786313"/>
                  </a:lnTo>
                  <a:lnTo>
                    <a:pt x="1541028" y="749771"/>
                  </a:lnTo>
                  <a:lnTo>
                    <a:pt x="1553794" y="703470"/>
                  </a:lnTo>
                  <a:lnTo>
                    <a:pt x="1587540" y="220868"/>
                  </a:lnTo>
                  <a:lnTo>
                    <a:pt x="1581343" y="173241"/>
                  </a:lnTo>
                  <a:lnTo>
                    <a:pt x="1558168" y="133082"/>
                  </a:lnTo>
                  <a:lnTo>
                    <a:pt x="1521625" y="104543"/>
                  </a:lnTo>
                  <a:lnTo>
                    <a:pt x="1475324" y="91777"/>
                  </a:lnTo>
                  <a:lnTo>
                    <a:pt x="162838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838296" y="1603605"/>
              <a:ext cx="1588135" cy="815975"/>
            </a:xfrm>
            <a:custGeom>
              <a:avLst/>
              <a:gdLst/>
              <a:ahLst/>
              <a:cxnLst/>
              <a:rect l="l" t="t" r="r" b="b"/>
              <a:pathLst>
                <a:path w="1588134" h="815975">
                  <a:moveTo>
                    <a:pt x="33746" y="112216"/>
                  </a:moveTo>
                  <a:lnTo>
                    <a:pt x="46512" y="65915"/>
                  </a:lnTo>
                  <a:lnTo>
                    <a:pt x="75051" y="29372"/>
                  </a:lnTo>
                  <a:lnTo>
                    <a:pt x="115210" y="6197"/>
                  </a:lnTo>
                  <a:lnTo>
                    <a:pt x="162837" y="0"/>
                  </a:lnTo>
                  <a:lnTo>
                    <a:pt x="1475324" y="91778"/>
                  </a:lnTo>
                  <a:lnTo>
                    <a:pt x="1521624" y="104543"/>
                  </a:lnTo>
                  <a:lnTo>
                    <a:pt x="1558167" y="133082"/>
                  </a:lnTo>
                  <a:lnTo>
                    <a:pt x="1581343" y="173241"/>
                  </a:lnTo>
                  <a:lnTo>
                    <a:pt x="1587540" y="220868"/>
                  </a:lnTo>
                  <a:lnTo>
                    <a:pt x="1553793" y="703470"/>
                  </a:lnTo>
                  <a:lnTo>
                    <a:pt x="1541028" y="749771"/>
                  </a:lnTo>
                  <a:lnTo>
                    <a:pt x="1512489" y="786314"/>
                  </a:lnTo>
                  <a:lnTo>
                    <a:pt x="1472330" y="809489"/>
                  </a:lnTo>
                  <a:lnTo>
                    <a:pt x="1424703" y="815687"/>
                  </a:lnTo>
                  <a:lnTo>
                    <a:pt x="112216" y="723909"/>
                  </a:lnTo>
                  <a:lnTo>
                    <a:pt x="65915" y="711143"/>
                  </a:lnTo>
                  <a:lnTo>
                    <a:pt x="29372" y="682604"/>
                  </a:lnTo>
                  <a:lnTo>
                    <a:pt x="6197" y="642445"/>
                  </a:lnTo>
                  <a:lnTo>
                    <a:pt x="0" y="594818"/>
                  </a:lnTo>
                  <a:lnTo>
                    <a:pt x="33746" y="112216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 rot="180000">
            <a:off x="7047779" y="1810131"/>
            <a:ext cx="1184454" cy="190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r>
              <a:rPr sz="2250" spc="-67" baseline="5555" dirty="0">
                <a:solidFill>
                  <a:srgbClr val="FFFFFF"/>
                </a:solidFill>
                <a:latin typeface="Arial"/>
                <a:cs typeface="Arial"/>
              </a:rPr>
              <a:t>Me</a:t>
            </a:r>
            <a:r>
              <a:rPr sz="2250" spc="-67" baseline="3703" dirty="0">
                <a:solidFill>
                  <a:srgbClr val="FFFFFF"/>
                </a:solidFill>
                <a:latin typeface="Arial"/>
                <a:cs typeface="Arial"/>
              </a:rPr>
              <a:t>jor</a:t>
            </a:r>
            <a:r>
              <a:rPr sz="2250" spc="-97" baseline="370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spc="-187" baseline="3703" dirty="0">
                <a:solidFill>
                  <a:srgbClr val="FFFFFF"/>
                </a:solidFill>
                <a:latin typeface="Arial"/>
                <a:cs typeface="Arial"/>
              </a:rPr>
              <a:t>acce</a:t>
            </a:r>
            <a:r>
              <a:rPr sz="2250" spc="-187" baseline="1851" dirty="0">
                <a:solidFill>
                  <a:srgbClr val="FFFFFF"/>
                </a:solidFill>
                <a:latin typeface="Arial"/>
                <a:cs typeface="Arial"/>
              </a:rPr>
              <a:t>so</a:t>
            </a:r>
            <a:r>
              <a:rPr sz="2250" spc="-97" baseline="185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spc="-5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endParaRPr sz="15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 rot="180000">
            <a:off x="7169960" y="2024718"/>
            <a:ext cx="909802" cy="190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5"/>
              </a:lnSpc>
            </a:pPr>
            <a:r>
              <a:rPr sz="2250" spc="-120" baseline="3703" dirty="0">
                <a:solidFill>
                  <a:srgbClr val="FFFFFF"/>
                </a:solidFill>
                <a:latin typeface="Arial"/>
                <a:cs typeface="Arial"/>
              </a:rPr>
              <a:t>alm</a:t>
            </a:r>
            <a:r>
              <a:rPr sz="2250" spc="-120" baseline="1851" dirty="0">
                <a:solidFill>
                  <a:srgbClr val="FFFFFF"/>
                </a:solidFill>
                <a:latin typeface="Arial"/>
                <a:cs typeface="Arial"/>
              </a:rPr>
              <a:t>acen</a:t>
            </a:r>
            <a:r>
              <a:rPr sz="1500" spc="-80" dirty="0">
                <a:solidFill>
                  <a:srgbClr val="FFFFFF"/>
                </a:solidFill>
                <a:latin typeface="Arial"/>
                <a:cs typeface="Arial"/>
              </a:rPr>
              <a:t>aje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4479683" y="2978507"/>
            <a:ext cx="1613535" cy="841375"/>
            <a:chOff x="4479683" y="2978507"/>
            <a:chExt cx="1613535" cy="841375"/>
          </a:xfrm>
        </p:grpSpPr>
        <p:sp>
          <p:nvSpPr>
            <p:cNvPr id="31" name="object 31"/>
            <p:cNvSpPr/>
            <p:nvPr/>
          </p:nvSpPr>
          <p:spPr>
            <a:xfrm>
              <a:off x="4492382" y="2991206"/>
              <a:ext cx="1588135" cy="815975"/>
            </a:xfrm>
            <a:custGeom>
              <a:avLst/>
              <a:gdLst/>
              <a:ahLst/>
              <a:cxnLst/>
              <a:rect l="l" t="t" r="r" b="b"/>
              <a:pathLst>
                <a:path w="1588135" h="815975">
                  <a:moveTo>
                    <a:pt x="162836" y="0"/>
                  </a:moveTo>
                  <a:lnTo>
                    <a:pt x="115210" y="6197"/>
                  </a:lnTo>
                  <a:lnTo>
                    <a:pt x="75051" y="29372"/>
                  </a:lnTo>
                  <a:lnTo>
                    <a:pt x="46512" y="65915"/>
                  </a:lnTo>
                  <a:lnTo>
                    <a:pt x="33746" y="112215"/>
                  </a:lnTo>
                  <a:lnTo>
                    <a:pt x="0" y="594818"/>
                  </a:lnTo>
                  <a:lnTo>
                    <a:pt x="6197" y="642445"/>
                  </a:lnTo>
                  <a:lnTo>
                    <a:pt x="29372" y="682604"/>
                  </a:lnTo>
                  <a:lnTo>
                    <a:pt x="65916" y="711143"/>
                  </a:lnTo>
                  <a:lnTo>
                    <a:pt x="112217" y="723908"/>
                  </a:lnTo>
                  <a:lnTo>
                    <a:pt x="1424703" y="815686"/>
                  </a:lnTo>
                  <a:lnTo>
                    <a:pt x="1472330" y="809489"/>
                  </a:lnTo>
                  <a:lnTo>
                    <a:pt x="1512489" y="786313"/>
                  </a:lnTo>
                  <a:lnTo>
                    <a:pt x="1541028" y="749771"/>
                  </a:lnTo>
                  <a:lnTo>
                    <a:pt x="1553794" y="703470"/>
                  </a:lnTo>
                  <a:lnTo>
                    <a:pt x="1587540" y="220868"/>
                  </a:lnTo>
                  <a:lnTo>
                    <a:pt x="1581343" y="173241"/>
                  </a:lnTo>
                  <a:lnTo>
                    <a:pt x="1558167" y="133082"/>
                  </a:lnTo>
                  <a:lnTo>
                    <a:pt x="1521625" y="104543"/>
                  </a:lnTo>
                  <a:lnTo>
                    <a:pt x="1475324" y="91777"/>
                  </a:lnTo>
                  <a:lnTo>
                    <a:pt x="162836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492383" y="2991207"/>
              <a:ext cx="1588135" cy="815975"/>
            </a:xfrm>
            <a:custGeom>
              <a:avLst/>
              <a:gdLst/>
              <a:ahLst/>
              <a:cxnLst/>
              <a:rect l="l" t="t" r="r" b="b"/>
              <a:pathLst>
                <a:path w="1588135" h="815975">
                  <a:moveTo>
                    <a:pt x="33746" y="112216"/>
                  </a:moveTo>
                  <a:lnTo>
                    <a:pt x="46512" y="65915"/>
                  </a:lnTo>
                  <a:lnTo>
                    <a:pt x="75051" y="29372"/>
                  </a:lnTo>
                  <a:lnTo>
                    <a:pt x="115210" y="6197"/>
                  </a:lnTo>
                  <a:lnTo>
                    <a:pt x="162837" y="0"/>
                  </a:lnTo>
                  <a:lnTo>
                    <a:pt x="1475324" y="91778"/>
                  </a:lnTo>
                  <a:lnTo>
                    <a:pt x="1521624" y="104543"/>
                  </a:lnTo>
                  <a:lnTo>
                    <a:pt x="1558167" y="133082"/>
                  </a:lnTo>
                  <a:lnTo>
                    <a:pt x="1581343" y="173241"/>
                  </a:lnTo>
                  <a:lnTo>
                    <a:pt x="1587540" y="220868"/>
                  </a:lnTo>
                  <a:lnTo>
                    <a:pt x="1553793" y="703470"/>
                  </a:lnTo>
                  <a:lnTo>
                    <a:pt x="1541028" y="749771"/>
                  </a:lnTo>
                  <a:lnTo>
                    <a:pt x="1512489" y="786314"/>
                  </a:lnTo>
                  <a:lnTo>
                    <a:pt x="1472330" y="809489"/>
                  </a:lnTo>
                  <a:lnTo>
                    <a:pt x="1424703" y="815687"/>
                  </a:lnTo>
                  <a:lnTo>
                    <a:pt x="112216" y="723909"/>
                  </a:lnTo>
                  <a:lnTo>
                    <a:pt x="65915" y="711143"/>
                  </a:lnTo>
                  <a:lnTo>
                    <a:pt x="29372" y="682604"/>
                  </a:lnTo>
                  <a:lnTo>
                    <a:pt x="6197" y="642445"/>
                  </a:lnTo>
                  <a:lnTo>
                    <a:pt x="0" y="594818"/>
                  </a:lnTo>
                  <a:lnTo>
                    <a:pt x="33746" y="112216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 rot="180000">
            <a:off x="4624319" y="3197013"/>
            <a:ext cx="1338866" cy="190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r>
              <a:rPr sz="2250" spc="-202" baseline="5555" dirty="0">
                <a:solidFill>
                  <a:srgbClr val="FFFFFF"/>
                </a:solidFill>
                <a:latin typeface="Arial"/>
                <a:cs typeface="Arial"/>
              </a:rPr>
              <a:t>Texto</a:t>
            </a:r>
            <a:r>
              <a:rPr sz="2250" spc="-127" baseline="55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spc="-44" baseline="3703" dirty="0">
                <a:solidFill>
                  <a:srgbClr val="FFFFFF"/>
                </a:solidFill>
                <a:latin typeface="Arial"/>
                <a:cs typeface="Arial"/>
              </a:rPr>
              <a:t>plan</a:t>
            </a:r>
            <a:r>
              <a:rPr sz="2250" spc="-44" baseline="1851" dirty="0">
                <a:solidFill>
                  <a:srgbClr val="FFFFFF"/>
                </a:solidFill>
                <a:latin typeface="Arial"/>
                <a:cs typeface="Arial"/>
              </a:rPr>
              <a:t>o/Ho</a:t>
            </a:r>
            <a:r>
              <a:rPr sz="1500" spc="-30" dirty="0">
                <a:solidFill>
                  <a:srgbClr val="FFFFFF"/>
                </a:solidFill>
                <a:latin typeface="Arial"/>
                <a:cs typeface="Arial"/>
              </a:rPr>
              <a:t>ja</a:t>
            </a:r>
            <a:endParaRPr sz="15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 rot="180000">
            <a:off x="4623843" y="3412256"/>
            <a:ext cx="1309960" cy="190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r>
              <a:rPr sz="2250" spc="-142" baseline="555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250" spc="-150" baseline="55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spc="-127" baseline="5555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2250" spc="-127" baseline="3703" dirty="0">
                <a:solidFill>
                  <a:srgbClr val="FFFFFF"/>
                </a:solidFill>
                <a:latin typeface="Arial"/>
                <a:cs typeface="Arial"/>
              </a:rPr>
              <a:t>álcu</a:t>
            </a:r>
            <a:r>
              <a:rPr sz="2250" spc="-127" baseline="1851" dirty="0">
                <a:solidFill>
                  <a:srgbClr val="FFFFFF"/>
                </a:solidFill>
                <a:latin typeface="Arial"/>
                <a:cs typeface="Arial"/>
              </a:rPr>
              <a:t>lo/BBD</a:t>
            </a:r>
            <a:r>
              <a:rPr sz="1500" spc="-8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4536053" y="2197980"/>
            <a:ext cx="1613535" cy="841375"/>
            <a:chOff x="4536053" y="2197980"/>
            <a:chExt cx="1613535" cy="841375"/>
          </a:xfrm>
        </p:grpSpPr>
        <p:sp>
          <p:nvSpPr>
            <p:cNvPr id="36" name="object 36"/>
            <p:cNvSpPr/>
            <p:nvPr/>
          </p:nvSpPr>
          <p:spPr>
            <a:xfrm>
              <a:off x="4548754" y="2210681"/>
              <a:ext cx="1588135" cy="815975"/>
            </a:xfrm>
            <a:custGeom>
              <a:avLst/>
              <a:gdLst/>
              <a:ahLst/>
              <a:cxnLst/>
              <a:rect l="l" t="t" r="r" b="b"/>
              <a:pathLst>
                <a:path w="1588135" h="815975">
                  <a:moveTo>
                    <a:pt x="162836" y="0"/>
                  </a:moveTo>
                  <a:lnTo>
                    <a:pt x="115209" y="6197"/>
                  </a:lnTo>
                  <a:lnTo>
                    <a:pt x="75050" y="29372"/>
                  </a:lnTo>
                  <a:lnTo>
                    <a:pt x="46511" y="65915"/>
                  </a:lnTo>
                  <a:lnTo>
                    <a:pt x="33746" y="112215"/>
                  </a:lnTo>
                  <a:lnTo>
                    <a:pt x="0" y="594818"/>
                  </a:lnTo>
                  <a:lnTo>
                    <a:pt x="6197" y="642444"/>
                  </a:lnTo>
                  <a:lnTo>
                    <a:pt x="29372" y="682604"/>
                  </a:lnTo>
                  <a:lnTo>
                    <a:pt x="65915" y="711143"/>
                  </a:lnTo>
                  <a:lnTo>
                    <a:pt x="112215" y="723908"/>
                  </a:lnTo>
                  <a:lnTo>
                    <a:pt x="1424702" y="815686"/>
                  </a:lnTo>
                  <a:lnTo>
                    <a:pt x="1472329" y="809489"/>
                  </a:lnTo>
                  <a:lnTo>
                    <a:pt x="1512488" y="786313"/>
                  </a:lnTo>
                  <a:lnTo>
                    <a:pt x="1541027" y="749771"/>
                  </a:lnTo>
                  <a:lnTo>
                    <a:pt x="1553792" y="703470"/>
                  </a:lnTo>
                  <a:lnTo>
                    <a:pt x="1587540" y="220868"/>
                  </a:lnTo>
                  <a:lnTo>
                    <a:pt x="1581343" y="173241"/>
                  </a:lnTo>
                  <a:lnTo>
                    <a:pt x="1558167" y="133082"/>
                  </a:lnTo>
                  <a:lnTo>
                    <a:pt x="1521624" y="104543"/>
                  </a:lnTo>
                  <a:lnTo>
                    <a:pt x="1475323" y="91777"/>
                  </a:lnTo>
                  <a:lnTo>
                    <a:pt x="162836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548753" y="2210680"/>
              <a:ext cx="1588135" cy="815975"/>
            </a:xfrm>
            <a:custGeom>
              <a:avLst/>
              <a:gdLst/>
              <a:ahLst/>
              <a:cxnLst/>
              <a:rect l="l" t="t" r="r" b="b"/>
              <a:pathLst>
                <a:path w="1588135" h="815975">
                  <a:moveTo>
                    <a:pt x="33746" y="112216"/>
                  </a:moveTo>
                  <a:lnTo>
                    <a:pt x="46512" y="65915"/>
                  </a:lnTo>
                  <a:lnTo>
                    <a:pt x="75051" y="29372"/>
                  </a:lnTo>
                  <a:lnTo>
                    <a:pt x="115210" y="6197"/>
                  </a:lnTo>
                  <a:lnTo>
                    <a:pt x="162837" y="0"/>
                  </a:lnTo>
                  <a:lnTo>
                    <a:pt x="1475324" y="91778"/>
                  </a:lnTo>
                  <a:lnTo>
                    <a:pt x="1521624" y="104543"/>
                  </a:lnTo>
                  <a:lnTo>
                    <a:pt x="1558167" y="133082"/>
                  </a:lnTo>
                  <a:lnTo>
                    <a:pt x="1581343" y="173241"/>
                  </a:lnTo>
                  <a:lnTo>
                    <a:pt x="1587540" y="220868"/>
                  </a:lnTo>
                  <a:lnTo>
                    <a:pt x="1553793" y="703470"/>
                  </a:lnTo>
                  <a:lnTo>
                    <a:pt x="1541028" y="749771"/>
                  </a:lnTo>
                  <a:lnTo>
                    <a:pt x="1512489" y="786314"/>
                  </a:lnTo>
                  <a:lnTo>
                    <a:pt x="1472330" y="809489"/>
                  </a:lnTo>
                  <a:lnTo>
                    <a:pt x="1424703" y="815687"/>
                  </a:lnTo>
                  <a:lnTo>
                    <a:pt x="112216" y="723909"/>
                  </a:lnTo>
                  <a:lnTo>
                    <a:pt x="65915" y="711143"/>
                  </a:lnTo>
                  <a:lnTo>
                    <a:pt x="29372" y="682604"/>
                  </a:lnTo>
                  <a:lnTo>
                    <a:pt x="6197" y="642445"/>
                  </a:lnTo>
                  <a:lnTo>
                    <a:pt x="0" y="594818"/>
                  </a:lnTo>
                  <a:lnTo>
                    <a:pt x="33746" y="112216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 rot="180000">
            <a:off x="4775312" y="2521411"/>
            <a:ext cx="1135597" cy="190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r>
              <a:rPr sz="2250" spc="-104" baseline="5555" dirty="0">
                <a:solidFill>
                  <a:srgbClr val="FFFFFF"/>
                </a:solidFill>
                <a:latin typeface="Arial"/>
                <a:cs typeface="Arial"/>
              </a:rPr>
              <a:t>Lo</a:t>
            </a:r>
            <a:r>
              <a:rPr sz="2250" spc="-104" baseline="3703" dirty="0">
                <a:solidFill>
                  <a:srgbClr val="FFFFFF"/>
                </a:solidFill>
                <a:latin typeface="Arial"/>
                <a:cs typeface="Arial"/>
              </a:rPr>
              <a:t>cal/S</a:t>
            </a:r>
            <a:r>
              <a:rPr sz="2250" spc="-104" baseline="1851" dirty="0">
                <a:solidFill>
                  <a:srgbClr val="FFFFFF"/>
                </a:solidFill>
                <a:latin typeface="Arial"/>
                <a:cs typeface="Arial"/>
              </a:rPr>
              <a:t>ervid</a:t>
            </a:r>
            <a:r>
              <a:rPr sz="1500" spc="-70" dirty="0">
                <a:solidFill>
                  <a:srgbClr val="FFFFFF"/>
                </a:solidFill>
                <a:latin typeface="Arial"/>
                <a:cs typeface="Arial"/>
              </a:rPr>
              <a:t>or</a:t>
            </a:r>
            <a:endParaRPr sz="1500">
              <a:latin typeface="Arial"/>
              <a:cs typeface="Arial"/>
            </a:endParaRPr>
          </a:p>
        </p:txBody>
      </p:sp>
      <p:pic>
        <p:nvPicPr>
          <p:cNvPr id="39" name="Picture 38" descr="A diagram of a company&#10;&#10;Description automatically generated">
            <a:extLst>
              <a:ext uri="{FF2B5EF4-FFF2-40B4-BE49-F238E27FC236}">
                <a16:creationId xmlns:a16="http://schemas.microsoft.com/office/drawing/2014/main" id="{87738AC3-9289-A181-746A-4DD5F80E14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292" y="2049286"/>
            <a:ext cx="2286071" cy="272113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5080">
              <a:lnSpc>
                <a:spcPct val="71000"/>
              </a:lnSpc>
              <a:spcBef>
                <a:spcPts val="1490"/>
              </a:spcBef>
            </a:pPr>
            <a:r>
              <a:rPr dirty="0"/>
              <a:t>Datos</a:t>
            </a:r>
            <a:r>
              <a:rPr spc="-30" dirty="0"/>
              <a:t> </a:t>
            </a:r>
            <a:r>
              <a:rPr spc="-25" dirty="0"/>
              <a:t>vs </a:t>
            </a:r>
            <a:r>
              <a:rPr spc="-35" dirty="0"/>
              <a:t>Tecnología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0625" y="1326387"/>
            <a:ext cx="2355850" cy="74485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273050" marR="5080" indent="-260350">
              <a:lnSpc>
                <a:spcPct val="68600"/>
              </a:lnSpc>
              <a:spcBef>
                <a:spcPts val="1155"/>
              </a:spcBef>
            </a:pP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La</a:t>
            </a:r>
            <a:r>
              <a:rPr sz="2800" b="1" spc="-35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tecnología:</a:t>
            </a:r>
            <a:r>
              <a:rPr sz="2800" b="1" spc="-30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spc="-25" dirty="0">
                <a:solidFill>
                  <a:srgbClr val="FF0000"/>
                </a:solidFill>
                <a:latin typeface="Arial Narrow"/>
                <a:cs typeface="Arial Narrow"/>
              </a:rPr>
              <a:t>El </a:t>
            </a: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procesamiento</a:t>
            </a:r>
            <a:endParaRPr sz="2800">
              <a:latin typeface="Arial Narrow"/>
              <a:cs typeface="Arial Narrow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379157" y="3134611"/>
            <a:ext cx="4765040" cy="2009139"/>
            <a:chOff x="4379157" y="3134611"/>
            <a:chExt cx="4765040" cy="2009139"/>
          </a:xfrm>
        </p:grpSpPr>
        <p:sp>
          <p:nvSpPr>
            <p:cNvPr id="5" name="object 5"/>
            <p:cNvSpPr/>
            <p:nvPr/>
          </p:nvSpPr>
          <p:spPr>
            <a:xfrm>
              <a:off x="8254885" y="3943583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23315" y="4153558"/>
              <a:ext cx="650875" cy="650875"/>
            </a:xfrm>
            <a:custGeom>
              <a:avLst/>
              <a:gdLst/>
              <a:ahLst/>
              <a:cxnLst/>
              <a:rect l="l" t="t" r="r" b="b"/>
              <a:pathLst>
                <a:path w="650875" h="650875">
                  <a:moveTo>
                    <a:pt x="325219" y="0"/>
                  </a:moveTo>
                  <a:lnTo>
                    <a:pt x="0" y="650437"/>
                  </a:lnTo>
                  <a:lnTo>
                    <a:pt x="650438" y="650437"/>
                  </a:lnTo>
                  <a:lnTo>
                    <a:pt x="325219" y="0"/>
                  </a:lnTo>
                  <a:close/>
                </a:path>
              </a:pathLst>
            </a:custGeom>
            <a:solidFill>
              <a:srgbClr val="D0D8E8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023315" y="4153558"/>
              <a:ext cx="650875" cy="650875"/>
            </a:xfrm>
            <a:custGeom>
              <a:avLst/>
              <a:gdLst/>
              <a:ahLst/>
              <a:cxnLst/>
              <a:rect l="l" t="t" r="r" b="b"/>
              <a:pathLst>
                <a:path w="650875" h="650875">
                  <a:moveTo>
                    <a:pt x="0" y="650438"/>
                  </a:moveTo>
                  <a:lnTo>
                    <a:pt x="325219" y="0"/>
                  </a:lnTo>
                  <a:lnTo>
                    <a:pt x="650438" y="650438"/>
                  </a:lnTo>
                  <a:lnTo>
                    <a:pt x="0" y="650438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391858" y="3739013"/>
              <a:ext cx="3913504" cy="544830"/>
            </a:xfrm>
            <a:custGeom>
              <a:avLst/>
              <a:gdLst/>
              <a:ahLst/>
              <a:cxnLst/>
              <a:rect l="l" t="t" r="r" b="b"/>
              <a:pathLst>
                <a:path w="3913504" h="544829">
                  <a:moveTo>
                    <a:pt x="19041" y="0"/>
                  </a:moveTo>
                  <a:lnTo>
                    <a:pt x="0" y="272315"/>
                  </a:lnTo>
                  <a:lnTo>
                    <a:pt x="3894311" y="544632"/>
                  </a:lnTo>
                  <a:lnTo>
                    <a:pt x="3913353" y="272316"/>
                  </a:lnTo>
                  <a:lnTo>
                    <a:pt x="19041" y="0"/>
                  </a:lnTo>
                  <a:close/>
                </a:path>
              </a:pathLst>
            </a:custGeom>
            <a:solidFill>
              <a:srgbClr val="D0D8E8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391857" y="3739013"/>
              <a:ext cx="3913504" cy="544830"/>
            </a:xfrm>
            <a:custGeom>
              <a:avLst/>
              <a:gdLst/>
              <a:ahLst/>
              <a:cxnLst/>
              <a:rect l="l" t="t" r="r" b="b"/>
              <a:pathLst>
                <a:path w="3913504" h="544829">
                  <a:moveTo>
                    <a:pt x="19042" y="0"/>
                  </a:moveTo>
                  <a:lnTo>
                    <a:pt x="3913354" y="272316"/>
                  </a:lnTo>
                  <a:lnTo>
                    <a:pt x="3894312" y="544632"/>
                  </a:lnTo>
                  <a:lnTo>
                    <a:pt x="0" y="272316"/>
                  </a:lnTo>
                  <a:lnTo>
                    <a:pt x="19042" y="0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725553" y="3147311"/>
              <a:ext cx="1588135" cy="815975"/>
            </a:xfrm>
            <a:custGeom>
              <a:avLst/>
              <a:gdLst/>
              <a:ahLst/>
              <a:cxnLst/>
              <a:rect l="l" t="t" r="r" b="b"/>
              <a:pathLst>
                <a:path w="1588134" h="815975">
                  <a:moveTo>
                    <a:pt x="162838" y="0"/>
                  </a:moveTo>
                  <a:lnTo>
                    <a:pt x="115211" y="6197"/>
                  </a:lnTo>
                  <a:lnTo>
                    <a:pt x="75051" y="29372"/>
                  </a:lnTo>
                  <a:lnTo>
                    <a:pt x="46513" y="65916"/>
                  </a:lnTo>
                  <a:lnTo>
                    <a:pt x="33747" y="112217"/>
                  </a:lnTo>
                  <a:lnTo>
                    <a:pt x="0" y="594818"/>
                  </a:lnTo>
                  <a:lnTo>
                    <a:pt x="6197" y="642445"/>
                  </a:lnTo>
                  <a:lnTo>
                    <a:pt x="29372" y="682605"/>
                  </a:lnTo>
                  <a:lnTo>
                    <a:pt x="65916" y="711143"/>
                  </a:lnTo>
                  <a:lnTo>
                    <a:pt x="112217" y="723908"/>
                  </a:lnTo>
                  <a:lnTo>
                    <a:pt x="1424703" y="815687"/>
                  </a:lnTo>
                  <a:lnTo>
                    <a:pt x="1472330" y="809489"/>
                  </a:lnTo>
                  <a:lnTo>
                    <a:pt x="1512489" y="786314"/>
                  </a:lnTo>
                  <a:lnTo>
                    <a:pt x="1541028" y="749771"/>
                  </a:lnTo>
                  <a:lnTo>
                    <a:pt x="1553794" y="703470"/>
                  </a:lnTo>
                  <a:lnTo>
                    <a:pt x="1587540" y="220868"/>
                  </a:lnTo>
                  <a:lnTo>
                    <a:pt x="1581343" y="173241"/>
                  </a:lnTo>
                  <a:lnTo>
                    <a:pt x="1558167" y="133082"/>
                  </a:lnTo>
                  <a:lnTo>
                    <a:pt x="1521625" y="104543"/>
                  </a:lnTo>
                  <a:lnTo>
                    <a:pt x="1475324" y="91777"/>
                  </a:lnTo>
                  <a:lnTo>
                    <a:pt x="162838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725553" y="3147311"/>
              <a:ext cx="1588135" cy="815975"/>
            </a:xfrm>
            <a:custGeom>
              <a:avLst/>
              <a:gdLst/>
              <a:ahLst/>
              <a:cxnLst/>
              <a:rect l="l" t="t" r="r" b="b"/>
              <a:pathLst>
                <a:path w="1588134" h="815975">
                  <a:moveTo>
                    <a:pt x="33746" y="112216"/>
                  </a:moveTo>
                  <a:lnTo>
                    <a:pt x="46512" y="65915"/>
                  </a:lnTo>
                  <a:lnTo>
                    <a:pt x="75051" y="29372"/>
                  </a:lnTo>
                  <a:lnTo>
                    <a:pt x="115210" y="6197"/>
                  </a:lnTo>
                  <a:lnTo>
                    <a:pt x="162837" y="0"/>
                  </a:lnTo>
                  <a:lnTo>
                    <a:pt x="1475324" y="91778"/>
                  </a:lnTo>
                  <a:lnTo>
                    <a:pt x="1521624" y="104543"/>
                  </a:lnTo>
                  <a:lnTo>
                    <a:pt x="1558167" y="133082"/>
                  </a:lnTo>
                  <a:lnTo>
                    <a:pt x="1581343" y="173241"/>
                  </a:lnTo>
                  <a:lnTo>
                    <a:pt x="1587540" y="220868"/>
                  </a:lnTo>
                  <a:lnTo>
                    <a:pt x="1553793" y="703470"/>
                  </a:lnTo>
                  <a:lnTo>
                    <a:pt x="1541028" y="749771"/>
                  </a:lnTo>
                  <a:lnTo>
                    <a:pt x="1512489" y="786314"/>
                  </a:lnTo>
                  <a:lnTo>
                    <a:pt x="1472330" y="809489"/>
                  </a:lnTo>
                  <a:lnTo>
                    <a:pt x="1424703" y="815687"/>
                  </a:lnTo>
                  <a:lnTo>
                    <a:pt x="112216" y="723909"/>
                  </a:lnTo>
                  <a:lnTo>
                    <a:pt x="65915" y="711143"/>
                  </a:lnTo>
                  <a:lnTo>
                    <a:pt x="29372" y="682604"/>
                  </a:lnTo>
                  <a:lnTo>
                    <a:pt x="6197" y="642445"/>
                  </a:lnTo>
                  <a:lnTo>
                    <a:pt x="0" y="594818"/>
                  </a:lnTo>
                  <a:lnTo>
                    <a:pt x="33746" y="112216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4427882" y="455042"/>
            <a:ext cx="1586865" cy="892810"/>
            <a:chOff x="4427882" y="455042"/>
            <a:chExt cx="1586865" cy="892810"/>
          </a:xfrm>
        </p:grpSpPr>
        <p:sp>
          <p:nvSpPr>
            <p:cNvPr id="13" name="object 13"/>
            <p:cNvSpPr/>
            <p:nvPr/>
          </p:nvSpPr>
          <p:spPr>
            <a:xfrm>
              <a:off x="4440582" y="467742"/>
              <a:ext cx="1561465" cy="867410"/>
            </a:xfrm>
            <a:custGeom>
              <a:avLst/>
              <a:gdLst/>
              <a:ahLst/>
              <a:cxnLst/>
              <a:rect l="l" t="t" r="r" b="b"/>
              <a:pathLst>
                <a:path w="1561464" h="867410">
                  <a:moveTo>
                    <a:pt x="1474326" y="0"/>
                  </a:moveTo>
                  <a:lnTo>
                    <a:pt x="86724" y="0"/>
                  </a:lnTo>
                  <a:lnTo>
                    <a:pt x="52967" y="6815"/>
                  </a:lnTo>
                  <a:lnTo>
                    <a:pt x="25400" y="25400"/>
                  </a:lnTo>
                  <a:lnTo>
                    <a:pt x="6815" y="52967"/>
                  </a:lnTo>
                  <a:lnTo>
                    <a:pt x="0" y="86724"/>
                  </a:lnTo>
                  <a:lnTo>
                    <a:pt x="0" y="780525"/>
                  </a:lnTo>
                  <a:lnTo>
                    <a:pt x="6815" y="814282"/>
                  </a:lnTo>
                  <a:lnTo>
                    <a:pt x="25400" y="841849"/>
                  </a:lnTo>
                  <a:lnTo>
                    <a:pt x="52967" y="860435"/>
                  </a:lnTo>
                  <a:lnTo>
                    <a:pt x="86724" y="867251"/>
                  </a:lnTo>
                  <a:lnTo>
                    <a:pt x="1474326" y="867251"/>
                  </a:lnTo>
                  <a:lnTo>
                    <a:pt x="1508083" y="860435"/>
                  </a:lnTo>
                  <a:lnTo>
                    <a:pt x="1535650" y="841849"/>
                  </a:lnTo>
                  <a:lnTo>
                    <a:pt x="1554236" y="814282"/>
                  </a:lnTo>
                  <a:lnTo>
                    <a:pt x="1561052" y="780525"/>
                  </a:lnTo>
                  <a:lnTo>
                    <a:pt x="1561052" y="86724"/>
                  </a:lnTo>
                  <a:lnTo>
                    <a:pt x="1554236" y="52967"/>
                  </a:lnTo>
                  <a:lnTo>
                    <a:pt x="1535650" y="25400"/>
                  </a:lnTo>
                  <a:lnTo>
                    <a:pt x="1508083" y="6815"/>
                  </a:lnTo>
                  <a:lnTo>
                    <a:pt x="1474326" y="0"/>
                  </a:lnTo>
                  <a:close/>
                </a:path>
              </a:pathLst>
            </a:custGeom>
            <a:solidFill>
              <a:srgbClr val="D7E4BD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440582" y="467742"/>
              <a:ext cx="1561465" cy="867410"/>
            </a:xfrm>
            <a:custGeom>
              <a:avLst/>
              <a:gdLst/>
              <a:ahLst/>
              <a:cxnLst/>
              <a:rect l="l" t="t" r="r" b="b"/>
              <a:pathLst>
                <a:path w="1561464" h="867410">
                  <a:moveTo>
                    <a:pt x="0" y="86725"/>
                  </a:moveTo>
                  <a:lnTo>
                    <a:pt x="6815" y="52967"/>
                  </a:lnTo>
                  <a:lnTo>
                    <a:pt x="25401" y="25401"/>
                  </a:lnTo>
                  <a:lnTo>
                    <a:pt x="52967" y="6815"/>
                  </a:lnTo>
                  <a:lnTo>
                    <a:pt x="86725" y="0"/>
                  </a:lnTo>
                  <a:lnTo>
                    <a:pt x="1474327" y="0"/>
                  </a:lnTo>
                  <a:lnTo>
                    <a:pt x="1508084" y="6815"/>
                  </a:lnTo>
                  <a:lnTo>
                    <a:pt x="1535650" y="25401"/>
                  </a:lnTo>
                  <a:lnTo>
                    <a:pt x="1554236" y="52967"/>
                  </a:lnTo>
                  <a:lnTo>
                    <a:pt x="1561052" y="86725"/>
                  </a:lnTo>
                  <a:lnTo>
                    <a:pt x="1561052" y="780525"/>
                  </a:lnTo>
                  <a:lnTo>
                    <a:pt x="1554236" y="814283"/>
                  </a:lnTo>
                  <a:lnTo>
                    <a:pt x="1535650" y="841849"/>
                  </a:lnTo>
                  <a:lnTo>
                    <a:pt x="1508084" y="860435"/>
                  </a:lnTo>
                  <a:lnTo>
                    <a:pt x="1474327" y="867251"/>
                  </a:lnTo>
                  <a:lnTo>
                    <a:pt x="86725" y="867251"/>
                  </a:lnTo>
                  <a:lnTo>
                    <a:pt x="52967" y="860435"/>
                  </a:lnTo>
                  <a:lnTo>
                    <a:pt x="25401" y="841849"/>
                  </a:lnTo>
                  <a:lnTo>
                    <a:pt x="6815" y="814283"/>
                  </a:lnTo>
                  <a:lnTo>
                    <a:pt x="0" y="780525"/>
                  </a:lnTo>
                  <a:lnTo>
                    <a:pt x="0" y="86725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666213" y="553719"/>
            <a:ext cx="1109345" cy="589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700" spc="-185" dirty="0">
                <a:latin typeface="Arial"/>
                <a:cs typeface="Arial"/>
              </a:rPr>
              <a:t>Antes</a:t>
            </a:r>
            <a:endParaRPr sz="37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682736" y="455042"/>
            <a:ext cx="1586865" cy="892810"/>
            <a:chOff x="6682736" y="455042"/>
            <a:chExt cx="1586865" cy="892810"/>
          </a:xfrm>
        </p:grpSpPr>
        <p:sp>
          <p:nvSpPr>
            <p:cNvPr id="17" name="object 17"/>
            <p:cNvSpPr/>
            <p:nvPr/>
          </p:nvSpPr>
          <p:spPr>
            <a:xfrm>
              <a:off x="6695436" y="467742"/>
              <a:ext cx="1561465" cy="867410"/>
            </a:xfrm>
            <a:custGeom>
              <a:avLst/>
              <a:gdLst/>
              <a:ahLst/>
              <a:cxnLst/>
              <a:rect l="l" t="t" r="r" b="b"/>
              <a:pathLst>
                <a:path w="1561465" h="867410">
                  <a:moveTo>
                    <a:pt x="1474326" y="0"/>
                  </a:moveTo>
                  <a:lnTo>
                    <a:pt x="86724" y="0"/>
                  </a:lnTo>
                  <a:lnTo>
                    <a:pt x="52967" y="6815"/>
                  </a:lnTo>
                  <a:lnTo>
                    <a:pt x="25400" y="25400"/>
                  </a:lnTo>
                  <a:lnTo>
                    <a:pt x="6815" y="52967"/>
                  </a:lnTo>
                  <a:lnTo>
                    <a:pt x="0" y="86724"/>
                  </a:lnTo>
                  <a:lnTo>
                    <a:pt x="0" y="780525"/>
                  </a:lnTo>
                  <a:lnTo>
                    <a:pt x="6815" y="814282"/>
                  </a:lnTo>
                  <a:lnTo>
                    <a:pt x="25400" y="841849"/>
                  </a:lnTo>
                  <a:lnTo>
                    <a:pt x="52967" y="860435"/>
                  </a:lnTo>
                  <a:lnTo>
                    <a:pt x="86724" y="867251"/>
                  </a:lnTo>
                  <a:lnTo>
                    <a:pt x="1474326" y="867251"/>
                  </a:lnTo>
                  <a:lnTo>
                    <a:pt x="1508083" y="860435"/>
                  </a:lnTo>
                  <a:lnTo>
                    <a:pt x="1535650" y="841849"/>
                  </a:lnTo>
                  <a:lnTo>
                    <a:pt x="1554235" y="814282"/>
                  </a:lnTo>
                  <a:lnTo>
                    <a:pt x="1561050" y="780525"/>
                  </a:lnTo>
                  <a:lnTo>
                    <a:pt x="1561050" y="86724"/>
                  </a:lnTo>
                  <a:lnTo>
                    <a:pt x="1554235" y="52967"/>
                  </a:lnTo>
                  <a:lnTo>
                    <a:pt x="1535650" y="25400"/>
                  </a:lnTo>
                  <a:lnTo>
                    <a:pt x="1508083" y="6815"/>
                  </a:lnTo>
                  <a:lnTo>
                    <a:pt x="1474326" y="0"/>
                  </a:lnTo>
                  <a:close/>
                </a:path>
              </a:pathLst>
            </a:custGeom>
            <a:solidFill>
              <a:srgbClr val="D7E4BD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695436" y="467742"/>
              <a:ext cx="1561465" cy="867410"/>
            </a:xfrm>
            <a:custGeom>
              <a:avLst/>
              <a:gdLst/>
              <a:ahLst/>
              <a:cxnLst/>
              <a:rect l="l" t="t" r="r" b="b"/>
              <a:pathLst>
                <a:path w="1561465" h="867410">
                  <a:moveTo>
                    <a:pt x="0" y="86725"/>
                  </a:moveTo>
                  <a:lnTo>
                    <a:pt x="6815" y="52967"/>
                  </a:lnTo>
                  <a:lnTo>
                    <a:pt x="25401" y="25401"/>
                  </a:lnTo>
                  <a:lnTo>
                    <a:pt x="52967" y="6815"/>
                  </a:lnTo>
                  <a:lnTo>
                    <a:pt x="86725" y="0"/>
                  </a:lnTo>
                  <a:lnTo>
                    <a:pt x="1474327" y="0"/>
                  </a:lnTo>
                  <a:lnTo>
                    <a:pt x="1508084" y="6815"/>
                  </a:lnTo>
                  <a:lnTo>
                    <a:pt x="1535650" y="25401"/>
                  </a:lnTo>
                  <a:lnTo>
                    <a:pt x="1554236" y="52967"/>
                  </a:lnTo>
                  <a:lnTo>
                    <a:pt x="1561052" y="86725"/>
                  </a:lnTo>
                  <a:lnTo>
                    <a:pt x="1561052" y="780525"/>
                  </a:lnTo>
                  <a:lnTo>
                    <a:pt x="1554236" y="814283"/>
                  </a:lnTo>
                  <a:lnTo>
                    <a:pt x="1535650" y="841849"/>
                  </a:lnTo>
                  <a:lnTo>
                    <a:pt x="1508084" y="860435"/>
                  </a:lnTo>
                  <a:lnTo>
                    <a:pt x="1474327" y="867251"/>
                  </a:lnTo>
                  <a:lnTo>
                    <a:pt x="86725" y="867251"/>
                  </a:lnTo>
                  <a:lnTo>
                    <a:pt x="52967" y="860435"/>
                  </a:lnTo>
                  <a:lnTo>
                    <a:pt x="25401" y="841849"/>
                  </a:lnTo>
                  <a:lnTo>
                    <a:pt x="6815" y="814283"/>
                  </a:lnTo>
                  <a:lnTo>
                    <a:pt x="0" y="780525"/>
                  </a:lnTo>
                  <a:lnTo>
                    <a:pt x="0" y="86725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7087881" y="553719"/>
            <a:ext cx="776605" cy="589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700" spc="-215" dirty="0">
                <a:latin typeface="Arial"/>
                <a:cs typeface="Arial"/>
              </a:rPr>
              <a:t>Hoy</a:t>
            </a:r>
            <a:endParaRPr sz="37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 rot="180000">
            <a:off x="6854855" y="3333090"/>
            <a:ext cx="1345850" cy="21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00"/>
              </a:lnSpc>
            </a:pPr>
            <a:r>
              <a:rPr sz="2550" spc="-60" baseline="6535" dirty="0">
                <a:solidFill>
                  <a:srgbClr val="FFFFFF"/>
                </a:solidFill>
                <a:latin typeface="Arial"/>
                <a:cs typeface="Arial"/>
              </a:rPr>
              <a:t>Pa</a:t>
            </a:r>
            <a:r>
              <a:rPr sz="2550" spc="-60" baseline="4901" dirty="0">
                <a:solidFill>
                  <a:srgbClr val="FFFFFF"/>
                </a:solidFill>
                <a:latin typeface="Arial"/>
                <a:cs typeface="Arial"/>
              </a:rPr>
              <a:t>ral</a:t>
            </a:r>
            <a:r>
              <a:rPr sz="2550" spc="-60" baseline="3267" dirty="0">
                <a:solidFill>
                  <a:srgbClr val="FFFFFF"/>
                </a:solidFill>
                <a:latin typeface="Arial"/>
                <a:cs typeface="Arial"/>
              </a:rPr>
              <a:t>elo/</a:t>
            </a:r>
            <a:r>
              <a:rPr sz="2550" spc="-60" baseline="1633" dirty="0">
                <a:solidFill>
                  <a:srgbClr val="FFFFFF"/>
                </a:solidFill>
                <a:latin typeface="Arial"/>
                <a:cs typeface="Arial"/>
              </a:rPr>
              <a:t>Mul</a:t>
            </a:r>
            <a:r>
              <a:rPr sz="1700" spc="-40" dirty="0">
                <a:solidFill>
                  <a:srgbClr val="FFFFFF"/>
                </a:solidFill>
                <a:latin typeface="Arial"/>
                <a:cs typeface="Arial"/>
              </a:rPr>
              <a:t>ti-</a:t>
            </a:r>
            <a:endParaRPr sz="17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 rot="180000">
            <a:off x="7289174" y="3570014"/>
            <a:ext cx="444010" cy="21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75"/>
              </a:lnSpc>
            </a:pPr>
            <a:r>
              <a:rPr sz="2550" spc="-127" baseline="1633" dirty="0">
                <a:solidFill>
                  <a:srgbClr val="FFFFFF"/>
                </a:solidFill>
                <a:latin typeface="Arial"/>
                <a:cs typeface="Arial"/>
              </a:rPr>
              <a:t>co</a:t>
            </a:r>
            <a:r>
              <a:rPr sz="1700" spc="-85" dirty="0">
                <a:solidFill>
                  <a:srgbClr val="FFFFFF"/>
                </a:solidFill>
                <a:latin typeface="Arial"/>
                <a:cs typeface="Arial"/>
              </a:rPr>
              <a:t>re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769226" y="2354086"/>
            <a:ext cx="1613535" cy="841375"/>
            <a:chOff x="6769226" y="2354086"/>
            <a:chExt cx="1613535" cy="841375"/>
          </a:xfrm>
        </p:grpSpPr>
        <p:sp>
          <p:nvSpPr>
            <p:cNvPr id="23" name="object 23"/>
            <p:cNvSpPr/>
            <p:nvPr/>
          </p:nvSpPr>
          <p:spPr>
            <a:xfrm>
              <a:off x="6781925" y="2366786"/>
              <a:ext cx="1588135" cy="815975"/>
            </a:xfrm>
            <a:custGeom>
              <a:avLst/>
              <a:gdLst/>
              <a:ahLst/>
              <a:cxnLst/>
              <a:rect l="l" t="t" r="r" b="b"/>
              <a:pathLst>
                <a:path w="1588134" h="815975">
                  <a:moveTo>
                    <a:pt x="162836" y="0"/>
                  </a:moveTo>
                  <a:lnTo>
                    <a:pt x="115210" y="6197"/>
                  </a:lnTo>
                  <a:lnTo>
                    <a:pt x="75051" y="29372"/>
                  </a:lnTo>
                  <a:lnTo>
                    <a:pt x="46512" y="65915"/>
                  </a:lnTo>
                  <a:lnTo>
                    <a:pt x="33746" y="112215"/>
                  </a:lnTo>
                  <a:lnTo>
                    <a:pt x="0" y="594818"/>
                  </a:lnTo>
                  <a:lnTo>
                    <a:pt x="6197" y="642445"/>
                  </a:lnTo>
                  <a:lnTo>
                    <a:pt x="29372" y="682604"/>
                  </a:lnTo>
                  <a:lnTo>
                    <a:pt x="65916" y="711143"/>
                  </a:lnTo>
                  <a:lnTo>
                    <a:pt x="112217" y="723908"/>
                  </a:lnTo>
                  <a:lnTo>
                    <a:pt x="1424703" y="815686"/>
                  </a:lnTo>
                  <a:lnTo>
                    <a:pt x="1472330" y="809489"/>
                  </a:lnTo>
                  <a:lnTo>
                    <a:pt x="1512489" y="786313"/>
                  </a:lnTo>
                  <a:lnTo>
                    <a:pt x="1541028" y="749771"/>
                  </a:lnTo>
                  <a:lnTo>
                    <a:pt x="1553794" y="703470"/>
                  </a:lnTo>
                  <a:lnTo>
                    <a:pt x="1587540" y="220868"/>
                  </a:lnTo>
                  <a:lnTo>
                    <a:pt x="1581343" y="173241"/>
                  </a:lnTo>
                  <a:lnTo>
                    <a:pt x="1558167" y="133082"/>
                  </a:lnTo>
                  <a:lnTo>
                    <a:pt x="1521624" y="104543"/>
                  </a:lnTo>
                  <a:lnTo>
                    <a:pt x="1475323" y="91777"/>
                  </a:lnTo>
                  <a:lnTo>
                    <a:pt x="162836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781926" y="2366786"/>
              <a:ext cx="1588135" cy="815975"/>
            </a:xfrm>
            <a:custGeom>
              <a:avLst/>
              <a:gdLst/>
              <a:ahLst/>
              <a:cxnLst/>
              <a:rect l="l" t="t" r="r" b="b"/>
              <a:pathLst>
                <a:path w="1588134" h="815975">
                  <a:moveTo>
                    <a:pt x="33746" y="112216"/>
                  </a:moveTo>
                  <a:lnTo>
                    <a:pt x="46512" y="65915"/>
                  </a:lnTo>
                  <a:lnTo>
                    <a:pt x="75051" y="29372"/>
                  </a:lnTo>
                  <a:lnTo>
                    <a:pt x="115210" y="6197"/>
                  </a:lnTo>
                  <a:lnTo>
                    <a:pt x="162837" y="0"/>
                  </a:lnTo>
                  <a:lnTo>
                    <a:pt x="1475324" y="91778"/>
                  </a:lnTo>
                  <a:lnTo>
                    <a:pt x="1521624" y="104543"/>
                  </a:lnTo>
                  <a:lnTo>
                    <a:pt x="1558167" y="133082"/>
                  </a:lnTo>
                  <a:lnTo>
                    <a:pt x="1581343" y="173241"/>
                  </a:lnTo>
                  <a:lnTo>
                    <a:pt x="1587540" y="220868"/>
                  </a:lnTo>
                  <a:lnTo>
                    <a:pt x="1553793" y="703470"/>
                  </a:lnTo>
                  <a:lnTo>
                    <a:pt x="1541028" y="749771"/>
                  </a:lnTo>
                  <a:lnTo>
                    <a:pt x="1512489" y="786314"/>
                  </a:lnTo>
                  <a:lnTo>
                    <a:pt x="1472330" y="809489"/>
                  </a:lnTo>
                  <a:lnTo>
                    <a:pt x="1424703" y="815687"/>
                  </a:lnTo>
                  <a:lnTo>
                    <a:pt x="112216" y="723909"/>
                  </a:lnTo>
                  <a:lnTo>
                    <a:pt x="65915" y="711143"/>
                  </a:lnTo>
                  <a:lnTo>
                    <a:pt x="29372" y="682604"/>
                  </a:lnTo>
                  <a:lnTo>
                    <a:pt x="6197" y="642445"/>
                  </a:lnTo>
                  <a:lnTo>
                    <a:pt x="0" y="594818"/>
                  </a:lnTo>
                  <a:lnTo>
                    <a:pt x="33746" y="112216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 rot="180000">
            <a:off x="7215423" y="2666557"/>
            <a:ext cx="722010" cy="21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50"/>
              </a:lnSpc>
            </a:pPr>
            <a:r>
              <a:rPr sz="2550" spc="-209" baseline="1633" dirty="0">
                <a:solidFill>
                  <a:srgbClr val="FFFFFF"/>
                </a:solidFill>
                <a:latin typeface="Arial"/>
                <a:cs typeface="Arial"/>
              </a:rPr>
              <a:t>On</a:t>
            </a:r>
            <a:r>
              <a:rPr sz="1700" spc="-140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1700" spc="-80" dirty="0">
                <a:solidFill>
                  <a:srgbClr val="FFFFFF"/>
                </a:solidFill>
                <a:latin typeface="Arial"/>
                <a:cs typeface="Arial"/>
              </a:rPr>
              <a:t>Line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825596" y="1590905"/>
            <a:ext cx="1613535" cy="841375"/>
            <a:chOff x="6825596" y="1590905"/>
            <a:chExt cx="1613535" cy="841375"/>
          </a:xfrm>
        </p:grpSpPr>
        <p:sp>
          <p:nvSpPr>
            <p:cNvPr id="27" name="object 27"/>
            <p:cNvSpPr/>
            <p:nvPr/>
          </p:nvSpPr>
          <p:spPr>
            <a:xfrm>
              <a:off x="6838295" y="1603604"/>
              <a:ext cx="1588135" cy="815975"/>
            </a:xfrm>
            <a:custGeom>
              <a:avLst/>
              <a:gdLst/>
              <a:ahLst/>
              <a:cxnLst/>
              <a:rect l="l" t="t" r="r" b="b"/>
              <a:pathLst>
                <a:path w="1588134" h="815975">
                  <a:moveTo>
                    <a:pt x="162838" y="0"/>
                  </a:moveTo>
                  <a:lnTo>
                    <a:pt x="115211" y="6197"/>
                  </a:lnTo>
                  <a:lnTo>
                    <a:pt x="75051" y="29372"/>
                  </a:lnTo>
                  <a:lnTo>
                    <a:pt x="46513" y="65915"/>
                  </a:lnTo>
                  <a:lnTo>
                    <a:pt x="33747" y="112215"/>
                  </a:lnTo>
                  <a:lnTo>
                    <a:pt x="0" y="594818"/>
                  </a:lnTo>
                  <a:lnTo>
                    <a:pt x="6198" y="642445"/>
                  </a:lnTo>
                  <a:lnTo>
                    <a:pt x="29373" y="682604"/>
                  </a:lnTo>
                  <a:lnTo>
                    <a:pt x="65916" y="711143"/>
                  </a:lnTo>
                  <a:lnTo>
                    <a:pt x="112217" y="723908"/>
                  </a:lnTo>
                  <a:lnTo>
                    <a:pt x="1424703" y="815686"/>
                  </a:lnTo>
                  <a:lnTo>
                    <a:pt x="1472330" y="809489"/>
                  </a:lnTo>
                  <a:lnTo>
                    <a:pt x="1512489" y="786313"/>
                  </a:lnTo>
                  <a:lnTo>
                    <a:pt x="1541028" y="749771"/>
                  </a:lnTo>
                  <a:lnTo>
                    <a:pt x="1553794" y="703470"/>
                  </a:lnTo>
                  <a:lnTo>
                    <a:pt x="1587540" y="220868"/>
                  </a:lnTo>
                  <a:lnTo>
                    <a:pt x="1581343" y="173241"/>
                  </a:lnTo>
                  <a:lnTo>
                    <a:pt x="1558168" y="133082"/>
                  </a:lnTo>
                  <a:lnTo>
                    <a:pt x="1521625" y="104543"/>
                  </a:lnTo>
                  <a:lnTo>
                    <a:pt x="1475324" y="91777"/>
                  </a:lnTo>
                  <a:lnTo>
                    <a:pt x="162838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838296" y="1603605"/>
              <a:ext cx="1588135" cy="815975"/>
            </a:xfrm>
            <a:custGeom>
              <a:avLst/>
              <a:gdLst/>
              <a:ahLst/>
              <a:cxnLst/>
              <a:rect l="l" t="t" r="r" b="b"/>
              <a:pathLst>
                <a:path w="1588134" h="815975">
                  <a:moveTo>
                    <a:pt x="33746" y="112216"/>
                  </a:moveTo>
                  <a:lnTo>
                    <a:pt x="46512" y="65915"/>
                  </a:lnTo>
                  <a:lnTo>
                    <a:pt x="75051" y="29372"/>
                  </a:lnTo>
                  <a:lnTo>
                    <a:pt x="115210" y="6197"/>
                  </a:lnTo>
                  <a:lnTo>
                    <a:pt x="162837" y="0"/>
                  </a:lnTo>
                  <a:lnTo>
                    <a:pt x="1475324" y="91778"/>
                  </a:lnTo>
                  <a:lnTo>
                    <a:pt x="1521624" y="104543"/>
                  </a:lnTo>
                  <a:lnTo>
                    <a:pt x="1558167" y="133082"/>
                  </a:lnTo>
                  <a:lnTo>
                    <a:pt x="1581343" y="173241"/>
                  </a:lnTo>
                  <a:lnTo>
                    <a:pt x="1587540" y="220868"/>
                  </a:lnTo>
                  <a:lnTo>
                    <a:pt x="1553793" y="703470"/>
                  </a:lnTo>
                  <a:lnTo>
                    <a:pt x="1541028" y="749771"/>
                  </a:lnTo>
                  <a:lnTo>
                    <a:pt x="1512489" y="786314"/>
                  </a:lnTo>
                  <a:lnTo>
                    <a:pt x="1472330" y="809489"/>
                  </a:lnTo>
                  <a:lnTo>
                    <a:pt x="1424703" y="815687"/>
                  </a:lnTo>
                  <a:lnTo>
                    <a:pt x="112216" y="723909"/>
                  </a:lnTo>
                  <a:lnTo>
                    <a:pt x="65915" y="711143"/>
                  </a:lnTo>
                  <a:lnTo>
                    <a:pt x="29372" y="682604"/>
                  </a:lnTo>
                  <a:lnTo>
                    <a:pt x="6197" y="642445"/>
                  </a:lnTo>
                  <a:lnTo>
                    <a:pt x="0" y="594818"/>
                  </a:lnTo>
                  <a:lnTo>
                    <a:pt x="33746" y="112216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 rot="180000">
            <a:off x="7204672" y="1786564"/>
            <a:ext cx="871709" cy="21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95"/>
              </a:lnSpc>
            </a:pPr>
            <a:r>
              <a:rPr sz="2550" spc="-127" baseline="3267" dirty="0">
                <a:solidFill>
                  <a:srgbClr val="FFFFFF"/>
                </a:solidFill>
                <a:latin typeface="Arial"/>
                <a:cs typeface="Arial"/>
              </a:rPr>
              <a:t>An</a:t>
            </a:r>
            <a:r>
              <a:rPr sz="2550" spc="-127" baseline="1633" dirty="0">
                <a:solidFill>
                  <a:srgbClr val="FFFFFF"/>
                </a:solidFill>
                <a:latin typeface="Arial"/>
                <a:cs typeface="Arial"/>
              </a:rPr>
              <a:t>alític</a:t>
            </a:r>
            <a:r>
              <a:rPr sz="1700" spc="-85" dirty="0">
                <a:solidFill>
                  <a:srgbClr val="FFFFFF"/>
                </a:solidFill>
                <a:latin typeface="Arial"/>
                <a:cs typeface="Arial"/>
              </a:rPr>
              <a:t>as</a:t>
            </a:r>
            <a:endParaRPr sz="17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 rot="180000">
            <a:off x="7104763" y="2027954"/>
            <a:ext cx="1038064" cy="21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00"/>
              </a:lnSpc>
            </a:pPr>
            <a:r>
              <a:rPr sz="2550" spc="-97" baseline="4901" dirty="0">
                <a:solidFill>
                  <a:srgbClr val="FFFFFF"/>
                </a:solidFill>
                <a:latin typeface="Arial"/>
                <a:cs typeface="Arial"/>
              </a:rPr>
              <a:t>ti</a:t>
            </a:r>
            <a:r>
              <a:rPr sz="2550" spc="-97" baseline="3267" dirty="0">
                <a:solidFill>
                  <a:srgbClr val="FFFFFF"/>
                </a:solidFill>
                <a:latin typeface="Arial"/>
                <a:cs typeface="Arial"/>
              </a:rPr>
              <a:t>emp</a:t>
            </a:r>
            <a:r>
              <a:rPr sz="2550" spc="-97" baseline="1633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550" spc="-112" baseline="163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50" spc="-30" baseline="1633" dirty="0">
                <a:solidFill>
                  <a:srgbClr val="FFFFFF"/>
                </a:solidFill>
                <a:latin typeface="Arial"/>
                <a:cs typeface="Arial"/>
              </a:rPr>
              <a:t>re</a:t>
            </a:r>
            <a:r>
              <a:rPr sz="1700" spc="-20" dirty="0">
                <a:solidFill>
                  <a:srgbClr val="FFFFFF"/>
                </a:solidFill>
                <a:latin typeface="Arial"/>
                <a:cs typeface="Arial"/>
              </a:rPr>
              <a:t>al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4479683" y="2978507"/>
            <a:ext cx="1613535" cy="841375"/>
            <a:chOff x="4479683" y="2978507"/>
            <a:chExt cx="1613535" cy="841375"/>
          </a:xfrm>
        </p:grpSpPr>
        <p:sp>
          <p:nvSpPr>
            <p:cNvPr id="32" name="object 32"/>
            <p:cNvSpPr/>
            <p:nvPr/>
          </p:nvSpPr>
          <p:spPr>
            <a:xfrm>
              <a:off x="4492382" y="2991206"/>
              <a:ext cx="1588135" cy="815975"/>
            </a:xfrm>
            <a:custGeom>
              <a:avLst/>
              <a:gdLst/>
              <a:ahLst/>
              <a:cxnLst/>
              <a:rect l="l" t="t" r="r" b="b"/>
              <a:pathLst>
                <a:path w="1588135" h="815975">
                  <a:moveTo>
                    <a:pt x="162836" y="0"/>
                  </a:moveTo>
                  <a:lnTo>
                    <a:pt x="115210" y="6197"/>
                  </a:lnTo>
                  <a:lnTo>
                    <a:pt x="75051" y="29372"/>
                  </a:lnTo>
                  <a:lnTo>
                    <a:pt x="46512" y="65915"/>
                  </a:lnTo>
                  <a:lnTo>
                    <a:pt x="33746" y="112215"/>
                  </a:lnTo>
                  <a:lnTo>
                    <a:pt x="0" y="594818"/>
                  </a:lnTo>
                  <a:lnTo>
                    <a:pt x="6197" y="642445"/>
                  </a:lnTo>
                  <a:lnTo>
                    <a:pt x="29372" y="682604"/>
                  </a:lnTo>
                  <a:lnTo>
                    <a:pt x="65916" y="711143"/>
                  </a:lnTo>
                  <a:lnTo>
                    <a:pt x="112217" y="723908"/>
                  </a:lnTo>
                  <a:lnTo>
                    <a:pt x="1424703" y="815686"/>
                  </a:lnTo>
                  <a:lnTo>
                    <a:pt x="1472330" y="809489"/>
                  </a:lnTo>
                  <a:lnTo>
                    <a:pt x="1512489" y="786313"/>
                  </a:lnTo>
                  <a:lnTo>
                    <a:pt x="1541028" y="749771"/>
                  </a:lnTo>
                  <a:lnTo>
                    <a:pt x="1553794" y="703470"/>
                  </a:lnTo>
                  <a:lnTo>
                    <a:pt x="1587540" y="220868"/>
                  </a:lnTo>
                  <a:lnTo>
                    <a:pt x="1581343" y="173241"/>
                  </a:lnTo>
                  <a:lnTo>
                    <a:pt x="1558167" y="133082"/>
                  </a:lnTo>
                  <a:lnTo>
                    <a:pt x="1521625" y="104543"/>
                  </a:lnTo>
                  <a:lnTo>
                    <a:pt x="1475324" y="91777"/>
                  </a:lnTo>
                  <a:lnTo>
                    <a:pt x="162836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492383" y="2991207"/>
              <a:ext cx="1588135" cy="815975"/>
            </a:xfrm>
            <a:custGeom>
              <a:avLst/>
              <a:gdLst/>
              <a:ahLst/>
              <a:cxnLst/>
              <a:rect l="l" t="t" r="r" b="b"/>
              <a:pathLst>
                <a:path w="1588135" h="815975">
                  <a:moveTo>
                    <a:pt x="33746" y="112216"/>
                  </a:moveTo>
                  <a:lnTo>
                    <a:pt x="46512" y="65915"/>
                  </a:lnTo>
                  <a:lnTo>
                    <a:pt x="75051" y="29372"/>
                  </a:lnTo>
                  <a:lnTo>
                    <a:pt x="115210" y="6197"/>
                  </a:lnTo>
                  <a:lnTo>
                    <a:pt x="162837" y="0"/>
                  </a:lnTo>
                  <a:lnTo>
                    <a:pt x="1475324" y="91778"/>
                  </a:lnTo>
                  <a:lnTo>
                    <a:pt x="1521624" y="104543"/>
                  </a:lnTo>
                  <a:lnTo>
                    <a:pt x="1558167" y="133082"/>
                  </a:lnTo>
                  <a:lnTo>
                    <a:pt x="1581343" y="173241"/>
                  </a:lnTo>
                  <a:lnTo>
                    <a:pt x="1587540" y="220868"/>
                  </a:lnTo>
                  <a:lnTo>
                    <a:pt x="1553793" y="703470"/>
                  </a:lnTo>
                  <a:lnTo>
                    <a:pt x="1541028" y="749771"/>
                  </a:lnTo>
                  <a:lnTo>
                    <a:pt x="1512489" y="786314"/>
                  </a:lnTo>
                  <a:lnTo>
                    <a:pt x="1472330" y="809489"/>
                  </a:lnTo>
                  <a:lnTo>
                    <a:pt x="1424703" y="815687"/>
                  </a:lnTo>
                  <a:lnTo>
                    <a:pt x="112216" y="723909"/>
                  </a:lnTo>
                  <a:lnTo>
                    <a:pt x="65915" y="711143"/>
                  </a:lnTo>
                  <a:lnTo>
                    <a:pt x="29372" y="682604"/>
                  </a:lnTo>
                  <a:lnTo>
                    <a:pt x="6197" y="642445"/>
                  </a:lnTo>
                  <a:lnTo>
                    <a:pt x="0" y="594818"/>
                  </a:lnTo>
                  <a:lnTo>
                    <a:pt x="33746" y="112216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 rot="180000">
            <a:off x="4808741" y="3292611"/>
            <a:ext cx="955618" cy="21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80"/>
              </a:lnSpc>
            </a:pPr>
            <a:r>
              <a:rPr sz="2550" spc="-172" baseline="3267" dirty="0">
                <a:solidFill>
                  <a:srgbClr val="FFFFFF"/>
                </a:solidFill>
                <a:latin typeface="Arial"/>
                <a:cs typeface="Arial"/>
              </a:rPr>
              <a:t>Se</a:t>
            </a:r>
            <a:r>
              <a:rPr sz="2550" spc="-172" baseline="1633" dirty="0">
                <a:solidFill>
                  <a:srgbClr val="FFFFFF"/>
                </a:solidFill>
                <a:latin typeface="Arial"/>
                <a:cs typeface="Arial"/>
              </a:rPr>
              <a:t>cuenc</a:t>
            </a:r>
            <a:r>
              <a:rPr sz="1700" spc="-114" dirty="0">
                <a:solidFill>
                  <a:srgbClr val="FFFFFF"/>
                </a:solidFill>
                <a:latin typeface="Arial"/>
                <a:cs typeface="Arial"/>
              </a:rPr>
              <a:t>ial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4536053" y="2197980"/>
            <a:ext cx="1613535" cy="841375"/>
            <a:chOff x="4536053" y="2197980"/>
            <a:chExt cx="1613535" cy="841375"/>
          </a:xfrm>
        </p:grpSpPr>
        <p:sp>
          <p:nvSpPr>
            <p:cNvPr id="36" name="object 36"/>
            <p:cNvSpPr/>
            <p:nvPr/>
          </p:nvSpPr>
          <p:spPr>
            <a:xfrm>
              <a:off x="4548754" y="2210681"/>
              <a:ext cx="1588135" cy="815975"/>
            </a:xfrm>
            <a:custGeom>
              <a:avLst/>
              <a:gdLst/>
              <a:ahLst/>
              <a:cxnLst/>
              <a:rect l="l" t="t" r="r" b="b"/>
              <a:pathLst>
                <a:path w="1588135" h="815975">
                  <a:moveTo>
                    <a:pt x="162836" y="0"/>
                  </a:moveTo>
                  <a:lnTo>
                    <a:pt x="115209" y="6197"/>
                  </a:lnTo>
                  <a:lnTo>
                    <a:pt x="75050" y="29372"/>
                  </a:lnTo>
                  <a:lnTo>
                    <a:pt x="46511" y="65915"/>
                  </a:lnTo>
                  <a:lnTo>
                    <a:pt x="33746" y="112215"/>
                  </a:lnTo>
                  <a:lnTo>
                    <a:pt x="0" y="594818"/>
                  </a:lnTo>
                  <a:lnTo>
                    <a:pt x="6197" y="642444"/>
                  </a:lnTo>
                  <a:lnTo>
                    <a:pt x="29372" y="682604"/>
                  </a:lnTo>
                  <a:lnTo>
                    <a:pt x="65915" y="711143"/>
                  </a:lnTo>
                  <a:lnTo>
                    <a:pt x="112215" y="723908"/>
                  </a:lnTo>
                  <a:lnTo>
                    <a:pt x="1424702" y="815686"/>
                  </a:lnTo>
                  <a:lnTo>
                    <a:pt x="1472329" y="809489"/>
                  </a:lnTo>
                  <a:lnTo>
                    <a:pt x="1512488" y="786313"/>
                  </a:lnTo>
                  <a:lnTo>
                    <a:pt x="1541027" y="749771"/>
                  </a:lnTo>
                  <a:lnTo>
                    <a:pt x="1553792" y="703470"/>
                  </a:lnTo>
                  <a:lnTo>
                    <a:pt x="1587540" y="220868"/>
                  </a:lnTo>
                  <a:lnTo>
                    <a:pt x="1581343" y="173241"/>
                  </a:lnTo>
                  <a:lnTo>
                    <a:pt x="1558167" y="133082"/>
                  </a:lnTo>
                  <a:lnTo>
                    <a:pt x="1521624" y="104543"/>
                  </a:lnTo>
                  <a:lnTo>
                    <a:pt x="1475323" y="91777"/>
                  </a:lnTo>
                  <a:lnTo>
                    <a:pt x="162836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548753" y="2210680"/>
              <a:ext cx="1588135" cy="815975"/>
            </a:xfrm>
            <a:custGeom>
              <a:avLst/>
              <a:gdLst/>
              <a:ahLst/>
              <a:cxnLst/>
              <a:rect l="l" t="t" r="r" b="b"/>
              <a:pathLst>
                <a:path w="1588135" h="815975">
                  <a:moveTo>
                    <a:pt x="33746" y="112216"/>
                  </a:moveTo>
                  <a:lnTo>
                    <a:pt x="46512" y="65915"/>
                  </a:lnTo>
                  <a:lnTo>
                    <a:pt x="75051" y="29372"/>
                  </a:lnTo>
                  <a:lnTo>
                    <a:pt x="115210" y="6197"/>
                  </a:lnTo>
                  <a:lnTo>
                    <a:pt x="162837" y="0"/>
                  </a:lnTo>
                  <a:lnTo>
                    <a:pt x="1475324" y="91778"/>
                  </a:lnTo>
                  <a:lnTo>
                    <a:pt x="1521624" y="104543"/>
                  </a:lnTo>
                  <a:lnTo>
                    <a:pt x="1558167" y="133082"/>
                  </a:lnTo>
                  <a:lnTo>
                    <a:pt x="1581343" y="173241"/>
                  </a:lnTo>
                  <a:lnTo>
                    <a:pt x="1587540" y="220868"/>
                  </a:lnTo>
                  <a:lnTo>
                    <a:pt x="1553793" y="703470"/>
                  </a:lnTo>
                  <a:lnTo>
                    <a:pt x="1541028" y="749771"/>
                  </a:lnTo>
                  <a:lnTo>
                    <a:pt x="1512489" y="786314"/>
                  </a:lnTo>
                  <a:lnTo>
                    <a:pt x="1472330" y="809489"/>
                  </a:lnTo>
                  <a:lnTo>
                    <a:pt x="1424703" y="815687"/>
                  </a:lnTo>
                  <a:lnTo>
                    <a:pt x="112216" y="723909"/>
                  </a:lnTo>
                  <a:lnTo>
                    <a:pt x="65915" y="711143"/>
                  </a:lnTo>
                  <a:lnTo>
                    <a:pt x="29372" y="682604"/>
                  </a:lnTo>
                  <a:lnTo>
                    <a:pt x="6197" y="642445"/>
                  </a:lnTo>
                  <a:lnTo>
                    <a:pt x="0" y="594818"/>
                  </a:lnTo>
                  <a:lnTo>
                    <a:pt x="33746" y="112216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 rot="180000">
            <a:off x="4977252" y="2510971"/>
            <a:ext cx="732318" cy="21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50"/>
              </a:lnSpc>
            </a:pPr>
            <a:r>
              <a:rPr sz="2550" spc="-142" baseline="1633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700" spc="-95" dirty="0">
                <a:solidFill>
                  <a:srgbClr val="FFFFFF"/>
                </a:solidFill>
                <a:latin typeface="Arial"/>
                <a:cs typeface="Arial"/>
              </a:rPr>
              <a:t>f-</a:t>
            </a:r>
            <a:r>
              <a:rPr sz="1700" spc="-70" dirty="0">
                <a:solidFill>
                  <a:srgbClr val="FFFFFF"/>
                </a:solidFill>
                <a:latin typeface="Arial"/>
                <a:cs typeface="Arial"/>
              </a:rPr>
              <a:t>Line</a:t>
            </a:r>
            <a:endParaRPr sz="1700">
              <a:latin typeface="Arial"/>
              <a:cs typeface="Arial"/>
            </a:endParaRPr>
          </a:p>
        </p:txBody>
      </p:sp>
      <p:pic>
        <p:nvPicPr>
          <p:cNvPr id="39" name="Picture 38" descr="A diagram of a company&#10;&#10;Description automatically generated">
            <a:extLst>
              <a:ext uri="{FF2B5EF4-FFF2-40B4-BE49-F238E27FC236}">
                <a16:creationId xmlns:a16="http://schemas.microsoft.com/office/drawing/2014/main" id="{3C9DC097-8B6D-2BA5-63BD-C4798D55FF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292" y="2049286"/>
            <a:ext cx="2286071" cy="2721137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5080">
              <a:lnSpc>
                <a:spcPct val="71000"/>
              </a:lnSpc>
              <a:spcBef>
                <a:spcPts val="1490"/>
              </a:spcBef>
            </a:pPr>
            <a:r>
              <a:rPr dirty="0"/>
              <a:t>Datos</a:t>
            </a:r>
            <a:r>
              <a:rPr spc="-30" dirty="0"/>
              <a:t> </a:t>
            </a:r>
            <a:r>
              <a:rPr spc="-25" dirty="0"/>
              <a:t>vs </a:t>
            </a:r>
            <a:r>
              <a:rPr spc="-35" dirty="0"/>
              <a:t>Tecnología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37876" y="1326387"/>
            <a:ext cx="1499235" cy="744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ts val="2830"/>
              </a:lnSpc>
              <a:spcBef>
                <a:spcPts val="100"/>
              </a:spcBef>
            </a:pP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Presente</a:t>
            </a:r>
            <a:r>
              <a:rPr sz="2800" b="1" spc="-55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spc="-50" dirty="0">
                <a:solidFill>
                  <a:srgbClr val="FF0000"/>
                </a:solidFill>
                <a:latin typeface="Arial Narrow"/>
                <a:cs typeface="Arial Narrow"/>
              </a:rPr>
              <a:t>y</a:t>
            </a:r>
            <a:endParaRPr sz="2800">
              <a:latin typeface="Arial Narrow"/>
              <a:cs typeface="Arial Narrow"/>
            </a:endParaRPr>
          </a:p>
          <a:p>
            <a:pPr marR="5080" algn="r">
              <a:lnSpc>
                <a:spcPts val="2830"/>
              </a:lnSpc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futuro:</a:t>
            </a:r>
            <a:endParaRPr sz="2800">
              <a:latin typeface="Arial Narrow"/>
              <a:cs typeface="Arial Narrow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371275" y="3134612"/>
            <a:ext cx="4773295" cy="2009139"/>
            <a:chOff x="4371275" y="3134612"/>
            <a:chExt cx="4773295" cy="2009139"/>
          </a:xfrm>
        </p:grpSpPr>
        <p:sp>
          <p:nvSpPr>
            <p:cNvPr id="5" name="object 5"/>
            <p:cNvSpPr/>
            <p:nvPr/>
          </p:nvSpPr>
          <p:spPr>
            <a:xfrm>
              <a:off x="8254885" y="3943583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23315" y="4153558"/>
              <a:ext cx="650875" cy="650875"/>
            </a:xfrm>
            <a:custGeom>
              <a:avLst/>
              <a:gdLst/>
              <a:ahLst/>
              <a:cxnLst/>
              <a:rect l="l" t="t" r="r" b="b"/>
              <a:pathLst>
                <a:path w="650875" h="650875">
                  <a:moveTo>
                    <a:pt x="325219" y="0"/>
                  </a:moveTo>
                  <a:lnTo>
                    <a:pt x="0" y="650437"/>
                  </a:lnTo>
                  <a:lnTo>
                    <a:pt x="650438" y="650437"/>
                  </a:lnTo>
                  <a:lnTo>
                    <a:pt x="325219" y="0"/>
                  </a:lnTo>
                  <a:close/>
                </a:path>
              </a:pathLst>
            </a:custGeom>
            <a:solidFill>
              <a:srgbClr val="D0D8E8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023315" y="4153558"/>
              <a:ext cx="650875" cy="650875"/>
            </a:xfrm>
            <a:custGeom>
              <a:avLst/>
              <a:gdLst/>
              <a:ahLst/>
              <a:cxnLst/>
              <a:rect l="l" t="t" r="r" b="b"/>
              <a:pathLst>
                <a:path w="650875" h="650875">
                  <a:moveTo>
                    <a:pt x="0" y="650438"/>
                  </a:moveTo>
                  <a:lnTo>
                    <a:pt x="325219" y="0"/>
                  </a:lnTo>
                  <a:lnTo>
                    <a:pt x="650438" y="650438"/>
                  </a:lnTo>
                  <a:lnTo>
                    <a:pt x="0" y="650438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391858" y="3739013"/>
              <a:ext cx="3913504" cy="544830"/>
            </a:xfrm>
            <a:custGeom>
              <a:avLst/>
              <a:gdLst/>
              <a:ahLst/>
              <a:cxnLst/>
              <a:rect l="l" t="t" r="r" b="b"/>
              <a:pathLst>
                <a:path w="3913504" h="544829">
                  <a:moveTo>
                    <a:pt x="3894311" y="0"/>
                  </a:moveTo>
                  <a:lnTo>
                    <a:pt x="0" y="272316"/>
                  </a:lnTo>
                  <a:lnTo>
                    <a:pt x="19041" y="544632"/>
                  </a:lnTo>
                  <a:lnTo>
                    <a:pt x="3913353" y="272315"/>
                  </a:lnTo>
                  <a:lnTo>
                    <a:pt x="3894311" y="0"/>
                  </a:lnTo>
                  <a:close/>
                </a:path>
              </a:pathLst>
            </a:custGeom>
            <a:solidFill>
              <a:srgbClr val="D0D8E8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391858" y="3739012"/>
              <a:ext cx="3913504" cy="544830"/>
            </a:xfrm>
            <a:custGeom>
              <a:avLst/>
              <a:gdLst/>
              <a:ahLst/>
              <a:cxnLst/>
              <a:rect l="l" t="t" r="r" b="b"/>
              <a:pathLst>
                <a:path w="3913504" h="544829">
                  <a:moveTo>
                    <a:pt x="0" y="272316"/>
                  </a:moveTo>
                  <a:lnTo>
                    <a:pt x="3894312" y="0"/>
                  </a:lnTo>
                  <a:lnTo>
                    <a:pt x="3913354" y="272316"/>
                  </a:lnTo>
                  <a:lnTo>
                    <a:pt x="19042" y="544632"/>
                  </a:lnTo>
                  <a:lnTo>
                    <a:pt x="0" y="272316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383975" y="3147311"/>
              <a:ext cx="1588135" cy="815975"/>
            </a:xfrm>
            <a:custGeom>
              <a:avLst/>
              <a:gdLst/>
              <a:ahLst/>
              <a:cxnLst/>
              <a:rect l="l" t="t" r="r" b="b"/>
              <a:pathLst>
                <a:path w="1588135" h="815975">
                  <a:moveTo>
                    <a:pt x="1424703" y="0"/>
                  </a:moveTo>
                  <a:lnTo>
                    <a:pt x="112217" y="91777"/>
                  </a:lnTo>
                  <a:lnTo>
                    <a:pt x="65916" y="104543"/>
                  </a:lnTo>
                  <a:lnTo>
                    <a:pt x="29372" y="133082"/>
                  </a:lnTo>
                  <a:lnTo>
                    <a:pt x="6197" y="173241"/>
                  </a:lnTo>
                  <a:lnTo>
                    <a:pt x="0" y="220868"/>
                  </a:lnTo>
                  <a:lnTo>
                    <a:pt x="33747" y="703470"/>
                  </a:lnTo>
                  <a:lnTo>
                    <a:pt x="46512" y="749771"/>
                  </a:lnTo>
                  <a:lnTo>
                    <a:pt x="75051" y="786314"/>
                  </a:lnTo>
                  <a:lnTo>
                    <a:pt x="115210" y="809490"/>
                  </a:lnTo>
                  <a:lnTo>
                    <a:pt x="162838" y="815687"/>
                  </a:lnTo>
                  <a:lnTo>
                    <a:pt x="1475324" y="723910"/>
                  </a:lnTo>
                  <a:lnTo>
                    <a:pt x="1521625" y="711144"/>
                  </a:lnTo>
                  <a:lnTo>
                    <a:pt x="1558167" y="682605"/>
                  </a:lnTo>
                  <a:lnTo>
                    <a:pt x="1581343" y="642446"/>
                  </a:lnTo>
                  <a:lnTo>
                    <a:pt x="1587540" y="594819"/>
                  </a:lnTo>
                  <a:lnTo>
                    <a:pt x="1553794" y="112217"/>
                  </a:lnTo>
                  <a:lnTo>
                    <a:pt x="1541028" y="65916"/>
                  </a:lnTo>
                  <a:lnTo>
                    <a:pt x="1512489" y="29372"/>
                  </a:lnTo>
                  <a:lnTo>
                    <a:pt x="1472330" y="6197"/>
                  </a:lnTo>
                  <a:lnTo>
                    <a:pt x="1424703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383975" y="3147312"/>
              <a:ext cx="1588135" cy="815975"/>
            </a:xfrm>
            <a:custGeom>
              <a:avLst/>
              <a:gdLst/>
              <a:ahLst/>
              <a:cxnLst/>
              <a:rect l="l" t="t" r="r" b="b"/>
              <a:pathLst>
                <a:path w="1588135" h="815975">
                  <a:moveTo>
                    <a:pt x="0" y="220868"/>
                  </a:moveTo>
                  <a:lnTo>
                    <a:pt x="6197" y="173241"/>
                  </a:lnTo>
                  <a:lnTo>
                    <a:pt x="29372" y="133082"/>
                  </a:lnTo>
                  <a:lnTo>
                    <a:pt x="65915" y="104543"/>
                  </a:lnTo>
                  <a:lnTo>
                    <a:pt x="112216" y="91778"/>
                  </a:lnTo>
                  <a:lnTo>
                    <a:pt x="1424703" y="0"/>
                  </a:lnTo>
                  <a:lnTo>
                    <a:pt x="1472330" y="6197"/>
                  </a:lnTo>
                  <a:lnTo>
                    <a:pt x="1512489" y="29372"/>
                  </a:lnTo>
                  <a:lnTo>
                    <a:pt x="1541028" y="65915"/>
                  </a:lnTo>
                  <a:lnTo>
                    <a:pt x="1553793" y="112216"/>
                  </a:lnTo>
                  <a:lnTo>
                    <a:pt x="1587540" y="594818"/>
                  </a:lnTo>
                  <a:lnTo>
                    <a:pt x="1581343" y="642445"/>
                  </a:lnTo>
                  <a:lnTo>
                    <a:pt x="1558167" y="682604"/>
                  </a:lnTo>
                  <a:lnTo>
                    <a:pt x="1521624" y="711143"/>
                  </a:lnTo>
                  <a:lnTo>
                    <a:pt x="1475324" y="723909"/>
                  </a:lnTo>
                  <a:lnTo>
                    <a:pt x="162837" y="815687"/>
                  </a:lnTo>
                  <a:lnTo>
                    <a:pt x="115210" y="809489"/>
                  </a:lnTo>
                  <a:lnTo>
                    <a:pt x="75051" y="786314"/>
                  </a:lnTo>
                  <a:lnTo>
                    <a:pt x="46512" y="749771"/>
                  </a:lnTo>
                  <a:lnTo>
                    <a:pt x="33746" y="703470"/>
                  </a:lnTo>
                  <a:lnTo>
                    <a:pt x="0" y="220868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4427882" y="455042"/>
            <a:ext cx="1586865" cy="892810"/>
            <a:chOff x="4427882" y="455042"/>
            <a:chExt cx="1586865" cy="892810"/>
          </a:xfrm>
        </p:grpSpPr>
        <p:sp>
          <p:nvSpPr>
            <p:cNvPr id="13" name="object 13"/>
            <p:cNvSpPr/>
            <p:nvPr/>
          </p:nvSpPr>
          <p:spPr>
            <a:xfrm>
              <a:off x="4440582" y="467742"/>
              <a:ext cx="1561465" cy="867410"/>
            </a:xfrm>
            <a:custGeom>
              <a:avLst/>
              <a:gdLst/>
              <a:ahLst/>
              <a:cxnLst/>
              <a:rect l="l" t="t" r="r" b="b"/>
              <a:pathLst>
                <a:path w="1561464" h="867410">
                  <a:moveTo>
                    <a:pt x="1474326" y="0"/>
                  </a:moveTo>
                  <a:lnTo>
                    <a:pt x="86724" y="0"/>
                  </a:lnTo>
                  <a:lnTo>
                    <a:pt x="52967" y="6815"/>
                  </a:lnTo>
                  <a:lnTo>
                    <a:pt x="25400" y="25400"/>
                  </a:lnTo>
                  <a:lnTo>
                    <a:pt x="6815" y="52967"/>
                  </a:lnTo>
                  <a:lnTo>
                    <a:pt x="0" y="86724"/>
                  </a:lnTo>
                  <a:lnTo>
                    <a:pt x="0" y="780525"/>
                  </a:lnTo>
                  <a:lnTo>
                    <a:pt x="6815" y="814282"/>
                  </a:lnTo>
                  <a:lnTo>
                    <a:pt x="25400" y="841849"/>
                  </a:lnTo>
                  <a:lnTo>
                    <a:pt x="52967" y="860435"/>
                  </a:lnTo>
                  <a:lnTo>
                    <a:pt x="86724" y="867251"/>
                  </a:lnTo>
                  <a:lnTo>
                    <a:pt x="1474326" y="867251"/>
                  </a:lnTo>
                  <a:lnTo>
                    <a:pt x="1508083" y="860435"/>
                  </a:lnTo>
                  <a:lnTo>
                    <a:pt x="1535650" y="841849"/>
                  </a:lnTo>
                  <a:lnTo>
                    <a:pt x="1554236" y="814282"/>
                  </a:lnTo>
                  <a:lnTo>
                    <a:pt x="1561052" y="780525"/>
                  </a:lnTo>
                  <a:lnTo>
                    <a:pt x="1561052" y="86724"/>
                  </a:lnTo>
                  <a:lnTo>
                    <a:pt x="1554236" y="52967"/>
                  </a:lnTo>
                  <a:lnTo>
                    <a:pt x="1535650" y="25400"/>
                  </a:lnTo>
                  <a:lnTo>
                    <a:pt x="1508083" y="6815"/>
                  </a:lnTo>
                  <a:lnTo>
                    <a:pt x="1474326" y="0"/>
                  </a:lnTo>
                  <a:close/>
                </a:path>
              </a:pathLst>
            </a:custGeom>
            <a:solidFill>
              <a:srgbClr val="D7E4BD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440582" y="467742"/>
              <a:ext cx="1561465" cy="867410"/>
            </a:xfrm>
            <a:custGeom>
              <a:avLst/>
              <a:gdLst/>
              <a:ahLst/>
              <a:cxnLst/>
              <a:rect l="l" t="t" r="r" b="b"/>
              <a:pathLst>
                <a:path w="1561464" h="867410">
                  <a:moveTo>
                    <a:pt x="0" y="86725"/>
                  </a:moveTo>
                  <a:lnTo>
                    <a:pt x="6815" y="52967"/>
                  </a:lnTo>
                  <a:lnTo>
                    <a:pt x="25401" y="25401"/>
                  </a:lnTo>
                  <a:lnTo>
                    <a:pt x="52967" y="6815"/>
                  </a:lnTo>
                  <a:lnTo>
                    <a:pt x="86725" y="0"/>
                  </a:lnTo>
                  <a:lnTo>
                    <a:pt x="1474327" y="0"/>
                  </a:lnTo>
                  <a:lnTo>
                    <a:pt x="1508084" y="6815"/>
                  </a:lnTo>
                  <a:lnTo>
                    <a:pt x="1535650" y="25401"/>
                  </a:lnTo>
                  <a:lnTo>
                    <a:pt x="1554236" y="52967"/>
                  </a:lnTo>
                  <a:lnTo>
                    <a:pt x="1561052" y="86725"/>
                  </a:lnTo>
                  <a:lnTo>
                    <a:pt x="1561052" y="780525"/>
                  </a:lnTo>
                  <a:lnTo>
                    <a:pt x="1554236" y="814283"/>
                  </a:lnTo>
                  <a:lnTo>
                    <a:pt x="1535650" y="841849"/>
                  </a:lnTo>
                  <a:lnTo>
                    <a:pt x="1508084" y="860435"/>
                  </a:lnTo>
                  <a:lnTo>
                    <a:pt x="1474327" y="867251"/>
                  </a:lnTo>
                  <a:lnTo>
                    <a:pt x="86725" y="867251"/>
                  </a:lnTo>
                  <a:lnTo>
                    <a:pt x="52967" y="860435"/>
                  </a:lnTo>
                  <a:lnTo>
                    <a:pt x="25401" y="841849"/>
                  </a:lnTo>
                  <a:lnTo>
                    <a:pt x="6815" y="814283"/>
                  </a:lnTo>
                  <a:lnTo>
                    <a:pt x="0" y="780525"/>
                  </a:lnTo>
                  <a:lnTo>
                    <a:pt x="0" y="86725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853570" y="670051"/>
            <a:ext cx="7353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35" dirty="0">
                <a:latin typeface="Arial"/>
                <a:cs typeface="Arial"/>
              </a:rPr>
              <a:t>Datos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682736" y="455042"/>
            <a:ext cx="1586865" cy="892810"/>
            <a:chOff x="6682736" y="455042"/>
            <a:chExt cx="1586865" cy="892810"/>
          </a:xfrm>
        </p:grpSpPr>
        <p:sp>
          <p:nvSpPr>
            <p:cNvPr id="17" name="object 17"/>
            <p:cNvSpPr/>
            <p:nvPr/>
          </p:nvSpPr>
          <p:spPr>
            <a:xfrm>
              <a:off x="6695436" y="467742"/>
              <a:ext cx="1561465" cy="867410"/>
            </a:xfrm>
            <a:custGeom>
              <a:avLst/>
              <a:gdLst/>
              <a:ahLst/>
              <a:cxnLst/>
              <a:rect l="l" t="t" r="r" b="b"/>
              <a:pathLst>
                <a:path w="1561465" h="867410">
                  <a:moveTo>
                    <a:pt x="1474326" y="0"/>
                  </a:moveTo>
                  <a:lnTo>
                    <a:pt x="86724" y="0"/>
                  </a:lnTo>
                  <a:lnTo>
                    <a:pt x="52967" y="6815"/>
                  </a:lnTo>
                  <a:lnTo>
                    <a:pt x="25400" y="25400"/>
                  </a:lnTo>
                  <a:lnTo>
                    <a:pt x="6815" y="52967"/>
                  </a:lnTo>
                  <a:lnTo>
                    <a:pt x="0" y="86724"/>
                  </a:lnTo>
                  <a:lnTo>
                    <a:pt x="0" y="780525"/>
                  </a:lnTo>
                  <a:lnTo>
                    <a:pt x="6815" y="814282"/>
                  </a:lnTo>
                  <a:lnTo>
                    <a:pt x="25400" y="841849"/>
                  </a:lnTo>
                  <a:lnTo>
                    <a:pt x="52967" y="860435"/>
                  </a:lnTo>
                  <a:lnTo>
                    <a:pt x="86724" y="867251"/>
                  </a:lnTo>
                  <a:lnTo>
                    <a:pt x="1474326" y="867251"/>
                  </a:lnTo>
                  <a:lnTo>
                    <a:pt x="1508083" y="860435"/>
                  </a:lnTo>
                  <a:lnTo>
                    <a:pt x="1535650" y="841849"/>
                  </a:lnTo>
                  <a:lnTo>
                    <a:pt x="1554235" y="814282"/>
                  </a:lnTo>
                  <a:lnTo>
                    <a:pt x="1561050" y="780525"/>
                  </a:lnTo>
                  <a:lnTo>
                    <a:pt x="1561050" y="86724"/>
                  </a:lnTo>
                  <a:lnTo>
                    <a:pt x="1554235" y="52967"/>
                  </a:lnTo>
                  <a:lnTo>
                    <a:pt x="1535650" y="25400"/>
                  </a:lnTo>
                  <a:lnTo>
                    <a:pt x="1508083" y="6815"/>
                  </a:lnTo>
                  <a:lnTo>
                    <a:pt x="1474326" y="0"/>
                  </a:lnTo>
                  <a:close/>
                </a:path>
              </a:pathLst>
            </a:custGeom>
            <a:solidFill>
              <a:srgbClr val="D7E4BD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695436" y="467742"/>
              <a:ext cx="1561465" cy="867410"/>
            </a:xfrm>
            <a:custGeom>
              <a:avLst/>
              <a:gdLst/>
              <a:ahLst/>
              <a:cxnLst/>
              <a:rect l="l" t="t" r="r" b="b"/>
              <a:pathLst>
                <a:path w="1561465" h="867410">
                  <a:moveTo>
                    <a:pt x="0" y="86725"/>
                  </a:moveTo>
                  <a:lnTo>
                    <a:pt x="6815" y="52967"/>
                  </a:lnTo>
                  <a:lnTo>
                    <a:pt x="25401" y="25401"/>
                  </a:lnTo>
                  <a:lnTo>
                    <a:pt x="52967" y="6815"/>
                  </a:lnTo>
                  <a:lnTo>
                    <a:pt x="86725" y="0"/>
                  </a:lnTo>
                  <a:lnTo>
                    <a:pt x="1474327" y="0"/>
                  </a:lnTo>
                  <a:lnTo>
                    <a:pt x="1508084" y="6815"/>
                  </a:lnTo>
                  <a:lnTo>
                    <a:pt x="1535650" y="25401"/>
                  </a:lnTo>
                  <a:lnTo>
                    <a:pt x="1554236" y="52967"/>
                  </a:lnTo>
                  <a:lnTo>
                    <a:pt x="1561052" y="86725"/>
                  </a:lnTo>
                  <a:lnTo>
                    <a:pt x="1561052" y="780525"/>
                  </a:lnTo>
                  <a:lnTo>
                    <a:pt x="1554236" y="814283"/>
                  </a:lnTo>
                  <a:lnTo>
                    <a:pt x="1535650" y="841849"/>
                  </a:lnTo>
                  <a:lnTo>
                    <a:pt x="1508084" y="860435"/>
                  </a:lnTo>
                  <a:lnTo>
                    <a:pt x="1474327" y="867251"/>
                  </a:lnTo>
                  <a:lnTo>
                    <a:pt x="86725" y="867251"/>
                  </a:lnTo>
                  <a:lnTo>
                    <a:pt x="52967" y="860435"/>
                  </a:lnTo>
                  <a:lnTo>
                    <a:pt x="25401" y="841849"/>
                  </a:lnTo>
                  <a:lnTo>
                    <a:pt x="6815" y="814283"/>
                  </a:lnTo>
                  <a:lnTo>
                    <a:pt x="0" y="780525"/>
                  </a:lnTo>
                  <a:lnTo>
                    <a:pt x="0" y="86725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806797" y="670051"/>
            <a:ext cx="13385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55" dirty="0">
                <a:latin typeface="Arial"/>
                <a:cs typeface="Arial"/>
              </a:rPr>
              <a:t>Tecnología</a:t>
            </a:r>
            <a:endParaRPr sz="24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 rot="21420000">
            <a:off x="4768102" y="3375109"/>
            <a:ext cx="80660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sz="1400" spc="-90" dirty="0">
                <a:solidFill>
                  <a:srgbClr val="FFFFFF"/>
                </a:solidFill>
                <a:latin typeface="Arial"/>
                <a:cs typeface="Arial"/>
              </a:rPr>
              <a:t>Gen</a:t>
            </a:r>
            <a:r>
              <a:rPr sz="2100" spc="-135" baseline="1984" dirty="0">
                <a:solidFill>
                  <a:srgbClr val="FFFFFF"/>
                </a:solidFill>
                <a:latin typeface="Arial"/>
                <a:cs typeface="Arial"/>
              </a:rPr>
              <a:t>erad</a:t>
            </a:r>
            <a:r>
              <a:rPr sz="2100" spc="-135" baseline="3968" dirty="0">
                <a:solidFill>
                  <a:srgbClr val="FFFFFF"/>
                </a:solidFill>
                <a:latin typeface="Arial"/>
                <a:cs typeface="Arial"/>
              </a:rPr>
              <a:t>os</a:t>
            </a:r>
            <a:endParaRPr sz="2100" baseline="3968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 rot="21420000">
            <a:off x="4509125" y="3568541"/>
            <a:ext cx="1350966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sz="1400" spc="-60" dirty="0">
                <a:solidFill>
                  <a:srgbClr val="FFFFFF"/>
                </a:solidFill>
                <a:latin typeface="Arial"/>
                <a:cs typeface="Arial"/>
              </a:rPr>
              <a:t>exp</a:t>
            </a:r>
            <a:r>
              <a:rPr sz="2100" spc="-89" baseline="1984" dirty="0">
                <a:solidFill>
                  <a:srgbClr val="FFFFFF"/>
                </a:solidFill>
                <a:latin typeface="Arial"/>
                <a:cs typeface="Arial"/>
              </a:rPr>
              <a:t>onen</a:t>
            </a:r>
            <a:r>
              <a:rPr sz="2100" spc="-89" baseline="3968" dirty="0">
                <a:solidFill>
                  <a:srgbClr val="FFFFFF"/>
                </a:solidFill>
                <a:latin typeface="Arial"/>
                <a:cs typeface="Arial"/>
              </a:rPr>
              <a:t>cialm</a:t>
            </a:r>
            <a:r>
              <a:rPr sz="2100" spc="-89" baseline="5952" dirty="0">
                <a:solidFill>
                  <a:srgbClr val="FFFFFF"/>
                </a:solidFill>
                <a:latin typeface="Arial"/>
                <a:cs typeface="Arial"/>
              </a:rPr>
              <a:t>ente</a:t>
            </a:r>
            <a:endParaRPr sz="2100" baseline="5952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314904" y="2354085"/>
            <a:ext cx="1613535" cy="841375"/>
            <a:chOff x="4314904" y="2354085"/>
            <a:chExt cx="1613535" cy="841375"/>
          </a:xfrm>
        </p:grpSpPr>
        <p:sp>
          <p:nvSpPr>
            <p:cNvPr id="23" name="object 23"/>
            <p:cNvSpPr/>
            <p:nvPr/>
          </p:nvSpPr>
          <p:spPr>
            <a:xfrm>
              <a:off x="4327605" y="2366785"/>
              <a:ext cx="1588135" cy="815975"/>
            </a:xfrm>
            <a:custGeom>
              <a:avLst/>
              <a:gdLst/>
              <a:ahLst/>
              <a:cxnLst/>
              <a:rect l="l" t="t" r="r" b="b"/>
              <a:pathLst>
                <a:path w="1588135" h="815975">
                  <a:moveTo>
                    <a:pt x="1424702" y="0"/>
                  </a:moveTo>
                  <a:lnTo>
                    <a:pt x="112215" y="91777"/>
                  </a:lnTo>
                  <a:lnTo>
                    <a:pt x="65915" y="104543"/>
                  </a:lnTo>
                  <a:lnTo>
                    <a:pt x="29372" y="133082"/>
                  </a:lnTo>
                  <a:lnTo>
                    <a:pt x="6197" y="173241"/>
                  </a:lnTo>
                  <a:lnTo>
                    <a:pt x="0" y="220868"/>
                  </a:lnTo>
                  <a:lnTo>
                    <a:pt x="33746" y="703470"/>
                  </a:lnTo>
                  <a:lnTo>
                    <a:pt x="46511" y="749771"/>
                  </a:lnTo>
                  <a:lnTo>
                    <a:pt x="75050" y="786313"/>
                  </a:lnTo>
                  <a:lnTo>
                    <a:pt x="115209" y="809489"/>
                  </a:lnTo>
                  <a:lnTo>
                    <a:pt x="162836" y="815686"/>
                  </a:lnTo>
                  <a:lnTo>
                    <a:pt x="1475323" y="723908"/>
                  </a:lnTo>
                  <a:lnTo>
                    <a:pt x="1521624" y="711143"/>
                  </a:lnTo>
                  <a:lnTo>
                    <a:pt x="1558167" y="682604"/>
                  </a:lnTo>
                  <a:lnTo>
                    <a:pt x="1581343" y="642445"/>
                  </a:lnTo>
                  <a:lnTo>
                    <a:pt x="1587540" y="594818"/>
                  </a:lnTo>
                  <a:lnTo>
                    <a:pt x="1553792" y="112215"/>
                  </a:lnTo>
                  <a:lnTo>
                    <a:pt x="1541027" y="65915"/>
                  </a:lnTo>
                  <a:lnTo>
                    <a:pt x="1512488" y="29372"/>
                  </a:lnTo>
                  <a:lnTo>
                    <a:pt x="1472329" y="6197"/>
                  </a:lnTo>
                  <a:lnTo>
                    <a:pt x="1424702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327604" y="2366785"/>
              <a:ext cx="1588135" cy="815975"/>
            </a:xfrm>
            <a:custGeom>
              <a:avLst/>
              <a:gdLst/>
              <a:ahLst/>
              <a:cxnLst/>
              <a:rect l="l" t="t" r="r" b="b"/>
              <a:pathLst>
                <a:path w="1588135" h="815975">
                  <a:moveTo>
                    <a:pt x="0" y="220868"/>
                  </a:moveTo>
                  <a:lnTo>
                    <a:pt x="6197" y="173241"/>
                  </a:lnTo>
                  <a:lnTo>
                    <a:pt x="29372" y="133082"/>
                  </a:lnTo>
                  <a:lnTo>
                    <a:pt x="65915" y="104543"/>
                  </a:lnTo>
                  <a:lnTo>
                    <a:pt x="112216" y="91778"/>
                  </a:lnTo>
                  <a:lnTo>
                    <a:pt x="1424703" y="0"/>
                  </a:lnTo>
                  <a:lnTo>
                    <a:pt x="1472330" y="6197"/>
                  </a:lnTo>
                  <a:lnTo>
                    <a:pt x="1512489" y="29372"/>
                  </a:lnTo>
                  <a:lnTo>
                    <a:pt x="1541028" y="65915"/>
                  </a:lnTo>
                  <a:lnTo>
                    <a:pt x="1553793" y="112216"/>
                  </a:lnTo>
                  <a:lnTo>
                    <a:pt x="1587540" y="594818"/>
                  </a:lnTo>
                  <a:lnTo>
                    <a:pt x="1581343" y="642445"/>
                  </a:lnTo>
                  <a:lnTo>
                    <a:pt x="1558167" y="682604"/>
                  </a:lnTo>
                  <a:lnTo>
                    <a:pt x="1521624" y="711143"/>
                  </a:lnTo>
                  <a:lnTo>
                    <a:pt x="1475324" y="723909"/>
                  </a:lnTo>
                  <a:lnTo>
                    <a:pt x="162837" y="815687"/>
                  </a:lnTo>
                  <a:lnTo>
                    <a:pt x="115210" y="809489"/>
                  </a:lnTo>
                  <a:lnTo>
                    <a:pt x="75051" y="786314"/>
                  </a:lnTo>
                  <a:lnTo>
                    <a:pt x="46512" y="749771"/>
                  </a:lnTo>
                  <a:lnTo>
                    <a:pt x="33746" y="703470"/>
                  </a:lnTo>
                  <a:lnTo>
                    <a:pt x="0" y="220868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 rot="21420000">
            <a:off x="4619407" y="2595156"/>
            <a:ext cx="991433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sz="1400" spc="-165" dirty="0">
                <a:solidFill>
                  <a:srgbClr val="FFFFFF"/>
                </a:solidFill>
                <a:latin typeface="Arial"/>
                <a:cs typeface="Arial"/>
              </a:rPr>
              <a:t>Cad</a:t>
            </a:r>
            <a:r>
              <a:rPr sz="2100" spc="-247" baseline="1984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100" spc="-112" baseline="198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spc="-209" baseline="1984" dirty="0">
                <a:solidFill>
                  <a:srgbClr val="FFFFFF"/>
                </a:solidFill>
                <a:latin typeface="Arial"/>
                <a:cs typeface="Arial"/>
              </a:rPr>
              <a:t>ve</a:t>
            </a:r>
            <a:r>
              <a:rPr sz="2100" spc="-209" baseline="3968" dirty="0">
                <a:solidFill>
                  <a:srgbClr val="FFFFFF"/>
                </a:solidFill>
                <a:latin typeface="Arial"/>
                <a:cs typeface="Arial"/>
              </a:rPr>
              <a:t>z</a:t>
            </a:r>
            <a:r>
              <a:rPr sz="2100" spc="-112" baseline="396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spc="-44" baseline="3968" dirty="0">
                <a:solidFill>
                  <a:srgbClr val="FFFFFF"/>
                </a:solidFill>
                <a:latin typeface="Arial"/>
                <a:cs typeface="Arial"/>
              </a:rPr>
              <a:t>más</a:t>
            </a:r>
            <a:endParaRPr sz="2100" baseline="3968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 rot="21420000">
            <a:off x="4841298" y="2785052"/>
            <a:ext cx="573711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sz="1400" spc="-65" dirty="0">
                <a:solidFill>
                  <a:srgbClr val="FFFFFF"/>
                </a:solidFill>
                <a:latin typeface="Arial"/>
                <a:cs typeface="Arial"/>
              </a:rPr>
              <a:t>bar</a:t>
            </a:r>
            <a:r>
              <a:rPr sz="2100" spc="-97" baseline="1984" dirty="0">
                <a:solidFill>
                  <a:srgbClr val="FFFFFF"/>
                </a:solidFill>
                <a:latin typeface="Arial"/>
                <a:cs typeface="Arial"/>
              </a:rPr>
              <a:t>atos</a:t>
            </a:r>
            <a:endParaRPr sz="2100" baseline="1984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6604447" y="2978506"/>
            <a:ext cx="1613535" cy="841375"/>
            <a:chOff x="6604447" y="2978506"/>
            <a:chExt cx="1613535" cy="841375"/>
          </a:xfrm>
        </p:grpSpPr>
        <p:sp>
          <p:nvSpPr>
            <p:cNvPr id="28" name="object 28"/>
            <p:cNvSpPr/>
            <p:nvPr/>
          </p:nvSpPr>
          <p:spPr>
            <a:xfrm>
              <a:off x="6617146" y="2991206"/>
              <a:ext cx="1588135" cy="815975"/>
            </a:xfrm>
            <a:custGeom>
              <a:avLst/>
              <a:gdLst/>
              <a:ahLst/>
              <a:cxnLst/>
              <a:rect l="l" t="t" r="r" b="b"/>
              <a:pathLst>
                <a:path w="1588134" h="815975">
                  <a:moveTo>
                    <a:pt x="1424703" y="0"/>
                  </a:moveTo>
                  <a:lnTo>
                    <a:pt x="112217" y="91777"/>
                  </a:lnTo>
                  <a:lnTo>
                    <a:pt x="65916" y="104543"/>
                  </a:lnTo>
                  <a:lnTo>
                    <a:pt x="29372" y="133082"/>
                  </a:lnTo>
                  <a:lnTo>
                    <a:pt x="6197" y="173241"/>
                  </a:lnTo>
                  <a:lnTo>
                    <a:pt x="0" y="220868"/>
                  </a:lnTo>
                  <a:lnTo>
                    <a:pt x="33747" y="703470"/>
                  </a:lnTo>
                  <a:lnTo>
                    <a:pt x="46513" y="749771"/>
                  </a:lnTo>
                  <a:lnTo>
                    <a:pt x="75051" y="786313"/>
                  </a:lnTo>
                  <a:lnTo>
                    <a:pt x="115211" y="809489"/>
                  </a:lnTo>
                  <a:lnTo>
                    <a:pt x="162838" y="815686"/>
                  </a:lnTo>
                  <a:lnTo>
                    <a:pt x="1475324" y="723908"/>
                  </a:lnTo>
                  <a:lnTo>
                    <a:pt x="1521625" y="711143"/>
                  </a:lnTo>
                  <a:lnTo>
                    <a:pt x="1558167" y="682604"/>
                  </a:lnTo>
                  <a:lnTo>
                    <a:pt x="1581343" y="642445"/>
                  </a:lnTo>
                  <a:lnTo>
                    <a:pt x="1587540" y="594818"/>
                  </a:lnTo>
                  <a:lnTo>
                    <a:pt x="1553794" y="112215"/>
                  </a:lnTo>
                  <a:lnTo>
                    <a:pt x="1541028" y="65915"/>
                  </a:lnTo>
                  <a:lnTo>
                    <a:pt x="1512489" y="29372"/>
                  </a:lnTo>
                  <a:lnTo>
                    <a:pt x="1472330" y="6197"/>
                  </a:lnTo>
                  <a:lnTo>
                    <a:pt x="1424703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617147" y="2991206"/>
              <a:ext cx="1588135" cy="815975"/>
            </a:xfrm>
            <a:custGeom>
              <a:avLst/>
              <a:gdLst/>
              <a:ahLst/>
              <a:cxnLst/>
              <a:rect l="l" t="t" r="r" b="b"/>
              <a:pathLst>
                <a:path w="1588134" h="815975">
                  <a:moveTo>
                    <a:pt x="0" y="220868"/>
                  </a:moveTo>
                  <a:lnTo>
                    <a:pt x="6197" y="173241"/>
                  </a:lnTo>
                  <a:lnTo>
                    <a:pt x="29372" y="133082"/>
                  </a:lnTo>
                  <a:lnTo>
                    <a:pt x="65915" y="104543"/>
                  </a:lnTo>
                  <a:lnTo>
                    <a:pt x="112216" y="91778"/>
                  </a:lnTo>
                  <a:lnTo>
                    <a:pt x="1424703" y="0"/>
                  </a:lnTo>
                  <a:lnTo>
                    <a:pt x="1472330" y="6197"/>
                  </a:lnTo>
                  <a:lnTo>
                    <a:pt x="1512489" y="29372"/>
                  </a:lnTo>
                  <a:lnTo>
                    <a:pt x="1541028" y="65915"/>
                  </a:lnTo>
                  <a:lnTo>
                    <a:pt x="1553793" y="112216"/>
                  </a:lnTo>
                  <a:lnTo>
                    <a:pt x="1587540" y="594818"/>
                  </a:lnTo>
                  <a:lnTo>
                    <a:pt x="1581343" y="642445"/>
                  </a:lnTo>
                  <a:lnTo>
                    <a:pt x="1558167" y="682604"/>
                  </a:lnTo>
                  <a:lnTo>
                    <a:pt x="1521624" y="711143"/>
                  </a:lnTo>
                  <a:lnTo>
                    <a:pt x="1475324" y="723909"/>
                  </a:lnTo>
                  <a:lnTo>
                    <a:pt x="162837" y="815687"/>
                  </a:lnTo>
                  <a:lnTo>
                    <a:pt x="115210" y="809489"/>
                  </a:lnTo>
                  <a:lnTo>
                    <a:pt x="75051" y="786314"/>
                  </a:lnTo>
                  <a:lnTo>
                    <a:pt x="46512" y="749771"/>
                  </a:lnTo>
                  <a:lnTo>
                    <a:pt x="33746" y="703470"/>
                  </a:lnTo>
                  <a:lnTo>
                    <a:pt x="0" y="220868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 rot="21420000">
            <a:off x="6828288" y="3221085"/>
            <a:ext cx="1152981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sz="1400" spc="-8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100" spc="-127" baseline="1984" dirty="0">
                <a:solidFill>
                  <a:srgbClr val="FFFFFF"/>
                </a:solidFill>
                <a:latin typeface="Arial"/>
                <a:cs typeface="Arial"/>
              </a:rPr>
              <a:t>sarrolla</a:t>
            </a:r>
            <a:r>
              <a:rPr sz="2100" spc="-127" baseline="3968" dirty="0">
                <a:solidFill>
                  <a:srgbClr val="FFFFFF"/>
                </a:solidFill>
                <a:latin typeface="Arial"/>
                <a:cs typeface="Arial"/>
              </a:rPr>
              <a:t>da</a:t>
            </a:r>
            <a:r>
              <a:rPr sz="2100" spc="-22" baseline="396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spc="-37" baseline="5952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endParaRPr sz="2100" baseline="5952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 rot="21420000">
            <a:off x="6822192" y="3411920"/>
            <a:ext cx="1191268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sz="1400" spc="-60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2100" spc="-89" baseline="1984" dirty="0">
                <a:solidFill>
                  <a:srgbClr val="FFFFFF"/>
                </a:solidFill>
                <a:latin typeface="Arial"/>
                <a:cs typeface="Arial"/>
              </a:rPr>
              <a:t>ma</a:t>
            </a:r>
            <a:r>
              <a:rPr sz="2100" spc="-112" baseline="198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spc="-195" baseline="1984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sz="2100" spc="-195" baseline="3968" dirty="0">
                <a:solidFill>
                  <a:srgbClr val="FFFFFF"/>
                </a:solidFill>
                <a:latin typeface="Arial"/>
                <a:cs typeface="Arial"/>
              </a:rPr>
              <a:t>ás</a:t>
            </a:r>
            <a:r>
              <a:rPr sz="2100" spc="-104" baseline="396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spc="-30" baseline="3968" dirty="0">
                <a:solidFill>
                  <a:srgbClr val="FFFFFF"/>
                </a:solidFill>
                <a:latin typeface="Arial"/>
                <a:cs typeface="Arial"/>
              </a:rPr>
              <a:t>le</a:t>
            </a:r>
            <a:r>
              <a:rPr sz="2100" spc="-30" baseline="5952" dirty="0">
                <a:solidFill>
                  <a:srgbClr val="FFFFFF"/>
                </a:solidFill>
                <a:latin typeface="Arial"/>
                <a:cs typeface="Arial"/>
              </a:rPr>
              <a:t>nta</a:t>
            </a:r>
            <a:endParaRPr sz="2100" baseline="5952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548077" y="2197980"/>
            <a:ext cx="1613535" cy="841375"/>
            <a:chOff x="6548077" y="2197980"/>
            <a:chExt cx="1613535" cy="841375"/>
          </a:xfrm>
        </p:grpSpPr>
        <p:sp>
          <p:nvSpPr>
            <p:cNvPr id="33" name="object 33"/>
            <p:cNvSpPr/>
            <p:nvPr/>
          </p:nvSpPr>
          <p:spPr>
            <a:xfrm>
              <a:off x="6560776" y="2210681"/>
              <a:ext cx="1588135" cy="815975"/>
            </a:xfrm>
            <a:custGeom>
              <a:avLst/>
              <a:gdLst/>
              <a:ahLst/>
              <a:cxnLst/>
              <a:rect l="l" t="t" r="r" b="b"/>
              <a:pathLst>
                <a:path w="1588134" h="815975">
                  <a:moveTo>
                    <a:pt x="1424702" y="0"/>
                  </a:moveTo>
                  <a:lnTo>
                    <a:pt x="112215" y="91777"/>
                  </a:lnTo>
                  <a:lnTo>
                    <a:pt x="65915" y="104543"/>
                  </a:lnTo>
                  <a:lnTo>
                    <a:pt x="29372" y="133082"/>
                  </a:lnTo>
                  <a:lnTo>
                    <a:pt x="6197" y="173241"/>
                  </a:lnTo>
                  <a:lnTo>
                    <a:pt x="0" y="220868"/>
                  </a:lnTo>
                  <a:lnTo>
                    <a:pt x="33746" y="703469"/>
                  </a:lnTo>
                  <a:lnTo>
                    <a:pt x="46512" y="749770"/>
                  </a:lnTo>
                  <a:lnTo>
                    <a:pt x="75051" y="786313"/>
                  </a:lnTo>
                  <a:lnTo>
                    <a:pt x="115210" y="809489"/>
                  </a:lnTo>
                  <a:lnTo>
                    <a:pt x="162836" y="815686"/>
                  </a:lnTo>
                  <a:lnTo>
                    <a:pt x="1475323" y="723908"/>
                  </a:lnTo>
                  <a:lnTo>
                    <a:pt x="1521624" y="711143"/>
                  </a:lnTo>
                  <a:lnTo>
                    <a:pt x="1558167" y="682604"/>
                  </a:lnTo>
                  <a:lnTo>
                    <a:pt x="1581343" y="642444"/>
                  </a:lnTo>
                  <a:lnTo>
                    <a:pt x="1587540" y="594818"/>
                  </a:lnTo>
                  <a:lnTo>
                    <a:pt x="1553792" y="112215"/>
                  </a:lnTo>
                  <a:lnTo>
                    <a:pt x="1541027" y="65915"/>
                  </a:lnTo>
                  <a:lnTo>
                    <a:pt x="1512488" y="29372"/>
                  </a:lnTo>
                  <a:lnTo>
                    <a:pt x="1472329" y="6197"/>
                  </a:lnTo>
                  <a:lnTo>
                    <a:pt x="1424702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560777" y="2210680"/>
              <a:ext cx="1588135" cy="815975"/>
            </a:xfrm>
            <a:custGeom>
              <a:avLst/>
              <a:gdLst/>
              <a:ahLst/>
              <a:cxnLst/>
              <a:rect l="l" t="t" r="r" b="b"/>
              <a:pathLst>
                <a:path w="1588134" h="815975">
                  <a:moveTo>
                    <a:pt x="0" y="220868"/>
                  </a:moveTo>
                  <a:lnTo>
                    <a:pt x="6197" y="173241"/>
                  </a:lnTo>
                  <a:lnTo>
                    <a:pt x="29372" y="133082"/>
                  </a:lnTo>
                  <a:lnTo>
                    <a:pt x="65915" y="104543"/>
                  </a:lnTo>
                  <a:lnTo>
                    <a:pt x="112216" y="91778"/>
                  </a:lnTo>
                  <a:lnTo>
                    <a:pt x="1424703" y="0"/>
                  </a:lnTo>
                  <a:lnTo>
                    <a:pt x="1472330" y="6197"/>
                  </a:lnTo>
                  <a:lnTo>
                    <a:pt x="1512489" y="29372"/>
                  </a:lnTo>
                  <a:lnTo>
                    <a:pt x="1541028" y="65915"/>
                  </a:lnTo>
                  <a:lnTo>
                    <a:pt x="1553793" y="112216"/>
                  </a:lnTo>
                  <a:lnTo>
                    <a:pt x="1587540" y="594818"/>
                  </a:lnTo>
                  <a:lnTo>
                    <a:pt x="1581343" y="642445"/>
                  </a:lnTo>
                  <a:lnTo>
                    <a:pt x="1558167" y="682604"/>
                  </a:lnTo>
                  <a:lnTo>
                    <a:pt x="1521624" y="711143"/>
                  </a:lnTo>
                  <a:lnTo>
                    <a:pt x="1475324" y="723909"/>
                  </a:lnTo>
                  <a:lnTo>
                    <a:pt x="162837" y="815687"/>
                  </a:lnTo>
                  <a:lnTo>
                    <a:pt x="115210" y="809489"/>
                  </a:lnTo>
                  <a:lnTo>
                    <a:pt x="75051" y="786314"/>
                  </a:lnTo>
                  <a:lnTo>
                    <a:pt x="46512" y="749771"/>
                  </a:lnTo>
                  <a:lnTo>
                    <a:pt x="33746" y="703470"/>
                  </a:lnTo>
                  <a:lnTo>
                    <a:pt x="0" y="220868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 rot="21420000">
            <a:off x="7016421" y="2534879"/>
            <a:ext cx="677173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sz="1400" spc="-95" dirty="0">
                <a:solidFill>
                  <a:srgbClr val="FFFFFF"/>
                </a:solidFill>
                <a:latin typeface="Arial"/>
                <a:cs typeface="Arial"/>
              </a:rPr>
              <a:t>Má</a:t>
            </a:r>
            <a:r>
              <a:rPr sz="2100" spc="-142" baseline="1984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2100" spc="-127" baseline="198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spc="-112" baseline="1984" dirty="0">
                <a:solidFill>
                  <a:srgbClr val="FFFFFF"/>
                </a:solidFill>
                <a:latin typeface="Arial"/>
                <a:cs typeface="Arial"/>
              </a:rPr>
              <a:t>car</a:t>
            </a:r>
            <a:r>
              <a:rPr sz="2100" spc="-112" baseline="3968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2100" baseline="3968">
              <a:latin typeface="Arial"/>
              <a:cs typeface="Arial"/>
            </a:endParaRPr>
          </a:p>
        </p:txBody>
      </p:sp>
      <p:pic>
        <p:nvPicPr>
          <p:cNvPr id="36" name="Picture 35" descr="A diagram of a company&#10;&#10;Description automatically generated">
            <a:extLst>
              <a:ext uri="{FF2B5EF4-FFF2-40B4-BE49-F238E27FC236}">
                <a16:creationId xmlns:a16="http://schemas.microsoft.com/office/drawing/2014/main" id="{C8CFAC1A-E53A-AFCC-776A-B267AA450F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292" y="2049286"/>
            <a:ext cx="2286071" cy="2721137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063259F-9707-9A09-3ED7-25F14D792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B583E14-9A83-87CE-97F5-FADD80860F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5080">
              <a:lnSpc>
                <a:spcPct val="71000"/>
              </a:lnSpc>
              <a:spcBef>
                <a:spcPts val="1490"/>
              </a:spcBef>
            </a:pPr>
            <a:r>
              <a:rPr dirty="0"/>
              <a:t>Datos</a:t>
            </a:r>
            <a:r>
              <a:rPr spc="-30" dirty="0"/>
              <a:t> </a:t>
            </a:r>
            <a:r>
              <a:rPr spc="-25" dirty="0"/>
              <a:t>vs </a:t>
            </a:r>
            <a:r>
              <a:rPr spc="-35" dirty="0"/>
              <a:t>Tecnología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D51BDC8-67BE-2B74-941F-15F3E6437453}"/>
              </a:ext>
            </a:extLst>
          </p:cNvPr>
          <p:cNvSpPr txBox="1"/>
          <p:nvPr/>
        </p:nvSpPr>
        <p:spPr>
          <a:xfrm>
            <a:off x="1337876" y="1326387"/>
            <a:ext cx="1499235" cy="744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ts val="2830"/>
              </a:lnSpc>
              <a:spcBef>
                <a:spcPts val="100"/>
              </a:spcBef>
            </a:pP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Presente</a:t>
            </a:r>
            <a:r>
              <a:rPr sz="2800" b="1" spc="-55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spc="-50" dirty="0">
                <a:solidFill>
                  <a:srgbClr val="FF0000"/>
                </a:solidFill>
                <a:latin typeface="Arial Narrow"/>
                <a:cs typeface="Arial Narrow"/>
              </a:rPr>
              <a:t>y</a:t>
            </a:r>
            <a:endParaRPr sz="2800">
              <a:latin typeface="Arial Narrow"/>
              <a:cs typeface="Arial Narrow"/>
            </a:endParaRPr>
          </a:p>
          <a:p>
            <a:pPr marR="5080" algn="r">
              <a:lnSpc>
                <a:spcPts val="2830"/>
              </a:lnSpc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futuro:</a:t>
            </a:r>
            <a:endParaRPr sz="2800">
              <a:latin typeface="Arial Narrow"/>
              <a:cs typeface="Arial Narrow"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F0DCD9E2-43B0-C1EF-CCBA-CB007F259BD8}"/>
              </a:ext>
            </a:extLst>
          </p:cNvPr>
          <p:cNvGrpSpPr/>
          <p:nvPr/>
        </p:nvGrpSpPr>
        <p:grpSpPr>
          <a:xfrm>
            <a:off x="4371275" y="3134612"/>
            <a:ext cx="4773295" cy="2009139"/>
            <a:chOff x="4371275" y="3134612"/>
            <a:chExt cx="4773295" cy="2009139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2BA2638-92CE-2C5B-376E-7F357B2620D0}"/>
                </a:ext>
              </a:extLst>
            </p:cNvPr>
            <p:cNvSpPr/>
            <p:nvPr/>
          </p:nvSpPr>
          <p:spPr>
            <a:xfrm>
              <a:off x="8254885" y="3943583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A758EE00-1431-BAB1-98B5-41FC2B67A8B6}"/>
                </a:ext>
              </a:extLst>
            </p:cNvPr>
            <p:cNvSpPr/>
            <p:nvPr/>
          </p:nvSpPr>
          <p:spPr>
            <a:xfrm>
              <a:off x="6023315" y="4153558"/>
              <a:ext cx="650875" cy="650875"/>
            </a:xfrm>
            <a:custGeom>
              <a:avLst/>
              <a:gdLst/>
              <a:ahLst/>
              <a:cxnLst/>
              <a:rect l="l" t="t" r="r" b="b"/>
              <a:pathLst>
                <a:path w="650875" h="650875">
                  <a:moveTo>
                    <a:pt x="325219" y="0"/>
                  </a:moveTo>
                  <a:lnTo>
                    <a:pt x="0" y="650437"/>
                  </a:lnTo>
                  <a:lnTo>
                    <a:pt x="650438" y="650437"/>
                  </a:lnTo>
                  <a:lnTo>
                    <a:pt x="325219" y="0"/>
                  </a:lnTo>
                  <a:close/>
                </a:path>
              </a:pathLst>
            </a:custGeom>
            <a:solidFill>
              <a:srgbClr val="D0D8E8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11F37C95-A020-69AD-E9AB-7F4E43D18037}"/>
                </a:ext>
              </a:extLst>
            </p:cNvPr>
            <p:cNvSpPr/>
            <p:nvPr/>
          </p:nvSpPr>
          <p:spPr>
            <a:xfrm>
              <a:off x="6023315" y="4153558"/>
              <a:ext cx="650875" cy="650875"/>
            </a:xfrm>
            <a:custGeom>
              <a:avLst/>
              <a:gdLst/>
              <a:ahLst/>
              <a:cxnLst/>
              <a:rect l="l" t="t" r="r" b="b"/>
              <a:pathLst>
                <a:path w="650875" h="650875">
                  <a:moveTo>
                    <a:pt x="0" y="650438"/>
                  </a:moveTo>
                  <a:lnTo>
                    <a:pt x="325219" y="0"/>
                  </a:lnTo>
                  <a:lnTo>
                    <a:pt x="650438" y="650438"/>
                  </a:lnTo>
                  <a:lnTo>
                    <a:pt x="0" y="650438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40B76ED9-B02A-6ADE-3184-B4FF0D31FDE9}"/>
                </a:ext>
              </a:extLst>
            </p:cNvPr>
            <p:cNvSpPr/>
            <p:nvPr/>
          </p:nvSpPr>
          <p:spPr>
            <a:xfrm>
              <a:off x="4391858" y="3739013"/>
              <a:ext cx="3913504" cy="544830"/>
            </a:xfrm>
            <a:custGeom>
              <a:avLst/>
              <a:gdLst/>
              <a:ahLst/>
              <a:cxnLst/>
              <a:rect l="l" t="t" r="r" b="b"/>
              <a:pathLst>
                <a:path w="3913504" h="544829">
                  <a:moveTo>
                    <a:pt x="3894311" y="0"/>
                  </a:moveTo>
                  <a:lnTo>
                    <a:pt x="0" y="272316"/>
                  </a:lnTo>
                  <a:lnTo>
                    <a:pt x="19041" y="544632"/>
                  </a:lnTo>
                  <a:lnTo>
                    <a:pt x="3913353" y="272315"/>
                  </a:lnTo>
                  <a:lnTo>
                    <a:pt x="3894311" y="0"/>
                  </a:lnTo>
                  <a:close/>
                </a:path>
              </a:pathLst>
            </a:custGeom>
            <a:solidFill>
              <a:srgbClr val="D0D8E8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B8CC3DDC-35F1-405D-29ED-EB8061BBFD31}"/>
                </a:ext>
              </a:extLst>
            </p:cNvPr>
            <p:cNvSpPr/>
            <p:nvPr/>
          </p:nvSpPr>
          <p:spPr>
            <a:xfrm>
              <a:off x="4391858" y="3739012"/>
              <a:ext cx="3913504" cy="544830"/>
            </a:xfrm>
            <a:custGeom>
              <a:avLst/>
              <a:gdLst/>
              <a:ahLst/>
              <a:cxnLst/>
              <a:rect l="l" t="t" r="r" b="b"/>
              <a:pathLst>
                <a:path w="3913504" h="544829">
                  <a:moveTo>
                    <a:pt x="0" y="272316"/>
                  </a:moveTo>
                  <a:lnTo>
                    <a:pt x="3894312" y="0"/>
                  </a:lnTo>
                  <a:lnTo>
                    <a:pt x="3913354" y="272316"/>
                  </a:lnTo>
                  <a:lnTo>
                    <a:pt x="19042" y="544632"/>
                  </a:lnTo>
                  <a:lnTo>
                    <a:pt x="0" y="272316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E2D018A8-0652-45BA-C339-F2D5B786FCE5}"/>
                </a:ext>
              </a:extLst>
            </p:cNvPr>
            <p:cNvSpPr/>
            <p:nvPr/>
          </p:nvSpPr>
          <p:spPr>
            <a:xfrm>
              <a:off x="4383975" y="3147311"/>
              <a:ext cx="1588135" cy="815975"/>
            </a:xfrm>
            <a:custGeom>
              <a:avLst/>
              <a:gdLst/>
              <a:ahLst/>
              <a:cxnLst/>
              <a:rect l="l" t="t" r="r" b="b"/>
              <a:pathLst>
                <a:path w="1588135" h="815975">
                  <a:moveTo>
                    <a:pt x="1424703" y="0"/>
                  </a:moveTo>
                  <a:lnTo>
                    <a:pt x="112217" y="91777"/>
                  </a:lnTo>
                  <a:lnTo>
                    <a:pt x="65916" y="104543"/>
                  </a:lnTo>
                  <a:lnTo>
                    <a:pt x="29372" y="133082"/>
                  </a:lnTo>
                  <a:lnTo>
                    <a:pt x="6197" y="173241"/>
                  </a:lnTo>
                  <a:lnTo>
                    <a:pt x="0" y="220868"/>
                  </a:lnTo>
                  <a:lnTo>
                    <a:pt x="33747" y="703470"/>
                  </a:lnTo>
                  <a:lnTo>
                    <a:pt x="46512" y="749771"/>
                  </a:lnTo>
                  <a:lnTo>
                    <a:pt x="75051" y="786314"/>
                  </a:lnTo>
                  <a:lnTo>
                    <a:pt x="115210" y="809490"/>
                  </a:lnTo>
                  <a:lnTo>
                    <a:pt x="162838" y="815687"/>
                  </a:lnTo>
                  <a:lnTo>
                    <a:pt x="1475324" y="723910"/>
                  </a:lnTo>
                  <a:lnTo>
                    <a:pt x="1521625" y="711144"/>
                  </a:lnTo>
                  <a:lnTo>
                    <a:pt x="1558167" y="682605"/>
                  </a:lnTo>
                  <a:lnTo>
                    <a:pt x="1581343" y="642446"/>
                  </a:lnTo>
                  <a:lnTo>
                    <a:pt x="1587540" y="594819"/>
                  </a:lnTo>
                  <a:lnTo>
                    <a:pt x="1553794" y="112217"/>
                  </a:lnTo>
                  <a:lnTo>
                    <a:pt x="1541028" y="65916"/>
                  </a:lnTo>
                  <a:lnTo>
                    <a:pt x="1512489" y="29372"/>
                  </a:lnTo>
                  <a:lnTo>
                    <a:pt x="1472330" y="6197"/>
                  </a:lnTo>
                  <a:lnTo>
                    <a:pt x="1424703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EE1ABDE2-7DFF-1BE6-5B64-7D0C2FB7F5D8}"/>
                </a:ext>
              </a:extLst>
            </p:cNvPr>
            <p:cNvSpPr/>
            <p:nvPr/>
          </p:nvSpPr>
          <p:spPr>
            <a:xfrm>
              <a:off x="4383975" y="3147312"/>
              <a:ext cx="1588135" cy="815975"/>
            </a:xfrm>
            <a:custGeom>
              <a:avLst/>
              <a:gdLst/>
              <a:ahLst/>
              <a:cxnLst/>
              <a:rect l="l" t="t" r="r" b="b"/>
              <a:pathLst>
                <a:path w="1588135" h="815975">
                  <a:moveTo>
                    <a:pt x="0" y="220868"/>
                  </a:moveTo>
                  <a:lnTo>
                    <a:pt x="6197" y="173241"/>
                  </a:lnTo>
                  <a:lnTo>
                    <a:pt x="29372" y="133082"/>
                  </a:lnTo>
                  <a:lnTo>
                    <a:pt x="65915" y="104543"/>
                  </a:lnTo>
                  <a:lnTo>
                    <a:pt x="112216" y="91778"/>
                  </a:lnTo>
                  <a:lnTo>
                    <a:pt x="1424703" y="0"/>
                  </a:lnTo>
                  <a:lnTo>
                    <a:pt x="1472330" y="6197"/>
                  </a:lnTo>
                  <a:lnTo>
                    <a:pt x="1512489" y="29372"/>
                  </a:lnTo>
                  <a:lnTo>
                    <a:pt x="1541028" y="65915"/>
                  </a:lnTo>
                  <a:lnTo>
                    <a:pt x="1553793" y="112216"/>
                  </a:lnTo>
                  <a:lnTo>
                    <a:pt x="1587540" y="594818"/>
                  </a:lnTo>
                  <a:lnTo>
                    <a:pt x="1581343" y="642445"/>
                  </a:lnTo>
                  <a:lnTo>
                    <a:pt x="1558167" y="682604"/>
                  </a:lnTo>
                  <a:lnTo>
                    <a:pt x="1521624" y="711143"/>
                  </a:lnTo>
                  <a:lnTo>
                    <a:pt x="1475324" y="723909"/>
                  </a:lnTo>
                  <a:lnTo>
                    <a:pt x="162837" y="815687"/>
                  </a:lnTo>
                  <a:lnTo>
                    <a:pt x="115210" y="809489"/>
                  </a:lnTo>
                  <a:lnTo>
                    <a:pt x="75051" y="786314"/>
                  </a:lnTo>
                  <a:lnTo>
                    <a:pt x="46512" y="749771"/>
                  </a:lnTo>
                  <a:lnTo>
                    <a:pt x="33746" y="703470"/>
                  </a:lnTo>
                  <a:lnTo>
                    <a:pt x="0" y="220868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>
            <a:extLst>
              <a:ext uri="{FF2B5EF4-FFF2-40B4-BE49-F238E27FC236}">
                <a16:creationId xmlns:a16="http://schemas.microsoft.com/office/drawing/2014/main" id="{3133DC4A-B67B-0E56-1D62-E1FC5D037A69}"/>
              </a:ext>
            </a:extLst>
          </p:cNvPr>
          <p:cNvGrpSpPr/>
          <p:nvPr/>
        </p:nvGrpSpPr>
        <p:grpSpPr>
          <a:xfrm>
            <a:off x="4427882" y="455042"/>
            <a:ext cx="1586865" cy="892810"/>
            <a:chOff x="4427882" y="455042"/>
            <a:chExt cx="1586865" cy="892810"/>
          </a:xfrm>
        </p:grpSpPr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34067D75-0A9F-3C61-C773-6D5BCEEDC922}"/>
                </a:ext>
              </a:extLst>
            </p:cNvPr>
            <p:cNvSpPr/>
            <p:nvPr/>
          </p:nvSpPr>
          <p:spPr>
            <a:xfrm>
              <a:off x="4440582" y="467742"/>
              <a:ext cx="1561465" cy="867410"/>
            </a:xfrm>
            <a:custGeom>
              <a:avLst/>
              <a:gdLst/>
              <a:ahLst/>
              <a:cxnLst/>
              <a:rect l="l" t="t" r="r" b="b"/>
              <a:pathLst>
                <a:path w="1561464" h="867410">
                  <a:moveTo>
                    <a:pt x="1474326" y="0"/>
                  </a:moveTo>
                  <a:lnTo>
                    <a:pt x="86724" y="0"/>
                  </a:lnTo>
                  <a:lnTo>
                    <a:pt x="52967" y="6815"/>
                  </a:lnTo>
                  <a:lnTo>
                    <a:pt x="25400" y="25400"/>
                  </a:lnTo>
                  <a:lnTo>
                    <a:pt x="6815" y="52967"/>
                  </a:lnTo>
                  <a:lnTo>
                    <a:pt x="0" y="86724"/>
                  </a:lnTo>
                  <a:lnTo>
                    <a:pt x="0" y="780525"/>
                  </a:lnTo>
                  <a:lnTo>
                    <a:pt x="6815" y="814282"/>
                  </a:lnTo>
                  <a:lnTo>
                    <a:pt x="25400" y="841849"/>
                  </a:lnTo>
                  <a:lnTo>
                    <a:pt x="52967" y="860435"/>
                  </a:lnTo>
                  <a:lnTo>
                    <a:pt x="86724" y="867251"/>
                  </a:lnTo>
                  <a:lnTo>
                    <a:pt x="1474326" y="867251"/>
                  </a:lnTo>
                  <a:lnTo>
                    <a:pt x="1508083" y="860435"/>
                  </a:lnTo>
                  <a:lnTo>
                    <a:pt x="1535650" y="841849"/>
                  </a:lnTo>
                  <a:lnTo>
                    <a:pt x="1554236" y="814282"/>
                  </a:lnTo>
                  <a:lnTo>
                    <a:pt x="1561052" y="780525"/>
                  </a:lnTo>
                  <a:lnTo>
                    <a:pt x="1561052" y="86724"/>
                  </a:lnTo>
                  <a:lnTo>
                    <a:pt x="1554236" y="52967"/>
                  </a:lnTo>
                  <a:lnTo>
                    <a:pt x="1535650" y="25400"/>
                  </a:lnTo>
                  <a:lnTo>
                    <a:pt x="1508083" y="6815"/>
                  </a:lnTo>
                  <a:lnTo>
                    <a:pt x="1474326" y="0"/>
                  </a:lnTo>
                  <a:close/>
                </a:path>
              </a:pathLst>
            </a:custGeom>
            <a:solidFill>
              <a:srgbClr val="D7E4BD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1A743A8F-ED1C-2F6F-4379-DCDECEC58C2C}"/>
                </a:ext>
              </a:extLst>
            </p:cNvPr>
            <p:cNvSpPr/>
            <p:nvPr/>
          </p:nvSpPr>
          <p:spPr>
            <a:xfrm>
              <a:off x="4440582" y="467742"/>
              <a:ext cx="1561465" cy="867410"/>
            </a:xfrm>
            <a:custGeom>
              <a:avLst/>
              <a:gdLst/>
              <a:ahLst/>
              <a:cxnLst/>
              <a:rect l="l" t="t" r="r" b="b"/>
              <a:pathLst>
                <a:path w="1561464" h="867410">
                  <a:moveTo>
                    <a:pt x="0" y="86725"/>
                  </a:moveTo>
                  <a:lnTo>
                    <a:pt x="6815" y="52967"/>
                  </a:lnTo>
                  <a:lnTo>
                    <a:pt x="25401" y="25401"/>
                  </a:lnTo>
                  <a:lnTo>
                    <a:pt x="52967" y="6815"/>
                  </a:lnTo>
                  <a:lnTo>
                    <a:pt x="86725" y="0"/>
                  </a:lnTo>
                  <a:lnTo>
                    <a:pt x="1474327" y="0"/>
                  </a:lnTo>
                  <a:lnTo>
                    <a:pt x="1508084" y="6815"/>
                  </a:lnTo>
                  <a:lnTo>
                    <a:pt x="1535650" y="25401"/>
                  </a:lnTo>
                  <a:lnTo>
                    <a:pt x="1554236" y="52967"/>
                  </a:lnTo>
                  <a:lnTo>
                    <a:pt x="1561052" y="86725"/>
                  </a:lnTo>
                  <a:lnTo>
                    <a:pt x="1561052" y="780525"/>
                  </a:lnTo>
                  <a:lnTo>
                    <a:pt x="1554236" y="814283"/>
                  </a:lnTo>
                  <a:lnTo>
                    <a:pt x="1535650" y="841849"/>
                  </a:lnTo>
                  <a:lnTo>
                    <a:pt x="1508084" y="860435"/>
                  </a:lnTo>
                  <a:lnTo>
                    <a:pt x="1474327" y="867251"/>
                  </a:lnTo>
                  <a:lnTo>
                    <a:pt x="86725" y="867251"/>
                  </a:lnTo>
                  <a:lnTo>
                    <a:pt x="52967" y="860435"/>
                  </a:lnTo>
                  <a:lnTo>
                    <a:pt x="25401" y="841849"/>
                  </a:lnTo>
                  <a:lnTo>
                    <a:pt x="6815" y="814283"/>
                  </a:lnTo>
                  <a:lnTo>
                    <a:pt x="0" y="780525"/>
                  </a:lnTo>
                  <a:lnTo>
                    <a:pt x="0" y="86725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>
            <a:extLst>
              <a:ext uri="{FF2B5EF4-FFF2-40B4-BE49-F238E27FC236}">
                <a16:creationId xmlns:a16="http://schemas.microsoft.com/office/drawing/2014/main" id="{4907A7CF-0528-AAEE-A73A-918DD193E68A}"/>
              </a:ext>
            </a:extLst>
          </p:cNvPr>
          <p:cNvSpPr txBox="1"/>
          <p:nvPr/>
        </p:nvSpPr>
        <p:spPr>
          <a:xfrm>
            <a:off x="4853570" y="670051"/>
            <a:ext cx="7353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35" dirty="0">
                <a:latin typeface="Arial"/>
                <a:cs typeface="Arial"/>
              </a:rPr>
              <a:t>Datos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6" name="object 16">
            <a:extLst>
              <a:ext uri="{FF2B5EF4-FFF2-40B4-BE49-F238E27FC236}">
                <a16:creationId xmlns:a16="http://schemas.microsoft.com/office/drawing/2014/main" id="{09FEF617-D17E-0C4A-3291-4ACBC282BA19}"/>
              </a:ext>
            </a:extLst>
          </p:cNvPr>
          <p:cNvGrpSpPr/>
          <p:nvPr/>
        </p:nvGrpSpPr>
        <p:grpSpPr>
          <a:xfrm>
            <a:off x="6682736" y="455042"/>
            <a:ext cx="1586865" cy="892810"/>
            <a:chOff x="6682736" y="455042"/>
            <a:chExt cx="1586865" cy="892810"/>
          </a:xfrm>
        </p:grpSpPr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22E45931-349E-BDD9-AAF5-E48FAD1378A6}"/>
                </a:ext>
              </a:extLst>
            </p:cNvPr>
            <p:cNvSpPr/>
            <p:nvPr/>
          </p:nvSpPr>
          <p:spPr>
            <a:xfrm>
              <a:off x="6695436" y="467742"/>
              <a:ext cx="1561465" cy="867410"/>
            </a:xfrm>
            <a:custGeom>
              <a:avLst/>
              <a:gdLst/>
              <a:ahLst/>
              <a:cxnLst/>
              <a:rect l="l" t="t" r="r" b="b"/>
              <a:pathLst>
                <a:path w="1561465" h="867410">
                  <a:moveTo>
                    <a:pt x="1474326" y="0"/>
                  </a:moveTo>
                  <a:lnTo>
                    <a:pt x="86724" y="0"/>
                  </a:lnTo>
                  <a:lnTo>
                    <a:pt x="52967" y="6815"/>
                  </a:lnTo>
                  <a:lnTo>
                    <a:pt x="25400" y="25400"/>
                  </a:lnTo>
                  <a:lnTo>
                    <a:pt x="6815" y="52967"/>
                  </a:lnTo>
                  <a:lnTo>
                    <a:pt x="0" y="86724"/>
                  </a:lnTo>
                  <a:lnTo>
                    <a:pt x="0" y="780525"/>
                  </a:lnTo>
                  <a:lnTo>
                    <a:pt x="6815" y="814282"/>
                  </a:lnTo>
                  <a:lnTo>
                    <a:pt x="25400" y="841849"/>
                  </a:lnTo>
                  <a:lnTo>
                    <a:pt x="52967" y="860435"/>
                  </a:lnTo>
                  <a:lnTo>
                    <a:pt x="86724" y="867251"/>
                  </a:lnTo>
                  <a:lnTo>
                    <a:pt x="1474326" y="867251"/>
                  </a:lnTo>
                  <a:lnTo>
                    <a:pt x="1508083" y="860435"/>
                  </a:lnTo>
                  <a:lnTo>
                    <a:pt x="1535650" y="841849"/>
                  </a:lnTo>
                  <a:lnTo>
                    <a:pt x="1554235" y="814282"/>
                  </a:lnTo>
                  <a:lnTo>
                    <a:pt x="1561050" y="780525"/>
                  </a:lnTo>
                  <a:lnTo>
                    <a:pt x="1561050" y="86724"/>
                  </a:lnTo>
                  <a:lnTo>
                    <a:pt x="1554235" y="52967"/>
                  </a:lnTo>
                  <a:lnTo>
                    <a:pt x="1535650" y="25400"/>
                  </a:lnTo>
                  <a:lnTo>
                    <a:pt x="1508083" y="6815"/>
                  </a:lnTo>
                  <a:lnTo>
                    <a:pt x="1474326" y="0"/>
                  </a:lnTo>
                  <a:close/>
                </a:path>
              </a:pathLst>
            </a:custGeom>
            <a:solidFill>
              <a:srgbClr val="D7E4BD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CBDF09AD-72D9-22C4-5ED2-91AB93A1BA57}"/>
                </a:ext>
              </a:extLst>
            </p:cNvPr>
            <p:cNvSpPr/>
            <p:nvPr/>
          </p:nvSpPr>
          <p:spPr>
            <a:xfrm>
              <a:off x="6695436" y="467742"/>
              <a:ext cx="1561465" cy="867410"/>
            </a:xfrm>
            <a:custGeom>
              <a:avLst/>
              <a:gdLst/>
              <a:ahLst/>
              <a:cxnLst/>
              <a:rect l="l" t="t" r="r" b="b"/>
              <a:pathLst>
                <a:path w="1561465" h="867410">
                  <a:moveTo>
                    <a:pt x="0" y="86725"/>
                  </a:moveTo>
                  <a:lnTo>
                    <a:pt x="6815" y="52967"/>
                  </a:lnTo>
                  <a:lnTo>
                    <a:pt x="25401" y="25401"/>
                  </a:lnTo>
                  <a:lnTo>
                    <a:pt x="52967" y="6815"/>
                  </a:lnTo>
                  <a:lnTo>
                    <a:pt x="86725" y="0"/>
                  </a:lnTo>
                  <a:lnTo>
                    <a:pt x="1474327" y="0"/>
                  </a:lnTo>
                  <a:lnTo>
                    <a:pt x="1508084" y="6815"/>
                  </a:lnTo>
                  <a:lnTo>
                    <a:pt x="1535650" y="25401"/>
                  </a:lnTo>
                  <a:lnTo>
                    <a:pt x="1554236" y="52967"/>
                  </a:lnTo>
                  <a:lnTo>
                    <a:pt x="1561052" y="86725"/>
                  </a:lnTo>
                  <a:lnTo>
                    <a:pt x="1561052" y="780525"/>
                  </a:lnTo>
                  <a:lnTo>
                    <a:pt x="1554236" y="814283"/>
                  </a:lnTo>
                  <a:lnTo>
                    <a:pt x="1535650" y="841849"/>
                  </a:lnTo>
                  <a:lnTo>
                    <a:pt x="1508084" y="860435"/>
                  </a:lnTo>
                  <a:lnTo>
                    <a:pt x="1474327" y="867251"/>
                  </a:lnTo>
                  <a:lnTo>
                    <a:pt x="86725" y="867251"/>
                  </a:lnTo>
                  <a:lnTo>
                    <a:pt x="52967" y="860435"/>
                  </a:lnTo>
                  <a:lnTo>
                    <a:pt x="25401" y="841849"/>
                  </a:lnTo>
                  <a:lnTo>
                    <a:pt x="6815" y="814283"/>
                  </a:lnTo>
                  <a:lnTo>
                    <a:pt x="0" y="780525"/>
                  </a:lnTo>
                  <a:lnTo>
                    <a:pt x="0" y="86725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>
            <a:extLst>
              <a:ext uri="{FF2B5EF4-FFF2-40B4-BE49-F238E27FC236}">
                <a16:creationId xmlns:a16="http://schemas.microsoft.com/office/drawing/2014/main" id="{8931D224-0EA1-A320-1913-B35E7B7A97EC}"/>
              </a:ext>
            </a:extLst>
          </p:cNvPr>
          <p:cNvSpPr txBox="1"/>
          <p:nvPr/>
        </p:nvSpPr>
        <p:spPr>
          <a:xfrm>
            <a:off x="6806797" y="670051"/>
            <a:ext cx="13385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55" dirty="0">
                <a:latin typeface="Arial"/>
                <a:cs typeface="Arial"/>
              </a:rPr>
              <a:t>Tecnología</a:t>
            </a:r>
            <a:endParaRPr sz="2400">
              <a:latin typeface="Arial"/>
              <a:cs typeface="Arial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B85C718D-EDFF-3FA6-9A40-7E58FFEB3CB3}"/>
              </a:ext>
            </a:extLst>
          </p:cNvPr>
          <p:cNvSpPr txBox="1"/>
          <p:nvPr/>
        </p:nvSpPr>
        <p:spPr>
          <a:xfrm rot="21420000">
            <a:off x="4768102" y="3375109"/>
            <a:ext cx="80660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sz="1400" spc="-90" dirty="0">
                <a:solidFill>
                  <a:srgbClr val="FFFFFF"/>
                </a:solidFill>
                <a:latin typeface="Arial"/>
                <a:cs typeface="Arial"/>
              </a:rPr>
              <a:t>Gen</a:t>
            </a:r>
            <a:r>
              <a:rPr sz="2100" spc="-135" baseline="1984" dirty="0">
                <a:solidFill>
                  <a:srgbClr val="FFFFFF"/>
                </a:solidFill>
                <a:latin typeface="Arial"/>
                <a:cs typeface="Arial"/>
              </a:rPr>
              <a:t>erad</a:t>
            </a:r>
            <a:r>
              <a:rPr sz="2100" spc="-135" baseline="3968" dirty="0">
                <a:solidFill>
                  <a:srgbClr val="FFFFFF"/>
                </a:solidFill>
                <a:latin typeface="Arial"/>
                <a:cs typeface="Arial"/>
              </a:rPr>
              <a:t>os</a:t>
            </a:r>
            <a:endParaRPr sz="2100" baseline="3968">
              <a:latin typeface="Arial"/>
              <a:cs typeface="Arial"/>
            </a:endParaRPr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9231A050-8F66-FC9B-818E-EB28927630B5}"/>
              </a:ext>
            </a:extLst>
          </p:cNvPr>
          <p:cNvSpPr txBox="1"/>
          <p:nvPr/>
        </p:nvSpPr>
        <p:spPr>
          <a:xfrm rot="21420000">
            <a:off x="4509125" y="3568541"/>
            <a:ext cx="1350966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sz="1400" spc="-60" dirty="0">
                <a:solidFill>
                  <a:srgbClr val="FFFFFF"/>
                </a:solidFill>
                <a:latin typeface="Arial"/>
                <a:cs typeface="Arial"/>
              </a:rPr>
              <a:t>exp</a:t>
            </a:r>
            <a:r>
              <a:rPr sz="2100" spc="-89" baseline="1984" dirty="0">
                <a:solidFill>
                  <a:srgbClr val="FFFFFF"/>
                </a:solidFill>
                <a:latin typeface="Arial"/>
                <a:cs typeface="Arial"/>
              </a:rPr>
              <a:t>onen</a:t>
            </a:r>
            <a:r>
              <a:rPr sz="2100" spc="-89" baseline="3968" dirty="0">
                <a:solidFill>
                  <a:srgbClr val="FFFFFF"/>
                </a:solidFill>
                <a:latin typeface="Arial"/>
                <a:cs typeface="Arial"/>
              </a:rPr>
              <a:t>cialm</a:t>
            </a:r>
            <a:r>
              <a:rPr sz="2100" spc="-89" baseline="5952" dirty="0">
                <a:solidFill>
                  <a:srgbClr val="FFFFFF"/>
                </a:solidFill>
                <a:latin typeface="Arial"/>
                <a:cs typeface="Arial"/>
              </a:rPr>
              <a:t>ente</a:t>
            </a:r>
            <a:endParaRPr sz="2100" baseline="5952" dirty="0">
              <a:latin typeface="Arial"/>
              <a:cs typeface="Arial"/>
            </a:endParaRPr>
          </a:p>
        </p:txBody>
      </p:sp>
      <p:grpSp>
        <p:nvGrpSpPr>
          <p:cNvPr id="22" name="object 22">
            <a:extLst>
              <a:ext uri="{FF2B5EF4-FFF2-40B4-BE49-F238E27FC236}">
                <a16:creationId xmlns:a16="http://schemas.microsoft.com/office/drawing/2014/main" id="{D69C622B-7C71-FCC5-8589-D04CD8395366}"/>
              </a:ext>
            </a:extLst>
          </p:cNvPr>
          <p:cNvGrpSpPr/>
          <p:nvPr/>
        </p:nvGrpSpPr>
        <p:grpSpPr>
          <a:xfrm>
            <a:off x="4314904" y="2354085"/>
            <a:ext cx="1613535" cy="841375"/>
            <a:chOff x="4314904" y="2354085"/>
            <a:chExt cx="1613535" cy="841375"/>
          </a:xfrm>
        </p:grpSpPr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065AF679-95FA-90CA-0801-85313E00BCEA}"/>
                </a:ext>
              </a:extLst>
            </p:cNvPr>
            <p:cNvSpPr/>
            <p:nvPr/>
          </p:nvSpPr>
          <p:spPr>
            <a:xfrm>
              <a:off x="4327605" y="2366785"/>
              <a:ext cx="1588135" cy="815975"/>
            </a:xfrm>
            <a:custGeom>
              <a:avLst/>
              <a:gdLst/>
              <a:ahLst/>
              <a:cxnLst/>
              <a:rect l="l" t="t" r="r" b="b"/>
              <a:pathLst>
                <a:path w="1588135" h="815975">
                  <a:moveTo>
                    <a:pt x="1424702" y="0"/>
                  </a:moveTo>
                  <a:lnTo>
                    <a:pt x="112215" y="91777"/>
                  </a:lnTo>
                  <a:lnTo>
                    <a:pt x="65915" y="104543"/>
                  </a:lnTo>
                  <a:lnTo>
                    <a:pt x="29372" y="133082"/>
                  </a:lnTo>
                  <a:lnTo>
                    <a:pt x="6197" y="173241"/>
                  </a:lnTo>
                  <a:lnTo>
                    <a:pt x="0" y="220868"/>
                  </a:lnTo>
                  <a:lnTo>
                    <a:pt x="33746" y="703470"/>
                  </a:lnTo>
                  <a:lnTo>
                    <a:pt x="46511" y="749771"/>
                  </a:lnTo>
                  <a:lnTo>
                    <a:pt x="75050" y="786313"/>
                  </a:lnTo>
                  <a:lnTo>
                    <a:pt x="115209" y="809489"/>
                  </a:lnTo>
                  <a:lnTo>
                    <a:pt x="162836" y="815686"/>
                  </a:lnTo>
                  <a:lnTo>
                    <a:pt x="1475323" y="723908"/>
                  </a:lnTo>
                  <a:lnTo>
                    <a:pt x="1521624" y="711143"/>
                  </a:lnTo>
                  <a:lnTo>
                    <a:pt x="1558167" y="682604"/>
                  </a:lnTo>
                  <a:lnTo>
                    <a:pt x="1581343" y="642445"/>
                  </a:lnTo>
                  <a:lnTo>
                    <a:pt x="1587540" y="594818"/>
                  </a:lnTo>
                  <a:lnTo>
                    <a:pt x="1553792" y="112215"/>
                  </a:lnTo>
                  <a:lnTo>
                    <a:pt x="1541027" y="65915"/>
                  </a:lnTo>
                  <a:lnTo>
                    <a:pt x="1512488" y="29372"/>
                  </a:lnTo>
                  <a:lnTo>
                    <a:pt x="1472329" y="6197"/>
                  </a:lnTo>
                  <a:lnTo>
                    <a:pt x="1424702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A5F19E48-8B82-5E1C-C4AC-D785D07779CC}"/>
                </a:ext>
              </a:extLst>
            </p:cNvPr>
            <p:cNvSpPr/>
            <p:nvPr/>
          </p:nvSpPr>
          <p:spPr>
            <a:xfrm>
              <a:off x="4327604" y="2366785"/>
              <a:ext cx="1588135" cy="815975"/>
            </a:xfrm>
            <a:custGeom>
              <a:avLst/>
              <a:gdLst/>
              <a:ahLst/>
              <a:cxnLst/>
              <a:rect l="l" t="t" r="r" b="b"/>
              <a:pathLst>
                <a:path w="1588135" h="815975">
                  <a:moveTo>
                    <a:pt x="0" y="220868"/>
                  </a:moveTo>
                  <a:lnTo>
                    <a:pt x="6197" y="173241"/>
                  </a:lnTo>
                  <a:lnTo>
                    <a:pt x="29372" y="133082"/>
                  </a:lnTo>
                  <a:lnTo>
                    <a:pt x="65915" y="104543"/>
                  </a:lnTo>
                  <a:lnTo>
                    <a:pt x="112216" y="91778"/>
                  </a:lnTo>
                  <a:lnTo>
                    <a:pt x="1424703" y="0"/>
                  </a:lnTo>
                  <a:lnTo>
                    <a:pt x="1472330" y="6197"/>
                  </a:lnTo>
                  <a:lnTo>
                    <a:pt x="1512489" y="29372"/>
                  </a:lnTo>
                  <a:lnTo>
                    <a:pt x="1541028" y="65915"/>
                  </a:lnTo>
                  <a:lnTo>
                    <a:pt x="1553793" y="112216"/>
                  </a:lnTo>
                  <a:lnTo>
                    <a:pt x="1587540" y="594818"/>
                  </a:lnTo>
                  <a:lnTo>
                    <a:pt x="1581343" y="642445"/>
                  </a:lnTo>
                  <a:lnTo>
                    <a:pt x="1558167" y="682604"/>
                  </a:lnTo>
                  <a:lnTo>
                    <a:pt x="1521624" y="711143"/>
                  </a:lnTo>
                  <a:lnTo>
                    <a:pt x="1475324" y="723909"/>
                  </a:lnTo>
                  <a:lnTo>
                    <a:pt x="162837" y="815687"/>
                  </a:lnTo>
                  <a:lnTo>
                    <a:pt x="115210" y="809489"/>
                  </a:lnTo>
                  <a:lnTo>
                    <a:pt x="75051" y="786314"/>
                  </a:lnTo>
                  <a:lnTo>
                    <a:pt x="46512" y="749771"/>
                  </a:lnTo>
                  <a:lnTo>
                    <a:pt x="33746" y="703470"/>
                  </a:lnTo>
                  <a:lnTo>
                    <a:pt x="0" y="220868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>
            <a:extLst>
              <a:ext uri="{FF2B5EF4-FFF2-40B4-BE49-F238E27FC236}">
                <a16:creationId xmlns:a16="http://schemas.microsoft.com/office/drawing/2014/main" id="{267F37F1-1B47-64E7-724B-8C6EB3E74B06}"/>
              </a:ext>
            </a:extLst>
          </p:cNvPr>
          <p:cNvSpPr txBox="1"/>
          <p:nvPr/>
        </p:nvSpPr>
        <p:spPr>
          <a:xfrm rot="21420000">
            <a:off x="4619407" y="2595156"/>
            <a:ext cx="991433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sz="1400" spc="-165" dirty="0">
                <a:solidFill>
                  <a:srgbClr val="FFFFFF"/>
                </a:solidFill>
                <a:latin typeface="Arial"/>
                <a:cs typeface="Arial"/>
              </a:rPr>
              <a:t>Cad</a:t>
            </a:r>
            <a:r>
              <a:rPr sz="2100" spc="-247" baseline="1984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100" spc="-112" baseline="198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spc="-209" baseline="1984" dirty="0">
                <a:solidFill>
                  <a:srgbClr val="FFFFFF"/>
                </a:solidFill>
                <a:latin typeface="Arial"/>
                <a:cs typeface="Arial"/>
              </a:rPr>
              <a:t>ve</a:t>
            </a:r>
            <a:r>
              <a:rPr sz="2100" spc="-209" baseline="3968" dirty="0">
                <a:solidFill>
                  <a:srgbClr val="FFFFFF"/>
                </a:solidFill>
                <a:latin typeface="Arial"/>
                <a:cs typeface="Arial"/>
              </a:rPr>
              <a:t>z</a:t>
            </a:r>
            <a:r>
              <a:rPr sz="2100" spc="-112" baseline="396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spc="-44" baseline="3968" dirty="0">
                <a:solidFill>
                  <a:srgbClr val="FFFFFF"/>
                </a:solidFill>
                <a:latin typeface="Arial"/>
                <a:cs typeface="Arial"/>
              </a:rPr>
              <a:t>más</a:t>
            </a:r>
            <a:endParaRPr sz="2100" baseline="3968">
              <a:latin typeface="Arial"/>
              <a:cs typeface="Arial"/>
            </a:endParaRPr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617B6FE8-777B-5C4C-B46D-9D2189BF5D2B}"/>
              </a:ext>
            </a:extLst>
          </p:cNvPr>
          <p:cNvSpPr txBox="1"/>
          <p:nvPr/>
        </p:nvSpPr>
        <p:spPr>
          <a:xfrm rot="21420000">
            <a:off x="4841298" y="2785052"/>
            <a:ext cx="573711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sz="1400" spc="-65" dirty="0">
                <a:solidFill>
                  <a:srgbClr val="FFFFFF"/>
                </a:solidFill>
                <a:latin typeface="Arial"/>
                <a:cs typeface="Arial"/>
              </a:rPr>
              <a:t>bar</a:t>
            </a:r>
            <a:r>
              <a:rPr sz="2100" spc="-97" baseline="1984" dirty="0">
                <a:solidFill>
                  <a:srgbClr val="FFFFFF"/>
                </a:solidFill>
                <a:latin typeface="Arial"/>
                <a:cs typeface="Arial"/>
              </a:rPr>
              <a:t>atos</a:t>
            </a:r>
            <a:endParaRPr sz="2100" baseline="1984">
              <a:latin typeface="Arial"/>
              <a:cs typeface="Arial"/>
            </a:endParaRPr>
          </a:p>
        </p:txBody>
      </p:sp>
      <p:grpSp>
        <p:nvGrpSpPr>
          <p:cNvPr id="27" name="object 27">
            <a:extLst>
              <a:ext uri="{FF2B5EF4-FFF2-40B4-BE49-F238E27FC236}">
                <a16:creationId xmlns:a16="http://schemas.microsoft.com/office/drawing/2014/main" id="{0D7A6F54-8899-B2D2-C229-EF79FB97A8AD}"/>
              </a:ext>
            </a:extLst>
          </p:cNvPr>
          <p:cNvGrpSpPr/>
          <p:nvPr/>
        </p:nvGrpSpPr>
        <p:grpSpPr>
          <a:xfrm>
            <a:off x="6604447" y="2978506"/>
            <a:ext cx="1613535" cy="841375"/>
            <a:chOff x="6604447" y="2978506"/>
            <a:chExt cx="1613535" cy="841375"/>
          </a:xfrm>
        </p:grpSpPr>
        <p:sp>
          <p:nvSpPr>
            <p:cNvPr id="28" name="object 28">
              <a:extLst>
                <a:ext uri="{FF2B5EF4-FFF2-40B4-BE49-F238E27FC236}">
                  <a16:creationId xmlns:a16="http://schemas.microsoft.com/office/drawing/2014/main" id="{BAAEB0DF-187B-2776-C01A-7135A12AD794}"/>
                </a:ext>
              </a:extLst>
            </p:cNvPr>
            <p:cNvSpPr/>
            <p:nvPr/>
          </p:nvSpPr>
          <p:spPr>
            <a:xfrm>
              <a:off x="6617146" y="2991206"/>
              <a:ext cx="1588135" cy="815975"/>
            </a:xfrm>
            <a:custGeom>
              <a:avLst/>
              <a:gdLst/>
              <a:ahLst/>
              <a:cxnLst/>
              <a:rect l="l" t="t" r="r" b="b"/>
              <a:pathLst>
                <a:path w="1588134" h="815975">
                  <a:moveTo>
                    <a:pt x="1424703" y="0"/>
                  </a:moveTo>
                  <a:lnTo>
                    <a:pt x="112217" y="91777"/>
                  </a:lnTo>
                  <a:lnTo>
                    <a:pt x="65916" y="104543"/>
                  </a:lnTo>
                  <a:lnTo>
                    <a:pt x="29372" y="133082"/>
                  </a:lnTo>
                  <a:lnTo>
                    <a:pt x="6197" y="173241"/>
                  </a:lnTo>
                  <a:lnTo>
                    <a:pt x="0" y="220868"/>
                  </a:lnTo>
                  <a:lnTo>
                    <a:pt x="33747" y="703470"/>
                  </a:lnTo>
                  <a:lnTo>
                    <a:pt x="46513" y="749771"/>
                  </a:lnTo>
                  <a:lnTo>
                    <a:pt x="75051" y="786313"/>
                  </a:lnTo>
                  <a:lnTo>
                    <a:pt x="115211" y="809489"/>
                  </a:lnTo>
                  <a:lnTo>
                    <a:pt x="162838" y="815686"/>
                  </a:lnTo>
                  <a:lnTo>
                    <a:pt x="1475324" y="723908"/>
                  </a:lnTo>
                  <a:lnTo>
                    <a:pt x="1521625" y="711143"/>
                  </a:lnTo>
                  <a:lnTo>
                    <a:pt x="1558167" y="682604"/>
                  </a:lnTo>
                  <a:lnTo>
                    <a:pt x="1581343" y="642445"/>
                  </a:lnTo>
                  <a:lnTo>
                    <a:pt x="1587540" y="594818"/>
                  </a:lnTo>
                  <a:lnTo>
                    <a:pt x="1553794" y="112215"/>
                  </a:lnTo>
                  <a:lnTo>
                    <a:pt x="1541028" y="65915"/>
                  </a:lnTo>
                  <a:lnTo>
                    <a:pt x="1512489" y="29372"/>
                  </a:lnTo>
                  <a:lnTo>
                    <a:pt x="1472330" y="6197"/>
                  </a:lnTo>
                  <a:lnTo>
                    <a:pt x="1424703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>
              <a:extLst>
                <a:ext uri="{FF2B5EF4-FFF2-40B4-BE49-F238E27FC236}">
                  <a16:creationId xmlns:a16="http://schemas.microsoft.com/office/drawing/2014/main" id="{700816BA-DEE2-4B1F-FF30-A1F8AD9E6A2A}"/>
                </a:ext>
              </a:extLst>
            </p:cNvPr>
            <p:cNvSpPr/>
            <p:nvPr/>
          </p:nvSpPr>
          <p:spPr>
            <a:xfrm>
              <a:off x="6617147" y="2991206"/>
              <a:ext cx="1588135" cy="815975"/>
            </a:xfrm>
            <a:custGeom>
              <a:avLst/>
              <a:gdLst/>
              <a:ahLst/>
              <a:cxnLst/>
              <a:rect l="l" t="t" r="r" b="b"/>
              <a:pathLst>
                <a:path w="1588134" h="815975">
                  <a:moveTo>
                    <a:pt x="0" y="220868"/>
                  </a:moveTo>
                  <a:lnTo>
                    <a:pt x="6197" y="173241"/>
                  </a:lnTo>
                  <a:lnTo>
                    <a:pt x="29372" y="133082"/>
                  </a:lnTo>
                  <a:lnTo>
                    <a:pt x="65915" y="104543"/>
                  </a:lnTo>
                  <a:lnTo>
                    <a:pt x="112216" y="91778"/>
                  </a:lnTo>
                  <a:lnTo>
                    <a:pt x="1424703" y="0"/>
                  </a:lnTo>
                  <a:lnTo>
                    <a:pt x="1472330" y="6197"/>
                  </a:lnTo>
                  <a:lnTo>
                    <a:pt x="1512489" y="29372"/>
                  </a:lnTo>
                  <a:lnTo>
                    <a:pt x="1541028" y="65915"/>
                  </a:lnTo>
                  <a:lnTo>
                    <a:pt x="1553793" y="112216"/>
                  </a:lnTo>
                  <a:lnTo>
                    <a:pt x="1587540" y="594818"/>
                  </a:lnTo>
                  <a:lnTo>
                    <a:pt x="1581343" y="642445"/>
                  </a:lnTo>
                  <a:lnTo>
                    <a:pt x="1558167" y="682604"/>
                  </a:lnTo>
                  <a:lnTo>
                    <a:pt x="1521624" y="711143"/>
                  </a:lnTo>
                  <a:lnTo>
                    <a:pt x="1475324" y="723909"/>
                  </a:lnTo>
                  <a:lnTo>
                    <a:pt x="162837" y="815687"/>
                  </a:lnTo>
                  <a:lnTo>
                    <a:pt x="115210" y="809489"/>
                  </a:lnTo>
                  <a:lnTo>
                    <a:pt x="75051" y="786314"/>
                  </a:lnTo>
                  <a:lnTo>
                    <a:pt x="46512" y="749771"/>
                  </a:lnTo>
                  <a:lnTo>
                    <a:pt x="33746" y="703470"/>
                  </a:lnTo>
                  <a:lnTo>
                    <a:pt x="0" y="220868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>
            <a:extLst>
              <a:ext uri="{FF2B5EF4-FFF2-40B4-BE49-F238E27FC236}">
                <a16:creationId xmlns:a16="http://schemas.microsoft.com/office/drawing/2014/main" id="{E7BA1299-F086-ADE3-CE50-60AC10AA509B}"/>
              </a:ext>
            </a:extLst>
          </p:cNvPr>
          <p:cNvSpPr txBox="1"/>
          <p:nvPr/>
        </p:nvSpPr>
        <p:spPr>
          <a:xfrm rot="21420000">
            <a:off x="6828288" y="3221085"/>
            <a:ext cx="1152981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sz="1400" spc="-8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100" spc="-127" baseline="1984" dirty="0">
                <a:solidFill>
                  <a:srgbClr val="FFFFFF"/>
                </a:solidFill>
                <a:latin typeface="Arial"/>
                <a:cs typeface="Arial"/>
              </a:rPr>
              <a:t>sarrolla</a:t>
            </a:r>
            <a:r>
              <a:rPr sz="2100" spc="-127" baseline="3968" dirty="0">
                <a:solidFill>
                  <a:srgbClr val="FFFFFF"/>
                </a:solidFill>
                <a:latin typeface="Arial"/>
                <a:cs typeface="Arial"/>
              </a:rPr>
              <a:t>da</a:t>
            </a:r>
            <a:r>
              <a:rPr sz="2100" spc="-22" baseline="396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spc="-37" baseline="5952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endParaRPr sz="2100" baseline="5952">
              <a:latin typeface="Arial"/>
              <a:cs typeface="Arial"/>
            </a:endParaRPr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4A7BF266-D62B-ACA9-3329-67E5F732A5E6}"/>
              </a:ext>
            </a:extLst>
          </p:cNvPr>
          <p:cNvSpPr txBox="1"/>
          <p:nvPr/>
        </p:nvSpPr>
        <p:spPr>
          <a:xfrm rot="21420000">
            <a:off x="6822192" y="3411920"/>
            <a:ext cx="1191268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sz="1400" spc="-60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2100" spc="-89" baseline="1984" dirty="0">
                <a:solidFill>
                  <a:srgbClr val="FFFFFF"/>
                </a:solidFill>
                <a:latin typeface="Arial"/>
                <a:cs typeface="Arial"/>
              </a:rPr>
              <a:t>ma</a:t>
            </a:r>
            <a:r>
              <a:rPr sz="2100" spc="-112" baseline="198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spc="-195" baseline="1984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sz="2100" spc="-195" baseline="3968" dirty="0">
                <a:solidFill>
                  <a:srgbClr val="FFFFFF"/>
                </a:solidFill>
                <a:latin typeface="Arial"/>
                <a:cs typeface="Arial"/>
              </a:rPr>
              <a:t>ás</a:t>
            </a:r>
            <a:r>
              <a:rPr sz="2100" spc="-104" baseline="396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spc="-30" baseline="3968" dirty="0">
                <a:solidFill>
                  <a:srgbClr val="FFFFFF"/>
                </a:solidFill>
                <a:latin typeface="Arial"/>
                <a:cs typeface="Arial"/>
              </a:rPr>
              <a:t>le</a:t>
            </a:r>
            <a:r>
              <a:rPr sz="2100" spc="-30" baseline="5952" dirty="0">
                <a:solidFill>
                  <a:srgbClr val="FFFFFF"/>
                </a:solidFill>
                <a:latin typeface="Arial"/>
                <a:cs typeface="Arial"/>
              </a:rPr>
              <a:t>nta</a:t>
            </a:r>
            <a:endParaRPr sz="2100" baseline="5952">
              <a:latin typeface="Arial"/>
              <a:cs typeface="Arial"/>
            </a:endParaRPr>
          </a:p>
        </p:txBody>
      </p:sp>
      <p:grpSp>
        <p:nvGrpSpPr>
          <p:cNvPr id="32" name="object 32">
            <a:extLst>
              <a:ext uri="{FF2B5EF4-FFF2-40B4-BE49-F238E27FC236}">
                <a16:creationId xmlns:a16="http://schemas.microsoft.com/office/drawing/2014/main" id="{B5D90662-BC82-0059-DB5E-E28FF2E4070D}"/>
              </a:ext>
            </a:extLst>
          </p:cNvPr>
          <p:cNvGrpSpPr/>
          <p:nvPr/>
        </p:nvGrpSpPr>
        <p:grpSpPr>
          <a:xfrm>
            <a:off x="6548077" y="2197980"/>
            <a:ext cx="1613535" cy="841375"/>
            <a:chOff x="6548077" y="2197980"/>
            <a:chExt cx="1613535" cy="841375"/>
          </a:xfrm>
        </p:grpSpPr>
        <p:sp>
          <p:nvSpPr>
            <p:cNvPr id="33" name="object 33">
              <a:extLst>
                <a:ext uri="{FF2B5EF4-FFF2-40B4-BE49-F238E27FC236}">
                  <a16:creationId xmlns:a16="http://schemas.microsoft.com/office/drawing/2014/main" id="{A4C8811F-D8D8-34E9-1066-F2AE2EF0AF65}"/>
                </a:ext>
              </a:extLst>
            </p:cNvPr>
            <p:cNvSpPr/>
            <p:nvPr/>
          </p:nvSpPr>
          <p:spPr>
            <a:xfrm>
              <a:off x="6560776" y="2210681"/>
              <a:ext cx="1588135" cy="815975"/>
            </a:xfrm>
            <a:custGeom>
              <a:avLst/>
              <a:gdLst/>
              <a:ahLst/>
              <a:cxnLst/>
              <a:rect l="l" t="t" r="r" b="b"/>
              <a:pathLst>
                <a:path w="1588134" h="815975">
                  <a:moveTo>
                    <a:pt x="1424702" y="0"/>
                  </a:moveTo>
                  <a:lnTo>
                    <a:pt x="112215" y="91777"/>
                  </a:lnTo>
                  <a:lnTo>
                    <a:pt x="65915" y="104543"/>
                  </a:lnTo>
                  <a:lnTo>
                    <a:pt x="29372" y="133082"/>
                  </a:lnTo>
                  <a:lnTo>
                    <a:pt x="6197" y="173241"/>
                  </a:lnTo>
                  <a:lnTo>
                    <a:pt x="0" y="220868"/>
                  </a:lnTo>
                  <a:lnTo>
                    <a:pt x="33746" y="703469"/>
                  </a:lnTo>
                  <a:lnTo>
                    <a:pt x="46512" y="749770"/>
                  </a:lnTo>
                  <a:lnTo>
                    <a:pt x="75051" y="786313"/>
                  </a:lnTo>
                  <a:lnTo>
                    <a:pt x="115210" y="809489"/>
                  </a:lnTo>
                  <a:lnTo>
                    <a:pt x="162836" y="815686"/>
                  </a:lnTo>
                  <a:lnTo>
                    <a:pt x="1475323" y="723908"/>
                  </a:lnTo>
                  <a:lnTo>
                    <a:pt x="1521624" y="711143"/>
                  </a:lnTo>
                  <a:lnTo>
                    <a:pt x="1558167" y="682604"/>
                  </a:lnTo>
                  <a:lnTo>
                    <a:pt x="1581343" y="642444"/>
                  </a:lnTo>
                  <a:lnTo>
                    <a:pt x="1587540" y="594818"/>
                  </a:lnTo>
                  <a:lnTo>
                    <a:pt x="1553792" y="112215"/>
                  </a:lnTo>
                  <a:lnTo>
                    <a:pt x="1541027" y="65915"/>
                  </a:lnTo>
                  <a:lnTo>
                    <a:pt x="1512488" y="29372"/>
                  </a:lnTo>
                  <a:lnTo>
                    <a:pt x="1472329" y="6197"/>
                  </a:lnTo>
                  <a:lnTo>
                    <a:pt x="1424702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>
              <a:extLst>
                <a:ext uri="{FF2B5EF4-FFF2-40B4-BE49-F238E27FC236}">
                  <a16:creationId xmlns:a16="http://schemas.microsoft.com/office/drawing/2014/main" id="{3FC0641C-A19A-9F71-9989-8B5D494BCAB8}"/>
                </a:ext>
              </a:extLst>
            </p:cNvPr>
            <p:cNvSpPr/>
            <p:nvPr/>
          </p:nvSpPr>
          <p:spPr>
            <a:xfrm>
              <a:off x="6560777" y="2210680"/>
              <a:ext cx="1588135" cy="815975"/>
            </a:xfrm>
            <a:custGeom>
              <a:avLst/>
              <a:gdLst/>
              <a:ahLst/>
              <a:cxnLst/>
              <a:rect l="l" t="t" r="r" b="b"/>
              <a:pathLst>
                <a:path w="1588134" h="815975">
                  <a:moveTo>
                    <a:pt x="0" y="220868"/>
                  </a:moveTo>
                  <a:lnTo>
                    <a:pt x="6197" y="173241"/>
                  </a:lnTo>
                  <a:lnTo>
                    <a:pt x="29372" y="133082"/>
                  </a:lnTo>
                  <a:lnTo>
                    <a:pt x="65915" y="104543"/>
                  </a:lnTo>
                  <a:lnTo>
                    <a:pt x="112216" y="91778"/>
                  </a:lnTo>
                  <a:lnTo>
                    <a:pt x="1424703" y="0"/>
                  </a:lnTo>
                  <a:lnTo>
                    <a:pt x="1472330" y="6197"/>
                  </a:lnTo>
                  <a:lnTo>
                    <a:pt x="1512489" y="29372"/>
                  </a:lnTo>
                  <a:lnTo>
                    <a:pt x="1541028" y="65915"/>
                  </a:lnTo>
                  <a:lnTo>
                    <a:pt x="1553793" y="112216"/>
                  </a:lnTo>
                  <a:lnTo>
                    <a:pt x="1587540" y="594818"/>
                  </a:lnTo>
                  <a:lnTo>
                    <a:pt x="1581343" y="642445"/>
                  </a:lnTo>
                  <a:lnTo>
                    <a:pt x="1558167" y="682604"/>
                  </a:lnTo>
                  <a:lnTo>
                    <a:pt x="1521624" y="711143"/>
                  </a:lnTo>
                  <a:lnTo>
                    <a:pt x="1475324" y="723909"/>
                  </a:lnTo>
                  <a:lnTo>
                    <a:pt x="162837" y="815687"/>
                  </a:lnTo>
                  <a:lnTo>
                    <a:pt x="115210" y="809489"/>
                  </a:lnTo>
                  <a:lnTo>
                    <a:pt x="75051" y="786314"/>
                  </a:lnTo>
                  <a:lnTo>
                    <a:pt x="46512" y="749771"/>
                  </a:lnTo>
                  <a:lnTo>
                    <a:pt x="33746" y="703470"/>
                  </a:lnTo>
                  <a:lnTo>
                    <a:pt x="0" y="220868"/>
                  </a:lnTo>
                  <a:close/>
                </a:path>
              </a:pathLst>
            </a:custGeom>
            <a:ln w="25399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>
            <a:extLst>
              <a:ext uri="{FF2B5EF4-FFF2-40B4-BE49-F238E27FC236}">
                <a16:creationId xmlns:a16="http://schemas.microsoft.com/office/drawing/2014/main" id="{895D76AA-4222-9EF5-E0BF-A591BB645E41}"/>
              </a:ext>
            </a:extLst>
          </p:cNvPr>
          <p:cNvSpPr txBox="1"/>
          <p:nvPr/>
        </p:nvSpPr>
        <p:spPr>
          <a:xfrm rot="21420000">
            <a:off x="7016421" y="2534879"/>
            <a:ext cx="677173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sz="1400" spc="-95" dirty="0">
                <a:solidFill>
                  <a:srgbClr val="FFFFFF"/>
                </a:solidFill>
                <a:latin typeface="Arial"/>
                <a:cs typeface="Arial"/>
              </a:rPr>
              <a:t>Má</a:t>
            </a:r>
            <a:r>
              <a:rPr sz="2100" spc="-142" baseline="1984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2100" spc="-127" baseline="198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spc="-112" baseline="1984" dirty="0">
                <a:solidFill>
                  <a:srgbClr val="FFFFFF"/>
                </a:solidFill>
                <a:latin typeface="Arial"/>
                <a:cs typeface="Arial"/>
              </a:rPr>
              <a:t>car</a:t>
            </a:r>
            <a:r>
              <a:rPr sz="2100" spc="-112" baseline="3968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2100" baseline="3968">
              <a:latin typeface="Arial"/>
              <a:cs typeface="Arial"/>
            </a:endParaRPr>
          </a:p>
        </p:txBody>
      </p:sp>
      <p:pic>
        <p:nvPicPr>
          <p:cNvPr id="36" name="Picture 35" descr="A diagram of a company&#10;&#10;Description automatically generated">
            <a:extLst>
              <a:ext uri="{FF2B5EF4-FFF2-40B4-BE49-F238E27FC236}">
                <a16:creationId xmlns:a16="http://schemas.microsoft.com/office/drawing/2014/main" id="{BB44B7D2-4E6C-7F8A-CDB8-B17CADF2B7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292" y="2049286"/>
            <a:ext cx="2286071" cy="2721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2484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" y="0"/>
            <a:ext cx="5002530" cy="3938270"/>
          </a:xfrm>
          <a:custGeom>
            <a:avLst/>
            <a:gdLst/>
            <a:ahLst/>
            <a:cxnLst/>
            <a:rect l="l" t="t" r="r" b="b"/>
            <a:pathLst>
              <a:path w="5002530" h="3938270">
                <a:moveTo>
                  <a:pt x="0" y="1704928"/>
                </a:moveTo>
                <a:lnTo>
                  <a:pt x="0" y="3856309"/>
                </a:lnTo>
                <a:lnTo>
                  <a:pt x="579720" y="3937783"/>
                </a:lnTo>
                <a:lnTo>
                  <a:pt x="1255398" y="2957054"/>
                </a:lnTo>
                <a:lnTo>
                  <a:pt x="876220" y="1828073"/>
                </a:lnTo>
                <a:lnTo>
                  <a:pt x="0" y="1704928"/>
                </a:lnTo>
                <a:close/>
              </a:path>
              <a:path w="5002530" h="3938270">
                <a:moveTo>
                  <a:pt x="1716059" y="768286"/>
                </a:moveTo>
                <a:lnTo>
                  <a:pt x="1040381" y="1749016"/>
                </a:lnTo>
                <a:lnTo>
                  <a:pt x="1419558" y="2877996"/>
                </a:lnTo>
                <a:lnTo>
                  <a:pt x="2811966" y="3073687"/>
                </a:lnTo>
                <a:lnTo>
                  <a:pt x="3487644" y="2092957"/>
                </a:lnTo>
                <a:lnTo>
                  <a:pt x="3108467" y="963976"/>
                </a:lnTo>
                <a:lnTo>
                  <a:pt x="1716059" y="768286"/>
                </a:lnTo>
                <a:close/>
              </a:path>
              <a:path w="5002530" h="3938270">
                <a:moveTo>
                  <a:pt x="1331643" y="0"/>
                </a:moveTo>
                <a:lnTo>
                  <a:pt x="0" y="0"/>
                </a:lnTo>
                <a:lnTo>
                  <a:pt x="0" y="1510524"/>
                </a:lnTo>
                <a:lnTo>
                  <a:pt x="875213" y="1633527"/>
                </a:lnTo>
                <a:lnTo>
                  <a:pt x="1550890" y="652797"/>
                </a:lnTo>
                <a:lnTo>
                  <a:pt x="1331643" y="0"/>
                </a:lnTo>
                <a:close/>
              </a:path>
              <a:path w="5002530" h="3938270">
                <a:moveTo>
                  <a:pt x="3995936" y="267493"/>
                </a:moveTo>
                <a:lnTo>
                  <a:pt x="3948860" y="270028"/>
                </a:lnTo>
                <a:lnTo>
                  <a:pt x="3903251" y="277458"/>
                </a:lnTo>
                <a:lnTo>
                  <a:pt x="3859375" y="289519"/>
                </a:lnTo>
                <a:lnTo>
                  <a:pt x="3817494" y="305948"/>
                </a:lnTo>
                <a:lnTo>
                  <a:pt x="3777872" y="326480"/>
                </a:lnTo>
                <a:lnTo>
                  <a:pt x="3740773" y="350853"/>
                </a:lnTo>
                <a:lnTo>
                  <a:pt x="3706460" y="378803"/>
                </a:lnTo>
                <a:lnTo>
                  <a:pt x="3675197" y="410066"/>
                </a:lnTo>
                <a:lnTo>
                  <a:pt x="3647247" y="444379"/>
                </a:lnTo>
                <a:lnTo>
                  <a:pt x="3622874" y="481478"/>
                </a:lnTo>
                <a:lnTo>
                  <a:pt x="3602342" y="521100"/>
                </a:lnTo>
                <a:lnTo>
                  <a:pt x="3585913" y="562980"/>
                </a:lnTo>
                <a:lnTo>
                  <a:pt x="3573852" y="606856"/>
                </a:lnTo>
                <a:lnTo>
                  <a:pt x="3566423" y="652464"/>
                </a:lnTo>
                <a:lnTo>
                  <a:pt x="3563887" y="699541"/>
                </a:lnTo>
                <a:lnTo>
                  <a:pt x="3566423" y="746617"/>
                </a:lnTo>
                <a:lnTo>
                  <a:pt x="3573852" y="792225"/>
                </a:lnTo>
                <a:lnTo>
                  <a:pt x="3585913" y="836102"/>
                </a:lnTo>
                <a:lnTo>
                  <a:pt x="3602342" y="877982"/>
                </a:lnTo>
                <a:lnTo>
                  <a:pt x="3622874" y="917604"/>
                </a:lnTo>
                <a:lnTo>
                  <a:pt x="3647247" y="954703"/>
                </a:lnTo>
                <a:lnTo>
                  <a:pt x="3675197" y="989016"/>
                </a:lnTo>
                <a:lnTo>
                  <a:pt x="3706460" y="1020279"/>
                </a:lnTo>
                <a:lnTo>
                  <a:pt x="3740773" y="1048229"/>
                </a:lnTo>
                <a:lnTo>
                  <a:pt x="3777872" y="1072602"/>
                </a:lnTo>
                <a:lnTo>
                  <a:pt x="3817494" y="1093134"/>
                </a:lnTo>
                <a:lnTo>
                  <a:pt x="3859375" y="1109563"/>
                </a:lnTo>
                <a:lnTo>
                  <a:pt x="3903251" y="1121624"/>
                </a:lnTo>
                <a:lnTo>
                  <a:pt x="3948860" y="1129053"/>
                </a:lnTo>
                <a:lnTo>
                  <a:pt x="3995936" y="1131589"/>
                </a:lnTo>
                <a:lnTo>
                  <a:pt x="4043013" y="1129053"/>
                </a:lnTo>
                <a:lnTo>
                  <a:pt x="4088620" y="1121624"/>
                </a:lnTo>
                <a:lnTo>
                  <a:pt x="4132496" y="1109563"/>
                </a:lnTo>
                <a:lnTo>
                  <a:pt x="4174377" y="1093134"/>
                </a:lnTo>
                <a:lnTo>
                  <a:pt x="4213998" y="1072602"/>
                </a:lnTo>
                <a:lnTo>
                  <a:pt x="4251097" y="1048229"/>
                </a:lnTo>
                <a:lnTo>
                  <a:pt x="4285410" y="1020279"/>
                </a:lnTo>
                <a:lnTo>
                  <a:pt x="4316673" y="989016"/>
                </a:lnTo>
                <a:lnTo>
                  <a:pt x="4344623" y="954703"/>
                </a:lnTo>
                <a:lnTo>
                  <a:pt x="4368996" y="917604"/>
                </a:lnTo>
                <a:lnTo>
                  <a:pt x="4389528" y="877982"/>
                </a:lnTo>
                <a:lnTo>
                  <a:pt x="4405957" y="836102"/>
                </a:lnTo>
                <a:lnTo>
                  <a:pt x="4418018" y="792225"/>
                </a:lnTo>
                <a:lnTo>
                  <a:pt x="4425447" y="746617"/>
                </a:lnTo>
                <a:lnTo>
                  <a:pt x="4427983" y="699541"/>
                </a:lnTo>
                <a:lnTo>
                  <a:pt x="4425466" y="652797"/>
                </a:lnTo>
                <a:lnTo>
                  <a:pt x="4418018" y="606856"/>
                </a:lnTo>
                <a:lnTo>
                  <a:pt x="4405957" y="562980"/>
                </a:lnTo>
                <a:lnTo>
                  <a:pt x="4389529" y="521100"/>
                </a:lnTo>
                <a:lnTo>
                  <a:pt x="4368996" y="481478"/>
                </a:lnTo>
                <a:lnTo>
                  <a:pt x="4344624" y="444379"/>
                </a:lnTo>
                <a:lnTo>
                  <a:pt x="4316674" y="410066"/>
                </a:lnTo>
                <a:lnTo>
                  <a:pt x="4285411" y="378803"/>
                </a:lnTo>
                <a:lnTo>
                  <a:pt x="4251098" y="350853"/>
                </a:lnTo>
                <a:lnTo>
                  <a:pt x="4214000" y="326480"/>
                </a:lnTo>
                <a:lnTo>
                  <a:pt x="4174378" y="305948"/>
                </a:lnTo>
                <a:lnTo>
                  <a:pt x="4132498" y="289519"/>
                </a:lnTo>
                <a:lnTo>
                  <a:pt x="4088622" y="277458"/>
                </a:lnTo>
                <a:lnTo>
                  <a:pt x="4043014" y="270028"/>
                </a:lnTo>
                <a:lnTo>
                  <a:pt x="3995936" y="267493"/>
                </a:lnTo>
                <a:close/>
              </a:path>
              <a:path w="5002530" h="3938270">
                <a:moveTo>
                  <a:pt x="3641270" y="0"/>
                </a:moveTo>
                <a:lnTo>
                  <a:pt x="1520549" y="0"/>
                </a:lnTo>
                <a:lnTo>
                  <a:pt x="1715051" y="579121"/>
                </a:lnTo>
                <a:lnTo>
                  <a:pt x="3107460" y="774811"/>
                </a:lnTo>
                <a:lnTo>
                  <a:pt x="3641270" y="0"/>
                </a:lnTo>
                <a:close/>
              </a:path>
              <a:path w="5002530" h="3938270">
                <a:moveTo>
                  <a:pt x="5001954" y="0"/>
                </a:moveTo>
                <a:lnTo>
                  <a:pt x="4158813" y="0"/>
                </a:lnTo>
                <a:lnTo>
                  <a:pt x="4182288" y="75625"/>
                </a:lnTo>
                <a:lnTo>
                  <a:pt x="4202310" y="116723"/>
                </a:lnTo>
                <a:lnTo>
                  <a:pt x="4226411" y="155244"/>
                </a:lnTo>
                <a:lnTo>
                  <a:pt x="4254310" y="190908"/>
                </a:lnTo>
                <a:lnTo>
                  <a:pt x="4285724" y="223432"/>
                </a:lnTo>
                <a:lnTo>
                  <a:pt x="4320373" y="252534"/>
                </a:lnTo>
                <a:lnTo>
                  <a:pt x="4357973" y="277932"/>
                </a:lnTo>
                <a:lnTo>
                  <a:pt x="4398243" y="299345"/>
                </a:lnTo>
                <a:lnTo>
                  <a:pt x="4440901" y="316490"/>
                </a:lnTo>
                <a:lnTo>
                  <a:pt x="4485665" y="329086"/>
                </a:lnTo>
                <a:lnTo>
                  <a:pt x="4532253" y="336850"/>
                </a:lnTo>
                <a:lnTo>
                  <a:pt x="4580383" y="339501"/>
                </a:lnTo>
                <a:lnTo>
                  <a:pt x="4628513" y="336850"/>
                </a:lnTo>
                <a:lnTo>
                  <a:pt x="4675101" y="329086"/>
                </a:lnTo>
                <a:lnTo>
                  <a:pt x="4719866" y="316490"/>
                </a:lnTo>
                <a:lnTo>
                  <a:pt x="4762524" y="299345"/>
                </a:lnTo>
                <a:lnTo>
                  <a:pt x="4802794" y="277932"/>
                </a:lnTo>
                <a:lnTo>
                  <a:pt x="4840394" y="252534"/>
                </a:lnTo>
                <a:lnTo>
                  <a:pt x="4875043" y="223432"/>
                </a:lnTo>
                <a:lnTo>
                  <a:pt x="4906457" y="190908"/>
                </a:lnTo>
                <a:lnTo>
                  <a:pt x="4934356" y="155244"/>
                </a:lnTo>
                <a:lnTo>
                  <a:pt x="4958458" y="116723"/>
                </a:lnTo>
                <a:lnTo>
                  <a:pt x="4978479" y="75625"/>
                </a:lnTo>
                <a:lnTo>
                  <a:pt x="5001954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146683" y="3165348"/>
            <a:ext cx="2453005" cy="946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DEA4"/>
                </a:solidFill>
                <a:latin typeface="Arial"/>
                <a:cs typeface="Arial"/>
              </a:rPr>
              <a:t>Big</a:t>
            </a:r>
            <a:r>
              <a:rPr sz="2000" b="1" spc="-40" dirty="0">
                <a:solidFill>
                  <a:srgbClr val="00DEA4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DEA4"/>
                </a:solidFill>
                <a:latin typeface="Arial"/>
                <a:cs typeface="Arial"/>
              </a:rPr>
              <a:t>Data</a:t>
            </a:r>
            <a:r>
              <a:rPr sz="2000" b="1" spc="-105" dirty="0">
                <a:solidFill>
                  <a:srgbClr val="00DEA4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0DEA4"/>
                </a:solidFill>
                <a:latin typeface="Arial"/>
                <a:cs typeface="Arial"/>
              </a:rPr>
              <a:t>Aplicado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ts val="1760"/>
              </a:lnSpc>
              <a:spcBef>
                <a:spcPts val="1695"/>
              </a:spcBef>
            </a:pPr>
            <a:r>
              <a:rPr sz="1600" spc="-10" dirty="0">
                <a:latin typeface="Arial"/>
                <a:cs typeface="Arial"/>
              </a:rPr>
              <a:t>Julio</a:t>
            </a:r>
            <a:r>
              <a:rPr sz="1600" spc="-10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Alberto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López </a:t>
            </a:r>
            <a:r>
              <a:rPr sz="1600" spc="-20" dirty="0">
                <a:latin typeface="Arial"/>
                <a:cs typeface="Arial"/>
              </a:rPr>
              <a:t>Gómez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ts val="1400"/>
              </a:lnSpc>
            </a:pPr>
            <a:r>
              <a:rPr sz="1300" spc="-10" dirty="0">
                <a:solidFill>
                  <a:srgbClr val="404040"/>
                </a:solidFill>
                <a:latin typeface="Arial"/>
                <a:cs typeface="Arial"/>
                <a:hlinkClick r:id="rId2"/>
              </a:rPr>
              <a:t>JulioAlberto.Lopez@uclm.es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84084" y="2451099"/>
            <a:ext cx="404876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Soluciones</a:t>
            </a:r>
            <a:r>
              <a:rPr sz="4000" b="1" spc="-55" dirty="0">
                <a:solidFill>
                  <a:srgbClr val="044247"/>
                </a:solidFill>
                <a:latin typeface="Arial Narrow"/>
                <a:cs typeface="Arial Narrow"/>
              </a:rPr>
              <a:t> </a:t>
            </a: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Big</a:t>
            </a:r>
            <a:r>
              <a:rPr sz="4000" b="1" spc="-50" dirty="0">
                <a:solidFill>
                  <a:srgbClr val="044247"/>
                </a:solidFill>
                <a:latin typeface="Arial Narrow"/>
                <a:cs typeface="Arial Narrow"/>
              </a:rPr>
              <a:t> </a:t>
            </a: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Data</a:t>
            </a:r>
            <a:endParaRPr sz="4000">
              <a:latin typeface="Arial Narrow"/>
              <a:cs typeface="Arial Narrow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797040" y="3943584"/>
            <a:ext cx="2346960" cy="1200150"/>
            <a:chOff x="6797040" y="3943584"/>
            <a:chExt cx="2346960" cy="1200150"/>
          </a:xfrm>
        </p:grpSpPr>
        <p:sp>
          <p:nvSpPr>
            <p:cNvPr id="6" name="object 6"/>
            <p:cNvSpPr/>
            <p:nvPr/>
          </p:nvSpPr>
          <p:spPr>
            <a:xfrm>
              <a:off x="8254885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97040" y="4373880"/>
              <a:ext cx="1459992" cy="344423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46790" y="4373843"/>
            <a:ext cx="749345" cy="365309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4210564" y="4381676"/>
            <a:ext cx="653415" cy="325755"/>
            <a:chOff x="4210564" y="4381676"/>
            <a:chExt cx="653415" cy="325755"/>
          </a:xfrm>
        </p:grpSpPr>
        <p:sp>
          <p:nvSpPr>
            <p:cNvPr id="10" name="object 10"/>
            <p:cNvSpPr/>
            <p:nvPr/>
          </p:nvSpPr>
          <p:spPr>
            <a:xfrm>
              <a:off x="4372655" y="4519010"/>
              <a:ext cx="109220" cy="46990"/>
            </a:xfrm>
            <a:custGeom>
              <a:avLst/>
              <a:gdLst/>
              <a:ahLst/>
              <a:cxnLst/>
              <a:rect l="l" t="t" r="r" b="b"/>
              <a:pathLst>
                <a:path w="109220" h="46989">
                  <a:moveTo>
                    <a:pt x="109052" y="0"/>
                  </a:moveTo>
                  <a:lnTo>
                    <a:pt x="0" y="0"/>
                  </a:lnTo>
                  <a:lnTo>
                    <a:pt x="0" y="46456"/>
                  </a:lnTo>
                  <a:lnTo>
                    <a:pt x="109052" y="46456"/>
                  </a:lnTo>
                  <a:lnTo>
                    <a:pt x="109052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309590" y="4502793"/>
              <a:ext cx="76200" cy="76835"/>
            </a:xfrm>
            <a:custGeom>
              <a:avLst/>
              <a:gdLst/>
              <a:ahLst/>
              <a:cxnLst/>
              <a:rect l="l" t="t" r="r" b="b"/>
              <a:pathLst>
                <a:path w="76200" h="76835">
                  <a:moveTo>
                    <a:pt x="37682" y="0"/>
                  </a:moveTo>
                  <a:lnTo>
                    <a:pt x="2554" y="23467"/>
                  </a:lnTo>
                  <a:lnTo>
                    <a:pt x="0" y="38074"/>
                  </a:lnTo>
                  <a:lnTo>
                    <a:pt x="535" y="45564"/>
                  </a:lnTo>
                  <a:lnTo>
                    <a:pt x="30171" y="75625"/>
                  </a:lnTo>
                  <a:lnTo>
                    <a:pt x="37682" y="76227"/>
                  </a:lnTo>
                  <a:lnTo>
                    <a:pt x="53179" y="73081"/>
                  </a:lnTo>
                  <a:lnTo>
                    <a:pt x="65054" y="64856"/>
                  </a:lnTo>
                  <a:lnTo>
                    <a:pt x="72979" y="52778"/>
                  </a:lnTo>
                  <a:lnTo>
                    <a:pt x="75756" y="38074"/>
                  </a:lnTo>
                  <a:lnTo>
                    <a:pt x="72642" y="22651"/>
                  </a:lnTo>
                  <a:lnTo>
                    <a:pt x="64442" y="10758"/>
                  </a:lnTo>
                  <a:lnTo>
                    <a:pt x="52380" y="2808"/>
                  </a:lnTo>
                  <a:lnTo>
                    <a:pt x="37682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45192" y="4397737"/>
              <a:ext cx="236854" cy="46990"/>
            </a:xfrm>
            <a:custGeom>
              <a:avLst/>
              <a:gdLst/>
              <a:ahLst/>
              <a:cxnLst/>
              <a:rect l="l" t="t" r="r" b="b"/>
              <a:pathLst>
                <a:path w="236854" h="46989">
                  <a:moveTo>
                    <a:pt x="236515" y="0"/>
                  </a:moveTo>
                  <a:lnTo>
                    <a:pt x="0" y="0"/>
                  </a:lnTo>
                  <a:lnTo>
                    <a:pt x="0" y="46613"/>
                  </a:lnTo>
                  <a:lnTo>
                    <a:pt x="236515" y="46613"/>
                  </a:lnTo>
                  <a:lnTo>
                    <a:pt x="236515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210564" y="438167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7918" y="0"/>
                  </a:moveTo>
                  <a:lnTo>
                    <a:pt x="2654" y="23243"/>
                  </a:lnTo>
                  <a:lnTo>
                    <a:pt x="0" y="37917"/>
                  </a:lnTo>
                  <a:lnTo>
                    <a:pt x="588" y="45409"/>
                  </a:lnTo>
                  <a:lnTo>
                    <a:pt x="30407" y="75390"/>
                  </a:lnTo>
                  <a:lnTo>
                    <a:pt x="37918" y="75992"/>
                  </a:lnTo>
                  <a:lnTo>
                    <a:pt x="45429" y="75390"/>
                  </a:lnTo>
                  <a:lnTo>
                    <a:pt x="75380" y="45425"/>
                  </a:lnTo>
                  <a:lnTo>
                    <a:pt x="75992" y="37917"/>
                  </a:lnTo>
                  <a:lnTo>
                    <a:pt x="75382" y="30391"/>
                  </a:lnTo>
                  <a:lnTo>
                    <a:pt x="45408" y="551"/>
                  </a:lnTo>
                  <a:lnTo>
                    <a:pt x="37918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45192" y="4647022"/>
              <a:ext cx="236854" cy="46990"/>
            </a:xfrm>
            <a:custGeom>
              <a:avLst/>
              <a:gdLst/>
              <a:ahLst/>
              <a:cxnLst/>
              <a:rect l="l" t="t" r="r" b="b"/>
              <a:pathLst>
                <a:path w="236854" h="46989">
                  <a:moveTo>
                    <a:pt x="236515" y="0"/>
                  </a:moveTo>
                  <a:lnTo>
                    <a:pt x="0" y="0"/>
                  </a:lnTo>
                  <a:lnTo>
                    <a:pt x="0" y="46456"/>
                  </a:lnTo>
                  <a:lnTo>
                    <a:pt x="236515" y="46456"/>
                  </a:lnTo>
                  <a:lnTo>
                    <a:pt x="236515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10558" y="4390377"/>
              <a:ext cx="653415" cy="316865"/>
            </a:xfrm>
            <a:custGeom>
              <a:avLst/>
              <a:gdLst/>
              <a:ahLst/>
              <a:cxnLst/>
              <a:rect l="l" t="t" r="r" b="b"/>
              <a:pathLst>
                <a:path w="653414" h="316864">
                  <a:moveTo>
                    <a:pt x="75984" y="278549"/>
                  </a:moveTo>
                  <a:lnTo>
                    <a:pt x="52590" y="243141"/>
                  </a:lnTo>
                  <a:lnTo>
                    <a:pt x="37553" y="240423"/>
                  </a:lnTo>
                  <a:lnTo>
                    <a:pt x="22288" y="243624"/>
                  </a:lnTo>
                  <a:lnTo>
                    <a:pt x="10515" y="251853"/>
                  </a:lnTo>
                  <a:lnTo>
                    <a:pt x="2692" y="263880"/>
                  </a:lnTo>
                  <a:lnTo>
                    <a:pt x="0" y="278511"/>
                  </a:lnTo>
                  <a:lnTo>
                    <a:pt x="584" y="286016"/>
                  </a:lnTo>
                  <a:lnTo>
                    <a:pt x="30403" y="316064"/>
                  </a:lnTo>
                  <a:lnTo>
                    <a:pt x="37922" y="316661"/>
                  </a:lnTo>
                  <a:lnTo>
                    <a:pt x="45427" y="316064"/>
                  </a:lnTo>
                  <a:lnTo>
                    <a:pt x="75984" y="278549"/>
                  </a:lnTo>
                  <a:close/>
                </a:path>
                <a:path w="653414" h="316864">
                  <a:moveTo>
                    <a:pt x="653376" y="150495"/>
                  </a:moveTo>
                  <a:lnTo>
                    <a:pt x="566496" y="0"/>
                  </a:lnTo>
                  <a:lnTo>
                    <a:pt x="392734" y="0"/>
                  </a:lnTo>
                  <a:lnTo>
                    <a:pt x="305854" y="150495"/>
                  </a:lnTo>
                  <a:lnTo>
                    <a:pt x="392734" y="301066"/>
                  </a:lnTo>
                  <a:lnTo>
                    <a:pt x="566496" y="301066"/>
                  </a:lnTo>
                  <a:lnTo>
                    <a:pt x="653376" y="150495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6284" y="253491"/>
            <a:ext cx="2290445" cy="1525270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49530">
              <a:lnSpc>
                <a:spcPct val="71000"/>
              </a:lnSpc>
              <a:spcBef>
                <a:spcPts val="1490"/>
              </a:spcBef>
            </a:pPr>
            <a:r>
              <a:rPr spc="-10" dirty="0"/>
              <a:t>Soluciones </a:t>
            </a:r>
            <a:r>
              <a:rPr dirty="0"/>
              <a:t>Big</a:t>
            </a:r>
            <a:r>
              <a:rPr spc="-25" dirty="0"/>
              <a:t> </a:t>
            </a:r>
            <a:r>
              <a:rPr spc="-20" dirty="0"/>
              <a:t>Data</a:t>
            </a:r>
          </a:p>
          <a:p>
            <a:pPr marL="723265">
              <a:lnSpc>
                <a:spcPct val="100000"/>
              </a:lnSpc>
              <a:spcBef>
                <a:spcPts val="240"/>
              </a:spcBef>
            </a:pPr>
            <a:r>
              <a:rPr sz="2800" dirty="0">
                <a:solidFill>
                  <a:srgbClr val="FF0000"/>
                </a:solidFill>
              </a:rPr>
              <a:t>Las</a:t>
            </a:r>
            <a:r>
              <a:rPr sz="2800" spc="-20" dirty="0">
                <a:solidFill>
                  <a:srgbClr val="FF0000"/>
                </a:solidFill>
              </a:rPr>
              <a:t> </a:t>
            </a:r>
            <a:r>
              <a:rPr sz="2800" dirty="0">
                <a:solidFill>
                  <a:srgbClr val="FF0000"/>
                </a:solidFill>
              </a:rPr>
              <a:t>tres</a:t>
            </a:r>
            <a:r>
              <a:rPr sz="2800" spc="-20" dirty="0">
                <a:solidFill>
                  <a:srgbClr val="FF0000"/>
                </a:solidFill>
              </a:rPr>
              <a:t> </a:t>
            </a:r>
            <a:r>
              <a:rPr sz="2800" spc="-35" dirty="0">
                <a:solidFill>
                  <a:srgbClr val="FF0000"/>
                </a:solidFill>
              </a:rPr>
              <a:t>Vs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4283967" y="416930"/>
            <a:ext cx="4860290" cy="4726940"/>
            <a:chOff x="4283967" y="416930"/>
            <a:chExt cx="4860290" cy="4726940"/>
          </a:xfrm>
        </p:grpSpPr>
        <p:sp>
          <p:nvSpPr>
            <p:cNvPr id="4" name="object 4"/>
            <p:cNvSpPr/>
            <p:nvPr/>
          </p:nvSpPr>
          <p:spPr>
            <a:xfrm>
              <a:off x="8254885" y="3943583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83967" y="416930"/>
              <a:ext cx="4318000" cy="41402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6284" y="253491"/>
            <a:ext cx="2289810" cy="1525270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48895">
              <a:lnSpc>
                <a:spcPct val="71000"/>
              </a:lnSpc>
              <a:spcBef>
                <a:spcPts val="1490"/>
              </a:spcBef>
            </a:pPr>
            <a:r>
              <a:rPr spc="-10" dirty="0"/>
              <a:t>Soluciones </a:t>
            </a:r>
            <a:r>
              <a:rPr dirty="0"/>
              <a:t>Big</a:t>
            </a:r>
            <a:r>
              <a:rPr spc="-25" dirty="0"/>
              <a:t> </a:t>
            </a:r>
            <a:r>
              <a:rPr spc="-20" dirty="0"/>
              <a:t>Data</a:t>
            </a:r>
          </a:p>
          <a:p>
            <a:pPr marL="334010">
              <a:lnSpc>
                <a:spcPct val="100000"/>
              </a:lnSpc>
              <a:spcBef>
                <a:spcPts val="240"/>
              </a:spcBef>
            </a:pPr>
            <a:r>
              <a:rPr sz="2800" dirty="0">
                <a:solidFill>
                  <a:srgbClr val="FF0000"/>
                </a:solidFill>
              </a:rPr>
              <a:t>¿Cuántas</a:t>
            </a:r>
            <a:r>
              <a:rPr sz="2800" spc="-65" dirty="0">
                <a:solidFill>
                  <a:srgbClr val="FF0000"/>
                </a:solidFill>
              </a:rPr>
              <a:t> </a:t>
            </a:r>
            <a:r>
              <a:rPr sz="2800" spc="-25" dirty="0">
                <a:solidFill>
                  <a:srgbClr val="FF0000"/>
                </a:solidFill>
              </a:rPr>
              <a:t>Vs?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3599507" y="0"/>
            <a:ext cx="5545013" cy="5143734"/>
            <a:chOff x="3599507" y="0"/>
            <a:chExt cx="5545013" cy="5143734"/>
          </a:xfrm>
        </p:grpSpPr>
        <p:sp>
          <p:nvSpPr>
            <p:cNvPr id="4" name="object 4"/>
            <p:cNvSpPr/>
            <p:nvPr/>
          </p:nvSpPr>
          <p:spPr>
            <a:xfrm>
              <a:off x="8254885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99507" y="0"/>
              <a:ext cx="5054600" cy="48006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5080">
              <a:lnSpc>
                <a:spcPct val="71000"/>
              </a:lnSpc>
              <a:spcBef>
                <a:spcPts val="1490"/>
              </a:spcBef>
            </a:pPr>
            <a:r>
              <a:rPr spc="-10" dirty="0"/>
              <a:t>Soluciones </a:t>
            </a:r>
            <a:r>
              <a:rPr dirty="0"/>
              <a:t>Big</a:t>
            </a:r>
            <a:r>
              <a:rPr spc="-25" dirty="0"/>
              <a:t> </a:t>
            </a:r>
            <a:r>
              <a:rPr spc="-20" dirty="0"/>
              <a:t>Data</a:t>
            </a:r>
          </a:p>
        </p:txBody>
      </p:sp>
      <p:sp>
        <p:nvSpPr>
          <p:cNvPr id="3" name="object 3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20426" y="1326387"/>
            <a:ext cx="1417320" cy="74485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 marR="5080" indent="225425">
              <a:lnSpc>
                <a:spcPct val="68600"/>
              </a:lnSpc>
              <a:spcBef>
                <a:spcPts val="1155"/>
              </a:spcBef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Algunos enfoques:</a:t>
            </a:r>
            <a:endParaRPr sz="2800">
              <a:latin typeface="Arial Narrow"/>
              <a:cs typeface="Arial Narrow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784441" y="114176"/>
            <a:ext cx="2035810" cy="2171700"/>
            <a:chOff x="3784441" y="114176"/>
            <a:chExt cx="2035810" cy="2171700"/>
          </a:xfrm>
        </p:grpSpPr>
        <p:sp>
          <p:nvSpPr>
            <p:cNvPr id="6" name="object 6"/>
            <p:cNvSpPr/>
            <p:nvPr/>
          </p:nvSpPr>
          <p:spPr>
            <a:xfrm>
              <a:off x="3797141" y="126876"/>
              <a:ext cx="2010410" cy="1501140"/>
            </a:xfrm>
            <a:custGeom>
              <a:avLst/>
              <a:gdLst/>
              <a:ahLst/>
              <a:cxnLst/>
              <a:rect l="l" t="t" r="r" b="b"/>
              <a:pathLst>
                <a:path w="2010410" h="1501139">
                  <a:moveTo>
                    <a:pt x="120045" y="0"/>
                  </a:moveTo>
                  <a:lnTo>
                    <a:pt x="1890164" y="0"/>
                  </a:lnTo>
                  <a:lnTo>
                    <a:pt x="1936890" y="9433"/>
                  </a:lnTo>
                  <a:lnTo>
                    <a:pt x="1975048" y="35160"/>
                  </a:lnTo>
                  <a:lnTo>
                    <a:pt x="2000775" y="73318"/>
                  </a:lnTo>
                  <a:lnTo>
                    <a:pt x="2010209" y="120045"/>
                  </a:lnTo>
                  <a:lnTo>
                    <a:pt x="2010209" y="1500578"/>
                  </a:lnTo>
                  <a:lnTo>
                    <a:pt x="0" y="1500578"/>
                  </a:lnTo>
                  <a:lnTo>
                    <a:pt x="0" y="120045"/>
                  </a:lnTo>
                  <a:lnTo>
                    <a:pt x="9433" y="73318"/>
                  </a:lnTo>
                  <a:lnTo>
                    <a:pt x="35160" y="35160"/>
                  </a:lnTo>
                  <a:lnTo>
                    <a:pt x="73318" y="9433"/>
                  </a:lnTo>
                  <a:lnTo>
                    <a:pt x="120045" y="0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797141" y="1627455"/>
              <a:ext cx="2010410" cy="645795"/>
            </a:xfrm>
            <a:custGeom>
              <a:avLst/>
              <a:gdLst/>
              <a:ahLst/>
              <a:cxnLst/>
              <a:rect l="l" t="t" r="r" b="b"/>
              <a:pathLst>
                <a:path w="2010410" h="645794">
                  <a:moveTo>
                    <a:pt x="2010208" y="0"/>
                  </a:moveTo>
                  <a:lnTo>
                    <a:pt x="0" y="0"/>
                  </a:lnTo>
                  <a:lnTo>
                    <a:pt x="0" y="645248"/>
                  </a:lnTo>
                  <a:lnTo>
                    <a:pt x="2010208" y="645248"/>
                  </a:lnTo>
                  <a:lnTo>
                    <a:pt x="2010208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797141" y="1627455"/>
              <a:ext cx="2010410" cy="645795"/>
            </a:xfrm>
            <a:custGeom>
              <a:avLst/>
              <a:gdLst/>
              <a:ahLst/>
              <a:cxnLst/>
              <a:rect l="l" t="t" r="r" b="b"/>
              <a:pathLst>
                <a:path w="2010410" h="645794">
                  <a:moveTo>
                    <a:pt x="0" y="0"/>
                  </a:moveTo>
                  <a:lnTo>
                    <a:pt x="2010209" y="0"/>
                  </a:lnTo>
                  <a:lnTo>
                    <a:pt x="2010209" y="645248"/>
                  </a:lnTo>
                  <a:lnTo>
                    <a:pt x="0" y="645248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849211" y="1661159"/>
            <a:ext cx="1249045" cy="52578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>
              <a:lnSpc>
                <a:spcPts val="1900"/>
              </a:lnSpc>
              <a:spcBef>
                <a:spcPts val="280"/>
              </a:spcBef>
            </a:pPr>
            <a:r>
              <a:rPr sz="1700" spc="-114" dirty="0">
                <a:solidFill>
                  <a:srgbClr val="FFFFFF"/>
                </a:solidFill>
                <a:latin typeface="Arial"/>
                <a:cs typeface="Arial"/>
              </a:rPr>
              <a:t>Almacenes</a:t>
            </a:r>
            <a:r>
              <a:rPr sz="17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spc="-6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700" spc="-10" dirty="0">
                <a:solidFill>
                  <a:srgbClr val="FFFFFF"/>
                </a:solidFill>
                <a:latin typeface="Arial"/>
                <a:cs typeface="Arial"/>
              </a:rPr>
              <a:t>Datos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860324" y="217153"/>
            <a:ext cx="2125980" cy="2229485"/>
            <a:chOff x="3860324" y="217153"/>
            <a:chExt cx="2125980" cy="2229485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69646" y="1729948"/>
              <a:ext cx="703573" cy="7035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269646" y="1729948"/>
              <a:ext cx="703580" cy="703580"/>
            </a:xfrm>
            <a:custGeom>
              <a:avLst/>
              <a:gdLst/>
              <a:ahLst/>
              <a:cxnLst/>
              <a:rect l="l" t="t" r="r" b="b"/>
              <a:pathLst>
                <a:path w="703579" h="703580">
                  <a:moveTo>
                    <a:pt x="0" y="351786"/>
                  </a:moveTo>
                  <a:lnTo>
                    <a:pt x="3211" y="304051"/>
                  </a:lnTo>
                  <a:lnTo>
                    <a:pt x="12566" y="258267"/>
                  </a:lnTo>
                  <a:lnTo>
                    <a:pt x="27645" y="214855"/>
                  </a:lnTo>
                  <a:lnTo>
                    <a:pt x="48029" y="174233"/>
                  </a:lnTo>
                  <a:lnTo>
                    <a:pt x="73299" y="136820"/>
                  </a:lnTo>
                  <a:lnTo>
                    <a:pt x="103035" y="103035"/>
                  </a:lnTo>
                  <a:lnTo>
                    <a:pt x="136820" y="73299"/>
                  </a:lnTo>
                  <a:lnTo>
                    <a:pt x="174233" y="48029"/>
                  </a:lnTo>
                  <a:lnTo>
                    <a:pt x="214855" y="27645"/>
                  </a:lnTo>
                  <a:lnTo>
                    <a:pt x="258267" y="12566"/>
                  </a:lnTo>
                  <a:lnTo>
                    <a:pt x="304051" y="3211"/>
                  </a:lnTo>
                  <a:lnTo>
                    <a:pt x="351786" y="0"/>
                  </a:lnTo>
                  <a:lnTo>
                    <a:pt x="399521" y="3211"/>
                  </a:lnTo>
                  <a:lnTo>
                    <a:pt x="445305" y="12566"/>
                  </a:lnTo>
                  <a:lnTo>
                    <a:pt x="488717" y="27645"/>
                  </a:lnTo>
                  <a:lnTo>
                    <a:pt x="529339" y="48029"/>
                  </a:lnTo>
                  <a:lnTo>
                    <a:pt x="566752" y="73299"/>
                  </a:lnTo>
                  <a:lnTo>
                    <a:pt x="600537" y="103035"/>
                  </a:lnTo>
                  <a:lnTo>
                    <a:pt x="630273" y="136820"/>
                  </a:lnTo>
                  <a:lnTo>
                    <a:pt x="655543" y="174233"/>
                  </a:lnTo>
                  <a:lnTo>
                    <a:pt x="675927" y="214855"/>
                  </a:lnTo>
                  <a:lnTo>
                    <a:pt x="691006" y="258267"/>
                  </a:lnTo>
                  <a:lnTo>
                    <a:pt x="700361" y="304051"/>
                  </a:lnTo>
                  <a:lnTo>
                    <a:pt x="703573" y="351786"/>
                  </a:lnTo>
                  <a:lnTo>
                    <a:pt x="700361" y="399521"/>
                  </a:lnTo>
                  <a:lnTo>
                    <a:pt x="691006" y="445305"/>
                  </a:lnTo>
                  <a:lnTo>
                    <a:pt x="675927" y="488717"/>
                  </a:lnTo>
                  <a:lnTo>
                    <a:pt x="655543" y="529339"/>
                  </a:lnTo>
                  <a:lnTo>
                    <a:pt x="630273" y="566752"/>
                  </a:lnTo>
                  <a:lnTo>
                    <a:pt x="600537" y="600537"/>
                  </a:lnTo>
                  <a:lnTo>
                    <a:pt x="566752" y="630273"/>
                  </a:lnTo>
                  <a:lnTo>
                    <a:pt x="529339" y="655543"/>
                  </a:lnTo>
                  <a:lnTo>
                    <a:pt x="488717" y="675927"/>
                  </a:lnTo>
                  <a:lnTo>
                    <a:pt x="445305" y="691006"/>
                  </a:lnTo>
                  <a:lnTo>
                    <a:pt x="399521" y="700361"/>
                  </a:lnTo>
                  <a:lnTo>
                    <a:pt x="351786" y="703573"/>
                  </a:lnTo>
                  <a:lnTo>
                    <a:pt x="304051" y="700361"/>
                  </a:lnTo>
                  <a:lnTo>
                    <a:pt x="258267" y="691006"/>
                  </a:lnTo>
                  <a:lnTo>
                    <a:pt x="214855" y="675927"/>
                  </a:lnTo>
                  <a:lnTo>
                    <a:pt x="174233" y="655543"/>
                  </a:lnTo>
                  <a:lnTo>
                    <a:pt x="136820" y="630273"/>
                  </a:lnTo>
                  <a:lnTo>
                    <a:pt x="103035" y="600537"/>
                  </a:lnTo>
                  <a:lnTo>
                    <a:pt x="73299" y="566752"/>
                  </a:lnTo>
                  <a:lnTo>
                    <a:pt x="48029" y="529339"/>
                  </a:lnTo>
                  <a:lnTo>
                    <a:pt x="27645" y="488717"/>
                  </a:lnTo>
                  <a:lnTo>
                    <a:pt x="12566" y="445305"/>
                  </a:lnTo>
                  <a:lnTo>
                    <a:pt x="3211" y="399521"/>
                  </a:lnTo>
                  <a:lnTo>
                    <a:pt x="0" y="351786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60324" y="217153"/>
              <a:ext cx="1880237" cy="1349068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6134826" y="114176"/>
            <a:ext cx="2035810" cy="2171700"/>
            <a:chOff x="6134826" y="114176"/>
            <a:chExt cx="2035810" cy="2171700"/>
          </a:xfrm>
        </p:grpSpPr>
        <p:sp>
          <p:nvSpPr>
            <p:cNvPr id="15" name="object 15"/>
            <p:cNvSpPr/>
            <p:nvPr/>
          </p:nvSpPr>
          <p:spPr>
            <a:xfrm>
              <a:off x="6147526" y="126876"/>
              <a:ext cx="2010410" cy="1501140"/>
            </a:xfrm>
            <a:custGeom>
              <a:avLst/>
              <a:gdLst/>
              <a:ahLst/>
              <a:cxnLst/>
              <a:rect l="l" t="t" r="r" b="b"/>
              <a:pathLst>
                <a:path w="2010409" h="1501139">
                  <a:moveTo>
                    <a:pt x="120045" y="0"/>
                  </a:moveTo>
                  <a:lnTo>
                    <a:pt x="1890164" y="0"/>
                  </a:lnTo>
                  <a:lnTo>
                    <a:pt x="1936890" y="9433"/>
                  </a:lnTo>
                  <a:lnTo>
                    <a:pt x="1975048" y="35160"/>
                  </a:lnTo>
                  <a:lnTo>
                    <a:pt x="2000775" y="73318"/>
                  </a:lnTo>
                  <a:lnTo>
                    <a:pt x="2010209" y="120045"/>
                  </a:lnTo>
                  <a:lnTo>
                    <a:pt x="2010209" y="1500578"/>
                  </a:lnTo>
                  <a:lnTo>
                    <a:pt x="0" y="1500578"/>
                  </a:lnTo>
                  <a:lnTo>
                    <a:pt x="0" y="120045"/>
                  </a:lnTo>
                  <a:lnTo>
                    <a:pt x="9433" y="73318"/>
                  </a:lnTo>
                  <a:lnTo>
                    <a:pt x="35160" y="35160"/>
                  </a:lnTo>
                  <a:lnTo>
                    <a:pt x="73318" y="9433"/>
                  </a:lnTo>
                  <a:lnTo>
                    <a:pt x="120045" y="0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147526" y="1627455"/>
              <a:ext cx="2010410" cy="645795"/>
            </a:xfrm>
            <a:custGeom>
              <a:avLst/>
              <a:gdLst/>
              <a:ahLst/>
              <a:cxnLst/>
              <a:rect l="l" t="t" r="r" b="b"/>
              <a:pathLst>
                <a:path w="2010409" h="645794">
                  <a:moveTo>
                    <a:pt x="2010208" y="0"/>
                  </a:moveTo>
                  <a:lnTo>
                    <a:pt x="0" y="0"/>
                  </a:lnTo>
                  <a:lnTo>
                    <a:pt x="0" y="645248"/>
                  </a:lnTo>
                  <a:lnTo>
                    <a:pt x="2010208" y="645248"/>
                  </a:lnTo>
                  <a:lnTo>
                    <a:pt x="2010208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147526" y="1627455"/>
              <a:ext cx="2010410" cy="645795"/>
            </a:xfrm>
            <a:custGeom>
              <a:avLst/>
              <a:gdLst/>
              <a:ahLst/>
              <a:cxnLst/>
              <a:rect l="l" t="t" r="r" b="b"/>
              <a:pathLst>
                <a:path w="2010409" h="645794">
                  <a:moveTo>
                    <a:pt x="0" y="0"/>
                  </a:moveTo>
                  <a:lnTo>
                    <a:pt x="2010209" y="0"/>
                  </a:lnTo>
                  <a:lnTo>
                    <a:pt x="2010209" y="645248"/>
                  </a:lnTo>
                  <a:lnTo>
                    <a:pt x="0" y="645248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199596" y="1661159"/>
            <a:ext cx="1324610" cy="52578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>
              <a:lnSpc>
                <a:spcPts val="1900"/>
              </a:lnSpc>
              <a:spcBef>
                <a:spcPts val="280"/>
              </a:spcBef>
            </a:pPr>
            <a:r>
              <a:rPr sz="1700" spc="-175" dirty="0">
                <a:solidFill>
                  <a:srgbClr val="FFFFFF"/>
                </a:solidFill>
                <a:latin typeface="Arial"/>
                <a:cs typeface="Arial"/>
              </a:rPr>
              <a:t>Bases</a:t>
            </a:r>
            <a:r>
              <a:rPr sz="17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spc="-9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700" spc="-80" dirty="0">
                <a:solidFill>
                  <a:srgbClr val="FFFFFF"/>
                </a:solidFill>
                <a:latin typeface="Arial"/>
                <a:cs typeface="Arial"/>
              </a:rPr>
              <a:t> datos </a:t>
            </a:r>
            <a:r>
              <a:rPr sz="1700" spc="-45" dirty="0">
                <a:solidFill>
                  <a:srgbClr val="FFFFFF"/>
                </a:solidFill>
                <a:latin typeface="Arial"/>
                <a:cs typeface="Arial"/>
              </a:rPr>
              <a:t>documentales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197028" y="181814"/>
            <a:ext cx="2139315" cy="2264410"/>
            <a:chOff x="6197028" y="181814"/>
            <a:chExt cx="2139315" cy="2264410"/>
          </a:xfrm>
        </p:grpSpPr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620031" y="1729948"/>
              <a:ext cx="703573" cy="703572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7620031" y="1729948"/>
              <a:ext cx="703580" cy="703580"/>
            </a:xfrm>
            <a:custGeom>
              <a:avLst/>
              <a:gdLst/>
              <a:ahLst/>
              <a:cxnLst/>
              <a:rect l="l" t="t" r="r" b="b"/>
              <a:pathLst>
                <a:path w="703579" h="703580">
                  <a:moveTo>
                    <a:pt x="0" y="351786"/>
                  </a:moveTo>
                  <a:lnTo>
                    <a:pt x="3211" y="304051"/>
                  </a:lnTo>
                  <a:lnTo>
                    <a:pt x="12566" y="258267"/>
                  </a:lnTo>
                  <a:lnTo>
                    <a:pt x="27645" y="214855"/>
                  </a:lnTo>
                  <a:lnTo>
                    <a:pt x="48029" y="174233"/>
                  </a:lnTo>
                  <a:lnTo>
                    <a:pt x="73299" y="136820"/>
                  </a:lnTo>
                  <a:lnTo>
                    <a:pt x="103035" y="103035"/>
                  </a:lnTo>
                  <a:lnTo>
                    <a:pt x="136820" y="73299"/>
                  </a:lnTo>
                  <a:lnTo>
                    <a:pt x="174233" y="48029"/>
                  </a:lnTo>
                  <a:lnTo>
                    <a:pt x="214855" y="27645"/>
                  </a:lnTo>
                  <a:lnTo>
                    <a:pt x="258267" y="12566"/>
                  </a:lnTo>
                  <a:lnTo>
                    <a:pt x="304051" y="3211"/>
                  </a:lnTo>
                  <a:lnTo>
                    <a:pt x="351786" y="0"/>
                  </a:lnTo>
                  <a:lnTo>
                    <a:pt x="399521" y="3211"/>
                  </a:lnTo>
                  <a:lnTo>
                    <a:pt x="445305" y="12566"/>
                  </a:lnTo>
                  <a:lnTo>
                    <a:pt x="488717" y="27645"/>
                  </a:lnTo>
                  <a:lnTo>
                    <a:pt x="529339" y="48029"/>
                  </a:lnTo>
                  <a:lnTo>
                    <a:pt x="566752" y="73299"/>
                  </a:lnTo>
                  <a:lnTo>
                    <a:pt x="600537" y="103035"/>
                  </a:lnTo>
                  <a:lnTo>
                    <a:pt x="630273" y="136820"/>
                  </a:lnTo>
                  <a:lnTo>
                    <a:pt x="655543" y="174233"/>
                  </a:lnTo>
                  <a:lnTo>
                    <a:pt x="675927" y="214855"/>
                  </a:lnTo>
                  <a:lnTo>
                    <a:pt x="691006" y="258267"/>
                  </a:lnTo>
                  <a:lnTo>
                    <a:pt x="700361" y="304051"/>
                  </a:lnTo>
                  <a:lnTo>
                    <a:pt x="703573" y="351786"/>
                  </a:lnTo>
                  <a:lnTo>
                    <a:pt x="700361" y="399521"/>
                  </a:lnTo>
                  <a:lnTo>
                    <a:pt x="691006" y="445305"/>
                  </a:lnTo>
                  <a:lnTo>
                    <a:pt x="675927" y="488717"/>
                  </a:lnTo>
                  <a:lnTo>
                    <a:pt x="655543" y="529339"/>
                  </a:lnTo>
                  <a:lnTo>
                    <a:pt x="630273" y="566752"/>
                  </a:lnTo>
                  <a:lnTo>
                    <a:pt x="600537" y="600537"/>
                  </a:lnTo>
                  <a:lnTo>
                    <a:pt x="566752" y="630273"/>
                  </a:lnTo>
                  <a:lnTo>
                    <a:pt x="529339" y="655543"/>
                  </a:lnTo>
                  <a:lnTo>
                    <a:pt x="488717" y="675927"/>
                  </a:lnTo>
                  <a:lnTo>
                    <a:pt x="445305" y="691006"/>
                  </a:lnTo>
                  <a:lnTo>
                    <a:pt x="399521" y="700361"/>
                  </a:lnTo>
                  <a:lnTo>
                    <a:pt x="351786" y="703573"/>
                  </a:lnTo>
                  <a:lnTo>
                    <a:pt x="304051" y="700361"/>
                  </a:lnTo>
                  <a:lnTo>
                    <a:pt x="258267" y="691006"/>
                  </a:lnTo>
                  <a:lnTo>
                    <a:pt x="214855" y="675927"/>
                  </a:lnTo>
                  <a:lnTo>
                    <a:pt x="174233" y="655543"/>
                  </a:lnTo>
                  <a:lnTo>
                    <a:pt x="136820" y="630273"/>
                  </a:lnTo>
                  <a:lnTo>
                    <a:pt x="103035" y="600537"/>
                  </a:lnTo>
                  <a:lnTo>
                    <a:pt x="73299" y="566752"/>
                  </a:lnTo>
                  <a:lnTo>
                    <a:pt x="48029" y="529339"/>
                  </a:lnTo>
                  <a:lnTo>
                    <a:pt x="27645" y="488717"/>
                  </a:lnTo>
                  <a:lnTo>
                    <a:pt x="12566" y="445305"/>
                  </a:lnTo>
                  <a:lnTo>
                    <a:pt x="3211" y="399521"/>
                  </a:lnTo>
                  <a:lnTo>
                    <a:pt x="0" y="351786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97028" y="181814"/>
              <a:ext cx="708021" cy="797986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04247" y="195486"/>
              <a:ext cx="686189" cy="775365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518868" y="195486"/>
              <a:ext cx="581522" cy="80443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236295" y="843558"/>
              <a:ext cx="775365" cy="775365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406662" y="843558"/>
              <a:ext cx="816123" cy="816123"/>
            </a:xfrm>
            <a:prstGeom prst="rect">
              <a:avLst/>
            </a:prstGeom>
          </p:spPr>
        </p:pic>
      </p:grpSp>
      <p:grpSp>
        <p:nvGrpSpPr>
          <p:cNvPr id="27" name="object 27"/>
          <p:cNvGrpSpPr/>
          <p:nvPr/>
        </p:nvGrpSpPr>
        <p:grpSpPr>
          <a:xfrm>
            <a:off x="4959633" y="2769285"/>
            <a:ext cx="2035810" cy="2171700"/>
            <a:chOff x="4959633" y="2769285"/>
            <a:chExt cx="2035810" cy="2171700"/>
          </a:xfrm>
        </p:grpSpPr>
        <p:sp>
          <p:nvSpPr>
            <p:cNvPr id="28" name="object 28"/>
            <p:cNvSpPr/>
            <p:nvPr/>
          </p:nvSpPr>
          <p:spPr>
            <a:xfrm>
              <a:off x="4972333" y="2781985"/>
              <a:ext cx="2010410" cy="1501140"/>
            </a:xfrm>
            <a:custGeom>
              <a:avLst/>
              <a:gdLst/>
              <a:ahLst/>
              <a:cxnLst/>
              <a:rect l="l" t="t" r="r" b="b"/>
              <a:pathLst>
                <a:path w="2010409" h="1501139">
                  <a:moveTo>
                    <a:pt x="120045" y="0"/>
                  </a:moveTo>
                  <a:lnTo>
                    <a:pt x="1890164" y="0"/>
                  </a:lnTo>
                  <a:lnTo>
                    <a:pt x="1936890" y="9433"/>
                  </a:lnTo>
                  <a:lnTo>
                    <a:pt x="1975048" y="35160"/>
                  </a:lnTo>
                  <a:lnTo>
                    <a:pt x="2000775" y="73318"/>
                  </a:lnTo>
                  <a:lnTo>
                    <a:pt x="2010209" y="120045"/>
                  </a:lnTo>
                  <a:lnTo>
                    <a:pt x="2010209" y="1500578"/>
                  </a:lnTo>
                  <a:lnTo>
                    <a:pt x="0" y="1500578"/>
                  </a:lnTo>
                  <a:lnTo>
                    <a:pt x="0" y="120045"/>
                  </a:lnTo>
                  <a:lnTo>
                    <a:pt x="9433" y="73318"/>
                  </a:lnTo>
                  <a:lnTo>
                    <a:pt x="35160" y="35160"/>
                  </a:lnTo>
                  <a:lnTo>
                    <a:pt x="73318" y="9433"/>
                  </a:lnTo>
                  <a:lnTo>
                    <a:pt x="120045" y="0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972333" y="4282564"/>
              <a:ext cx="2010410" cy="645795"/>
            </a:xfrm>
            <a:custGeom>
              <a:avLst/>
              <a:gdLst/>
              <a:ahLst/>
              <a:cxnLst/>
              <a:rect l="l" t="t" r="r" b="b"/>
              <a:pathLst>
                <a:path w="2010409" h="645795">
                  <a:moveTo>
                    <a:pt x="2010209" y="0"/>
                  </a:moveTo>
                  <a:lnTo>
                    <a:pt x="0" y="0"/>
                  </a:lnTo>
                  <a:lnTo>
                    <a:pt x="0" y="645247"/>
                  </a:lnTo>
                  <a:lnTo>
                    <a:pt x="2010209" y="645247"/>
                  </a:lnTo>
                  <a:lnTo>
                    <a:pt x="2010209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972333" y="4282564"/>
              <a:ext cx="2010410" cy="645795"/>
            </a:xfrm>
            <a:custGeom>
              <a:avLst/>
              <a:gdLst/>
              <a:ahLst/>
              <a:cxnLst/>
              <a:rect l="l" t="t" r="r" b="b"/>
              <a:pathLst>
                <a:path w="2010409" h="645795">
                  <a:moveTo>
                    <a:pt x="0" y="0"/>
                  </a:moveTo>
                  <a:lnTo>
                    <a:pt x="2010209" y="0"/>
                  </a:lnTo>
                  <a:lnTo>
                    <a:pt x="2010209" y="645248"/>
                  </a:lnTo>
                  <a:lnTo>
                    <a:pt x="0" y="645248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5024403" y="4315967"/>
            <a:ext cx="1324610" cy="52832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>
              <a:lnSpc>
                <a:spcPts val="1920"/>
              </a:lnSpc>
              <a:spcBef>
                <a:spcPts val="260"/>
              </a:spcBef>
            </a:pPr>
            <a:r>
              <a:rPr sz="1700" spc="-175" dirty="0">
                <a:solidFill>
                  <a:srgbClr val="FFFFFF"/>
                </a:solidFill>
                <a:latin typeface="Arial"/>
                <a:cs typeface="Arial"/>
              </a:rPr>
              <a:t>Bases</a:t>
            </a:r>
            <a:r>
              <a:rPr sz="17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spc="-9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700" spc="-80" dirty="0">
                <a:solidFill>
                  <a:srgbClr val="FFFFFF"/>
                </a:solidFill>
                <a:latin typeface="Arial"/>
                <a:cs typeface="Arial"/>
              </a:rPr>
              <a:t> datos </a:t>
            </a:r>
            <a:r>
              <a:rPr sz="1700" spc="-95" dirty="0">
                <a:solidFill>
                  <a:srgbClr val="FFFFFF"/>
                </a:solidFill>
                <a:latin typeface="Arial"/>
                <a:cs typeface="Arial"/>
              </a:rPr>
              <a:t>sobre</a:t>
            </a:r>
            <a:r>
              <a:rPr sz="17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Arial"/>
                <a:cs typeface="Arial"/>
              </a:rPr>
              <a:t>grafos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5004047" y="2803599"/>
            <a:ext cx="2157095" cy="2298065"/>
            <a:chOff x="5004047" y="2803599"/>
            <a:chExt cx="2157095" cy="2298065"/>
          </a:xfrm>
        </p:grpSpPr>
        <p:pic>
          <p:nvPicPr>
            <p:cNvPr id="33" name="object 3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444838" y="4385056"/>
              <a:ext cx="703573" cy="703572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6444838" y="4385056"/>
              <a:ext cx="703580" cy="703580"/>
            </a:xfrm>
            <a:custGeom>
              <a:avLst/>
              <a:gdLst/>
              <a:ahLst/>
              <a:cxnLst/>
              <a:rect l="l" t="t" r="r" b="b"/>
              <a:pathLst>
                <a:path w="703579" h="703579">
                  <a:moveTo>
                    <a:pt x="0" y="351786"/>
                  </a:moveTo>
                  <a:lnTo>
                    <a:pt x="3211" y="304051"/>
                  </a:lnTo>
                  <a:lnTo>
                    <a:pt x="12566" y="258267"/>
                  </a:lnTo>
                  <a:lnTo>
                    <a:pt x="27645" y="214855"/>
                  </a:lnTo>
                  <a:lnTo>
                    <a:pt x="48029" y="174233"/>
                  </a:lnTo>
                  <a:lnTo>
                    <a:pt x="73299" y="136820"/>
                  </a:lnTo>
                  <a:lnTo>
                    <a:pt x="103035" y="103035"/>
                  </a:lnTo>
                  <a:lnTo>
                    <a:pt x="136820" y="73299"/>
                  </a:lnTo>
                  <a:lnTo>
                    <a:pt x="174233" y="48029"/>
                  </a:lnTo>
                  <a:lnTo>
                    <a:pt x="214855" y="27645"/>
                  </a:lnTo>
                  <a:lnTo>
                    <a:pt x="258267" y="12566"/>
                  </a:lnTo>
                  <a:lnTo>
                    <a:pt x="304051" y="3211"/>
                  </a:lnTo>
                  <a:lnTo>
                    <a:pt x="351786" y="0"/>
                  </a:lnTo>
                  <a:lnTo>
                    <a:pt x="399521" y="3211"/>
                  </a:lnTo>
                  <a:lnTo>
                    <a:pt x="445305" y="12566"/>
                  </a:lnTo>
                  <a:lnTo>
                    <a:pt x="488717" y="27645"/>
                  </a:lnTo>
                  <a:lnTo>
                    <a:pt x="529339" y="48029"/>
                  </a:lnTo>
                  <a:lnTo>
                    <a:pt x="566752" y="73299"/>
                  </a:lnTo>
                  <a:lnTo>
                    <a:pt x="600537" y="103035"/>
                  </a:lnTo>
                  <a:lnTo>
                    <a:pt x="630273" y="136820"/>
                  </a:lnTo>
                  <a:lnTo>
                    <a:pt x="655543" y="174233"/>
                  </a:lnTo>
                  <a:lnTo>
                    <a:pt x="675927" y="214855"/>
                  </a:lnTo>
                  <a:lnTo>
                    <a:pt x="691006" y="258267"/>
                  </a:lnTo>
                  <a:lnTo>
                    <a:pt x="700361" y="304051"/>
                  </a:lnTo>
                  <a:lnTo>
                    <a:pt x="703573" y="351786"/>
                  </a:lnTo>
                  <a:lnTo>
                    <a:pt x="700361" y="399521"/>
                  </a:lnTo>
                  <a:lnTo>
                    <a:pt x="691006" y="445305"/>
                  </a:lnTo>
                  <a:lnTo>
                    <a:pt x="675927" y="488717"/>
                  </a:lnTo>
                  <a:lnTo>
                    <a:pt x="655543" y="529339"/>
                  </a:lnTo>
                  <a:lnTo>
                    <a:pt x="630273" y="566752"/>
                  </a:lnTo>
                  <a:lnTo>
                    <a:pt x="600537" y="600537"/>
                  </a:lnTo>
                  <a:lnTo>
                    <a:pt x="566752" y="630273"/>
                  </a:lnTo>
                  <a:lnTo>
                    <a:pt x="529339" y="655543"/>
                  </a:lnTo>
                  <a:lnTo>
                    <a:pt x="488717" y="675927"/>
                  </a:lnTo>
                  <a:lnTo>
                    <a:pt x="445305" y="691006"/>
                  </a:lnTo>
                  <a:lnTo>
                    <a:pt x="399521" y="700361"/>
                  </a:lnTo>
                  <a:lnTo>
                    <a:pt x="351786" y="703573"/>
                  </a:lnTo>
                  <a:lnTo>
                    <a:pt x="304051" y="700361"/>
                  </a:lnTo>
                  <a:lnTo>
                    <a:pt x="258267" y="691006"/>
                  </a:lnTo>
                  <a:lnTo>
                    <a:pt x="214855" y="675927"/>
                  </a:lnTo>
                  <a:lnTo>
                    <a:pt x="174233" y="655543"/>
                  </a:lnTo>
                  <a:lnTo>
                    <a:pt x="136820" y="630273"/>
                  </a:lnTo>
                  <a:lnTo>
                    <a:pt x="103035" y="600537"/>
                  </a:lnTo>
                  <a:lnTo>
                    <a:pt x="73299" y="566752"/>
                  </a:lnTo>
                  <a:lnTo>
                    <a:pt x="48029" y="529339"/>
                  </a:lnTo>
                  <a:lnTo>
                    <a:pt x="27645" y="488717"/>
                  </a:lnTo>
                  <a:lnTo>
                    <a:pt x="12566" y="445305"/>
                  </a:lnTo>
                  <a:lnTo>
                    <a:pt x="3211" y="399521"/>
                  </a:lnTo>
                  <a:lnTo>
                    <a:pt x="0" y="351786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004047" y="2803599"/>
              <a:ext cx="1962134" cy="149634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7714985-7E62-4849-5B68-28AEAEE42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D4AFB52-D64A-F74F-6966-CBA8810FCF1A}"/>
              </a:ext>
            </a:extLst>
          </p:cNvPr>
          <p:cNvSpPr txBox="1"/>
          <p:nvPr/>
        </p:nvSpPr>
        <p:spPr>
          <a:xfrm>
            <a:off x="546284" y="253491"/>
            <a:ext cx="2291080" cy="1818005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50165">
              <a:lnSpc>
                <a:spcPct val="71000"/>
              </a:lnSpc>
              <a:spcBef>
                <a:spcPts val="149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Soluciones </a:t>
            </a: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Big</a:t>
            </a:r>
            <a:r>
              <a:rPr sz="4000" b="1" spc="-25" dirty="0">
                <a:solidFill>
                  <a:srgbClr val="044247"/>
                </a:solidFill>
                <a:latin typeface="Arial Narrow"/>
                <a:cs typeface="Arial Narrow"/>
              </a:rPr>
              <a:t> </a:t>
            </a: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Data</a:t>
            </a:r>
            <a:endParaRPr sz="4000">
              <a:latin typeface="Arial Narrow"/>
              <a:cs typeface="Arial Narrow"/>
            </a:endParaRPr>
          </a:p>
          <a:p>
            <a:pPr marR="5080" algn="r">
              <a:lnSpc>
                <a:spcPts val="2830"/>
              </a:lnSpc>
              <a:spcBef>
                <a:spcPts val="240"/>
              </a:spcBef>
            </a:pP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Almacenes</a:t>
            </a:r>
            <a:r>
              <a:rPr sz="2800" b="1" spc="-65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spc="-25" dirty="0">
                <a:solidFill>
                  <a:srgbClr val="FF0000"/>
                </a:solidFill>
                <a:latin typeface="Arial Narrow"/>
                <a:cs typeface="Arial Narrow"/>
              </a:rPr>
              <a:t>de</a:t>
            </a:r>
            <a:endParaRPr sz="2800">
              <a:latin typeface="Arial Narrow"/>
              <a:cs typeface="Arial Narrow"/>
            </a:endParaRPr>
          </a:p>
          <a:p>
            <a:pPr marR="5715" algn="r">
              <a:lnSpc>
                <a:spcPts val="2830"/>
              </a:lnSpc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datos: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8C337A4A-B9CE-3E79-591B-76669D9495E1}"/>
              </a:ext>
            </a:extLst>
          </p:cNvPr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EA1CF97F-78D1-0DF1-D779-CE8A8319D0E5}"/>
              </a:ext>
            </a:extLst>
          </p:cNvPr>
          <p:cNvSpPr txBox="1"/>
          <p:nvPr/>
        </p:nvSpPr>
        <p:spPr>
          <a:xfrm>
            <a:off x="3344302" y="174243"/>
            <a:ext cx="500824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har char="■"/>
              <a:tabLst>
                <a:tab pos="297815" algn="l"/>
              </a:tabLst>
            </a:pPr>
            <a:r>
              <a:rPr sz="2800" spc="-105" dirty="0">
                <a:latin typeface="Arial"/>
                <a:cs typeface="Arial"/>
              </a:rPr>
              <a:t>Inteligencia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35" dirty="0">
                <a:latin typeface="Arial"/>
                <a:cs typeface="Arial"/>
              </a:rPr>
              <a:t> negocio/Business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E22D4446-C9B7-D3E6-5A61-07F98C63F541}"/>
              </a:ext>
            </a:extLst>
          </p:cNvPr>
          <p:cNvSpPr txBox="1"/>
          <p:nvPr/>
        </p:nvSpPr>
        <p:spPr>
          <a:xfrm>
            <a:off x="3630052" y="466851"/>
            <a:ext cx="226631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0" dirty="0">
                <a:latin typeface="Arial"/>
                <a:cs typeface="Arial"/>
              </a:rPr>
              <a:t>Intelligence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125" dirty="0">
                <a:latin typeface="Arial"/>
                <a:cs typeface="Arial"/>
              </a:rPr>
              <a:t>(BI)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8CE85DCE-A0AD-5B07-B2BA-6995EA457CAC}"/>
              </a:ext>
            </a:extLst>
          </p:cNvPr>
          <p:cNvSpPr txBox="1"/>
          <p:nvPr/>
        </p:nvSpPr>
        <p:spPr>
          <a:xfrm>
            <a:off x="3344302" y="924052"/>
            <a:ext cx="356489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har char="■"/>
              <a:tabLst>
                <a:tab pos="297815" algn="l"/>
              </a:tabLst>
            </a:pPr>
            <a:r>
              <a:rPr sz="2800" spc="-170" dirty="0">
                <a:latin typeface="Arial"/>
                <a:cs typeface="Arial"/>
              </a:rPr>
              <a:t>Combina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tecnologías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y</a:t>
            </a:r>
            <a:endParaRPr sz="2800">
              <a:latin typeface="Arial"/>
              <a:cs typeface="Arial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46E8396D-28C8-E423-2424-4C7CBAD75660}"/>
              </a:ext>
            </a:extLst>
          </p:cNvPr>
          <p:cNvSpPr txBox="1"/>
          <p:nvPr/>
        </p:nvSpPr>
        <p:spPr>
          <a:xfrm>
            <a:off x="3630052" y="1213611"/>
            <a:ext cx="450913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30" dirty="0">
                <a:latin typeface="Arial"/>
                <a:cs typeface="Arial"/>
              </a:rPr>
              <a:t>componentes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155" dirty="0">
                <a:latin typeface="Arial"/>
                <a:cs typeface="Arial"/>
              </a:rPr>
              <a:t>para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80" dirty="0">
                <a:latin typeface="Arial"/>
                <a:cs typeface="Arial"/>
              </a:rPr>
              <a:t>optimizar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el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46903C4C-D048-80A6-33C0-52E6869D1E75}"/>
              </a:ext>
            </a:extLst>
          </p:cNvPr>
          <p:cNvSpPr txBox="1"/>
          <p:nvPr/>
        </p:nvSpPr>
        <p:spPr>
          <a:xfrm>
            <a:off x="3344302" y="1518411"/>
            <a:ext cx="5082540" cy="897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>
              <a:lnSpc>
                <a:spcPct val="100000"/>
              </a:lnSpc>
              <a:spcBef>
                <a:spcPts val="100"/>
              </a:spcBef>
            </a:pPr>
            <a:r>
              <a:rPr sz="2800" spc="-175" dirty="0">
                <a:latin typeface="Arial"/>
                <a:cs typeface="Arial"/>
              </a:rPr>
              <a:t>uso</a:t>
            </a:r>
            <a:r>
              <a:rPr sz="2800" spc="-120" dirty="0">
                <a:latin typeface="Arial"/>
                <a:cs typeface="Arial"/>
              </a:rPr>
              <a:t> estratégico </a:t>
            </a:r>
            <a:r>
              <a:rPr sz="2800" spc="-145" dirty="0">
                <a:latin typeface="Arial"/>
                <a:cs typeface="Arial"/>
              </a:rPr>
              <a:t>de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datos</a:t>
            </a:r>
            <a:endParaRPr sz="28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145"/>
              </a:spcBef>
              <a:buChar char="■"/>
              <a:tabLst>
                <a:tab pos="297815" algn="l"/>
              </a:tabLst>
            </a:pPr>
            <a:r>
              <a:rPr sz="2800" spc="-150" dirty="0">
                <a:latin typeface="Arial"/>
                <a:cs typeface="Arial"/>
              </a:rPr>
              <a:t>Solución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35" dirty="0">
                <a:latin typeface="Arial"/>
                <a:cs typeface="Arial"/>
              </a:rPr>
              <a:t>integradas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25" dirty="0">
                <a:latin typeface="Arial"/>
                <a:cs typeface="Arial"/>
              </a:rPr>
              <a:t>que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90" dirty="0">
                <a:latin typeface="Arial"/>
                <a:cs typeface="Arial"/>
              </a:rPr>
              <a:t>combina</a:t>
            </a:r>
            <a:endParaRPr sz="2800">
              <a:latin typeface="Arial"/>
              <a:cs typeface="Arial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EEA634FF-45FF-274F-7DE2-1EE9897ABA8A}"/>
              </a:ext>
            </a:extLst>
          </p:cNvPr>
          <p:cNvSpPr txBox="1"/>
          <p:nvPr/>
        </p:nvSpPr>
        <p:spPr>
          <a:xfrm>
            <a:off x="3630052" y="2268219"/>
            <a:ext cx="450215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65" dirty="0">
                <a:latin typeface="Arial"/>
                <a:cs typeface="Arial"/>
              </a:rPr>
              <a:t>capacidad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110" dirty="0">
                <a:latin typeface="Arial"/>
                <a:cs typeface="Arial"/>
              </a:rPr>
              <a:t>almacenamiento,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10" name="object 10">
            <a:extLst>
              <a:ext uri="{FF2B5EF4-FFF2-40B4-BE49-F238E27FC236}">
                <a16:creationId xmlns:a16="http://schemas.microsoft.com/office/drawing/2014/main" id="{F88EE821-B632-B865-0DF4-3C4BF2F21FD0}"/>
              </a:ext>
            </a:extLst>
          </p:cNvPr>
          <p:cNvGrpSpPr/>
          <p:nvPr/>
        </p:nvGrpSpPr>
        <p:grpSpPr>
          <a:xfrm>
            <a:off x="4979617" y="3063105"/>
            <a:ext cx="2042160" cy="2042160"/>
            <a:chOff x="4979617" y="3063105"/>
            <a:chExt cx="2042160" cy="2042160"/>
          </a:xfrm>
        </p:grpSpPr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AA434577-93BC-B44D-CF57-B7C254594C49}"/>
                </a:ext>
              </a:extLst>
            </p:cNvPr>
            <p:cNvSpPr/>
            <p:nvPr/>
          </p:nvSpPr>
          <p:spPr>
            <a:xfrm>
              <a:off x="4992317" y="3075805"/>
              <a:ext cx="2016760" cy="2016760"/>
            </a:xfrm>
            <a:custGeom>
              <a:avLst/>
              <a:gdLst/>
              <a:ahLst/>
              <a:cxnLst/>
              <a:rect l="l" t="t" r="r" b="b"/>
              <a:pathLst>
                <a:path w="2016759" h="2016760">
                  <a:moveTo>
                    <a:pt x="1008112" y="0"/>
                  </a:moveTo>
                  <a:lnTo>
                    <a:pt x="959268" y="1162"/>
                  </a:lnTo>
                  <a:lnTo>
                    <a:pt x="911024" y="4614"/>
                  </a:lnTo>
                  <a:lnTo>
                    <a:pt x="863433" y="10304"/>
                  </a:lnTo>
                  <a:lnTo>
                    <a:pt x="816547" y="18177"/>
                  </a:lnTo>
                  <a:lnTo>
                    <a:pt x="770420" y="28182"/>
                  </a:lnTo>
                  <a:lnTo>
                    <a:pt x="725104" y="40266"/>
                  </a:lnTo>
                  <a:lnTo>
                    <a:pt x="680652" y="54375"/>
                  </a:lnTo>
                  <a:lnTo>
                    <a:pt x="637116" y="70458"/>
                  </a:lnTo>
                  <a:lnTo>
                    <a:pt x="594551" y="88460"/>
                  </a:lnTo>
                  <a:lnTo>
                    <a:pt x="553008" y="108330"/>
                  </a:lnTo>
                  <a:lnTo>
                    <a:pt x="512540" y="130014"/>
                  </a:lnTo>
                  <a:lnTo>
                    <a:pt x="473200" y="153460"/>
                  </a:lnTo>
                  <a:lnTo>
                    <a:pt x="435041" y="178616"/>
                  </a:lnTo>
                  <a:lnTo>
                    <a:pt x="398115" y="205427"/>
                  </a:lnTo>
                  <a:lnTo>
                    <a:pt x="362476" y="233841"/>
                  </a:lnTo>
                  <a:lnTo>
                    <a:pt x="328177" y="263806"/>
                  </a:lnTo>
                  <a:lnTo>
                    <a:pt x="295269" y="295269"/>
                  </a:lnTo>
                  <a:lnTo>
                    <a:pt x="263806" y="328177"/>
                  </a:lnTo>
                  <a:lnTo>
                    <a:pt x="233841" y="362476"/>
                  </a:lnTo>
                  <a:lnTo>
                    <a:pt x="205427" y="398115"/>
                  </a:lnTo>
                  <a:lnTo>
                    <a:pt x="178615" y="435041"/>
                  </a:lnTo>
                  <a:lnTo>
                    <a:pt x="153460" y="473200"/>
                  </a:lnTo>
                  <a:lnTo>
                    <a:pt x="130014" y="512540"/>
                  </a:lnTo>
                  <a:lnTo>
                    <a:pt x="108330" y="553008"/>
                  </a:lnTo>
                  <a:lnTo>
                    <a:pt x="88460" y="594551"/>
                  </a:lnTo>
                  <a:lnTo>
                    <a:pt x="70458" y="637117"/>
                  </a:lnTo>
                  <a:lnTo>
                    <a:pt x="54375" y="680652"/>
                  </a:lnTo>
                  <a:lnTo>
                    <a:pt x="40266" y="725104"/>
                  </a:lnTo>
                  <a:lnTo>
                    <a:pt x="28182" y="770420"/>
                  </a:lnTo>
                  <a:lnTo>
                    <a:pt x="18177" y="816547"/>
                  </a:lnTo>
                  <a:lnTo>
                    <a:pt x="10304" y="863433"/>
                  </a:lnTo>
                  <a:lnTo>
                    <a:pt x="4614" y="911024"/>
                  </a:lnTo>
                  <a:lnTo>
                    <a:pt x="1162" y="959268"/>
                  </a:lnTo>
                  <a:lnTo>
                    <a:pt x="0" y="1008112"/>
                  </a:lnTo>
                  <a:lnTo>
                    <a:pt x="1162" y="1056956"/>
                  </a:lnTo>
                  <a:lnTo>
                    <a:pt x="4614" y="1105200"/>
                  </a:lnTo>
                  <a:lnTo>
                    <a:pt x="10304" y="1152791"/>
                  </a:lnTo>
                  <a:lnTo>
                    <a:pt x="18177" y="1199677"/>
                  </a:lnTo>
                  <a:lnTo>
                    <a:pt x="28182" y="1245804"/>
                  </a:lnTo>
                  <a:lnTo>
                    <a:pt x="40266" y="1291120"/>
                  </a:lnTo>
                  <a:lnTo>
                    <a:pt x="54375" y="1335572"/>
                  </a:lnTo>
                  <a:lnTo>
                    <a:pt x="70458" y="1379107"/>
                  </a:lnTo>
                  <a:lnTo>
                    <a:pt x="88460" y="1421673"/>
                  </a:lnTo>
                  <a:lnTo>
                    <a:pt x="108330" y="1463216"/>
                  </a:lnTo>
                  <a:lnTo>
                    <a:pt x="130014" y="1503684"/>
                  </a:lnTo>
                  <a:lnTo>
                    <a:pt x="153460" y="1543024"/>
                  </a:lnTo>
                  <a:lnTo>
                    <a:pt x="178615" y="1581183"/>
                  </a:lnTo>
                  <a:lnTo>
                    <a:pt x="205427" y="1618109"/>
                  </a:lnTo>
                  <a:lnTo>
                    <a:pt x="233841" y="1653747"/>
                  </a:lnTo>
                  <a:lnTo>
                    <a:pt x="263806" y="1688047"/>
                  </a:lnTo>
                  <a:lnTo>
                    <a:pt x="295269" y="1720955"/>
                  </a:lnTo>
                  <a:lnTo>
                    <a:pt x="328177" y="1752417"/>
                  </a:lnTo>
                  <a:lnTo>
                    <a:pt x="362476" y="1782382"/>
                  </a:lnTo>
                  <a:lnTo>
                    <a:pt x="398115" y="1810797"/>
                  </a:lnTo>
                  <a:lnTo>
                    <a:pt x="435041" y="1837608"/>
                  </a:lnTo>
                  <a:lnTo>
                    <a:pt x="473200" y="1862763"/>
                  </a:lnTo>
                  <a:lnTo>
                    <a:pt x="512540" y="1886209"/>
                  </a:lnTo>
                  <a:lnTo>
                    <a:pt x="553008" y="1907894"/>
                  </a:lnTo>
                  <a:lnTo>
                    <a:pt x="594551" y="1927764"/>
                  </a:lnTo>
                  <a:lnTo>
                    <a:pt x="637116" y="1945766"/>
                  </a:lnTo>
                  <a:lnTo>
                    <a:pt x="680652" y="1961848"/>
                  </a:lnTo>
                  <a:lnTo>
                    <a:pt x="725104" y="1975958"/>
                  </a:lnTo>
                  <a:lnTo>
                    <a:pt x="770420" y="1988041"/>
                  </a:lnTo>
                  <a:lnTo>
                    <a:pt x="816547" y="1998046"/>
                  </a:lnTo>
                  <a:lnTo>
                    <a:pt x="863433" y="2005920"/>
                  </a:lnTo>
                  <a:lnTo>
                    <a:pt x="911024" y="2011609"/>
                  </a:lnTo>
                  <a:lnTo>
                    <a:pt x="959268" y="2015061"/>
                  </a:lnTo>
                  <a:lnTo>
                    <a:pt x="1008112" y="2016224"/>
                  </a:lnTo>
                  <a:lnTo>
                    <a:pt x="1056956" y="2015061"/>
                  </a:lnTo>
                  <a:lnTo>
                    <a:pt x="1105200" y="2011609"/>
                  </a:lnTo>
                  <a:lnTo>
                    <a:pt x="1152791" y="2005920"/>
                  </a:lnTo>
                  <a:lnTo>
                    <a:pt x="1199676" y="1998046"/>
                  </a:lnTo>
                  <a:lnTo>
                    <a:pt x="1245804" y="1988041"/>
                  </a:lnTo>
                  <a:lnTo>
                    <a:pt x="1291120" y="1975958"/>
                  </a:lnTo>
                  <a:lnTo>
                    <a:pt x="1335572" y="1961848"/>
                  </a:lnTo>
                  <a:lnTo>
                    <a:pt x="1379107" y="1945766"/>
                  </a:lnTo>
                  <a:lnTo>
                    <a:pt x="1421673" y="1927764"/>
                  </a:lnTo>
                  <a:lnTo>
                    <a:pt x="1463216" y="1907894"/>
                  </a:lnTo>
                  <a:lnTo>
                    <a:pt x="1503684" y="1886209"/>
                  </a:lnTo>
                  <a:lnTo>
                    <a:pt x="1543024" y="1862763"/>
                  </a:lnTo>
                  <a:lnTo>
                    <a:pt x="1581183" y="1837608"/>
                  </a:lnTo>
                  <a:lnTo>
                    <a:pt x="1618108" y="1810797"/>
                  </a:lnTo>
                  <a:lnTo>
                    <a:pt x="1653747" y="1782382"/>
                  </a:lnTo>
                  <a:lnTo>
                    <a:pt x="1688047" y="1752417"/>
                  </a:lnTo>
                  <a:lnTo>
                    <a:pt x="1720955" y="1720955"/>
                  </a:lnTo>
                  <a:lnTo>
                    <a:pt x="1752417" y="1688047"/>
                  </a:lnTo>
                  <a:lnTo>
                    <a:pt x="1782382" y="1653747"/>
                  </a:lnTo>
                  <a:lnTo>
                    <a:pt x="1810797" y="1618109"/>
                  </a:lnTo>
                  <a:lnTo>
                    <a:pt x="1837608" y="1581183"/>
                  </a:lnTo>
                  <a:lnTo>
                    <a:pt x="1862763" y="1543024"/>
                  </a:lnTo>
                  <a:lnTo>
                    <a:pt x="1886209" y="1503684"/>
                  </a:lnTo>
                  <a:lnTo>
                    <a:pt x="1907893" y="1463216"/>
                  </a:lnTo>
                  <a:lnTo>
                    <a:pt x="1927763" y="1421673"/>
                  </a:lnTo>
                  <a:lnTo>
                    <a:pt x="1945766" y="1379107"/>
                  </a:lnTo>
                  <a:lnTo>
                    <a:pt x="1961848" y="1335572"/>
                  </a:lnTo>
                  <a:lnTo>
                    <a:pt x="1975957" y="1291120"/>
                  </a:lnTo>
                  <a:lnTo>
                    <a:pt x="1988041" y="1245804"/>
                  </a:lnTo>
                  <a:lnTo>
                    <a:pt x="1998046" y="1199677"/>
                  </a:lnTo>
                  <a:lnTo>
                    <a:pt x="2005919" y="1152791"/>
                  </a:lnTo>
                  <a:lnTo>
                    <a:pt x="2011609" y="1105200"/>
                  </a:lnTo>
                  <a:lnTo>
                    <a:pt x="2015061" y="1056956"/>
                  </a:lnTo>
                  <a:lnTo>
                    <a:pt x="2016224" y="1008112"/>
                  </a:lnTo>
                  <a:lnTo>
                    <a:pt x="2015061" y="959268"/>
                  </a:lnTo>
                  <a:lnTo>
                    <a:pt x="2011609" y="911024"/>
                  </a:lnTo>
                  <a:lnTo>
                    <a:pt x="2005919" y="863433"/>
                  </a:lnTo>
                  <a:lnTo>
                    <a:pt x="1998046" y="816547"/>
                  </a:lnTo>
                  <a:lnTo>
                    <a:pt x="1988041" y="770420"/>
                  </a:lnTo>
                  <a:lnTo>
                    <a:pt x="1975957" y="725104"/>
                  </a:lnTo>
                  <a:lnTo>
                    <a:pt x="1961848" y="680652"/>
                  </a:lnTo>
                  <a:lnTo>
                    <a:pt x="1945766" y="637117"/>
                  </a:lnTo>
                  <a:lnTo>
                    <a:pt x="1927763" y="594551"/>
                  </a:lnTo>
                  <a:lnTo>
                    <a:pt x="1907893" y="553008"/>
                  </a:lnTo>
                  <a:lnTo>
                    <a:pt x="1886209" y="512540"/>
                  </a:lnTo>
                  <a:lnTo>
                    <a:pt x="1862763" y="473200"/>
                  </a:lnTo>
                  <a:lnTo>
                    <a:pt x="1837608" y="435041"/>
                  </a:lnTo>
                  <a:lnTo>
                    <a:pt x="1810797" y="398115"/>
                  </a:lnTo>
                  <a:lnTo>
                    <a:pt x="1782382" y="362476"/>
                  </a:lnTo>
                  <a:lnTo>
                    <a:pt x="1752417" y="328177"/>
                  </a:lnTo>
                  <a:lnTo>
                    <a:pt x="1720955" y="295269"/>
                  </a:lnTo>
                  <a:lnTo>
                    <a:pt x="1688047" y="263806"/>
                  </a:lnTo>
                  <a:lnTo>
                    <a:pt x="1653747" y="233841"/>
                  </a:lnTo>
                  <a:lnTo>
                    <a:pt x="1618108" y="205427"/>
                  </a:lnTo>
                  <a:lnTo>
                    <a:pt x="1581183" y="178616"/>
                  </a:lnTo>
                  <a:lnTo>
                    <a:pt x="1543024" y="153460"/>
                  </a:lnTo>
                  <a:lnTo>
                    <a:pt x="1503684" y="130014"/>
                  </a:lnTo>
                  <a:lnTo>
                    <a:pt x="1463216" y="108330"/>
                  </a:lnTo>
                  <a:lnTo>
                    <a:pt x="1421673" y="88460"/>
                  </a:lnTo>
                  <a:lnTo>
                    <a:pt x="1379107" y="70458"/>
                  </a:lnTo>
                  <a:lnTo>
                    <a:pt x="1335572" y="54375"/>
                  </a:lnTo>
                  <a:lnTo>
                    <a:pt x="1291120" y="40266"/>
                  </a:lnTo>
                  <a:lnTo>
                    <a:pt x="1245804" y="28182"/>
                  </a:lnTo>
                  <a:lnTo>
                    <a:pt x="1199676" y="18177"/>
                  </a:lnTo>
                  <a:lnTo>
                    <a:pt x="1152791" y="10304"/>
                  </a:lnTo>
                  <a:lnTo>
                    <a:pt x="1105200" y="4614"/>
                  </a:lnTo>
                  <a:lnTo>
                    <a:pt x="1056956" y="1162"/>
                  </a:lnTo>
                  <a:lnTo>
                    <a:pt x="1008112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D29E63FC-15A7-9B23-8DC0-E705B0A13542}"/>
                </a:ext>
              </a:extLst>
            </p:cNvPr>
            <p:cNvSpPr/>
            <p:nvPr/>
          </p:nvSpPr>
          <p:spPr>
            <a:xfrm>
              <a:off x="4992317" y="3075805"/>
              <a:ext cx="2016760" cy="2016760"/>
            </a:xfrm>
            <a:custGeom>
              <a:avLst/>
              <a:gdLst/>
              <a:ahLst/>
              <a:cxnLst/>
              <a:rect l="l" t="t" r="r" b="b"/>
              <a:pathLst>
                <a:path w="2016759" h="2016760">
                  <a:moveTo>
                    <a:pt x="0" y="1008112"/>
                  </a:moveTo>
                  <a:lnTo>
                    <a:pt x="1162" y="959268"/>
                  </a:lnTo>
                  <a:lnTo>
                    <a:pt x="4614" y="911024"/>
                  </a:lnTo>
                  <a:lnTo>
                    <a:pt x="10304" y="863432"/>
                  </a:lnTo>
                  <a:lnTo>
                    <a:pt x="18177" y="816547"/>
                  </a:lnTo>
                  <a:lnTo>
                    <a:pt x="28182" y="770420"/>
                  </a:lnTo>
                  <a:lnTo>
                    <a:pt x="40266" y="725103"/>
                  </a:lnTo>
                  <a:lnTo>
                    <a:pt x="54375" y="680651"/>
                  </a:lnTo>
                  <a:lnTo>
                    <a:pt x="70457" y="637116"/>
                  </a:lnTo>
                  <a:lnTo>
                    <a:pt x="88460" y="594551"/>
                  </a:lnTo>
                  <a:lnTo>
                    <a:pt x="108330" y="553007"/>
                  </a:lnTo>
                  <a:lnTo>
                    <a:pt x="130014" y="512539"/>
                  </a:lnTo>
                  <a:lnTo>
                    <a:pt x="153460" y="473199"/>
                  </a:lnTo>
                  <a:lnTo>
                    <a:pt x="178615" y="435040"/>
                  </a:lnTo>
                  <a:lnTo>
                    <a:pt x="205426" y="398115"/>
                  </a:lnTo>
                  <a:lnTo>
                    <a:pt x="233841" y="362476"/>
                  </a:lnTo>
                  <a:lnTo>
                    <a:pt x="263806" y="328176"/>
                  </a:lnTo>
                  <a:lnTo>
                    <a:pt x="295269" y="295269"/>
                  </a:lnTo>
                  <a:lnTo>
                    <a:pt x="328176" y="263806"/>
                  </a:lnTo>
                  <a:lnTo>
                    <a:pt x="362476" y="233841"/>
                  </a:lnTo>
                  <a:lnTo>
                    <a:pt x="398115" y="205426"/>
                  </a:lnTo>
                  <a:lnTo>
                    <a:pt x="435040" y="178615"/>
                  </a:lnTo>
                  <a:lnTo>
                    <a:pt x="473199" y="153460"/>
                  </a:lnTo>
                  <a:lnTo>
                    <a:pt x="512539" y="130014"/>
                  </a:lnTo>
                  <a:lnTo>
                    <a:pt x="553007" y="108330"/>
                  </a:lnTo>
                  <a:lnTo>
                    <a:pt x="594551" y="88460"/>
                  </a:lnTo>
                  <a:lnTo>
                    <a:pt x="637116" y="70457"/>
                  </a:lnTo>
                  <a:lnTo>
                    <a:pt x="680651" y="54375"/>
                  </a:lnTo>
                  <a:lnTo>
                    <a:pt x="725103" y="40266"/>
                  </a:lnTo>
                  <a:lnTo>
                    <a:pt x="770420" y="28182"/>
                  </a:lnTo>
                  <a:lnTo>
                    <a:pt x="816547" y="18177"/>
                  </a:lnTo>
                  <a:lnTo>
                    <a:pt x="863432" y="10304"/>
                  </a:lnTo>
                  <a:lnTo>
                    <a:pt x="911024" y="4614"/>
                  </a:lnTo>
                  <a:lnTo>
                    <a:pt x="959268" y="1162"/>
                  </a:lnTo>
                  <a:lnTo>
                    <a:pt x="1008112" y="0"/>
                  </a:lnTo>
                  <a:lnTo>
                    <a:pt x="1056955" y="1162"/>
                  </a:lnTo>
                  <a:lnTo>
                    <a:pt x="1105199" y="4614"/>
                  </a:lnTo>
                  <a:lnTo>
                    <a:pt x="1152791" y="10304"/>
                  </a:lnTo>
                  <a:lnTo>
                    <a:pt x="1199676" y="18177"/>
                  </a:lnTo>
                  <a:lnTo>
                    <a:pt x="1245804" y="28182"/>
                  </a:lnTo>
                  <a:lnTo>
                    <a:pt x="1291120" y="40266"/>
                  </a:lnTo>
                  <a:lnTo>
                    <a:pt x="1335572" y="54375"/>
                  </a:lnTo>
                  <a:lnTo>
                    <a:pt x="1379107" y="70457"/>
                  </a:lnTo>
                  <a:lnTo>
                    <a:pt x="1421673" y="88460"/>
                  </a:lnTo>
                  <a:lnTo>
                    <a:pt x="1463216" y="108330"/>
                  </a:lnTo>
                  <a:lnTo>
                    <a:pt x="1503684" y="130014"/>
                  </a:lnTo>
                  <a:lnTo>
                    <a:pt x="1543024" y="153460"/>
                  </a:lnTo>
                  <a:lnTo>
                    <a:pt x="1581183" y="178615"/>
                  </a:lnTo>
                  <a:lnTo>
                    <a:pt x="1618108" y="205426"/>
                  </a:lnTo>
                  <a:lnTo>
                    <a:pt x="1653747" y="233841"/>
                  </a:lnTo>
                  <a:lnTo>
                    <a:pt x="1688047" y="263806"/>
                  </a:lnTo>
                  <a:lnTo>
                    <a:pt x="1720954" y="295269"/>
                  </a:lnTo>
                  <a:lnTo>
                    <a:pt x="1752417" y="328176"/>
                  </a:lnTo>
                  <a:lnTo>
                    <a:pt x="1782382" y="362476"/>
                  </a:lnTo>
                  <a:lnTo>
                    <a:pt x="1810797" y="398115"/>
                  </a:lnTo>
                  <a:lnTo>
                    <a:pt x="1837608" y="435040"/>
                  </a:lnTo>
                  <a:lnTo>
                    <a:pt x="1862763" y="473199"/>
                  </a:lnTo>
                  <a:lnTo>
                    <a:pt x="1886209" y="512539"/>
                  </a:lnTo>
                  <a:lnTo>
                    <a:pt x="1907893" y="553007"/>
                  </a:lnTo>
                  <a:lnTo>
                    <a:pt x="1927763" y="594551"/>
                  </a:lnTo>
                  <a:lnTo>
                    <a:pt x="1945766" y="637116"/>
                  </a:lnTo>
                  <a:lnTo>
                    <a:pt x="1961848" y="680651"/>
                  </a:lnTo>
                  <a:lnTo>
                    <a:pt x="1975957" y="725103"/>
                  </a:lnTo>
                  <a:lnTo>
                    <a:pt x="1988041" y="770420"/>
                  </a:lnTo>
                  <a:lnTo>
                    <a:pt x="1998046" y="816547"/>
                  </a:lnTo>
                  <a:lnTo>
                    <a:pt x="2005919" y="863432"/>
                  </a:lnTo>
                  <a:lnTo>
                    <a:pt x="2011609" y="911024"/>
                  </a:lnTo>
                  <a:lnTo>
                    <a:pt x="2015061" y="959268"/>
                  </a:lnTo>
                  <a:lnTo>
                    <a:pt x="2016224" y="1008112"/>
                  </a:lnTo>
                  <a:lnTo>
                    <a:pt x="2015061" y="1056955"/>
                  </a:lnTo>
                  <a:lnTo>
                    <a:pt x="2011609" y="1105199"/>
                  </a:lnTo>
                  <a:lnTo>
                    <a:pt x="2005919" y="1152791"/>
                  </a:lnTo>
                  <a:lnTo>
                    <a:pt x="1998046" y="1199676"/>
                  </a:lnTo>
                  <a:lnTo>
                    <a:pt x="1988041" y="1245804"/>
                  </a:lnTo>
                  <a:lnTo>
                    <a:pt x="1975957" y="1291120"/>
                  </a:lnTo>
                  <a:lnTo>
                    <a:pt x="1961848" y="1335572"/>
                  </a:lnTo>
                  <a:lnTo>
                    <a:pt x="1945766" y="1379107"/>
                  </a:lnTo>
                  <a:lnTo>
                    <a:pt x="1927763" y="1421673"/>
                  </a:lnTo>
                  <a:lnTo>
                    <a:pt x="1907893" y="1463216"/>
                  </a:lnTo>
                  <a:lnTo>
                    <a:pt x="1886209" y="1503684"/>
                  </a:lnTo>
                  <a:lnTo>
                    <a:pt x="1862763" y="1543024"/>
                  </a:lnTo>
                  <a:lnTo>
                    <a:pt x="1837608" y="1581183"/>
                  </a:lnTo>
                  <a:lnTo>
                    <a:pt x="1810797" y="1618108"/>
                  </a:lnTo>
                  <a:lnTo>
                    <a:pt x="1782382" y="1653747"/>
                  </a:lnTo>
                  <a:lnTo>
                    <a:pt x="1752417" y="1688047"/>
                  </a:lnTo>
                  <a:lnTo>
                    <a:pt x="1720954" y="1720954"/>
                  </a:lnTo>
                  <a:lnTo>
                    <a:pt x="1688047" y="1752417"/>
                  </a:lnTo>
                  <a:lnTo>
                    <a:pt x="1653747" y="1782382"/>
                  </a:lnTo>
                  <a:lnTo>
                    <a:pt x="1618108" y="1810797"/>
                  </a:lnTo>
                  <a:lnTo>
                    <a:pt x="1581183" y="1837608"/>
                  </a:lnTo>
                  <a:lnTo>
                    <a:pt x="1543024" y="1862763"/>
                  </a:lnTo>
                  <a:lnTo>
                    <a:pt x="1503684" y="1886209"/>
                  </a:lnTo>
                  <a:lnTo>
                    <a:pt x="1463216" y="1907893"/>
                  </a:lnTo>
                  <a:lnTo>
                    <a:pt x="1421673" y="1927763"/>
                  </a:lnTo>
                  <a:lnTo>
                    <a:pt x="1379107" y="1945766"/>
                  </a:lnTo>
                  <a:lnTo>
                    <a:pt x="1335572" y="1961848"/>
                  </a:lnTo>
                  <a:lnTo>
                    <a:pt x="1291120" y="1975957"/>
                  </a:lnTo>
                  <a:lnTo>
                    <a:pt x="1245804" y="1988041"/>
                  </a:lnTo>
                  <a:lnTo>
                    <a:pt x="1199676" y="1998046"/>
                  </a:lnTo>
                  <a:lnTo>
                    <a:pt x="1152791" y="2005919"/>
                  </a:lnTo>
                  <a:lnTo>
                    <a:pt x="1105199" y="2011609"/>
                  </a:lnTo>
                  <a:lnTo>
                    <a:pt x="1056955" y="2015061"/>
                  </a:lnTo>
                  <a:lnTo>
                    <a:pt x="1008112" y="2016224"/>
                  </a:lnTo>
                  <a:lnTo>
                    <a:pt x="959268" y="2015061"/>
                  </a:lnTo>
                  <a:lnTo>
                    <a:pt x="911024" y="2011609"/>
                  </a:lnTo>
                  <a:lnTo>
                    <a:pt x="863432" y="2005919"/>
                  </a:lnTo>
                  <a:lnTo>
                    <a:pt x="816547" y="1998046"/>
                  </a:lnTo>
                  <a:lnTo>
                    <a:pt x="770420" y="1988041"/>
                  </a:lnTo>
                  <a:lnTo>
                    <a:pt x="725103" y="1975957"/>
                  </a:lnTo>
                  <a:lnTo>
                    <a:pt x="680651" y="1961848"/>
                  </a:lnTo>
                  <a:lnTo>
                    <a:pt x="637116" y="1945766"/>
                  </a:lnTo>
                  <a:lnTo>
                    <a:pt x="594551" y="1927763"/>
                  </a:lnTo>
                  <a:lnTo>
                    <a:pt x="553007" y="1907893"/>
                  </a:lnTo>
                  <a:lnTo>
                    <a:pt x="512539" y="1886209"/>
                  </a:lnTo>
                  <a:lnTo>
                    <a:pt x="473199" y="1862763"/>
                  </a:lnTo>
                  <a:lnTo>
                    <a:pt x="435040" y="1837608"/>
                  </a:lnTo>
                  <a:lnTo>
                    <a:pt x="398115" y="1810797"/>
                  </a:lnTo>
                  <a:lnTo>
                    <a:pt x="362476" y="1782382"/>
                  </a:lnTo>
                  <a:lnTo>
                    <a:pt x="328176" y="1752417"/>
                  </a:lnTo>
                  <a:lnTo>
                    <a:pt x="295269" y="1720954"/>
                  </a:lnTo>
                  <a:lnTo>
                    <a:pt x="263806" y="1688047"/>
                  </a:lnTo>
                  <a:lnTo>
                    <a:pt x="233841" y="1653747"/>
                  </a:lnTo>
                  <a:lnTo>
                    <a:pt x="205426" y="1618108"/>
                  </a:lnTo>
                  <a:lnTo>
                    <a:pt x="178615" y="1581183"/>
                  </a:lnTo>
                  <a:lnTo>
                    <a:pt x="153460" y="1543024"/>
                  </a:lnTo>
                  <a:lnTo>
                    <a:pt x="130014" y="1503684"/>
                  </a:lnTo>
                  <a:lnTo>
                    <a:pt x="108330" y="1463216"/>
                  </a:lnTo>
                  <a:lnTo>
                    <a:pt x="88460" y="1421673"/>
                  </a:lnTo>
                  <a:lnTo>
                    <a:pt x="70457" y="1379107"/>
                  </a:lnTo>
                  <a:lnTo>
                    <a:pt x="54375" y="1335572"/>
                  </a:lnTo>
                  <a:lnTo>
                    <a:pt x="40266" y="1291120"/>
                  </a:lnTo>
                  <a:lnTo>
                    <a:pt x="28182" y="1245804"/>
                  </a:lnTo>
                  <a:lnTo>
                    <a:pt x="18177" y="1199676"/>
                  </a:lnTo>
                  <a:lnTo>
                    <a:pt x="10304" y="1152791"/>
                  </a:lnTo>
                  <a:lnTo>
                    <a:pt x="4614" y="1105199"/>
                  </a:lnTo>
                  <a:lnTo>
                    <a:pt x="1162" y="1056955"/>
                  </a:lnTo>
                  <a:lnTo>
                    <a:pt x="0" y="1008112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>
            <a:extLst>
              <a:ext uri="{FF2B5EF4-FFF2-40B4-BE49-F238E27FC236}">
                <a16:creationId xmlns:a16="http://schemas.microsoft.com/office/drawing/2014/main" id="{AF996A11-C1C5-342E-CD24-273AECC91DAA}"/>
              </a:ext>
            </a:extLst>
          </p:cNvPr>
          <p:cNvSpPr txBox="1"/>
          <p:nvPr/>
        </p:nvSpPr>
        <p:spPr>
          <a:xfrm>
            <a:off x="3630052" y="2560827"/>
            <a:ext cx="3554729" cy="1032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20" dirty="0">
                <a:latin typeface="Arial"/>
                <a:cs typeface="Arial"/>
              </a:rPr>
              <a:t>procesamiento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y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125" dirty="0">
                <a:latin typeface="Arial"/>
                <a:cs typeface="Arial"/>
              </a:rPr>
              <a:t>análisis</a:t>
            </a:r>
            <a:endParaRPr sz="2800">
              <a:latin typeface="Arial"/>
              <a:cs typeface="Arial"/>
            </a:endParaRPr>
          </a:p>
          <a:p>
            <a:pPr marL="1964055" marR="762000" indent="-9525">
              <a:lnSpc>
                <a:spcPts val="1490"/>
              </a:lnSpc>
              <a:spcBef>
                <a:spcPts val="1605"/>
              </a:spcBef>
            </a:pPr>
            <a:r>
              <a:rPr sz="1400" spc="-55" dirty="0">
                <a:solidFill>
                  <a:srgbClr val="FFFFFF"/>
                </a:solidFill>
                <a:latin typeface="Arial"/>
                <a:cs typeface="Arial"/>
              </a:rPr>
              <a:t>Inteligencia 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4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Negocio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4" name="object 14">
            <a:extLst>
              <a:ext uri="{FF2B5EF4-FFF2-40B4-BE49-F238E27FC236}">
                <a16:creationId xmlns:a16="http://schemas.microsoft.com/office/drawing/2014/main" id="{2753EFBB-2981-2C77-CA31-94240DA7F617}"/>
              </a:ext>
            </a:extLst>
          </p:cNvPr>
          <p:cNvGrpSpPr/>
          <p:nvPr/>
        </p:nvGrpSpPr>
        <p:grpSpPr>
          <a:xfrm>
            <a:off x="5231645" y="3567160"/>
            <a:ext cx="1537970" cy="1537970"/>
            <a:chOff x="5231645" y="3567160"/>
            <a:chExt cx="1537970" cy="1537970"/>
          </a:xfrm>
        </p:grpSpPr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C12E3EE2-472C-FC6A-B5C1-FE39E00BCD90}"/>
                </a:ext>
              </a:extLst>
            </p:cNvPr>
            <p:cNvSpPr/>
            <p:nvPr/>
          </p:nvSpPr>
          <p:spPr>
            <a:xfrm>
              <a:off x="5244345" y="3579860"/>
              <a:ext cx="1512570" cy="1512570"/>
            </a:xfrm>
            <a:custGeom>
              <a:avLst/>
              <a:gdLst/>
              <a:ahLst/>
              <a:cxnLst/>
              <a:rect l="l" t="t" r="r" b="b"/>
              <a:pathLst>
                <a:path w="1512570" h="1512570">
                  <a:moveTo>
                    <a:pt x="756084" y="0"/>
                  </a:moveTo>
                  <a:lnTo>
                    <a:pt x="708268" y="1487"/>
                  </a:lnTo>
                  <a:lnTo>
                    <a:pt x="661242" y="5890"/>
                  </a:lnTo>
                  <a:lnTo>
                    <a:pt x="615096" y="13121"/>
                  </a:lnTo>
                  <a:lnTo>
                    <a:pt x="569916" y="23091"/>
                  </a:lnTo>
                  <a:lnTo>
                    <a:pt x="525793" y="35711"/>
                  </a:lnTo>
                  <a:lnTo>
                    <a:pt x="482814" y="50893"/>
                  </a:lnTo>
                  <a:lnTo>
                    <a:pt x="441069" y="68547"/>
                  </a:lnTo>
                  <a:lnTo>
                    <a:pt x="400645" y="88587"/>
                  </a:lnTo>
                  <a:lnTo>
                    <a:pt x="361631" y="110922"/>
                  </a:lnTo>
                  <a:lnTo>
                    <a:pt x="324117" y="135465"/>
                  </a:lnTo>
                  <a:lnTo>
                    <a:pt x="288190" y="162126"/>
                  </a:lnTo>
                  <a:lnTo>
                    <a:pt x="253938" y="190818"/>
                  </a:lnTo>
                  <a:lnTo>
                    <a:pt x="221452" y="221452"/>
                  </a:lnTo>
                  <a:lnTo>
                    <a:pt x="190818" y="253938"/>
                  </a:lnTo>
                  <a:lnTo>
                    <a:pt x="162126" y="288189"/>
                  </a:lnTo>
                  <a:lnTo>
                    <a:pt x="135465" y="324117"/>
                  </a:lnTo>
                  <a:lnTo>
                    <a:pt x="110922" y="361631"/>
                  </a:lnTo>
                  <a:lnTo>
                    <a:pt x="88587" y="400645"/>
                  </a:lnTo>
                  <a:lnTo>
                    <a:pt x="68547" y="441069"/>
                  </a:lnTo>
                  <a:lnTo>
                    <a:pt x="50893" y="482814"/>
                  </a:lnTo>
                  <a:lnTo>
                    <a:pt x="35711" y="525793"/>
                  </a:lnTo>
                  <a:lnTo>
                    <a:pt x="23091" y="569916"/>
                  </a:lnTo>
                  <a:lnTo>
                    <a:pt x="13121" y="615095"/>
                  </a:lnTo>
                  <a:lnTo>
                    <a:pt x="5890" y="661242"/>
                  </a:lnTo>
                  <a:lnTo>
                    <a:pt x="1487" y="708268"/>
                  </a:lnTo>
                  <a:lnTo>
                    <a:pt x="0" y="756084"/>
                  </a:lnTo>
                  <a:lnTo>
                    <a:pt x="1487" y="803900"/>
                  </a:lnTo>
                  <a:lnTo>
                    <a:pt x="5890" y="850925"/>
                  </a:lnTo>
                  <a:lnTo>
                    <a:pt x="13121" y="897072"/>
                  </a:lnTo>
                  <a:lnTo>
                    <a:pt x="23091" y="942251"/>
                  </a:lnTo>
                  <a:lnTo>
                    <a:pt x="35711" y="986375"/>
                  </a:lnTo>
                  <a:lnTo>
                    <a:pt x="50893" y="1029353"/>
                  </a:lnTo>
                  <a:lnTo>
                    <a:pt x="68547" y="1071099"/>
                  </a:lnTo>
                  <a:lnTo>
                    <a:pt x="88587" y="1111523"/>
                  </a:lnTo>
                  <a:lnTo>
                    <a:pt x="110922" y="1150536"/>
                  </a:lnTo>
                  <a:lnTo>
                    <a:pt x="135465" y="1188051"/>
                  </a:lnTo>
                  <a:lnTo>
                    <a:pt x="162126" y="1223978"/>
                  </a:lnTo>
                  <a:lnTo>
                    <a:pt x="190818" y="1258229"/>
                  </a:lnTo>
                  <a:lnTo>
                    <a:pt x="221452" y="1290716"/>
                  </a:lnTo>
                  <a:lnTo>
                    <a:pt x="253938" y="1321349"/>
                  </a:lnTo>
                  <a:lnTo>
                    <a:pt x="288190" y="1350041"/>
                  </a:lnTo>
                  <a:lnTo>
                    <a:pt x="324117" y="1376703"/>
                  </a:lnTo>
                  <a:lnTo>
                    <a:pt x="361631" y="1401245"/>
                  </a:lnTo>
                  <a:lnTo>
                    <a:pt x="400645" y="1423581"/>
                  </a:lnTo>
                  <a:lnTo>
                    <a:pt x="441069" y="1443620"/>
                  </a:lnTo>
                  <a:lnTo>
                    <a:pt x="482814" y="1461275"/>
                  </a:lnTo>
                  <a:lnTo>
                    <a:pt x="525793" y="1476456"/>
                  </a:lnTo>
                  <a:lnTo>
                    <a:pt x="569916" y="1489076"/>
                  </a:lnTo>
                  <a:lnTo>
                    <a:pt x="615096" y="1499046"/>
                  </a:lnTo>
                  <a:lnTo>
                    <a:pt x="661242" y="1506277"/>
                  </a:lnTo>
                  <a:lnTo>
                    <a:pt x="708268" y="1510680"/>
                  </a:lnTo>
                  <a:lnTo>
                    <a:pt x="756084" y="1512168"/>
                  </a:lnTo>
                  <a:lnTo>
                    <a:pt x="803900" y="1510680"/>
                  </a:lnTo>
                  <a:lnTo>
                    <a:pt x="850925" y="1506277"/>
                  </a:lnTo>
                  <a:lnTo>
                    <a:pt x="897072" y="1499046"/>
                  </a:lnTo>
                  <a:lnTo>
                    <a:pt x="942251" y="1489076"/>
                  </a:lnTo>
                  <a:lnTo>
                    <a:pt x="986375" y="1476456"/>
                  </a:lnTo>
                  <a:lnTo>
                    <a:pt x="1029353" y="1461275"/>
                  </a:lnTo>
                  <a:lnTo>
                    <a:pt x="1071099" y="1443620"/>
                  </a:lnTo>
                  <a:lnTo>
                    <a:pt x="1111523" y="1423581"/>
                  </a:lnTo>
                  <a:lnTo>
                    <a:pt x="1150536" y="1401245"/>
                  </a:lnTo>
                  <a:lnTo>
                    <a:pt x="1188051" y="1376703"/>
                  </a:lnTo>
                  <a:lnTo>
                    <a:pt x="1223978" y="1350041"/>
                  </a:lnTo>
                  <a:lnTo>
                    <a:pt x="1258229" y="1321349"/>
                  </a:lnTo>
                  <a:lnTo>
                    <a:pt x="1290716" y="1290716"/>
                  </a:lnTo>
                  <a:lnTo>
                    <a:pt x="1321350" y="1258229"/>
                  </a:lnTo>
                  <a:lnTo>
                    <a:pt x="1350041" y="1223978"/>
                  </a:lnTo>
                  <a:lnTo>
                    <a:pt x="1376703" y="1188051"/>
                  </a:lnTo>
                  <a:lnTo>
                    <a:pt x="1401246" y="1150536"/>
                  </a:lnTo>
                  <a:lnTo>
                    <a:pt x="1423581" y="1111523"/>
                  </a:lnTo>
                  <a:lnTo>
                    <a:pt x="1443620" y="1071099"/>
                  </a:lnTo>
                  <a:lnTo>
                    <a:pt x="1461275" y="1029353"/>
                  </a:lnTo>
                  <a:lnTo>
                    <a:pt x="1476457" y="986375"/>
                  </a:lnTo>
                  <a:lnTo>
                    <a:pt x="1489077" y="942251"/>
                  </a:lnTo>
                  <a:lnTo>
                    <a:pt x="1499046" y="897072"/>
                  </a:lnTo>
                  <a:lnTo>
                    <a:pt x="1506277" y="850925"/>
                  </a:lnTo>
                  <a:lnTo>
                    <a:pt x="1510681" y="803900"/>
                  </a:lnTo>
                  <a:lnTo>
                    <a:pt x="1512168" y="756084"/>
                  </a:lnTo>
                  <a:lnTo>
                    <a:pt x="1510681" y="708268"/>
                  </a:lnTo>
                  <a:lnTo>
                    <a:pt x="1506277" y="661242"/>
                  </a:lnTo>
                  <a:lnTo>
                    <a:pt x="1499046" y="615095"/>
                  </a:lnTo>
                  <a:lnTo>
                    <a:pt x="1489077" y="569916"/>
                  </a:lnTo>
                  <a:lnTo>
                    <a:pt x="1476457" y="525793"/>
                  </a:lnTo>
                  <a:lnTo>
                    <a:pt x="1461275" y="482814"/>
                  </a:lnTo>
                  <a:lnTo>
                    <a:pt x="1443620" y="441069"/>
                  </a:lnTo>
                  <a:lnTo>
                    <a:pt x="1423581" y="400645"/>
                  </a:lnTo>
                  <a:lnTo>
                    <a:pt x="1401246" y="361631"/>
                  </a:lnTo>
                  <a:lnTo>
                    <a:pt x="1376703" y="324117"/>
                  </a:lnTo>
                  <a:lnTo>
                    <a:pt x="1350041" y="288189"/>
                  </a:lnTo>
                  <a:lnTo>
                    <a:pt x="1321350" y="253938"/>
                  </a:lnTo>
                  <a:lnTo>
                    <a:pt x="1290716" y="221452"/>
                  </a:lnTo>
                  <a:lnTo>
                    <a:pt x="1258229" y="190818"/>
                  </a:lnTo>
                  <a:lnTo>
                    <a:pt x="1223978" y="162126"/>
                  </a:lnTo>
                  <a:lnTo>
                    <a:pt x="1188051" y="135465"/>
                  </a:lnTo>
                  <a:lnTo>
                    <a:pt x="1150536" y="110922"/>
                  </a:lnTo>
                  <a:lnTo>
                    <a:pt x="1111523" y="88587"/>
                  </a:lnTo>
                  <a:lnTo>
                    <a:pt x="1071099" y="68547"/>
                  </a:lnTo>
                  <a:lnTo>
                    <a:pt x="1029353" y="50893"/>
                  </a:lnTo>
                  <a:lnTo>
                    <a:pt x="986375" y="35711"/>
                  </a:lnTo>
                  <a:lnTo>
                    <a:pt x="942251" y="23091"/>
                  </a:lnTo>
                  <a:lnTo>
                    <a:pt x="897072" y="13121"/>
                  </a:lnTo>
                  <a:lnTo>
                    <a:pt x="850925" y="5890"/>
                  </a:lnTo>
                  <a:lnTo>
                    <a:pt x="803900" y="1487"/>
                  </a:lnTo>
                  <a:lnTo>
                    <a:pt x="756084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CB0D3711-F814-B317-7230-9C2087009495}"/>
                </a:ext>
              </a:extLst>
            </p:cNvPr>
            <p:cNvSpPr/>
            <p:nvPr/>
          </p:nvSpPr>
          <p:spPr>
            <a:xfrm>
              <a:off x="5244345" y="3579860"/>
              <a:ext cx="1512570" cy="1512570"/>
            </a:xfrm>
            <a:custGeom>
              <a:avLst/>
              <a:gdLst/>
              <a:ahLst/>
              <a:cxnLst/>
              <a:rect l="l" t="t" r="r" b="b"/>
              <a:pathLst>
                <a:path w="1512570" h="1512570">
                  <a:moveTo>
                    <a:pt x="0" y="756084"/>
                  </a:moveTo>
                  <a:lnTo>
                    <a:pt x="1487" y="708268"/>
                  </a:lnTo>
                  <a:lnTo>
                    <a:pt x="5890" y="661242"/>
                  </a:lnTo>
                  <a:lnTo>
                    <a:pt x="13121" y="615095"/>
                  </a:lnTo>
                  <a:lnTo>
                    <a:pt x="23091" y="569916"/>
                  </a:lnTo>
                  <a:lnTo>
                    <a:pt x="35711" y="525793"/>
                  </a:lnTo>
                  <a:lnTo>
                    <a:pt x="50893" y="482814"/>
                  </a:lnTo>
                  <a:lnTo>
                    <a:pt x="68547" y="441068"/>
                  </a:lnTo>
                  <a:lnTo>
                    <a:pt x="88587" y="400645"/>
                  </a:lnTo>
                  <a:lnTo>
                    <a:pt x="110922" y="361631"/>
                  </a:lnTo>
                  <a:lnTo>
                    <a:pt x="135465" y="324116"/>
                  </a:lnTo>
                  <a:lnTo>
                    <a:pt x="162126" y="288189"/>
                  </a:lnTo>
                  <a:lnTo>
                    <a:pt x="190818" y="253938"/>
                  </a:lnTo>
                  <a:lnTo>
                    <a:pt x="221451" y="221451"/>
                  </a:lnTo>
                  <a:lnTo>
                    <a:pt x="253938" y="190818"/>
                  </a:lnTo>
                  <a:lnTo>
                    <a:pt x="288189" y="162126"/>
                  </a:lnTo>
                  <a:lnTo>
                    <a:pt x="324116" y="135465"/>
                  </a:lnTo>
                  <a:lnTo>
                    <a:pt x="361631" y="110922"/>
                  </a:lnTo>
                  <a:lnTo>
                    <a:pt x="400645" y="88587"/>
                  </a:lnTo>
                  <a:lnTo>
                    <a:pt x="441068" y="68547"/>
                  </a:lnTo>
                  <a:lnTo>
                    <a:pt x="482814" y="50893"/>
                  </a:lnTo>
                  <a:lnTo>
                    <a:pt x="525793" y="35711"/>
                  </a:lnTo>
                  <a:lnTo>
                    <a:pt x="569916" y="23091"/>
                  </a:lnTo>
                  <a:lnTo>
                    <a:pt x="615095" y="13121"/>
                  </a:lnTo>
                  <a:lnTo>
                    <a:pt x="661242" y="5890"/>
                  </a:lnTo>
                  <a:lnTo>
                    <a:pt x="708268" y="1487"/>
                  </a:lnTo>
                  <a:lnTo>
                    <a:pt x="756084" y="0"/>
                  </a:lnTo>
                  <a:lnTo>
                    <a:pt x="803899" y="1487"/>
                  </a:lnTo>
                  <a:lnTo>
                    <a:pt x="850925" y="5890"/>
                  </a:lnTo>
                  <a:lnTo>
                    <a:pt x="897072" y="13121"/>
                  </a:lnTo>
                  <a:lnTo>
                    <a:pt x="942251" y="23091"/>
                  </a:lnTo>
                  <a:lnTo>
                    <a:pt x="986375" y="35711"/>
                  </a:lnTo>
                  <a:lnTo>
                    <a:pt x="1029353" y="50893"/>
                  </a:lnTo>
                  <a:lnTo>
                    <a:pt x="1071099" y="68547"/>
                  </a:lnTo>
                  <a:lnTo>
                    <a:pt x="1111523" y="88587"/>
                  </a:lnTo>
                  <a:lnTo>
                    <a:pt x="1150536" y="110922"/>
                  </a:lnTo>
                  <a:lnTo>
                    <a:pt x="1188051" y="135465"/>
                  </a:lnTo>
                  <a:lnTo>
                    <a:pt x="1223978" y="162126"/>
                  </a:lnTo>
                  <a:lnTo>
                    <a:pt x="1258229" y="190818"/>
                  </a:lnTo>
                  <a:lnTo>
                    <a:pt x="1290716" y="221451"/>
                  </a:lnTo>
                  <a:lnTo>
                    <a:pt x="1321349" y="253938"/>
                  </a:lnTo>
                  <a:lnTo>
                    <a:pt x="1350041" y="288189"/>
                  </a:lnTo>
                  <a:lnTo>
                    <a:pt x="1376703" y="324116"/>
                  </a:lnTo>
                  <a:lnTo>
                    <a:pt x="1401245" y="361631"/>
                  </a:lnTo>
                  <a:lnTo>
                    <a:pt x="1423580" y="400645"/>
                  </a:lnTo>
                  <a:lnTo>
                    <a:pt x="1443620" y="441068"/>
                  </a:lnTo>
                  <a:lnTo>
                    <a:pt x="1461275" y="482814"/>
                  </a:lnTo>
                  <a:lnTo>
                    <a:pt x="1476456" y="525793"/>
                  </a:lnTo>
                  <a:lnTo>
                    <a:pt x="1489076" y="569916"/>
                  </a:lnTo>
                  <a:lnTo>
                    <a:pt x="1499046" y="615095"/>
                  </a:lnTo>
                  <a:lnTo>
                    <a:pt x="1506277" y="661242"/>
                  </a:lnTo>
                  <a:lnTo>
                    <a:pt x="1510680" y="708268"/>
                  </a:lnTo>
                  <a:lnTo>
                    <a:pt x="1512168" y="756084"/>
                  </a:lnTo>
                  <a:lnTo>
                    <a:pt x="1510680" y="803899"/>
                  </a:lnTo>
                  <a:lnTo>
                    <a:pt x="1506277" y="850925"/>
                  </a:lnTo>
                  <a:lnTo>
                    <a:pt x="1499046" y="897072"/>
                  </a:lnTo>
                  <a:lnTo>
                    <a:pt x="1489076" y="942251"/>
                  </a:lnTo>
                  <a:lnTo>
                    <a:pt x="1476456" y="986375"/>
                  </a:lnTo>
                  <a:lnTo>
                    <a:pt x="1461275" y="1029353"/>
                  </a:lnTo>
                  <a:lnTo>
                    <a:pt x="1443620" y="1071099"/>
                  </a:lnTo>
                  <a:lnTo>
                    <a:pt x="1423580" y="1111523"/>
                  </a:lnTo>
                  <a:lnTo>
                    <a:pt x="1401245" y="1150536"/>
                  </a:lnTo>
                  <a:lnTo>
                    <a:pt x="1376703" y="1188051"/>
                  </a:lnTo>
                  <a:lnTo>
                    <a:pt x="1350041" y="1223978"/>
                  </a:lnTo>
                  <a:lnTo>
                    <a:pt x="1321349" y="1258229"/>
                  </a:lnTo>
                  <a:lnTo>
                    <a:pt x="1290716" y="1290716"/>
                  </a:lnTo>
                  <a:lnTo>
                    <a:pt x="1258229" y="1321349"/>
                  </a:lnTo>
                  <a:lnTo>
                    <a:pt x="1223978" y="1350041"/>
                  </a:lnTo>
                  <a:lnTo>
                    <a:pt x="1188051" y="1376703"/>
                  </a:lnTo>
                  <a:lnTo>
                    <a:pt x="1150536" y="1401245"/>
                  </a:lnTo>
                  <a:lnTo>
                    <a:pt x="1111523" y="1423580"/>
                  </a:lnTo>
                  <a:lnTo>
                    <a:pt x="1071099" y="1443620"/>
                  </a:lnTo>
                  <a:lnTo>
                    <a:pt x="1029353" y="1461275"/>
                  </a:lnTo>
                  <a:lnTo>
                    <a:pt x="986375" y="1476456"/>
                  </a:lnTo>
                  <a:lnTo>
                    <a:pt x="942251" y="1489076"/>
                  </a:lnTo>
                  <a:lnTo>
                    <a:pt x="897072" y="1499046"/>
                  </a:lnTo>
                  <a:lnTo>
                    <a:pt x="850925" y="1506277"/>
                  </a:lnTo>
                  <a:lnTo>
                    <a:pt x="803899" y="1510680"/>
                  </a:lnTo>
                  <a:lnTo>
                    <a:pt x="756084" y="1512168"/>
                  </a:lnTo>
                  <a:lnTo>
                    <a:pt x="708268" y="1510680"/>
                  </a:lnTo>
                  <a:lnTo>
                    <a:pt x="661242" y="1506277"/>
                  </a:lnTo>
                  <a:lnTo>
                    <a:pt x="615095" y="1499046"/>
                  </a:lnTo>
                  <a:lnTo>
                    <a:pt x="569916" y="1489076"/>
                  </a:lnTo>
                  <a:lnTo>
                    <a:pt x="525793" y="1476456"/>
                  </a:lnTo>
                  <a:lnTo>
                    <a:pt x="482814" y="1461275"/>
                  </a:lnTo>
                  <a:lnTo>
                    <a:pt x="441068" y="1443620"/>
                  </a:lnTo>
                  <a:lnTo>
                    <a:pt x="400645" y="1423580"/>
                  </a:lnTo>
                  <a:lnTo>
                    <a:pt x="361631" y="1401245"/>
                  </a:lnTo>
                  <a:lnTo>
                    <a:pt x="324116" y="1376703"/>
                  </a:lnTo>
                  <a:lnTo>
                    <a:pt x="288189" y="1350041"/>
                  </a:lnTo>
                  <a:lnTo>
                    <a:pt x="253938" y="1321349"/>
                  </a:lnTo>
                  <a:lnTo>
                    <a:pt x="221451" y="1290716"/>
                  </a:lnTo>
                  <a:lnTo>
                    <a:pt x="190818" y="1258229"/>
                  </a:lnTo>
                  <a:lnTo>
                    <a:pt x="162126" y="1223978"/>
                  </a:lnTo>
                  <a:lnTo>
                    <a:pt x="135465" y="1188051"/>
                  </a:lnTo>
                  <a:lnTo>
                    <a:pt x="110922" y="1150536"/>
                  </a:lnTo>
                  <a:lnTo>
                    <a:pt x="88587" y="1111523"/>
                  </a:lnTo>
                  <a:lnTo>
                    <a:pt x="68547" y="1071099"/>
                  </a:lnTo>
                  <a:lnTo>
                    <a:pt x="50893" y="1029353"/>
                  </a:lnTo>
                  <a:lnTo>
                    <a:pt x="35711" y="986375"/>
                  </a:lnTo>
                  <a:lnTo>
                    <a:pt x="23091" y="942251"/>
                  </a:lnTo>
                  <a:lnTo>
                    <a:pt x="13121" y="897072"/>
                  </a:lnTo>
                  <a:lnTo>
                    <a:pt x="5890" y="850925"/>
                  </a:lnTo>
                  <a:lnTo>
                    <a:pt x="1487" y="803899"/>
                  </a:lnTo>
                  <a:lnTo>
                    <a:pt x="0" y="756084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>
            <a:extLst>
              <a:ext uri="{FF2B5EF4-FFF2-40B4-BE49-F238E27FC236}">
                <a16:creationId xmlns:a16="http://schemas.microsoft.com/office/drawing/2014/main" id="{1A1DA8A6-EA99-E405-D2FB-7702462081EC}"/>
              </a:ext>
            </a:extLst>
          </p:cNvPr>
          <p:cNvSpPr txBox="1"/>
          <p:nvPr/>
        </p:nvSpPr>
        <p:spPr>
          <a:xfrm>
            <a:off x="5594758" y="4101084"/>
            <a:ext cx="810895" cy="43116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86995" marR="5080" indent="-74930">
              <a:lnSpc>
                <a:spcPts val="1510"/>
              </a:lnSpc>
              <a:spcBef>
                <a:spcPts val="290"/>
              </a:spcBef>
            </a:pPr>
            <a:r>
              <a:rPr sz="1400" spc="-90" dirty="0">
                <a:solidFill>
                  <a:srgbClr val="FFFFFF"/>
                </a:solidFill>
                <a:latin typeface="Arial"/>
                <a:cs typeface="Arial"/>
              </a:rPr>
              <a:t>Almacenes 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4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Datos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D81C380-D175-764D-DD90-83A0E54EE7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021" y="2696255"/>
            <a:ext cx="2049980" cy="2212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6315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5080">
              <a:lnSpc>
                <a:spcPct val="71000"/>
              </a:lnSpc>
              <a:spcBef>
                <a:spcPts val="1490"/>
              </a:spcBef>
            </a:pPr>
            <a:r>
              <a:rPr spc="-10" dirty="0"/>
              <a:t>Soluciones </a:t>
            </a:r>
            <a:r>
              <a:rPr dirty="0"/>
              <a:t>Big</a:t>
            </a:r>
            <a:r>
              <a:rPr spc="-25" dirty="0"/>
              <a:t> </a:t>
            </a:r>
            <a:r>
              <a:rPr spc="-20" dirty="0"/>
              <a:t>Data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145665" y="595154"/>
            <a:ext cx="4998720" cy="4548505"/>
            <a:chOff x="4145665" y="595154"/>
            <a:chExt cx="4998720" cy="4548505"/>
          </a:xfrm>
        </p:grpSpPr>
        <p:sp>
          <p:nvSpPr>
            <p:cNvPr id="4" name="object 4"/>
            <p:cNvSpPr/>
            <p:nvPr/>
          </p:nvSpPr>
          <p:spPr>
            <a:xfrm>
              <a:off x="8254885" y="3943583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158365" y="607854"/>
              <a:ext cx="4316095" cy="2230755"/>
            </a:xfrm>
            <a:custGeom>
              <a:avLst/>
              <a:gdLst/>
              <a:ahLst/>
              <a:cxnLst/>
              <a:rect l="l" t="t" r="r" b="b"/>
              <a:pathLst>
                <a:path w="4316095" h="2230755">
                  <a:moveTo>
                    <a:pt x="4315653" y="0"/>
                  </a:moveTo>
                  <a:lnTo>
                    <a:pt x="0" y="0"/>
                  </a:lnTo>
                  <a:lnTo>
                    <a:pt x="0" y="2230302"/>
                  </a:lnTo>
                  <a:lnTo>
                    <a:pt x="4315653" y="2230302"/>
                  </a:lnTo>
                  <a:lnTo>
                    <a:pt x="4315653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158365" y="607854"/>
              <a:ext cx="4316095" cy="2230755"/>
            </a:xfrm>
            <a:custGeom>
              <a:avLst/>
              <a:gdLst/>
              <a:ahLst/>
              <a:cxnLst/>
              <a:rect l="l" t="t" r="r" b="b"/>
              <a:pathLst>
                <a:path w="4316095" h="2230755">
                  <a:moveTo>
                    <a:pt x="0" y="0"/>
                  </a:moveTo>
                  <a:lnTo>
                    <a:pt x="4315653" y="0"/>
                  </a:lnTo>
                  <a:lnTo>
                    <a:pt x="4315653" y="2230303"/>
                  </a:lnTo>
                  <a:lnTo>
                    <a:pt x="0" y="2230303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74301" y="1326387"/>
            <a:ext cx="2163445" cy="74485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94615" marR="5080" indent="-82550">
              <a:lnSpc>
                <a:spcPct val="68600"/>
              </a:lnSpc>
              <a:spcBef>
                <a:spcPts val="1155"/>
              </a:spcBef>
            </a:pP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Bases</a:t>
            </a:r>
            <a:r>
              <a:rPr sz="2800" b="1" spc="-30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de</a:t>
            </a:r>
            <a:r>
              <a:rPr sz="2800" b="1" spc="-30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spc="-20" dirty="0">
                <a:solidFill>
                  <a:srgbClr val="FF0000"/>
                </a:solidFill>
                <a:latin typeface="Arial Narrow"/>
                <a:cs typeface="Arial Narrow"/>
              </a:rPr>
              <a:t>datos </a:t>
            </a: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documentales: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27979" y="722883"/>
            <a:ext cx="393192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8600"/>
              </a:lnSpc>
              <a:spcBef>
                <a:spcPts val="100"/>
              </a:spcBef>
              <a:tabLst>
                <a:tab pos="2061210" algn="l"/>
              </a:tabLst>
            </a:pP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Consistencia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2800" spc="-155" dirty="0">
                <a:solidFill>
                  <a:srgbClr val="FFFFFF"/>
                </a:solidFill>
                <a:latin typeface="Arial"/>
                <a:cs typeface="Arial"/>
              </a:rPr>
              <a:t>Escalabilidad </a:t>
            </a: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Fiabilidad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2800" spc="-114" dirty="0">
                <a:solidFill>
                  <a:srgbClr val="FFFFFF"/>
                </a:solidFill>
                <a:latin typeface="Arial"/>
                <a:cs typeface="Arial"/>
              </a:rPr>
              <a:t>Rendimiento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699219" y="148822"/>
            <a:ext cx="4986020" cy="4949825"/>
            <a:chOff x="3699219" y="148822"/>
            <a:chExt cx="4986020" cy="4949825"/>
          </a:xfrm>
        </p:grpSpPr>
        <p:sp>
          <p:nvSpPr>
            <p:cNvPr id="10" name="object 10"/>
            <p:cNvSpPr/>
            <p:nvPr/>
          </p:nvSpPr>
          <p:spPr>
            <a:xfrm>
              <a:off x="3711918" y="161289"/>
              <a:ext cx="843280" cy="843280"/>
            </a:xfrm>
            <a:custGeom>
              <a:avLst/>
              <a:gdLst/>
              <a:ahLst/>
              <a:cxnLst/>
              <a:rect l="l" t="t" r="r" b="b"/>
              <a:pathLst>
                <a:path w="843279" h="843280">
                  <a:moveTo>
                    <a:pt x="843280" y="276860"/>
                  </a:moveTo>
                  <a:lnTo>
                    <a:pt x="566597" y="276860"/>
                  </a:lnTo>
                  <a:lnTo>
                    <a:pt x="566597" y="0"/>
                  </a:lnTo>
                  <a:lnTo>
                    <a:pt x="276682" y="0"/>
                  </a:lnTo>
                  <a:lnTo>
                    <a:pt x="276682" y="276860"/>
                  </a:lnTo>
                  <a:lnTo>
                    <a:pt x="0" y="276860"/>
                  </a:lnTo>
                  <a:lnTo>
                    <a:pt x="0" y="566420"/>
                  </a:lnTo>
                  <a:lnTo>
                    <a:pt x="276682" y="566420"/>
                  </a:lnTo>
                  <a:lnTo>
                    <a:pt x="276682" y="843280"/>
                  </a:lnTo>
                  <a:lnTo>
                    <a:pt x="566597" y="843280"/>
                  </a:lnTo>
                  <a:lnTo>
                    <a:pt x="566597" y="566420"/>
                  </a:lnTo>
                  <a:lnTo>
                    <a:pt x="843280" y="566420"/>
                  </a:lnTo>
                  <a:lnTo>
                    <a:pt x="843280" y="27686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711919" y="161522"/>
              <a:ext cx="843915" cy="843915"/>
            </a:xfrm>
            <a:custGeom>
              <a:avLst/>
              <a:gdLst/>
              <a:ahLst/>
              <a:cxnLst/>
              <a:rect l="l" t="t" r="r" b="b"/>
              <a:pathLst>
                <a:path w="843914" h="843915">
                  <a:moveTo>
                    <a:pt x="0" y="276683"/>
                  </a:moveTo>
                  <a:lnTo>
                    <a:pt x="276683" y="276683"/>
                  </a:lnTo>
                  <a:lnTo>
                    <a:pt x="276683" y="0"/>
                  </a:lnTo>
                  <a:lnTo>
                    <a:pt x="566604" y="0"/>
                  </a:lnTo>
                  <a:lnTo>
                    <a:pt x="566604" y="276683"/>
                  </a:lnTo>
                  <a:lnTo>
                    <a:pt x="843288" y="276683"/>
                  </a:lnTo>
                  <a:lnTo>
                    <a:pt x="843288" y="566604"/>
                  </a:lnTo>
                  <a:lnTo>
                    <a:pt x="566604" y="566604"/>
                  </a:lnTo>
                  <a:lnTo>
                    <a:pt x="566604" y="843288"/>
                  </a:lnTo>
                  <a:lnTo>
                    <a:pt x="276683" y="843288"/>
                  </a:lnTo>
                  <a:lnTo>
                    <a:pt x="276683" y="566604"/>
                  </a:lnTo>
                  <a:lnTo>
                    <a:pt x="0" y="566604"/>
                  </a:lnTo>
                  <a:lnTo>
                    <a:pt x="0" y="276683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878757" y="464789"/>
              <a:ext cx="793750" cy="272415"/>
            </a:xfrm>
            <a:custGeom>
              <a:avLst/>
              <a:gdLst/>
              <a:ahLst/>
              <a:cxnLst/>
              <a:rect l="l" t="t" r="r" b="b"/>
              <a:pathLst>
                <a:path w="793750" h="272415">
                  <a:moveTo>
                    <a:pt x="793682" y="0"/>
                  </a:moveTo>
                  <a:lnTo>
                    <a:pt x="0" y="0"/>
                  </a:lnTo>
                  <a:lnTo>
                    <a:pt x="0" y="271987"/>
                  </a:lnTo>
                  <a:lnTo>
                    <a:pt x="793682" y="271987"/>
                  </a:lnTo>
                  <a:lnTo>
                    <a:pt x="793682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878757" y="464789"/>
              <a:ext cx="793750" cy="272415"/>
            </a:xfrm>
            <a:custGeom>
              <a:avLst/>
              <a:gdLst/>
              <a:ahLst/>
              <a:cxnLst/>
              <a:rect l="l" t="t" r="r" b="b"/>
              <a:pathLst>
                <a:path w="793750" h="272415">
                  <a:moveTo>
                    <a:pt x="0" y="0"/>
                  </a:moveTo>
                  <a:lnTo>
                    <a:pt x="793683" y="0"/>
                  </a:lnTo>
                  <a:lnTo>
                    <a:pt x="793683" y="271988"/>
                  </a:lnTo>
                  <a:lnTo>
                    <a:pt x="0" y="271988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316192" y="872771"/>
              <a:ext cx="635" cy="1822450"/>
            </a:xfrm>
            <a:custGeom>
              <a:avLst/>
              <a:gdLst/>
              <a:ahLst/>
              <a:cxnLst/>
              <a:rect l="l" t="t" r="r" b="b"/>
              <a:pathLst>
                <a:path w="635" h="1822450">
                  <a:moveTo>
                    <a:pt x="0" y="0"/>
                  </a:moveTo>
                  <a:lnTo>
                    <a:pt x="496" y="1822320"/>
                  </a:lnTo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104520" y="2796428"/>
              <a:ext cx="4430395" cy="2289810"/>
            </a:xfrm>
            <a:custGeom>
              <a:avLst/>
              <a:gdLst/>
              <a:ahLst/>
              <a:cxnLst/>
              <a:rect l="l" t="t" r="r" b="b"/>
              <a:pathLst>
                <a:path w="4430395" h="2289810">
                  <a:moveTo>
                    <a:pt x="4429909" y="0"/>
                  </a:moveTo>
                  <a:lnTo>
                    <a:pt x="0" y="0"/>
                  </a:lnTo>
                  <a:lnTo>
                    <a:pt x="0" y="2289350"/>
                  </a:lnTo>
                  <a:lnTo>
                    <a:pt x="4429909" y="2289350"/>
                  </a:lnTo>
                  <a:lnTo>
                    <a:pt x="4429909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104520" y="2796428"/>
              <a:ext cx="4430395" cy="2289810"/>
            </a:xfrm>
            <a:custGeom>
              <a:avLst/>
              <a:gdLst/>
              <a:ahLst/>
              <a:cxnLst/>
              <a:rect l="l" t="t" r="r" b="b"/>
              <a:pathLst>
                <a:path w="4430395" h="2289810">
                  <a:moveTo>
                    <a:pt x="0" y="0"/>
                  </a:moveTo>
                  <a:lnTo>
                    <a:pt x="4429910" y="0"/>
                  </a:lnTo>
                  <a:lnTo>
                    <a:pt x="4429910" y="2289350"/>
                  </a:lnTo>
                  <a:lnTo>
                    <a:pt x="0" y="228935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277549" y="4133595"/>
            <a:ext cx="1859914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35" dirty="0">
                <a:solidFill>
                  <a:srgbClr val="FFFFFF"/>
                </a:solidFill>
                <a:latin typeface="Arial"/>
                <a:cs typeface="Arial"/>
              </a:rPr>
              <a:t>Sin</a:t>
            </a:r>
            <a:r>
              <a:rPr sz="2800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55" dirty="0">
                <a:solidFill>
                  <a:srgbClr val="FFFFFF"/>
                </a:solidFill>
                <a:latin typeface="Arial"/>
                <a:cs typeface="Arial"/>
              </a:rPr>
              <a:t>esquema</a:t>
            </a:r>
            <a:endParaRPr sz="2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277549" y="3042411"/>
            <a:ext cx="393001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15185" algn="l"/>
              </a:tabLst>
            </a:pP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Escalabilidad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2800" spc="-160" dirty="0">
                <a:solidFill>
                  <a:srgbClr val="FFFFFF"/>
                </a:solidFill>
                <a:latin typeface="Arial"/>
                <a:cs typeface="Arial"/>
              </a:rPr>
              <a:t>Consistencia</a:t>
            </a:r>
            <a:endParaRPr sz="2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277549" y="3588003"/>
            <a:ext cx="35204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15185" algn="l"/>
              </a:tabLst>
            </a:pP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Rendimiento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2800" spc="-110" dirty="0">
                <a:solidFill>
                  <a:srgbClr val="FFFFFF"/>
                </a:solidFill>
                <a:latin typeface="Arial"/>
                <a:cs typeface="Arial"/>
              </a:rPr>
              <a:t>Fiabilidad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633553" y="2325579"/>
            <a:ext cx="5117465" cy="2626360"/>
            <a:chOff x="3633553" y="2325579"/>
            <a:chExt cx="5117465" cy="2626360"/>
          </a:xfrm>
        </p:grpSpPr>
        <p:sp>
          <p:nvSpPr>
            <p:cNvPr id="21" name="object 21"/>
            <p:cNvSpPr/>
            <p:nvPr/>
          </p:nvSpPr>
          <p:spPr>
            <a:xfrm>
              <a:off x="3646246" y="2338069"/>
              <a:ext cx="866140" cy="866140"/>
            </a:xfrm>
            <a:custGeom>
              <a:avLst/>
              <a:gdLst/>
              <a:ahLst/>
              <a:cxnLst/>
              <a:rect l="l" t="t" r="r" b="b"/>
              <a:pathLst>
                <a:path w="866139" h="866139">
                  <a:moveTo>
                    <a:pt x="865619" y="284480"/>
                  </a:moveTo>
                  <a:lnTo>
                    <a:pt x="581609" y="284480"/>
                  </a:lnTo>
                  <a:lnTo>
                    <a:pt x="581609" y="0"/>
                  </a:lnTo>
                  <a:lnTo>
                    <a:pt x="284010" y="0"/>
                  </a:lnTo>
                  <a:lnTo>
                    <a:pt x="284010" y="284480"/>
                  </a:lnTo>
                  <a:lnTo>
                    <a:pt x="0" y="284480"/>
                  </a:lnTo>
                  <a:lnTo>
                    <a:pt x="0" y="581660"/>
                  </a:lnTo>
                  <a:lnTo>
                    <a:pt x="284010" y="581660"/>
                  </a:lnTo>
                  <a:lnTo>
                    <a:pt x="284010" y="866140"/>
                  </a:lnTo>
                  <a:lnTo>
                    <a:pt x="581609" y="866140"/>
                  </a:lnTo>
                  <a:lnTo>
                    <a:pt x="581609" y="581660"/>
                  </a:lnTo>
                  <a:lnTo>
                    <a:pt x="865619" y="581660"/>
                  </a:lnTo>
                  <a:lnTo>
                    <a:pt x="865619" y="28448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646253" y="2338279"/>
              <a:ext cx="866140" cy="866140"/>
            </a:xfrm>
            <a:custGeom>
              <a:avLst/>
              <a:gdLst/>
              <a:ahLst/>
              <a:cxnLst/>
              <a:rect l="l" t="t" r="r" b="b"/>
              <a:pathLst>
                <a:path w="866139" h="866139">
                  <a:moveTo>
                    <a:pt x="0" y="284008"/>
                  </a:moveTo>
                  <a:lnTo>
                    <a:pt x="284008" y="284008"/>
                  </a:lnTo>
                  <a:lnTo>
                    <a:pt x="284008" y="0"/>
                  </a:lnTo>
                  <a:lnTo>
                    <a:pt x="581605" y="0"/>
                  </a:lnTo>
                  <a:lnTo>
                    <a:pt x="581605" y="284008"/>
                  </a:lnTo>
                  <a:lnTo>
                    <a:pt x="865614" y="284008"/>
                  </a:lnTo>
                  <a:lnTo>
                    <a:pt x="865614" y="581605"/>
                  </a:lnTo>
                  <a:lnTo>
                    <a:pt x="581605" y="581605"/>
                  </a:lnTo>
                  <a:lnTo>
                    <a:pt x="581605" y="865614"/>
                  </a:lnTo>
                  <a:lnTo>
                    <a:pt x="284008" y="865614"/>
                  </a:lnTo>
                  <a:lnTo>
                    <a:pt x="284008" y="581605"/>
                  </a:lnTo>
                  <a:lnTo>
                    <a:pt x="0" y="581605"/>
                  </a:lnTo>
                  <a:lnTo>
                    <a:pt x="0" y="284008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923409" y="2649575"/>
              <a:ext cx="814705" cy="279400"/>
            </a:xfrm>
            <a:custGeom>
              <a:avLst/>
              <a:gdLst/>
              <a:ahLst/>
              <a:cxnLst/>
              <a:rect l="l" t="t" r="r" b="b"/>
              <a:pathLst>
                <a:path w="814704" h="279400">
                  <a:moveTo>
                    <a:pt x="814696" y="0"/>
                  </a:moveTo>
                  <a:lnTo>
                    <a:pt x="0" y="0"/>
                  </a:lnTo>
                  <a:lnTo>
                    <a:pt x="0" y="279189"/>
                  </a:lnTo>
                  <a:lnTo>
                    <a:pt x="814696" y="279189"/>
                  </a:lnTo>
                  <a:lnTo>
                    <a:pt x="814696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923409" y="2649575"/>
              <a:ext cx="814705" cy="279400"/>
            </a:xfrm>
            <a:custGeom>
              <a:avLst/>
              <a:gdLst/>
              <a:ahLst/>
              <a:cxnLst/>
              <a:rect l="l" t="t" r="r" b="b"/>
              <a:pathLst>
                <a:path w="814704" h="279400">
                  <a:moveTo>
                    <a:pt x="0" y="0"/>
                  </a:moveTo>
                  <a:lnTo>
                    <a:pt x="814696" y="0"/>
                  </a:lnTo>
                  <a:lnTo>
                    <a:pt x="814696" y="279189"/>
                  </a:lnTo>
                  <a:lnTo>
                    <a:pt x="0" y="279189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319475" y="3068359"/>
              <a:ext cx="635" cy="1870710"/>
            </a:xfrm>
            <a:custGeom>
              <a:avLst/>
              <a:gdLst/>
              <a:ahLst/>
              <a:cxnLst/>
              <a:rect l="l" t="t" r="r" b="b"/>
              <a:pathLst>
                <a:path w="635" h="1870710">
                  <a:moveTo>
                    <a:pt x="0" y="0"/>
                  </a:moveTo>
                  <a:lnTo>
                    <a:pt x="509" y="1870566"/>
                  </a:lnTo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3221956" y="1212356"/>
            <a:ext cx="1121444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indent="38100" algn="just">
              <a:lnSpc>
                <a:spcPct val="99600"/>
              </a:lnSpc>
              <a:spcBef>
                <a:spcPts val="110"/>
              </a:spcBef>
            </a:pPr>
            <a:r>
              <a:rPr sz="2800" b="1" spc="-595" dirty="0">
                <a:latin typeface="Arial"/>
                <a:cs typeface="Arial"/>
              </a:rPr>
              <a:t>S</a:t>
            </a:r>
            <a:r>
              <a:rPr sz="2800" b="1" spc="-315" dirty="0">
                <a:latin typeface="Arial"/>
                <a:cs typeface="Arial"/>
              </a:rPr>
              <a:t> Q </a:t>
            </a:r>
            <a:r>
              <a:rPr sz="2800" b="1" spc="-585" dirty="0">
                <a:latin typeface="Arial"/>
                <a:cs typeface="Arial"/>
              </a:rPr>
              <a:t>L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917157" y="3642867"/>
            <a:ext cx="1121443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indent="38100" algn="just">
              <a:lnSpc>
                <a:spcPct val="99600"/>
              </a:lnSpc>
              <a:spcBef>
                <a:spcPts val="110"/>
              </a:spcBef>
            </a:pPr>
            <a:r>
              <a:rPr lang="es-ES" sz="2800" b="1" spc="-595" dirty="0">
                <a:latin typeface="Arial"/>
                <a:cs typeface="Arial"/>
              </a:rPr>
              <a:t>No</a:t>
            </a:r>
            <a:r>
              <a:rPr sz="2800" b="1" spc="-595" dirty="0">
                <a:latin typeface="Arial"/>
                <a:cs typeface="Arial"/>
              </a:rPr>
              <a:t>S</a:t>
            </a:r>
            <a:r>
              <a:rPr sz="2800" b="1" spc="-315" dirty="0">
                <a:latin typeface="Arial"/>
                <a:cs typeface="Arial"/>
              </a:rPr>
              <a:t> Q </a:t>
            </a:r>
            <a:r>
              <a:rPr sz="2800" b="1" spc="-585" dirty="0">
                <a:latin typeface="Arial"/>
                <a:cs typeface="Arial"/>
              </a:rPr>
              <a:t>L</a:t>
            </a:r>
            <a:endParaRPr sz="2800" dirty="0">
              <a:latin typeface="Arial"/>
              <a:cs typeface="Arial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5BB0852E-D609-1AFB-A898-D8C853D032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021" y="2696255"/>
            <a:ext cx="2049980" cy="221229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6284" y="253491"/>
            <a:ext cx="2291080" cy="2122805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50165">
              <a:lnSpc>
                <a:spcPct val="71000"/>
              </a:lnSpc>
              <a:spcBef>
                <a:spcPts val="149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Soluciones </a:t>
            </a: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Big</a:t>
            </a:r>
            <a:r>
              <a:rPr sz="4000" b="1" spc="-25" dirty="0">
                <a:solidFill>
                  <a:srgbClr val="044247"/>
                </a:solidFill>
                <a:latin typeface="Arial Narrow"/>
                <a:cs typeface="Arial Narrow"/>
              </a:rPr>
              <a:t> </a:t>
            </a: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Data</a:t>
            </a:r>
            <a:endParaRPr sz="4000" dirty="0">
              <a:latin typeface="Arial Narrow"/>
              <a:cs typeface="Arial Narrow"/>
            </a:endParaRPr>
          </a:p>
          <a:p>
            <a:pPr marR="5080" algn="r">
              <a:lnSpc>
                <a:spcPts val="2830"/>
              </a:lnSpc>
              <a:spcBef>
                <a:spcPts val="240"/>
              </a:spcBef>
            </a:pP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Bases</a:t>
            </a:r>
            <a:r>
              <a:rPr sz="2800" b="1" spc="-30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de</a:t>
            </a:r>
            <a:r>
              <a:rPr sz="2800" b="1" spc="-30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spc="-20" dirty="0">
                <a:solidFill>
                  <a:srgbClr val="FF0000"/>
                </a:solidFill>
                <a:latin typeface="Arial Narrow"/>
                <a:cs typeface="Arial Narrow"/>
              </a:rPr>
              <a:t>datos</a:t>
            </a:r>
            <a:endParaRPr sz="2800" dirty="0">
              <a:latin typeface="Arial Narrow"/>
              <a:cs typeface="Arial Narrow"/>
            </a:endParaRPr>
          </a:p>
          <a:p>
            <a:pPr marR="5715" algn="r">
              <a:lnSpc>
                <a:spcPts val="2350"/>
              </a:lnSpc>
            </a:pP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orientadas</a:t>
            </a:r>
            <a:r>
              <a:rPr sz="2800" b="1" spc="-55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spc="-50" dirty="0">
                <a:solidFill>
                  <a:srgbClr val="FF0000"/>
                </a:solidFill>
                <a:latin typeface="Arial Narrow"/>
                <a:cs typeface="Arial Narrow"/>
              </a:rPr>
              <a:t>a</a:t>
            </a:r>
            <a:endParaRPr sz="2800" dirty="0">
              <a:latin typeface="Arial Narrow"/>
              <a:cs typeface="Arial Narrow"/>
            </a:endParaRPr>
          </a:p>
          <a:p>
            <a:pPr marR="5715" algn="r">
              <a:lnSpc>
                <a:spcPts val="2880"/>
              </a:lnSpc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grafos:</a:t>
            </a:r>
            <a:endParaRPr sz="2800" dirty="0">
              <a:latin typeface="Arial Narrow"/>
              <a:cs typeface="Arial Narrow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346703" y="2334767"/>
            <a:ext cx="5797550" cy="2809240"/>
            <a:chOff x="3346703" y="2334767"/>
            <a:chExt cx="5797550" cy="2809240"/>
          </a:xfrm>
        </p:grpSpPr>
        <p:sp>
          <p:nvSpPr>
            <p:cNvPr id="4" name="object 4"/>
            <p:cNvSpPr/>
            <p:nvPr/>
          </p:nvSpPr>
          <p:spPr>
            <a:xfrm>
              <a:off x="8254885" y="3943583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46703" y="2926079"/>
              <a:ext cx="2822448" cy="188061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66103" y="2334767"/>
              <a:ext cx="2225040" cy="2542032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3344302" y="244347"/>
            <a:ext cx="438975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har char="■"/>
              <a:tabLst>
                <a:tab pos="297815" algn="l"/>
              </a:tabLst>
            </a:pPr>
            <a:r>
              <a:rPr sz="2800" spc="-190" dirty="0">
                <a:latin typeface="Arial"/>
                <a:cs typeface="Arial"/>
              </a:rPr>
              <a:t>Sistema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335" dirty="0">
                <a:latin typeface="Arial"/>
                <a:cs typeface="Arial"/>
              </a:rPr>
              <a:t>BBDD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55" dirty="0">
                <a:latin typeface="Arial"/>
                <a:cs typeface="Arial"/>
              </a:rPr>
              <a:t>para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80" dirty="0">
                <a:latin typeface="Arial"/>
                <a:cs typeface="Arial"/>
              </a:rPr>
              <a:t>datos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30052" y="536955"/>
            <a:ext cx="431228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85" dirty="0">
                <a:latin typeface="Arial"/>
                <a:cs typeface="Arial"/>
              </a:rPr>
              <a:t>expresados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spc="-145" dirty="0">
                <a:latin typeface="Arial"/>
                <a:cs typeface="Arial"/>
              </a:rPr>
              <a:t>en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spc="-90" dirty="0">
                <a:latin typeface="Arial"/>
                <a:cs typeface="Arial"/>
              </a:rPr>
              <a:t>forma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80" dirty="0">
                <a:latin typeface="Arial"/>
                <a:cs typeface="Arial"/>
              </a:rPr>
              <a:t>grafo</a:t>
            </a:r>
            <a:endParaRPr sz="2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44302" y="994155"/>
            <a:ext cx="300672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har char="■"/>
              <a:tabLst>
                <a:tab pos="297815" algn="l"/>
              </a:tabLst>
            </a:pPr>
            <a:r>
              <a:rPr sz="2800" spc="-130" dirty="0">
                <a:latin typeface="Arial"/>
                <a:cs typeface="Arial"/>
              </a:rPr>
              <a:t>Almacenamiento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y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30052" y="1286763"/>
            <a:ext cx="48399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20" dirty="0">
                <a:latin typeface="Arial"/>
                <a:cs typeface="Arial"/>
              </a:rPr>
              <a:t>procesamiento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85" dirty="0">
                <a:latin typeface="Arial"/>
                <a:cs typeface="Arial"/>
              </a:rPr>
              <a:t>nativo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y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100" dirty="0">
                <a:latin typeface="Arial"/>
                <a:cs typeface="Arial"/>
              </a:rPr>
              <a:t>no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30" dirty="0">
                <a:latin typeface="Arial"/>
                <a:cs typeface="Arial"/>
              </a:rPr>
              <a:t>nativo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44302" y="1743963"/>
            <a:ext cx="338709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har char="■"/>
              <a:tabLst>
                <a:tab pos="297815" algn="l"/>
              </a:tabLst>
            </a:pPr>
            <a:r>
              <a:rPr sz="2800" spc="-160" dirty="0">
                <a:latin typeface="Arial"/>
                <a:cs typeface="Arial"/>
              </a:rPr>
              <a:t>Ágiles,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105" dirty="0">
                <a:latin typeface="Arial"/>
                <a:cs typeface="Arial"/>
              </a:rPr>
              <a:t>flexibles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y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alto</a:t>
            </a:r>
            <a:endParaRPr sz="2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30052" y="2036571"/>
            <a:ext cx="180593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65" dirty="0">
                <a:latin typeface="Arial"/>
                <a:cs typeface="Arial"/>
              </a:rPr>
              <a:t>rendimiento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1332466-F2C0-FABD-CAE8-26E7441594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021" y="2696255"/>
            <a:ext cx="2049980" cy="221229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" y="0"/>
            <a:ext cx="5002530" cy="3938270"/>
          </a:xfrm>
          <a:custGeom>
            <a:avLst/>
            <a:gdLst/>
            <a:ahLst/>
            <a:cxnLst/>
            <a:rect l="l" t="t" r="r" b="b"/>
            <a:pathLst>
              <a:path w="5002530" h="3938270">
                <a:moveTo>
                  <a:pt x="0" y="1704928"/>
                </a:moveTo>
                <a:lnTo>
                  <a:pt x="0" y="3856309"/>
                </a:lnTo>
                <a:lnTo>
                  <a:pt x="579720" y="3937783"/>
                </a:lnTo>
                <a:lnTo>
                  <a:pt x="1255398" y="2957054"/>
                </a:lnTo>
                <a:lnTo>
                  <a:pt x="876220" y="1828073"/>
                </a:lnTo>
                <a:lnTo>
                  <a:pt x="0" y="1704928"/>
                </a:lnTo>
                <a:close/>
              </a:path>
              <a:path w="5002530" h="3938270">
                <a:moveTo>
                  <a:pt x="1716059" y="768286"/>
                </a:moveTo>
                <a:lnTo>
                  <a:pt x="1040381" y="1749016"/>
                </a:lnTo>
                <a:lnTo>
                  <a:pt x="1419558" y="2877996"/>
                </a:lnTo>
                <a:lnTo>
                  <a:pt x="2811966" y="3073687"/>
                </a:lnTo>
                <a:lnTo>
                  <a:pt x="3487644" y="2092957"/>
                </a:lnTo>
                <a:lnTo>
                  <a:pt x="3108467" y="963976"/>
                </a:lnTo>
                <a:lnTo>
                  <a:pt x="1716059" y="768286"/>
                </a:lnTo>
                <a:close/>
              </a:path>
              <a:path w="5002530" h="3938270">
                <a:moveTo>
                  <a:pt x="1331643" y="0"/>
                </a:moveTo>
                <a:lnTo>
                  <a:pt x="0" y="0"/>
                </a:lnTo>
                <a:lnTo>
                  <a:pt x="0" y="1510524"/>
                </a:lnTo>
                <a:lnTo>
                  <a:pt x="875213" y="1633527"/>
                </a:lnTo>
                <a:lnTo>
                  <a:pt x="1550890" y="652797"/>
                </a:lnTo>
                <a:lnTo>
                  <a:pt x="1331643" y="0"/>
                </a:lnTo>
                <a:close/>
              </a:path>
              <a:path w="5002530" h="3938270">
                <a:moveTo>
                  <a:pt x="3995936" y="267493"/>
                </a:moveTo>
                <a:lnTo>
                  <a:pt x="3948860" y="270028"/>
                </a:lnTo>
                <a:lnTo>
                  <a:pt x="3903251" y="277458"/>
                </a:lnTo>
                <a:lnTo>
                  <a:pt x="3859375" y="289519"/>
                </a:lnTo>
                <a:lnTo>
                  <a:pt x="3817494" y="305948"/>
                </a:lnTo>
                <a:lnTo>
                  <a:pt x="3777872" y="326480"/>
                </a:lnTo>
                <a:lnTo>
                  <a:pt x="3740773" y="350853"/>
                </a:lnTo>
                <a:lnTo>
                  <a:pt x="3706460" y="378803"/>
                </a:lnTo>
                <a:lnTo>
                  <a:pt x="3675197" y="410066"/>
                </a:lnTo>
                <a:lnTo>
                  <a:pt x="3647247" y="444379"/>
                </a:lnTo>
                <a:lnTo>
                  <a:pt x="3622874" y="481478"/>
                </a:lnTo>
                <a:lnTo>
                  <a:pt x="3602342" y="521100"/>
                </a:lnTo>
                <a:lnTo>
                  <a:pt x="3585913" y="562980"/>
                </a:lnTo>
                <a:lnTo>
                  <a:pt x="3573852" y="606856"/>
                </a:lnTo>
                <a:lnTo>
                  <a:pt x="3566423" y="652464"/>
                </a:lnTo>
                <a:lnTo>
                  <a:pt x="3563887" y="699541"/>
                </a:lnTo>
                <a:lnTo>
                  <a:pt x="3566423" y="746617"/>
                </a:lnTo>
                <a:lnTo>
                  <a:pt x="3573852" y="792225"/>
                </a:lnTo>
                <a:lnTo>
                  <a:pt x="3585913" y="836102"/>
                </a:lnTo>
                <a:lnTo>
                  <a:pt x="3602342" y="877982"/>
                </a:lnTo>
                <a:lnTo>
                  <a:pt x="3622874" y="917604"/>
                </a:lnTo>
                <a:lnTo>
                  <a:pt x="3647247" y="954703"/>
                </a:lnTo>
                <a:lnTo>
                  <a:pt x="3675197" y="989016"/>
                </a:lnTo>
                <a:lnTo>
                  <a:pt x="3706460" y="1020279"/>
                </a:lnTo>
                <a:lnTo>
                  <a:pt x="3740773" y="1048229"/>
                </a:lnTo>
                <a:lnTo>
                  <a:pt x="3777872" y="1072602"/>
                </a:lnTo>
                <a:lnTo>
                  <a:pt x="3817494" y="1093134"/>
                </a:lnTo>
                <a:lnTo>
                  <a:pt x="3859375" y="1109563"/>
                </a:lnTo>
                <a:lnTo>
                  <a:pt x="3903251" y="1121624"/>
                </a:lnTo>
                <a:lnTo>
                  <a:pt x="3948860" y="1129053"/>
                </a:lnTo>
                <a:lnTo>
                  <a:pt x="3995936" y="1131589"/>
                </a:lnTo>
                <a:lnTo>
                  <a:pt x="4043013" y="1129053"/>
                </a:lnTo>
                <a:lnTo>
                  <a:pt x="4088620" y="1121624"/>
                </a:lnTo>
                <a:lnTo>
                  <a:pt x="4132496" y="1109563"/>
                </a:lnTo>
                <a:lnTo>
                  <a:pt x="4174377" y="1093134"/>
                </a:lnTo>
                <a:lnTo>
                  <a:pt x="4213998" y="1072602"/>
                </a:lnTo>
                <a:lnTo>
                  <a:pt x="4251097" y="1048229"/>
                </a:lnTo>
                <a:lnTo>
                  <a:pt x="4285410" y="1020279"/>
                </a:lnTo>
                <a:lnTo>
                  <a:pt x="4316673" y="989016"/>
                </a:lnTo>
                <a:lnTo>
                  <a:pt x="4344623" y="954703"/>
                </a:lnTo>
                <a:lnTo>
                  <a:pt x="4368996" y="917604"/>
                </a:lnTo>
                <a:lnTo>
                  <a:pt x="4389528" y="877982"/>
                </a:lnTo>
                <a:lnTo>
                  <a:pt x="4405957" y="836102"/>
                </a:lnTo>
                <a:lnTo>
                  <a:pt x="4418018" y="792225"/>
                </a:lnTo>
                <a:lnTo>
                  <a:pt x="4425447" y="746617"/>
                </a:lnTo>
                <a:lnTo>
                  <a:pt x="4427983" y="699541"/>
                </a:lnTo>
                <a:lnTo>
                  <a:pt x="4425466" y="652797"/>
                </a:lnTo>
                <a:lnTo>
                  <a:pt x="4418018" y="606856"/>
                </a:lnTo>
                <a:lnTo>
                  <a:pt x="4405957" y="562980"/>
                </a:lnTo>
                <a:lnTo>
                  <a:pt x="4389529" y="521100"/>
                </a:lnTo>
                <a:lnTo>
                  <a:pt x="4368996" y="481478"/>
                </a:lnTo>
                <a:lnTo>
                  <a:pt x="4344624" y="444379"/>
                </a:lnTo>
                <a:lnTo>
                  <a:pt x="4316674" y="410066"/>
                </a:lnTo>
                <a:lnTo>
                  <a:pt x="4285411" y="378803"/>
                </a:lnTo>
                <a:lnTo>
                  <a:pt x="4251098" y="350853"/>
                </a:lnTo>
                <a:lnTo>
                  <a:pt x="4214000" y="326480"/>
                </a:lnTo>
                <a:lnTo>
                  <a:pt x="4174378" y="305948"/>
                </a:lnTo>
                <a:lnTo>
                  <a:pt x="4132498" y="289519"/>
                </a:lnTo>
                <a:lnTo>
                  <a:pt x="4088622" y="277458"/>
                </a:lnTo>
                <a:lnTo>
                  <a:pt x="4043014" y="270028"/>
                </a:lnTo>
                <a:lnTo>
                  <a:pt x="3995936" y="267493"/>
                </a:lnTo>
                <a:close/>
              </a:path>
              <a:path w="5002530" h="3938270">
                <a:moveTo>
                  <a:pt x="3641270" y="0"/>
                </a:moveTo>
                <a:lnTo>
                  <a:pt x="1520549" y="0"/>
                </a:lnTo>
                <a:lnTo>
                  <a:pt x="1715051" y="579121"/>
                </a:lnTo>
                <a:lnTo>
                  <a:pt x="3107460" y="774811"/>
                </a:lnTo>
                <a:lnTo>
                  <a:pt x="3641270" y="0"/>
                </a:lnTo>
                <a:close/>
              </a:path>
              <a:path w="5002530" h="3938270">
                <a:moveTo>
                  <a:pt x="5001954" y="0"/>
                </a:moveTo>
                <a:lnTo>
                  <a:pt x="4158813" y="0"/>
                </a:lnTo>
                <a:lnTo>
                  <a:pt x="4182288" y="75625"/>
                </a:lnTo>
                <a:lnTo>
                  <a:pt x="4202310" y="116723"/>
                </a:lnTo>
                <a:lnTo>
                  <a:pt x="4226411" y="155244"/>
                </a:lnTo>
                <a:lnTo>
                  <a:pt x="4254310" y="190908"/>
                </a:lnTo>
                <a:lnTo>
                  <a:pt x="4285724" y="223432"/>
                </a:lnTo>
                <a:lnTo>
                  <a:pt x="4320373" y="252534"/>
                </a:lnTo>
                <a:lnTo>
                  <a:pt x="4357973" y="277932"/>
                </a:lnTo>
                <a:lnTo>
                  <a:pt x="4398243" y="299345"/>
                </a:lnTo>
                <a:lnTo>
                  <a:pt x="4440901" y="316490"/>
                </a:lnTo>
                <a:lnTo>
                  <a:pt x="4485665" y="329086"/>
                </a:lnTo>
                <a:lnTo>
                  <a:pt x="4532253" y="336850"/>
                </a:lnTo>
                <a:lnTo>
                  <a:pt x="4580383" y="339501"/>
                </a:lnTo>
                <a:lnTo>
                  <a:pt x="4628513" y="336850"/>
                </a:lnTo>
                <a:lnTo>
                  <a:pt x="4675101" y="329086"/>
                </a:lnTo>
                <a:lnTo>
                  <a:pt x="4719866" y="316490"/>
                </a:lnTo>
                <a:lnTo>
                  <a:pt x="4762524" y="299345"/>
                </a:lnTo>
                <a:lnTo>
                  <a:pt x="4802794" y="277932"/>
                </a:lnTo>
                <a:lnTo>
                  <a:pt x="4840394" y="252534"/>
                </a:lnTo>
                <a:lnTo>
                  <a:pt x="4875043" y="223432"/>
                </a:lnTo>
                <a:lnTo>
                  <a:pt x="4906457" y="190908"/>
                </a:lnTo>
                <a:lnTo>
                  <a:pt x="4934356" y="155244"/>
                </a:lnTo>
                <a:lnTo>
                  <a:pt x="4958458" y="116723"/>
                </a:lnTo>
                <a:lnTo>
                  <a:pt x="4978479" y="75625"/>
                </a:lnTo>
                <a:lnTo>
                  <a:pt x="5001954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146683" y="3165348"/>
            <a:ext cx="2453005" cy="946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DEA4"/>
                </a:solidFill>
                <a:latin typeface="Arial"/>
                <a:cs typeface="Arial"/>
              </a:rPr>
              <a:t>Big</a:t>
            </a:r>
            <a:r>
              <a:rPr sz="2000" b="1" spc="-40" dirty="0">
                <a:solidFill>
                  <a:srgbClr val="00DEA4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DEA4"/>
                </a:solidFill>
                <a:latin typeface="Arial"/>
                <a:cs typeface="Arial"/>
              </a:rPr>
              <a:t>Data</a:t>
            </a:r>
            <a:r>
              <a:rPr sz="2000" b="1" spc="-105" dirty="0">
                <a:solidFill>
                  <a:srgbClr val="00DEA4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0DEA4"/>
                </a:solidFill>
                <a:latin typeface="Arial"/>
                <a:cs typeface="Arial"/>
              </a:rPr>
              <a:t>Aplicado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ts val="1760"/>
              </a:lnSpc>
              <a:spcBef>
                <a:spcPts val="1695"/>
              </a:spcBef>
            </a:pPr>
            <a:r>
              <a:rPr sz="1600" spc="-10" dirty="0">
                <a:latin typeface="Arial"/>
                <a:cs typeface="Arial"/>
              </a:rPr>
              <a:t>Julio</a:t>
            </a:r>
            <a:r>
              <a:rPr sz="1600" spc="-10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Alberto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López </a:t>
            </a:r>
            <a:r>
              <a:rPr sz="1600" spc="-20" dirty="0">
                <a:latin typeface="Arial"/>
                <a:cs typeface="Arial"/>
              </a:rPr>
              <a:t>Gómez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ts val="1400"/>
              </a:lnSpc>
            </a:pPr>
            <a:r>
              <a:rPr sz="1300" spc="-10" dirty="0">
                <a:solidFill>
                  <a:srgbClr val="404040"/>
                </a:solidFill>
                <a:latin typeface="Arial"/>
                <a:cs typeface="Arial"/>
                <a:hlinkClick r:id="rId3"/>
              </a:rPr>
              <a:t>JulioAlberto.Lopez@uclm.es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84084" y="1963419"/>
            <a:ext cx="4213860" cy="1116965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2700" marR="5080">
              <a:lnSpc>
                <a:spcPct val="79000"/>
              </a:lnSpc>
              <a:spcBef>
                <a:spcPts val="1105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Almacenes</a:t>
            </a:r>
            <a:r>
              <a:rPr sz="4000" b="1" spc="-50" dirty="0">
                <a:solidFill>
                  <a:srgbClr val="044247"/>
                </a:solidFill>
                <a:latin typeface="Arial Narrow"/>
                <a:cs typeface="Arial Narrow"/>
              </a:rPr>
              <a:t> </a:t>
            </a: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de</a:t>
            </a:r>
            <a:r>
              <a:rPr sz="4000" b="1" spc="-45" dirty="0">
                <a:solidFill>
                  <a:srgbClr val="044247"/>
                </a:solidFill>
                <a:latin typeface="Arial Narrow"/>
                <a:cs typeface="Arial Narrow"/>
              </a:rPr>
              <a:t> </a:t>
            </a: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Datos. </a:t>
            </a: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Data</a:t>
            </a: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 </a:t>
            </a: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Warehouses</a:t>
            </a:r>
            <a:endParaRPr sz="4000">
              <a:latin typeface="Arial Narrow"/>
              <a:cs typeface="Arial Narrow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797040" y="3943584"/>
            <a:ext cx="2346960" cy="1200150"/>
            <a:chOff x="6797040" y="3943584"/>
            <a:chExt cx="2346960" cy="1200150"/>
          </a:xfrm>
        </p:grpSpPr>
        <p:sp>
          <p:nvSpPr>
            <p:cNvPr id="6" name="object 6"/>
            <p:cNvSpPr/>
            <p:nvPr/>
          </p:nvSpPr>
          <p:spPr>
            <a:xfrm>
              <a:off x="8254885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97040" y="4373880"/>
              <a:ext cx="1459992" cy="344423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046790" y="4373843"/>
            <a:ext cx="749345" cy="365309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4210564" y="4381676"/>
            <a:ext cx="653415" cy="325755"/>
            <a:chOff x="4210564" y="4381676"/>
            <a:chExt cx="653415" cy="325755"/>
          </a:xfrm>
        </p:grpSpPr>
        <p:sp>
          <p:nvSpPr>
            <p:cNvPr id="10" name="object 10"/>
            <p:cNvSpPr/>
            <p:nvPr/>
          </p:nvSpPr>
          <p:spPr>
            <a:xfrm>
              <a:off x="4372655" y="4519010"/>
              <a:ext cx="109220" cy="46990"/>
            </a:xfrm>
            <a:custGeom>
              <a:avLst/>
              <a:gdLst/>
              <a:ahLst/>
              <a:cxnLst/>
              <a:rect l="l" t="t" r="r" b="b"/>
              <a:pathLst>
                <a:path w="109220" h="46989">
                  <a:moveTo>
                    <a:pt x="109052" y="0"/>
                  </a:moveTo>
                  <a:lnTo>
                    <a:pt x="0" y="0"/>
                  </a:lnTo>
                  <a:lnTo>
                    <a:pt x="0" y="46456"/>
                  </a:lnTo>
                  <a:lnTo>
                    <a:pt x="109052" y="46456"/>
                  </a:lnTo>
                  <a:lnTo>
                    <a:pt x="109052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309590" y="4502793"/>
              <a:ext cx="76200" cy="76835"/>
            </a:xfrm>
            <a:custGeom>
              <a:avLst/>
              <a:gdLst/>
              <a:ahLst/>
              <a:cxnLst/>
              <a:rect l="l" t="t" r="r" b="b"/>
              <a:pathLst>
                <a:path w="76200" h="76835">
                  <a:moveTo>
                    <a:pt x="37682" y="0"/>
                  </a:moveTo>
                  <a:lnTo>
                    <a:pt x="2554" y="23467"/>
                  </a:lnTo>
                  <a:lnTo>
                    <a:pt x="0" y="38074"/>
                  </a:lnTo>
                  <a:lnTo>
                    <a:pt x="535" y="45564"/>
                  </a:lnTo>
                  <a:lnTo>
                    <a:pt x="30171" y="75625"/>
                  </a:lnTo>
                  <a:lnTo>
                    <a:pt x="37682" y="76227"/>
                  </a:lnTo>
                  <a:lnTo>
                    <a:pt x="53179" y="73081"/>
                  </a:lnTo>
                  <a:lnTo>
                    <a:pt x="65054" y="64856"/>
                  </a:lnTo>
                  <a:lnTo>
                    <a:pt x="72979" y="52778"/>
                  </a:lnTo>
                  <a:lnTo>
                    <a:pt x="75756" y="38074"/>
                  </a:lnTo>
                  <a:lnTo>
                    <a:pt x="72642" y="22651"/>
                  </a:lnTo>
                  <a:lnTo>
                    <a:pt x="64442" y="10758"/>
                  </a:lnTo>
                  <a:lnTo>
                    <a:pt x="52380" y="2808"/>
                  </a:lnTo>
                  <a:lnTo>
                    <a:pt x="37682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45192" y="4397737"/>
              <a:ext cx="236854" cy="46990"/>
            </a:xfrm>
            <a:custGeom>
              <a:avLst/>
              <a:gdLst/>
              <a:ahLst/>
              <a:cxnLst/>
              <a:rect l="l" t="t" r="r" b="b"/>
              <a:pathLst>
                <a:path w="236854" h="46989">
                  <a:moveTo>
                    <a:pt x="236515" y="0"/>
                  </a:moveTo>
                  <a:lnTo>
                    <a:pt x="0" y="0"/>
                  </a:lnTo>
                  <a:lnTo>
                    <a:pt x="0" y="46613"/>
                  </a:lnTo>
                  <a:lnTo>
                    <a:pt x="236515" y="46613"/>
                  </a:lnTo>
                  <a:lnTo>
                    <a:pt x="236515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210564" y="438167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7918" y="0"/>
                  </a:moveTo>
                  <a:lnTo>
                    <a:pt x="2654" y="23243"/>
                  </a:lnTo>
                  <a:lnTo>
                    <a:pt x="0" y="37917"/>
                  </a:lnTo>
                  <a:lnTo>
                    <a:pt x="588" y="45409"/>
                  </a:lnTo>
                  <a:lnTo>
                    <a:pt x="30407" y="75390"/>
                  </a:lnTo>
                  <a:lnTo>
                    <a:pt x="37918" y="75992"/>
                  </a:lnTo>
                  <a:lnTo>
                    <a:pt x="45429" y="75390"/>
                  </a:lnTo>
                  <a:lnTo>
                    <a:pt x="75380" y="45425"/>
                  </a:lnTo>
                  <a:lnTo>
                    <a:pt x="75992" y="37917"/>
                  </a:lnTo>
                  <a:lnTo>
                    <a:pt x="75382" y="30391"/>
                  </a:lnTo>
                  <a:lnTo>
                    <a:pt x="45408" y="551"/>
                  </a:lnTo>
                  <a:lnTo>
                    <a:pt x="37918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45192" y="4647022"/>
              <a:ext cx="236854" cy="46990"/>
            </a:xfrm>
            <a:custGeom>
              <a:avLst/>
              <a:gdLst/>
              <a:ahLst/>
              <a:cxnLst/>
              <a:rect l="l" t="t" r="r" b="b"/>
              <a:pathLst>
                <a:path w="236854" h="46989">
                  <a:moveTo>
                    <a:pt x="236515" y="0"/>
                  </a:moveTo>
                  <a:lnTo>
                    <a:pt x="0" y="0"/>
                  </a:lnTo>
                  <a:lnTo>
                    <a:pt x="0" y="46456"/>
                  </a:lnTo>
                  <a:lnTo>
                    <a:pt x="236515" y="46456"/>
                  </a:lnTo>
                  <a:lnTo>
                    <a:pt x="236515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10558" y="4390377"/>
              <a:ext cx="653415" cy="316865"/>
            </a:xfrm>
            <a:custGeom>
              <a:avLst/>
              <a:gdLst/>
              <a:ahLst/>
              <a:cxnLst/>
              <a:rect l="l" t="t" r="r" b="b"/>
              <a:pathLst>
                <a:path w="653414" h="316864">
                  <a:moveTo>
                    <a:pt x="75984" y="278549"/>
                  </a:moveTo>
                  <a:lnTo>
                    <a:pt x="52590" y="243141"/>
                  </a:lnTo>
                  <a:lnTo>
                    <a:pt x="37553" y="240423"/>
                  </a:lnTo>
                  <a:lnTo>
                    <a:pt x="22288" y="243624"/>
                  </a:lnTo>
                  <a:lnTo>
                    <a:pt x="10515" y="251853"/>
                  </a:lnTo>
                  <a:lnTo>
                    <a:pt x="2692" y="263880"/>
                  </a:lnTo>
                  <a:lnTo>
                    <a:pt x="0" y="278511"/>
                  </a:lnTo>
                  <a:lnTo>
                    <a:pt x="584" y="286016"/>
                  </a:lnTo>
                  <a:lnTo>
                    <a:pt x="30403" y="316064"/>
                  </a:lnTo>
                  <a:lnTo>
                    <a:pt x="37922" y="316661"/>
                  </a:lnTo>
                  <a:lnTo>
                    <a:pt x="45427" y="316064"/>
                  </a:lnTo>
                  <a:lnTo>
                    <a:pt x="75984" y="278549"/>
                  </a:lnTo>
                  <a:close/>
                </a:path>
                <a:path w="653414" h="316864">
                  <a:moveTo>
                    <a:pt x="653376" y="150495"/>
                  </a:moveTo>
                  <a:lnTo>
                    <a:pt x="566496" y="0"/>
                  </a:lnTo>
                  <a:lnTo>
                    <a:pt x="392734" y="0"/>
                  </a:lnTo>
                  <a:lnTo>
                    <a:pt x="305854" y="150495"/>
                  </a:lnTo>
                  <a:lnTo>
                    <a:pt x="392734" y="301066"/>
                  </a:lnTo>
                  <a:lnTo>
                    <a:pt x="566496" y="301066"/>
                  </a:lnTo>
                  <a:lnTo>
                    <a:pt x="653376" y="150495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6284" y="253491"/>
            <a:ext cx="2291080" cy="1525270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71120">
              <a:lnSpc>
                <a:spcPct val="71000"/>
              </a:lnSpc>
              <a:spcBef>
                <a:spcPts val="149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Almacenes </a:t>
            </a: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de</a:t>
            </a: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 datos</a:t>
            </a:r>
            <a:endParaRPr sz="4000">
              <a:latin typeface="Arial Narrow"/>
              <a:cs typeface="Arial Narrow"/>
            </a:endParaRPr>
          </a:p>
          <a:p>
            <a:pPr marL="723265">
              <a:lnSpc>
                <a:spcPct val="100000"/>
              </a:lnSpc>
              <a:spcBef>
                <a:spcPts val="240"/>
              </a:spcBef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Necesidad:</a:t>
            </a:r>
            <a:endParaRPr sz="2800">
              <a:latin typeface="Arial Narrow"/>
              <a:cs typeface="Arial Narrow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355975" y="1635646"/>
            <a:ext cx="4788535" cy="3508375"/>
            <a:chOff x="4355975" y="1635646"/>
            <a:chExt cx="4788535" cy="3508375"/>
          </a:xfrm>
        </p:grpSpPr>
        <p:sp>
          <p:nvSpPr>
            <p:cNvPr id="4" name="object 4"/>
            <p:cNvSpPr/>
            <p:nvPr/>
          </p:nvSpPr>
          <p:spPr>
            <a:xfrm>
              <a:off x="8254885" y="3943583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55975" y="1635646"/>
              <a:ext cx="4031833" cy="3363837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3344302" y="174243"/>
            <a:ext cx="216535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har char="■"/>
              <a:tabLst>
                <a:tab pos="297815" algn="l"/>
              </a:tabLst>
            </a:pPr>
            <a:r>
              <a:rPr sz="2800" spc="-110" dirty="0" err="1">
                <a:latin typeface="Arial"/>
                <a:cs typeface="Arial"/>
              </a:rPr>
              <a:t>Rendimiento</a:t>
            </a:r>
            <a:endParaRPr sz="2800" dirty="0">
              <a:latin typeface="Arial"/>
              <a:cs typeface="Arial"/>
            </a:endParaRPr>
          </a:p>
        </p:txBody>
      </p:sp>
      <p:pic>
        <p:nvPicPr>
          <p:cNvPr id="7" name="Picture 2" descr="Patrón de diseño MVC. ¿Qué es y cómo puedo utilizarlo? | Easy App CODE">
            <a:extLst>
              <a:ext uri="{FF2B5EF4-FFF2-40B4-BE49-F238E27FC236}">
                <a16:creationId xmlns:a16="http://schemas.microsoft.com/office/drawing/2014/main" id="{06FCF4EC-26B4-A2EA-B286-1D05D04B56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475360"/>
            <a:ext cx="3657600" cy="2159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70D6F7A-5409-7606-B4B3-8A97E643E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5CB7186-A0C2-1B9F-90E2-EBF48947C991}"/>
              </a:ext>
            </a:extLst>
          </p:cNvPr>
          <p:cNvSpPr txBox="1"/>
          <p:nvPr/>
        </p:nvSpPr>
        <p:spPr>
          <a:xfrm>
            <a:off x="546284" y="253491"/>
            <a:ext cx="2291080" cy="1525270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71120">
              <a:lnSpc>
                <a:spcPct val="71000"/>
              </a:lnSpc>
              <a:spcBef>
                <a:spcPts val="149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Almacenes </a:t>
            </a: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de</a:t>
            </a: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 datos</a:t>
            </a:r>
            <a:endParaRPr sz="4000">
              <a:latin typeface="Arial Narrow"/>
              <a:cs typeface="Arial Narrow"/>
            </a:endParaRPr>
          </a:p>
          <a:p>
            <a:pPr marL="723265">
              <a:lnSpc>
                <a:spcPct val="100000"/>
              </a:lnSpc>
              <a:spcBef>
                <a:spcPts val="240"/>
              </a:spcBef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Necesidad:</a:t>
            </a:r>
            <a:endParaRPr sz="2800">
              <a:latin typeface="Arial Narrow"/>
              <a:cs typeface="Arial Narrow"/>
            </a:endParaRP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218F848A-36EB-FD14-E494-03CCB83CF8C5}"/>
              </a:ext>
            </a:extLst>
          </p:cNvPr>
          <p:cNvGrpSpPr/>
          <p:nvPr/>
        </p:nvGrpSpPr>
        <p:grpSpPr>
          <a:xfrm>
            <a:off x="4355975" y="1635646"/>
            <a:ext cx="4788535" cy="3508375"/>
            <a:chOff x="4355975" y="1635646"/>
            <a:chExt cx="4788535" cy="35083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FD171E45-0A81-D288-843B-FC34713CB20F}"/>
                </a:ext>
              </a:extLst>
            </p:cNvPr>
            <p:cNvSpPr/>
            <p:nvPr/>
          </p:nvSpPr>
          <p:spPr>
            <a:xfrm>
              <a:off x="8254885" y="3943583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6A3F2434-8A01-7B57-62E1-C965AA544A4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55975" y="1635646"/>
              <a:ext cx="4031833" cy="3363837"/>
            </a:xfrm>
            <a:prstGeom prst="rect">
              <a:avLst/>
            </a:prstGeom>
          </p:spPr>
        </p:pic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A77A341D-6452-D76D-A220-A2D8F5A37F9B}"/>
              </a:ext>
            </a:extLst>
          </p:cNvPr>
          <p:cNvSpPr txBox="1"/>
          <p:nvPr/>
        </p:nvSpPr>
        <p:spPr>
          <a:xfrm>
            <a:off x="3344302" y="174243"/>
            <a:ext cx="2165350" cy="8874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har char="■"/>
              <a:tabLst>
                <a:tab pos="297815" algn="l"/>
              </a:tabLst>
            </a:pPr>
            <a:r>
              <a:rPr sz="2800" spc="-110" dirty="0">
                <a:latin typeface="Arial"/>
                <a:cs typeface="Arial"/>
              </a:rPr>
              <a:t>Rendimiento</a:t>
            </a:r>
            <a:endParaRPr sz="2800" dirty="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140"/>
              </a:spcBef>
              <a:buChar char="■"/>
              <a:tabLst>
                <a:tab pos="297815" algn="l"/>
              </a:tabLst>
            </a:pPr>
            <a:r>
              <a:rPr sz="2800" spc="-150" dirty="0" err="1">
                <a:latin typeface="Arial"/>
                <a:cs typeface="Arial"/>
              </a:rPr>
              <a:t>Escalabilidad</a:t>
            </a:r>
            <a:endParaRPr sz="2800" dirty="0">
              <a:latin typeface="Arial"/>
              <a:cs typeface="Arial"/>
            </a:endParaRPr>
          </a:p>
        </p:txBody>
      </p:sp>
      <p:pic>
        <p:nvPicPr>
          <p:cNvPr id="7" name="Picture 2" descr="Patrón de diseño MVC. ¿Qué es y cómo puedo utilizarlo? | Easy App CODE">
            <a:extLst>
              <a:ext uri="{FF2B5EF4-FFF2-40B4-BE49-F238E27FC236}">
                <a16:creationId xmlns:a16="http://schemas.microsoft.com/office/drawing/2014/main" id="{241A151C-72C1-3CD8-71A7-60CC4F00FF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475360"/>
            <a:ext cx="3657600" cy="2159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76157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93D4B46-E526-1159-C290-57E17200E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1BF9CE2-7CD5-25B3-F13E-9630E29B6D93}"/>
              </a:ext>
            </a:extLst>
          </p:cNvPr>
          <p:cNvSpPr txBox="1"/>
          <p:nvPr/>
        </p:nvSpPr>
        <p:spPr>
          <a:xfrm>
            <a:off x="546284" y="253491"/>
            <a:ext cx="2291080" cy="1525270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71120">
              <a:lnSpc>
                <a:spcPct val="71000"/>
              </a:lnSpc>
              <a:spcBef>
                <a:spcPts val="149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Almacenes </a:t>
            </a: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de</a:t>
            </a: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 datos</a:t>
            </a:r>
            <a:endParaRPr sz="4000">
              <a:latin typeface="Arial Narrow"/>
              <a:cs typeface="Arial Narrow"/>
            </a:endParaRPr>
          </a:p>
          <a:p>
            <a:pPr marL="723265">
              <a:lnSpc>
                <a:spcPct val="100000"/>
              </a:lnSpc>
              <a:spcBef>
                <a:spcPts val="240"/>
              </a:spcBef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Necesidad:</a:t>
            </a:r>
            <a:endParaRPr sz="2800">
              <a:latin typeface="Arial Narrow"/>
              <a:cs typeface="Arial Narrow"/>
            </a:endParaRP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01B7D119-0B54-1663-6F4D-AB1186DD2525}"/>
              </a:ext>
            </a:extLst>
          </p:cNvPr>
          <p:cNvGrpSpPr/>
          <p:nvPr/>
        </p:nvGrpSpPr>
        <p:grpSpPr>
          <a:xfrm>
            <a:off x="4355975" y="1635646"/>
            <a:ext cx="4788535" cy="3508375"/>
            <a:chOff x="4355975" y="1635646"/>
            <a:chExt cx="4788535" cy="35083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7A6ED727-0478-9EF0-3D64-A8F40D8AE945}"/>
                </a:ext>
              </a:extLst>
            </p:cNvPr>
            <p:cNvSpPr/>
            <p:nvPr/>
          </p:nvSpPr>
          <p:spPr>
            <a:xfrm>
              <a:off x="8254885" y="3943583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44A19997-19D9-596D-1807-D1AB4CF07BF4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55975" y="1635646"/>
              <a:ext cx="4031833" cy="3363837"/>
            </a:xfrm>
            <a:prstGeom prst="rect">
              <a:avLst/>
            </a:prstGeom>
          </p:spPr>
        </p:pic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D79EE795-64A9-8704-3F1A-192508140226}"/>
              </a:ext>
            </a:extLst>
          </p:cNvPr>
          <p:cNvSpPr txBox="1"/>
          <p:nvPr/>
        </p:nvSpPr>
        <p:spPr>
          <a:xfrm>
            <a:off x="3344302" y="174243"/>
            <a:ext cx="2165350" cy="1354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har char="■"/>
              <a:tabLst>
                <a:tab pos="297815" algn="l"/>
              </a:tabLst>
            </a:pPr>
            <a:r>
              <a:rPr sz="2800" spc="-110" dirty="0">
                <a:latin typeface="Arial"/>
                <a:cs typeface="Arial"/>
              </a:rPr>
              <a:t>Rendimiento</a:t>
            </a:r>
            <a:endParaRPr sz="28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140"/>
              </a:spcBef>
              <a:buChar char="■"/>
              <a:tabLst>
                <a:tab pos="297815" algn="l"/>
              </a:tabLst>
            </a:pPr>
            <a:r>
              <a:rPr sz="2800" spc="-150" dirty="0">
                <a:latin typeface="Arial"/>
                <a:cs typeface="Arial"/>
              </a:rPr>
              <a:t>Escalabilidad</a:t>
            </a:r>
            <a:endParaRPr sz="28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244"/>
              </a:spcBef>
              <a:buChar char="■"/>
              <a:tabLst>
                <a:tab pos="297815" algn="l"/>
              </a:tabLst>
            </a:pPr>
            <a:r>
              <a:rPr sz="2800" spc="-35" dirty="0">
                <a:latin typeface="Arial"/>
                <a:cs typeface="Arial"/>
              </a:rPr>
              <a:t>Flexibilidad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7" name="Picture 2" descr="Patrón de diseño MVC. ¿Qué es y cómo puedo utilizarlo? | Easy App CODE">
            <a:extLst>
              <a:ext uri="{FF2B5EF4-FFF2-40B4-BE49-F238E27FC236}">
                <a16:creationId xmlns:a16="http://schemas.microsoft.com/office/drawing/2014/main" id="{A08BA5BD-F8EE-4B8F-8906-EC3A25DF95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475360"/>
            <a:ext cx="3657600" cy="2159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64036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5080">
              <a:lnSpc>
                <a:spcPct val="71000"/>
              </a:lnSpc>
              <a:spcBef>
                <a:spcPts val="1490"/>
              </a:spcBef>
            </a:pPr>
            <a:r>
              <a:rPr spc="-10" dirty="0"/>
              <a:t>Almacenes </a:t>
            </a:r>
            <a:r>
              <a:rPr dirty="0"/>
              <a:t>de</a:t>
            </a:r>
            <a:r>
              <a:rPr spc="-10" dirty="0"/>
              <a:t> datos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5713" y="1326387"/>
            <a:ext cx="2291715" cy="74485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 marR="5080" indent="969644">
              <a:lnSpc>
                <a:spcPct val="68600"/>
              </a:lnSpc>
              <a:spcBef>
                <a:spcPts val="1155"/>
              </a:spcBef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Business </a:t>
            </a: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Intelligence</a:t>
            </a:r>
            <a:r>
              <a:rPr sz="2800" b="1" spc="-65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(BI):</a:t>
            </a:r>
            <a:endParaRPr sz="2800">
              <a:latin typeface="Arial Narrow"/>
              <a:cs typeface="Arial Narrow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77188" y="655345"/>
            <a:ext cx="5781099" cy="448815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870966" y="2737612"/>
            <a:ext cx="3390265" cy="1497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76020" marR="5080" indent="-252729">
              <a:lnSpc>
                <a:spcPct val="126400"/>
              </a:lnSpc>
              <a:spcBef>
                <a:spcPts val="100"/>
              </a:spcBef>
            </a:pPr>
            <a:r>
              <a:rPr sz="2800" spc="-125" dirty="0">
                <a:latin typeface="Arial"/>
                <a:cs typeface="Arial"/>
              </a:rPr>
              <a:t>Almacenamiento </a:t>
            </a:r>
            <a:r>
              <a:rPr sz="2800" spc="-10" dirty="0">
                <a:latin typeface="Arial"/>
                <a:cs typeface="Arial"/>
              </a:rPr>
              <a:t>Datos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ts val="3095"/>
              </a:lnSpc>
            </a:pPr>
            <a:r>
              <a:rPr sz="2800" spc="-55" dirty="0">
                <a:latin typeface="Arial"/>
                <a:cs typeface="Arial"/>
              </a:rPr>
              <a:t>heterogéneos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 rot="20460000">
            <a:off x="5086499" y="1315204"/>
            <a:ext cx="2188088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00"/>
              </a:lnSpc>
            </a:pPr>
            <a:r>
              <a:rPr sz="2800" spc="-145" dirty="0">
                <a:latin typeface="Arial"/>
                <a:cs typeface="Arial"/>
              </a:rPr>
              <a:t>Procesami</a:t>
            </a:r>
            <a:r>
              <a:rPr sz="4200" spc="-217" baseline="1984" dirty="0">
                <a:latin typeface="Arial"/>
                <a:cs typeface="Arial"/>
              </a:rPr>
              <a:t>en</a:t>
            </a:r>
            <a:r>
              <a:rPr sz="4200" spc="-217" baseline="2976" dirty="0">
                <a:latin typeface="Arial"/>
                <a:cs typeface="Arial"/>
              </a:rPr>
              <a:t>to</a:t>
            </a:r>
            <a:endParaRPr sz="4200" baseline="2976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499771" y="2234691"/>
            <a:ext cx="1534160" cy="845819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 marR="5080" indent="139065">
              <a:lnSpc>
                <a:spcPts val="3100"/>
              </a:lnSpc>
              <a:spcBef>
                <a:spcPts val="420"/>
              </a:spcBef>
            </a:pPr>
            <a:r>
              <a:rPr sz="2800" spc="-270" dirty="0">
                <a:latin typeface="Arial"/>
                <a:cs typeface="Arial"/>
              </a:rPr>
              <a:t>Toma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de </a:t>
            </a:r>
            <a:r>
              <a:rPr sz="2800" spc="-150" dirty="0">
                <a:latin typeface="Arial"/>
                <a:cs typeface="Arial"/>
              </a:rPr>
              <a:t>decisiones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6284" y="253491"/>
            <a:ext cx="2291080" cy="1525270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71120">
              <a:lnSpc>
                <a:spcPct val="71000"/>
              </a:lnSpc>
              <a:spcBef>
                <a:spcPts val="149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Almacenes </a:t>
            </a: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de</a:t>
            </a: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 datos</a:t>
            </a:r>
            <a:endParaRPr sz="4000">
              <a:latin typeface="Arial Narrow"/>
              <a:cs typeface="Arial Narrow"/>
            </a:endParaRPr>
          </a:p>
          <a:p>
            <a:pPr marL="1423670">
              <a:lnSpc>
                <a:spcPct val="100000"/>
              </a:lnSpc>
              <a:spcBef>
                <a:spcPts val="240"/>
              </a:spcBef>
            </a:pPr>
            <a:r>
              <a:rPr sz="2800" b="1" spc="-30" dirty="0">
                <a:solidFill>
                  <a:srgbClr val="FF0000"/>
                </a:solidFill>
                <a:latin typeface="Arial Narrow"/>
                <a:cs typeface="Arial Narrow"/>
              </a:rPr>
              <a:t>OLTP: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4629741" y="1275605"/>
            <a:ext cx="2894965" cy="2063750"/>
            <a:chOff x="4629741" y="1275605"/>
            <a:chExt cx="2894965" cy="206375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10516" y="2067694"/>
              <a:ext cx="2235337" cy="127165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629734" y="1275613"/>
              <a:ext cx="2894965" cy="1425575"/>
            </a:xfrm>
            <a:custGeom>
              <a:avLst/>
              <a:gdLst/>
              <a:ahLst/>
              <a:cxnLst/>
              <a:rect l="l" t="t" r="r" b="b"/>
              <a:pathLst>
                <a:path w="2894965" h="1425575">
                  <a:moveTo>
                    <a:pt x="944486" y="1330718"/>
                  </a:moveTo>
                  <a:lnTo>
                    <a:pt x="114300" y="1330718"/>
                  </a:lnTo>
                  <a:lnTo>
                    <a:pt x="114300" y="1292618"/>
                  </a:lnTo>
                  <a:lnTo>
                    <a:pt x="0" y="1349768"/>
                  </a:lnTo>
                  <a:lnTo>
                    <a:pt x="114300" y="1406918"/>
                  </a:lnTo>
                  <a:lnTo>
                    <a:pt x="114300" y="1368818"/>
                  </a:lnTo>
                  <a:lnTo>
                    <a:pt x="944486" y="1368818"/>
                  </a:lnTo>
                  <a:lnTo>
                    <a:pt x="944486" y="1330718"/>
                  </a:lnTo>
                  <a:close/>
                </a:path>
                <a:path w="2894965" h="1425575">
                  <a:moveTo>
                    <a:pt x="1538643" y="114300"/>
                  </a:moveTo>
                  <a:lnTo>
                    <a:pt x="1529118" y="95250"/>
                  </a:lnTo>
                  <a:lnTo>
                    <a:pt x="1481493" y="0"/>
                  </a:lnTo>
                  <a:lnTo>
                    <a:pt x="1424343" y="114300"/>
                  </a:lnTo>
                  <a:lnTo>
                    <a:pt x="1462443" y="114300"/>
                  </a:lnTo>
                  <a:lnTo>
                    <a:pt x="1462443" y="785660"/>
                  </a:lnTo>
                  <a:lnTo>
                    <a:pt x="1500543" y="785660"/>
                  </a:lnTo>
                  <a:lnTo>
                    <a:pt x="1500543" y="114300"/>
                  </a:lnTo>
                  <a:lnTo>
                    <a:pt x="1538643" y="114300"/>
                  </a:lnTo>
                  <a:close/>
                </a:path>
                <a:path w="2894965" h="1425575">
                  <a:moveTo>
                    <a:pt x="2894584" y="1368145"/>
                  </a:moveTo>
                  <a:lnTo>
                    <a:pt x="2856484" y="1349095"/>
                  </a:lnTo>
                  <a:lnTo>
                    <a:pt x="2780284" y="1310995"/>
                  </a:lnTo>
                  <a:lnTo>
                    <a:pt x="2780284" y="1349095"/>
                  </a:lnTo>
                  <a:lnTo>
                    <a:pt x="2030488" y="1349095"/>
                  </a:lnTo>
                  <a:lnTo>
                    <a:pt x="2030488" y="1387195"/>
                  </a:lnTo>
                  <a:lnTo>
                    <a:pt x="2780284" y="1387195"/>
                  </a:lnTo>
                  <a:lnTo>
                    <a:pt x="2780284" y="1425295"/>
                  </a:lnTo>
                  <a:lnTo>
                    <a:pt x="2856484" y="1387195"/>
                  </a:lnTo>
                  <a:lnTo>
                    <a:pt x="2894584" y="1368145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349618" y="3347211"/>
            <a:ext cx="1545590" cy="885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800" b="1" spc="-395" dirty="0">
                <a:latin typeface="Arial"/>
                <a:cs typeface="Arial"/>
              </a:rPr>
              <a:t>BBDD</a:t>
            </a:r>
            <a:endParaRPr sz="2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5"/>
              </a:spcBef>
            </a:pPr>
            <a:r>
              <a:rPr sz="2800" b="1" spc="-200" dirty="0">
                <a:latin typeface="Arial"/>
                <a:cs typeface="Arial"/>
              </a:rPr>
              <a:t>Relacional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119057" y="381507"/>
            <a:ext cx="2073910" cy="8820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585470" marR="5080" indent="-573405">
              <a:lnSpc>
                <a:spcPct val="100699"/>
              </a:lnSpc>
              <a:spcBef>
                <a:spcPts val="75"/>
              </a:spcBef>
            </a:pPr>
            <a:r>
              <a:rPr sz="2800" spc="-295" dirty="0">
                <a:solidFill>
                  <a:srgbClr val="FF0000"/>
                </a:solidFill>
                <a:latin typeface="Arial"/>
                <a:cs typeface="Arial"/>
              </a:rPr>
              <a:t>Transacciones </a:t>
            </a:r>
            <a:r>
              <a:rPr sz="2800" spc="-70" dirty="0">
                <a:solidFill>
                  <a:srgbClr val="FF0000"/>
                </a:solidFill>
                <a:latin typeface="Arial"/>
                <a:cs typeface="Arial"/>
              </a:rPr>
              <a:t>cortas</a:t>
            </a:r>
            <a:endParaRPr sz="2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57840" y="2097531"/>
            <a:ext cx="1452245" cy="88519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67640" marR="5080" indent="-155575">
              <a:lnSpc>
                <a:spcPct val="101400"/>
              </a:lnSpc>
              <a:spcBef>
                <a:spcPts val="50"/>
              </a:spcBef>
            </a:pPr>
            <a:r>
              <a:rPr sz="2800" b="1" spc="-285" dirty="0">
                <a:solidFill>
                  <a:srgbClr val="FF0000"/>
                </a:solidFill>
                <a:latin typeface="Arial"/>
                <a:cs typeface="Arial"/>
              </a:rPr>
              <a:t>Consultas </a:t>
            </a:r>
            <a:r>
              <a:rPr sz="2800" b="1" spc="-110" dirty="0">
                <a:solidFill>
                  <a:srgbClr val="FF0000"/>
                </a:solidFill>
                <a:latin typeface="Arial"/>
                <a:cs typeface="Arial"/>
              </a:rPr>
              <a:t>simples</a:t>
            </a:r>
            <a:endParaRPr sz="2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15280" y="2155443"/>
            <a:ext cx="1935480" cy="88519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508000" marR="5080" indent="-495934">
              <a:lnSpc>
                <a:spcPct val="101400"/>
              </a:lnSpc>
              <a:spcBef>
                <a:spcPts val="50"/>
              </a:spcBef>
            </a:pPr>
            <a:r>
              <a:rPr sz="2800" b="1" spc="-220" dirty="0">
                <a:solidFill>
                  <a:srgbClr val="FF0000"/>
                </a:solidFill>
                <a:latin typeface="Arial"/>
                <a:cs typeface="Arial"/>
              </a:rPr>
              <a:t>Visualización </a:t>
            </a:r>
            <a:r>
              <a:rPr sz="2800" b="1" spc="-270" dirty="0">
                <a:solidFill>
                  <a:srgbClr val="FF0000"/>
                </a:solidFill>
                <a:latin typeface="Arial"/>
                <a:cs typeface="Arial"/>
              </a:rPr>
              <a:t>básica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6313DB9-2028-E309-A727-A63DC6E7F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4148F0E-C1F4-BD87-8327-93702BE4872D}"/>
              </a:ext>
            </a:extLst>
          </p:cNvPr>
          <p:cNvSpPr txBox="1"/>
          <p:nvPr/>
        </p:nvSpPr>
        <p:spPr>
          <a:xfrm>
            <a:off x="546284" y="253491"/>
            <a:ext cx="2291080" cy="1525270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71120">
              <a:lnSpc>
                <a:spcPct val="71000"/>
              </a:lnSpc>
              <a:spcBef>
                <a:spcPts val="149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Almacenes </a:t>
            </a: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de</a:t>
            </a: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 datos</a:t>
            </a:r>
            <a:endParaRPr sz="4000">
              <a:latin typeface="Arial Narrow"/>
              <a:cs typeface="Arial Narrow"/>
            </a:endParaRPr>
          </a:p>
          <a:p>
            <a:pPr marL="1423670">
              <a:lnSpc>
                <a:spcPct val="100000"/>
              </a:lnSpc>
              <a:spcBef>
                <a:spcPts val="240"/>
              </a:spcBef>
            </a:pPr>
            <a:r>
              <a:rPr sz="2800" b="1" spc="-30" dirty="0">
                <a:solidFill>
                  <a:srgbClr val="FF0000"/>
                </a:solidFill>
                <a:latin typeface="Arial Narrow"/>
                <a:cs typeface="Arial Narrow"/>
              </a:rPr>
              <a:t>OLTP: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BA756EED-CE7F-6EA7-2556-AEFBBA464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074" name="Picture 2" descr="data #ai #sql #theravitshow | Ravit Jain | 18 comments">
            <a:extLst>
              <a:ext uri="{FF2B5EF4-FFF2-40B4-BE49-F238E27FC236}">
                <a16:creationId xmlns:a16="http://schemas.microsoft.com/office/drawing/2014/main" id="{2EF53377-63B3-47A8-0F5D-03CA164902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267266"/>
            <a:ext cx="3047523" cy="4629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688350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6284" y="253491"/>
            <a:ext cx="2291080" cy="1525270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71120">
              <a:lnSpc>
                <a:spcPct val="71000"/>
              </a:lnSpc>
              <a:spcBef>
                <a:spcPts val="149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Almacenes </a:t>
            </a: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de</a:t>
            </a: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 datos</a:t>
            </a:r>
            <a:endParaRPr sz="4000">
              <a:latin typeface="Arial Narrow"/>
              <a:cs typeface="Arial Narrow"/>
            </a:endParaRPr>
          </a:p>
          <a:p>
            <a:pPr marL="1369060">
              <a:lnSpc>
                <a:spcPct val="100000"/>
              </a:lnSpc>
              <a:spcBef>
                <a:spcPts val="240"/>
              </a:spcBef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OLAP: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20596" y="3347211"/>
            <a:ext cx="1706245" cy="88519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 indent="493395">
              <a:lnSpc>
                <a:spcPct val="101400"/>
              </a:lnSpc>
              <a:spcBef>
                <a:spcPts val="50"/>
              </a:spcBef>
            </a:pPr>
            <a:r>
              <a:rPr sz="2800" b="1" spc="-20" dirty="0">
                <a:latin typeface="Arial"/>
                <a:cs typeface="Arial"/>
              </a:rPr>
              <a:t>Data </a:t>
            </a:r>
            <a:r>
              <a:rPr sz="2800" b="1" spc="-220" dirty="0">
                <a:latin typeface="Arial"/>
                <a:cs typeface="Arial"/>
              </a:rPr>
              <a:t>Warehouse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629734" y="1275613"/>
            <a:ext cx="2894965" cy="1425575"/>
          </a:xfrm>
          <a:custGeom>
            <a:avLst/>
            <a:gdLst/>
            <a:ahLst/>
            <a:cxnLst/>
            <a:rect l="l" t="t" r="r" b="b"/>
            <a:pathLst>
              <a:path w="2894965" h="1425575">
                <a:moveTo>
                  <a:pt x="944486" y="1330718"/>
                </a:moveTo>
                <a:lnTo>
                  <a:pt x="114300" y="1330718"/>
                </a:lnTo>
                <a:lnTo>
                  <a:pt x="114300" y="1292618"/>
                </a:lnTo>
                <a:lnTo>
                  <a:pt x="0" y="1349768"/>
                </a:lnTo>
                <a:lnTo>
                  <a:pt x="114300" y="1406918"/>
                </a:lnTo>
                <a:lnTo>
                  <a:pt x="114300" y="1368818"/>
                </a:lnTo>
                <a:lnTo>
                  <a:pt x="944486" y="1368818"/>
                </a:lnTo>
                <a:lnTo>
                  <a:pt x="944486" y="1330718"/>
                </a:lnTo>
                <a:close/>
              </a:path>
              <a:path w="2894965" h="1425575">
                <a:moveTo>
                  <a:pt x="1538643" y="114300"/>
                </a:moveTo>
                <a:lnTo>
                  <a:pt x="1529118" y="95250"/>
                </a:lnTo>
                <a:lnTo>
                  <a:pt x="1481493" y="0"/>
                </a:lnTo>
                <a:lnTo>
                  <a:pt x="1424343" y="114300"/>
                </a:lnTo>
                <a:lnTo>
                  <a:pt x="1462443" y="114300"/>
                </a:lnTo>
                <a:lnTo>
                  <a:pt x="1462443" y="785660"/>
                </a:lnTo>
                <a:lnTo>
                  <a:pt x="1500543" y="785660"/>
                </a:lnTo>
                <a:lnTo>
                  <a:pt x="1500543" y="114300"/>
                </a:lnTo>
                <a:lnTo>
                  <a:pt x="1538643" y="114300"/>
                </a:lnTo>
                <a:close/>
              </a:path>
              <a:path w="2894965" h="1425575">
                <a:moveTo>
                  <a:pt x="2894584" y="1368145"/>
                </a:moveTo>
                <a:lnTo>
                  <a:pt x="2856484" y="1349095"/>
                </a:lnTo>
                <a:lnTo>
                  <a:pt x="2780284" y="1310995"/>
                </a:lnTo>
                <a:lnTo>
                  <a:pt x="2780284" y="1349095"/>
                </a:lnTo>
                <a:lnTo>
                  <a:pt x="2030488" y="1349095"/>
                </a:lnTo>
                <a:lnTo>
                  <a:pt x="2030488" y="1387195"/>
                </a:lnTo>
                <a:lnTo>
                  <a:pt x="2780284" y="1387195"/>
                </a:lnTo>
                <a:lnTo>
                  <a:pt x="2780284" y="1425295"/>
                </a:lnTo>
                <a:lnTo>
                  <a:pt x="2856484" y="1387195"/>
                </a:lnTo>
                <a:lnTo>
                  <a:pt x="2894584" y="1368145"/>
                </a:lnTo>
                <a:close/>
              </a:path>
            </a:pathLst>
          </a:custGeom>
          <a:solidFill>
            <a:srgbClr val="0442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390265" y="381507"/>
            <a:ext cx="1533525" cy="8820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indent="189230">
              <a:lnSpc>
                <a:spcPct val="100699"/>
              </a:lnSpc>
              <a:spcBef>
                <a:spcPts val="75"/>
              </a:spcBef>
            </a:pPr>
            <a:r>
              <a:rPr sz="2800" spc="-125" dirty="0">
                <a:solidFill>
                  <a:srgbClr val="FF0000"/>
                </a:solidFill>
                <a:latin typeface="Arial"/>
                <a:cs typeface="Arial"/>
              </a:rPr>
              <a:t>Análisis </a:t>
            </a:r>
            <a:r>
              <a:rPr sz="2800" spc="-235" dirty="0">
                <a:solidFill>
                  <a:srgbClr val="FF0000"/>
                </a:solidFill>
                <a:latin typeface="Arial"/>
                <a:cs typeface="Arial"/>
              </a:rPr>
              <a:t>complejos</a:t>
            </a:r>
            <a:endParaRPr sz="2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57605" y="2128011"/>
            <a:ext cx="1654175" cy="88519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 indent="99695">
              <a:lnSpc>
                <a:spcPct val="101400"/>
              </a:lnSpc>
              <a:spcBef>
                <a:spcPts val="50"/>
              </a:spcBef>
            </a:pPr>
            <a:r>
              <a:rPr sz="2800" b="1" spc="-285" dirty="0">
                <a:solidFill>
                  <a:srgbClr val="FF0000"/>
                </a:solidFill>
                <a:latin typeface="Arial"/>
                <a:cs typeface="Arial"/>
              </a:rPr>
              <a:t>Consultas </a:t>
            </a:r>
            <a:r>
              <a:rPr sz="2800" b="1" spc="-210" dirty="0">
                <a:solidFill>
                  <a:srgbClr val="FF0000"/>
                </a:solidFill>
                <a:latin typeface="Arial"/>
                <a:cs typeface="Arial"/>
              </a:rPr>
              <a:t>elaboradas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15280" y="2155443"/>
            <a:ext cx="1935480" cy="88519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276860" marR="5080" indent="-264795">
              <a:lnSpc>
                <a:spcPct val="101400"/>
              </a:lnSpc>
              <a:spcBef>
                <a:spcPts val="50"/>
              </a:spcBef>
            </a:pPr>
            <a:r>
              <a:rPr sz="2800" b="1" spc="-220" dirty="0">
                <a:solidFill>
                  <a:srgbClr val="FF0000"/>
                </a:solidFill>
                <a:latin typeface="Arial"/>
                <a:cs typeface="Arial"/>
              </a:rPr>
              <a:t>Visualización </a:t>
            </a:r>
            <a:r>
              <a:rPr sz="2800" b="1" spc="-114" dirty="0">
                <a:solidFill>
                  <a:srgbClr val="FF0000"/>
                </a:solidFill>
                <a:latin typeface="Arial"/>
                <a:cs typeface="Arial"/>
              </a:rPr>
              <a:t>avanzada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27679" y="1985363"/>
            <a:ext cx="1448577" cy="1450482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5C45C13-C32B-FC56-546D-8067A5CF0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73AE138-3AFF-9747-5BF7-8D7F4DDCA0AC}"/>
              </a:ext>
            </a:extLst>
          </p:cNvPr>
          <p:cNvSpPr txBox="1"/>
          <p:nvPr/>
        </p:nvSpPr>
        <p:spPr>
          <a:xfrm>
            <a:off x="546284" y="253491"/>
            <a:ext cx="2577916" cy="1521699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71120">
              <a:lnSpc>
                <a:spcPct val="71000"/>
              </a:lnSpc>
              <a:spcBef>
                <a:spcPts val="149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Almacenes </a:t>
            </a: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de</a:t>
            </a: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 datos</a:t>
            </a:r>
            <a:endParaRPr sz="4000" dirty="0">
              <a:latin typeface="Arial Narrow"/>
              <a:cs typeface="Arial Narrow"/>
            </a:endParaRPr>
          </a:p>
          <a:p>
            <a:pPr marL="1423670">
              <a:lnSpc>
                <a:spcPct val="100000"/>
              </a:lnSpc>
              <a:spcBef>
                <a:spcPts val="240"/>
              </a:spcBef>
            </a:pPr>
            <a:r>
              <a:rPr sz="2800" b="1" spc="-30" dirty="0">
                <a:solidFill>
                  <a:srgbClr val="FF0000"/>
                </a:solidFill>
                <a:latin typeface="Arial Narrow"/>
                <a:cs typeface="Arial Narrow"/>
              </a:rPr>
              <a:t>OL</a:t>
            </a:r>
            <a:r>
              <a:rPr lang="es-ES" sz="2800" b="1" spc="-30" dirty="0">
                <a:solidFill>
                  <a:srgbClr val="FF0000"/>
                </a:solidFill>
                <a:latin typeface="Arial Narrow"/>
                <a:cs typeface="Arial Narrow"/>
              </a:rPr>
              <a:t>A</a:t>
            </a:r>
            <a:r>
              <a:rPr sz="2800" b="1" spc="-30" dirty="0">
                <a:solidFill>
                  <a:srgbClr val="FF0000"/>
                </a:solidFill>
                <a:latin typeface="Arial Narrow"/>
                <a:cs typeface="Arial Narrow"/>
              </a:rPr>
              <a:t>P:</a:t>
            </a:r>
            <a:endParaRPr sz="2800" dirty="0">
              <a:latin typeface="Arial Narrow"/>
              <a:cs typeface="Arial Narrow"/>
            </a:endParaRP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BA0D1133-FBD1-98C3-E7CA-337DB3DEB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122" name="Picture 2" descr="datawarehouse #ai #datalake | Chris Darriet-Jones">
            <a:extLst>
              <a:ext uri="{FF2B5EF4-FFF2-40B4-BE49-F238E27FC236}">
                <a16:creationId xmlns:a16="http://schemas.microsoft.com/office/drawing/2014/main" id="{304F5E59-A734-9C1C-CD3B-49754D0CB3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8201" y="752474"/>
            <a:ext cx="6275799" cy="3952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021413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6284" y="253491"/>
            <a:ext cx="2290445" cy="1525270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70485">
              <a:lnSpc>
                <a:spcPct val="71000"/>
              </a:lnSpc>
              <a:spcBef>
                <a:spcPts val="149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Almacenes </a:t>
            </a: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de</a:t>
            </a: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 datos</a:t>
            </a:r>
            <a:endParaRPr sz="4000">
              <a:latin typeface="Arial Narrow"/>
              <a:cs typeface="Arial Narrow"/>
            </a:endParaRPr>
          </a:p>
          <a:p>
            <a:pPr marL="837565">
              <a:lnSpc>
                <a:spcPct val="100000"/>
              </a:lnSpc>
              <a:spcBef>
                <a:spcPts val="240"/>
              </a:spcBef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Concepto: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70981" y="3219822"/>
            <a:ext cx="1732394" cy="1734673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3251274" y="253206"/>
            <a:ext cx="5429250" cy="2706370"/>
            <a:chOff x="3251274" y="253206"/>
            <a:chExt cx="5429250" cy="2706370"/>
          </a:xfrm>
        </p:grpSpPr>
        <p:sp>
          <p:nvSpPr>
            <p:cNvPr id="6" name="object 6"/>
            <p:cNvSpPr/>
            <p:nvPr/>
          </p:nvSpPr>
          <p:spPr>
            <a:xfrm>
              <a:off x="3265562" y="267493"/>
              <a:ext cx="5400675" cy="2677795"/>
            </a:xfrm>
            <a:custGeom>
              <a:avLst/>
              <a:gdLst/>
              <a:ahLst/>
              <a:cxnLst/>
              <a:rect l="l" t="t" r="r" b="b"/>
              <a:pathLst>
                <a:path w="5400675" h="2677795">
                  <a:moveTo>
                    <a:pt x="5400600" y="0"/>
                  </a:moveTo>
                  <a:lnTo>
                    <a:pt x="0" y="0"/>
                  </a:lnTo>
                  <a:lnTo>
                    <a:pt x="0" y="2677656"/>
                  </a:lnTo>
                  <a:lnTo>
                    <a:pt x="5400600" y="2677656"/>
                  </a:lnTo>
                  <a:lnTo>
                    <a:pt x="5400600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265562" y="267493"/>
              <a:ext cx="5400675" cy="2677795"/>
            </a:xfrm>
            <a:custGeom>
              <a:avLst/>
              <a:gdLst/>
              <a:ahLst/>
              <a:cxnLst/>
              <a:rect l="l" t="t" r="r" b="b"/>
              <a:pathLst>
                <a:path w="5400675" h="2677795">
                  <a:moveTo>
                    <a:pt x="0" y="0"/>
                  </a:moveTo>
                  <a:lnTo>
                    <a:pt x="5400600" y="0"/>
                  </a:lnTo>
                  <a:lnTo>
                    <a:pt x="5400600" y="2677656"/>
                  </a:lnTo>
                  <a:lnTo>
                    <a:pt x="0" y="2677656"/>
                  </a:lnTo>
                  <a:lnTo>
                    <a:pt x="0" y="0"/>
                  </a:lnTo>
                  <a:close/>
                </a:path>
              </a:pathLst>
            </a:custGeom>
            <a:ln w="28575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664469" y="274827"/>
            <a:ext cx="4923790" cy="2585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marR="5715" indent="-285115" algn="r">
              <a:lnSpc>
                <a:spcPct val="100000"/>
              </a:lnSpc>
              <a:spcBef>
                <a:spcPts val="100"/>
              </a:spcBef>
              <a:buChar char="■"/>
              <a:tabLst>
                <a:tab pos="285115" algn="l"/>
              </a:tabLst>
            </a:pPr>
            <a:r>
              <a:rPr sz="2800" spc="-150" dirty="0">
                <a:solidFill>
                  <a:srgbClr val="FFFFFF"/>
                </a:solidFill>
                <a:latin typeface="Arial"/>
                <a:cs typeface="Arial"/>
              </a:rPr>
              <a:t>Solución</a:t>
            </a:r>
            <a:r>
              <a:rPr sz="2800" spc="-1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220" dirty="0">
                <a:solidFill>
                  <a:srgbClr val="FFFFFF"/>
                </a:solidFill>
                <a:latin typeface="Arial"/>
                <a:cs typeface="Arial"/>
              </a:rPr>
              <a:t>BI</a:t>
            </a:r>
            <a:r>
              <a:rPr sz="2800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25" dirty="0">
                <a:solidFill>
                  <a:srgbClr val="FFFFFF"/>
                </a:solidFill>
                <a:latin typeface="Arial"/>
                <a:cs typeface="Arial"/>
              </a:rPr>
              <a:t>que</a:t>
            </a:r>
            <a:r>
              <a:rPr sz="2800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05" dirty="0">
                <a:solidFill>
                  <a:srgbClr val="FFFFFF"/>
                </a:solidFill>
                <a:latin typeface="Arial"/>
                <a:cs typeface="Arial"/>
              </a:rPr>
              <a:t>ofrece</a:t>
            </a:r>
            <a:r>
              <a:rPr sz="2800" spc="-1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4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800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30" dirty="0">
                <a:solidFill>
                  <a:srgbClr val="FFFFFF"/>
                </a:solidFill>
                <a:latin typeface="Arial"/>
                <a:cs typeface="Arial"/>
              </a:rPr>
              <a:t>forma</a:t>
            </a:r>
            <a:endParaRPr sz="2800">
              <a:latin typeface="Arial"/>
              <a:cs typeface="Arial"/>
            </a:endParaRPr>
          </a:p>
          <a:p>
            <a:pPr marL="170180" marR="5080" indent="1394460" algn="r">
              <a:lnSpc>
                <a:spcPct val="99600"/>
              </a:lnSpc>
              <a:spcBef>
                <a:spcPts val="60"/>
              </a:spcBef>
            </a:pPr>
            <a:r>
              <a:rPr sz="2800" spc="-125" dirty="0">
                <a:solidFill>
                  <a:srgbClr val="FFFFFF"/>
                </a:solidFill>
                <a:latin typeface="Arial"/>
                <a:cs typeface="Arial"/>
              </a:rPr>
              <a:t>integrada</a:t>
            </a:r>
            <a:r>
              <a:rPr sz="2800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65" dirty="0">
                <a:solidFill>
                  <a:srgbClr val="FFFFFF"/>
                </a:solidFill>
                <a:latin typeface="Arial"/>
                <a:cs typeface="Arial"/>
              </a:rPr>
              <a:t>capacidad</a:t>
            </a:r>
            <a:r>
              <a:rPr sz="28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4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2800" spc="-125" dirty="0">
                <a:solidFill>
                  <a:srgbClr val="FFFFFF"/>
                </a:solidFill>
                <a:latin typeface="Arial"/>
                <a:cs typeface="Arial"/>
              </a:rPr>
              <a:t>almacenamiento,</a:t>
            </a:r>
            <a:r>
              <a:rPr sz="28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10" dirty="0">
                <a:solidFill>
                  <a:srgbClr val="FFFFFF"/>
                </a:solidFill>
                <a:latin typeface="Arial"/>
                <a:cs typeface="Arial"/>
              </a:rPr>
              <a:t>procesamiento </a:t>
            </a:r>
            <a:r>
              <a:rPr sz="2800" spc="-14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2800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55" dirty="0">
                <a:solidFill>
                  <a:srgbClr val="FFFFFF"/>
                </a:solidFill>
                <a:latin typeface="Arial"/>
                <a:cs typeface="Arial"/>
              </a:rPr>
              <a:t>análisis</a:t>
            </a:r>
            <a:r>
              <a:rPr sz="28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4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800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35" dirty="0">
                <a:solidFill>
                  <a:srgbClr val="FFFFFF"/>
                </a:solidFill>
                <a:latin typeface="Arial"/>
                <a:cs typeface="Arial"/>
              </a:rPr>
              <a:t>datos</a:t>
            </a:r>
            <a:r>
              <a:rPr sz="28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85" dirty="0">
                <a:solidFill>
                  <a:srgbClr val="FFFFFF"/>
                </a:solidFill>
                <a:latin typeface="Arial"/>
                <a:cs typeface="Arial"/>
              </a:rPr>
              <a:t>masivos</a:t>
            </a:r>
            <a:r>
              <a:rPr sz="28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Arial"/>
                <a:cs typeface="Arial"/>
              </a:rPr>
              <a:t>para </a:t>
            </a:r>
            <a:r>
              <a:rPr sz="2800" spc="-80" dirty="0">
                <a:solidFill>
                  <a:srgbClr val="FFFFFF"/>
                </a:solidFill>
                <a:latin typeface="Arial"/>
                <a:cs typeface="Arial"/>
              </a:rPr>
              <a:t>optimizar</a:t>
            </a:r>
            <a:r>
              <a:rPr sz="2800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90" dirty="0">
                <a:solidFill>
                  <a:srgbClr val="FFFFFF"/>
                </a:solidFill>
                <a:latin typeface="Arial"/>
                <a:cs typeface="Arial"/>
              </a:rPr>
              <a:t>el</a:t>
            </a:r>
            <a:r>
              <a:rPr sz="2800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55" dirty="0">
                <a:solidFill>
                  <a:srgbClr val="FFFFFF"/>
                </a:solidFill>
                <a:latin typeface="Arial"/>
                <a:cs typeface="Arial"/>
              </a:rPr>
              <a:t>proceso</a:t>
            </a:r>
            <a:r>
              <a:rPr sz="2800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4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800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85" dirty="0">
                <a:solidFill>
                  <a:srgbClr val="FFFFFF"/>
                </a:solidFill>
                <a:latin typeface="Arial"/>
                <a:cs typeface="Arial"/>
              </a:rPr>
              <a:t>toma</a:t>
            </a:r>
            <a:r>
              <a:rPr sz="2800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2800" spc="-150" dirty="0">
                <a:solidFill>
                  <a:srgbClr val="FFFFFF"/>
                </a:solidFill>
                <a:latin typeface="Arial"/>
                <a:cs typeface="Arial"/>
              </a:rPr>
              <a:t>decisiones</a:t>
            </a:r>
            <a:r>
              <a:rPr sz="2800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4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800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45" dirty="0">
                <a:solidFill>
                  <a:srgbClr val="FFFFFF"/>
                </a:solidFill>
                <a:latin typeface="Arial"/>
                <a:cs typeface="Arial"/>
              </a:rPr>
              <a:t>una</a:t>
            </a:r>
            <a:r>
              <a:rPr sz="2800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55" dirty="0">
                <a:solidFill>
                  <a:srgbClr val="FFFFFF"/>
                </a:solidFill>
                <a:latin typeface="Arial"/>
                <a:cs typeface="Arial"/>
              </a:rPr>
              <a:t>organización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6284" y="253491"/>
            <a:ext cx="2291080" cy="1525270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71120">
              <a:lnSpc>
                <a:spcPct val="71000"/>
              </a:lnSpc>
              <a:spcBef>
                <a:spcPts val="149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Almacenes </a:t>
            </a: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de</a:t>
            </a: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 datos</a:t>
            </a:r>
            <a:endParaRPr sz="4000">
              <a:latin typeface="Arial Narrow"/>
              <a:cs typeface="Arial Narrow"/>
            </a:endParaRPr>
          </a:p>
          <a:p>
            <a:pPr marL="383540">
              <a:lnSpc>
                <a:spcPct val="100000"/>
              </a:lnSpc>
              <a:spcBef>
                <a:spcPts val="240"/>
              </a:spcBef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Aplicaciones: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354595" y="244347"/>
            <a:ext cx="4127500" cy="2256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har char="■"/>
              <a:tabLst>
                <a:tab pos="297815" algn="l"/>
              </a:tabLst>
            </a:pPr>
            <a:r>
              <a:rPr sz="2800" spc="-280" dirty="0">
                <a:latin typeface="Arial"/>
                <a:cs typeface="Arial"/>
              </a:rPr>
              <a:t>¡TODAS!</a:t>
            </a:r>
            <a:endParaRPr sz="28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145"/>
              </a:spcBef>
              <a:buChar char="■"/>
              <a:tabLst>
                <a:tab pos="297815" algn="l"/>
              </a:tabLst>
            </a:pPr>
            <a:r>
              <a:rPr sz="2800" spc="-55" dirty="0">
                <a:latin typeface="Arial"/>
                <a:cs typeface="Arial"/>
              </a:rPr>
              <a:t>Requisitos</a:t>
            </a:r>
            <a:endParaRPr sz="28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240"/>
              </a:spcBef>
              <a:buChar char="■"/>
              <a:tabLst>
                <a:tab pos="755015" algn="l"/>
              </a:tabLst>
            </a:pPr>
            <a:r>
              <a:rPr sz="2800" spc="-204" dirty="0">
                <a:latin typeface="Arial"/>
                <a:cs typeface="Arial"/>
              </a:rPr>
              <a:t>Gran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10" dirty="0">
                <a:latin typeface="Arial"/>
                <a:cs typeface="Arial"/>
              </a:rPr>
              <a:t>volumen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90" dirty="0">
                <a:latin typeface="Arial"/>
                <a:cs typeface="Arial"/>
              </a:rPr>
              <a:t>datos</a:t>
            </a:r>
            <a:endParaRPr sz="28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140"/>
              </a:spcBef>
              <a:buChar char="■"/>
              <a:tabLst>
                <a:tab pos="755015" algn="l"/>
              </a:tabLst>
            </a:pPr>
            <a:r>
              <a:rPr sz="2800" spc="-160" dirty="0">
                <a:latin typeface="Arial"/>
                <a:cs typeface="Arial"/>
              </a:rPr>
              <a:t>Análisis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complejos</a:t>
            </a:r>
            <a:endParaRPr sz="28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240"/>
              </a:spcBef>
              <a:buChar char="■"/>
              <a:tabLst>
                <a:tab pos="755015" algn="l"/>
              </a:tabLst>
            </a:pPr>
            <a:r>
              <a:rPr sz="2800" spc="-150" dirty="0">
                <a:latin typeface="Arial"/>
                <a:cs typeface="Arial"/>
              </a:rPr>
              <a:t>Visualización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spc="-105" dirty="0">
                <a:latin typeface="Arial"/>
                <a:cs typeface="Arial"/>
              </a:rPr>
              <a:t>avanzada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66032" y="2663951"/>
            <a:ext cx="3608832" cy="2478024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" y="0"/>
            <a:ext cx="5002530" cy="3938270"/>
          </a:xfrm>
          <a:custGeom>
            <a:avLst/>
            <a:gdLst/>
            <a:ahLst/>
            <a:cxnLst/>
            <a:rect l="l" t="t" r="r" b="b"/>
            <a:pathLst>
              <a:path w="5002530" h="3938270">
                <a:moveTo>
                  <a:pt x="0" y="1704928"/>
                </a:moveTo>
                <a:lnTo>
                  <a:pt x="0" y="3856309"/>
                </a:lnTo>
                <a:lnTo>
                  <a:pt x="579720" y="3937783"/>
                </a:lnTo>
                <a:lnTo>
                  <a:pt x="1255398" y="2957054"/>
                </a:lnTo>
                <a:lnTo>
                  <a:pt x="876220" y="1828073"/>
                </a:lnTo>
                <a:lnTo>
                  <a:pt x="0" y="1704928"/>
                </a:lnTo>
                <a:close/>
              </a:path>
              <a:path w="5002530" h="3938270">
                <a:moveTo>
                  <a:pt x="1716059" y="768286"/>
                </a:moveTo>
                <a:lnTo>
                  <a:pt x="1040381" y="1749016"/>
                </a:lnTo>
                <a:lnTo>
                  <a:pt x="1419558" y="2877996"/>
                </a:lnTo>
                <a:lnTo>
                  <a:pt x="2811966" y="3073687"/>
                </a:lnTo>
                <a:lnTo>
                  <a:pt x="3487644" y="2092957"/>
                </a:lnTo>
                <a:lnTo>
                  <a:pt x="3108467" y="963976"/>
                </a:lnTo>
                <a:lnTo>
                  <a:pt x="1716059" y="768286"/>
                </a:lnTo>
                <a:close/>
              </a:path>
              <a:path w="5002530" h="3938270">
                <a:moveTo>
                  <a:pt x="1331643" y="0"/>
                </a:moveTo>
                <a:lnTo>
                  <a:pt x="0" y="0"/>
                </a:lnTo>
                <a:lnTo>
                  <a:pt x="0" y="1510524"/>
                </a:lnTo>
                <a:lnTo>
                  <a:pt x="875213" y="1633527"/>
                </a:lnTo>
                <a:lnTo>
                  <a:pt x="1550890" y="652797"/>
                </a:lnTo>
                <a:lnTo>
                  <a:pt x="1331643" y="0"/>
                </a:lnTo>
                <a:close/>
              </a:path>
              <a:path w="5002530" h="3938270">
                <a:moveTo>
                  <a:pt x="3995936" y="267493"/>
                </a:moveTo>
                <a:lnTo>
                  <a:pt x="3948860" y="270028"/>
                </a:lnTo>
                <a:lnTo>
                  <a:pt x="3903251" y="277458"/>
                </a:lnTo>
                <a:lnTo>
                  <a:pt x="3859375" y="289519"/>
                </a:lnTo>
                <a:lnTo>
                  <a:pt x="3817494" y="305948"/>
                </a:lnTo>
                <a:lnTo>
                  <a:pt x="3777872" y="326480"/>
                </a:lnTo>
                <a:lnTo>
                  <a:pt x="3740773" y="350853"/>
                </a:lnTo>
                <a:lnTo>
                  <a:pt x="3706460" y="378803"/>
                </a:lnTo>
                <a:lnTo>
                  <a:pt x="3675197" y="410066"/>
                </a:lnTo>
                <a:lnTo>
                  <a:pt x="3647247" y="444379"/>
                </a:lnTo>
                <a:lnTo>
                  <a:pt x="3622874" y="481478"/>
                </a:lnTo>
                <a:lnTo>
                  <a:pt x="3602342" y="521100"/>
                </a:lnTo>
                <a:lnTo>
                  <a:pt x="3585913" y="562980"/>
                </a:lnTo>
                <a:lnTo>
                  <a:pt x="3573852" y="606856"/>
                </a:lnTo>
                <a:lnTo>
                  <a:pt x="3566423" y="652464"/>
                </a:lnTo>
                <a:lnTo>
                  <a:pt x="3563887" y="699541"/>
                </a:lnTo>
                <a:lnTo>
                  <a:pt x="3566423" y="746617"/>
                </a:lnTo>
                <a:lnTo>
                  <a:pt x="3573852" y="792225"/>
                </a:lnTo>
                <a:lnTo>
                  <a:pt x="3585913" y="836102"/>
                </a:lnTo>
                <a:lnTo>
                  <a:pt x="3602342" y="877982"/>
                </a:lnTo>
                <a:lnTo>
                  <a:pt x="3622874" y="917604"/>
                </a:lnTo>
                <a:lnTo>
                  <a:pt x="3647247" y="954703"/>
                </a:lnTo>
                <a:lnTo>
                  <a:pt x="3675197" y="989016"/>
                </a:lnTo>
                <a:lnTo>
                  <a:pt x="3706460" y="1020279"/>
                </a:lnTo>
                <a:lnTo>
                  <a:pt x="3740773" y="1048229"/>
                </a:lnTo>
                <a:lnTo>
                  <a:pt x="3777872" y="1072602"/>
                </a:lnTo>
                <a:lnTo>
                  <a:pt x="3817494" y="1093134"/>
                </a:lnTo>
                <a:lnTo>
                  <a:pt x="3859375" y="1109563"/>
                </a:lnTo>
                <a:lnTo>
                  <a:pt x="3903251" y="1121624"/>
                </a:lnTo>
                <a:lnTo>
                  <a:pt x="3948860" y="1129053"/>
                </a:lnTo>
                <a:lnTo>
                  <a:pt x="3995936" y="1131589"/>
                </a:lnTo>
                <a:lnTo>
                  <a:pt x="4043013" y="1129053"/>
                </a:lnTo>
                <a:lnTo>
                  <a:pt x="4088620" y="1121624"/>
                </a:lnTo>
                <a:lnTo>
                  <a:pt x="4132496" y="1109563"/>
                </a:lnTo>
                <a:lnTo>
                  <a:pt x="4174377" y="1093134"/>
                </a:lnTo>
                <a:lnTo>
                  <a:pt x="4213998" y="1072602"/>
                </a:lnTo>
                <a:lnTo>
                  <a:pt x="4251097" y="1048229"/>
                </a:lnTo>
                <a:lnTo>
                  <a:pt x="4285410" y="1020279"/>
                </a:lnTo>
                <a:lnTo>
                  <a:pt x="4316673" y="989016"/>
                </a:lnTo>
                <a:lnTo>
                  <a:pt x="4344623" y="954703"/>
                </a:lnTo>
                <a:lnTo>
                  <a:pt x="4368996" y="917604"/>
                </a:lnTo>
                <a:lnTo>
                  <a:pt x="4389528" y="877982"/>
                </a:lnTo>
                <a:lnTo>
                  <a:pt x="4405957" y="836102"/>
                </a:lnTo>
                <a:lnTo>
                  <a:pt x="4418018" y="792225"/>
                </a:lnTo>
                <a:lnTo>
                  <a:pt x="4425447" y="746617"/>
                </a:lnTo>
                <a:lnTo>
                  <a:pt x="4427983" y="699541"/>
                </a:lnTo>
                <a:lnTo>
                  <a:pt x="4425466" y="652797"/>
                </a:lnTo>
                <a:lnTo>
                  <a:pt x="4418018" y="606856"/>
                </a:lnTo>
                <a:lnTo>
                  <a:pt x="4405957" y="562980"/>
                </a:lnTo>
                <a:lnTo>
                  <a:pt x="4389529" y="521100"/>
                </a:lnTo>
                <a:lnTo>
                  <a:pt x="4368996" y="481478"/>
                </a:lnTo>
                <a:lnTo>
                  <a:pt x="4344624" y="444379"/>
                </a:lnTo>
                <a:lnTo>
                  <a:pt x="4316674" y="410066"/>
                </a:lnTo>
                <a:lnTo>
                  <a:pt x="4285411" y="378803"/>
                </a:lnTo>
                <a:lnTo>
                  <a:pt x="4251098" y="350853"/>
                </a:lnTo>
                <a:lnTo>
                  <a:pt x="4214000" y="326480"/>
                </a:lnTo>
                <a:lnTo>
                  <a:pt x="4174378" y="305948"/>
                </a:lnTo>
                <a:lnTo>
                  <a:pt x="4132498" y="289519"/>
                </a:lnTo>
                <a:lnTo>
                  <a:pt x="4088622" y="277458"/>
                </a:lnTo>
                <a:lnTo>
                  <a:pt x="4043014" y="270028"/>
                </a:lnTo>
                <a:lnTo>
                  <a:pt x="3995936" y="267493"/>
                </a:lnTo>
                <a:close/>
              </a:path>
              <a:path w="5002530" h="3938270">
                <a:moveTo>
                  <a:pt x="3641270" y="0"/>
                </a:moveTo>
                <a:lnTo>
                  <a:pt x="1520549" y="0"/>
                </a:lnTo>
                <a:lnTo>
                  <a:pt x="1715051" y="579121"/>
                </a:lnTo>
                <a:lnTo>
                  <a:pt x="3107460" y="774811"/>
                </a:lnTo>
                <a:lnTo>
                  <a:pt x="3641270" y="0"/>
                </a:lnTo>
                <a:close/>
              </a:path>
              <a:path w="5002530" h="3938270">
                <a:moveTo>
                  <a:pt x="5001954" y="0"/>
                </a:moveTo>
                <a:lnTo>
                  <a:pt x="4158813" y="0"/>
                </a:lnTo>
                <a:lnTo>
                  <a:pt x="4182288" y="75625"/>
                </a:lnTo>
                <a:lnTo>
                  <a:pt x="4202310" y="116723"/>
                </a:lnTo>
                <a:lnTo>
                  <a:pt x="4226411" y="155244"/>
                </a:lnTo>
                <a:lnTo>
                  <a:pt x="4254310" y="190908"/>
                </a:lnTo>
                <a:lnTo>
                  <a:pt x="4285724" y="223432"/>
                </a:lnTo>
                <a:lnTo>
                  <a:pt x="4320373" y="252534"/>
                </a:lnTo>
                <a:lnTo>
                  <a:pt x="4357973" y="277932"/>
                </a:lnTo>
                <a:lnTo>
                  <a:pt x="4398243" y="299345"/>
                </a:lnTo>
                <a:lnTo>
                  <a:pt x="4440901" y="316490"/>
                </a:lnTo>
                <a:lnTo>
                  <a:pt x="4485665" y="329086"/>
                </a:lnTo>
                <a:lnTo>
                  <a:pt x="4532253" y="336850"/>
                </a:lnTo>
                <a:lnTo>
                  <a:pt x="4580383" y="339501"/>
                </a:lnTo>
                <a:lnTo>
                  <a:pt x="4628513" y="336850"/>
                </a:lnTo>
                <a:lnTo>
                  <a:pt x="4675101" y="329086"/>
                </a:lnTo>
                <a:lnTo>
                  <a:pt x="4719866" y="316490"/>
                </a:lnTo>
                <a:lnTo>
                  <a:pt x="4762524" y="299345"/>
                </a:lnTo>
                <a:lnTo>
                  <a:pt x="4802794" y="277932"/>
                </a:lnTo>
                <a:lnTo>
                  <a:pt x="4840394" y="252534"/>
                </a:lnTo>
                <a:lnTo>
                  <a:pt x="4875043" y="223432"/>
                </a:lnTo>
                <a:lnTo>
                  <a:pt x="4906457" y="190908"/>
                </a:lnTo>
                <a:lnTo>
                  <a:pt x="4934356" y="155244"/>
                </a:lnTo>
                <a:lnTo>
                  <a:pt x="4958458" y="116723"/>
                </a:lnTo>
                <a:lnTo>
                  <a:pt x="4978479" y="75625"/>
                </a:lnTo>
                <a:lnTo>
                  <a:pt x="5001954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146683" y="3165348"/>
            <a:ext cx="2453005" cy="946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DEA4"/>
                </a:solidFill>
                <a:latin typeface="Arial"/>
                <a:cs typeface="Arial"/>
              </a:rPr>
              <a:t>Big</a:t>
            </a:r>
            <a:r>
              <a:rPr sz="2000" b="1" spc="-40" dirty="0">
                <a:solidFill>
                  <a:srgbClr val="00DEA4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DEA4"/>
                </a:solidFill>
                <a:latin typeface="Arial"/>
                <a:cs typeface="Arial"/>
              </a:rPr>
              <a:t>Data</a:t>
            </a:r>
            <a:r>
              <a:rPr sz="2000" b="1" spc="-105" dirty="0">
                <a:solidFill>
                  <a:srgbClr val="00DEA4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0DEA4"/>
                </a:solidFill>
                <a:latin typeface="Arial"/>
                <a:cs typeface="Arial"/>
              </a:rPr>
              <a:t>Aplicado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ts val="1760"/>
              </a:lnSpc>
              <a:spcBef>
                <a:spcPts val="1695"/>
              </a:spcBef>
            </a:pPr>
            <a:r>
              <a:rPr sz="1600" spc="-10" dirty="0">
                <a:latin typeface="Arial"/>
                <a:cs typeface="Arial"/>
              </a:rPr>
              <a:t>Julio</a:t>
            </a:r>
            <a:r>
              <a:rPr sz="1600" spc="-10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Alberto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López </a:t>
            </a:r>
            <a:r>
              <a:rPr sz="1600" spc="-20" dirty="0">
                <a:latin typeface="Arial"/>
                <a:cs typeface="Arial"/>
              </a:rPr>
              <a:t>Gómez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ts val="1400"/>
              </a:lnSpc>
            </a:pPr>
            <a:r>
              <a:rPr sz="1300" spc="-10" dirty="0">
                <a:solidFill>
                  <a:srgbClr val="404040"/>
                </a:solidFill>
                <a:latin typeface="Arial"/>
                <a:cs typeface="Arial"/>
                <a:hlinkClick r:id="rId2"/>
              </a:rPr>
              <a:t>JulioAlberto.Lopez@uclm.es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12700" marR="5080">
              <a:lnSpc>
                <a:spcPct val="79300"/>
              </a:lnSpc>
              <a:spcBef>
                <a:spcPts val="1090"/>
              </a:spcBef>
            </a:pPr>
            <a:r>
              <a:rPr spc="-10" dirty="0"/>
              <a:t>EXTENSIVE MARKUP </a:t>
            </a:r>
            <a:r>
              <a:rPr dirty="0"/>
              <a:t>LANGUAGE</a:t>
            </a:r>
            <a:r>
              <a:rPr spc="-35" dirty="0"/>
              <a:t> </a:t>
            </a:r>
            <a:r>
              <a:rPr spc="-10" dirty="0"/>
              <a:t>(XML)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6797040" y="3943584"/>
            <a:ext cx="2346960" cy="1200150"/>
            <a:chOff x="6797040" y="3943584"/>
            <a:chExt cx="2346960" cy="1200150"/>
          </a:xfrm>
        </p:grpSpPr>
        <p:sp>
          <p:nvSpPr>
            <p:cNvPr id="6" name="object 6"/>
            <p:cNvSpPr/>
            <p:nvPr/>
          </p:nvSpPr>
          <p:spPr>
            <a:xfrm>
              <a:off x="8254885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97040" y="4373880"/>
              <a:ext cx="1459992" cy="344423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46790" y="4373843"/>
            <a:ext cx="749345" cy="365309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4210564" y="4381676"/>
            <a:ext cx="653415" cy="325755"/>
            <a:chOff x="4210564" y="4381676"/>
            <a:chExt cx="653415" cy="325755"/>
          </a:xfrm>
        </p:grpSpPr>
        <p:sp>
          <p:nvSpPr>
            <p:cNvPr id="10" name="object 10"/>
            <p:cNvSpPr/>
            <p:nvPr/>
          </p:nvSpPr>
          <p:spPr>
            <a:xfrm>
              <a:off x="4372655" y="4519010"/>
              <a:ext cx="109220" cy="46990"/>
            </a:xfrm>
            <a:custGeom>
              <a:avLst/>
              <a:gdLst/>
              <a:ahLst/>
              <a:cxnLst/>
              <a:rect l="l" t="t" r="r" b="b"/>
              <a:pathLst>
                <a:path w="109220" h="46989">
                  <a:moveTo>
                    <a:pt x="109052" y="0"/>
                  </a:moveTo>
                  <a:lnTo>
                    <a:pt x="0" y="0"/>
                  </a:lnTo>
                  <a:lnTo>
                    <a:pt x="0" y="46456"/>
                  </a:lnTo>
                  <a:lnTo>
                    <a:pt x="109052" y="46456"/>
                  </a:lnTo>
                  <a:lnTo>
                    <a:pt x="109052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309590" y="4502793"/>
              <a:ext cx="76200" cy="76835"/>
            </a:xfrm>
            <a:custGeom>
              <a:avLst/>
              <a:gdLst/>
              <a:ahLst/>
              <a:cxnLst/>
              <a:rect l="l" t="t" r="r" b="b"/>
              <a:pathLst>
                <a:path w="76200" h="76835">
                  <a:moveTo>
                    <a:pt x="37682" y="0"/>
                  </a:moveTo>
                  <a:lnTo>
                    <a:pt x="2554" y="23467"/>
                  </a:lnTo>
                  <a:lnTo>
                    <a:pt x="0" y="38074"/>
                  </a:lnTo>
                  <a:lnTo>
                    <a:pt x="535" y="45564"/>
                  </a:lnTo>
                  <a:lnTo>
                    <a:pt x="30171" y="75625"/>
                  </a:lnTo>
                  <a:lnTo>
                    <a:pt x="37682" y="76227"/>
                  </a:lnTo>
                  <a:lnTo>
                    <a:pt x="53179" y="73081"/>
                  </a:lnTo>
                  <a:lnTo>
                    <a:pt x="65054" y="64856"/>
                  </a:lnTo>
                  <a:lnTo>
                    <a:pt x="72979" y="52778"/>
                  </a:lnTo>
                  <a:lnTo>
                    <a:pt x="75756" y="38074"/>
                  </a:lnTo>
                  <a:lnTo>
                    <a:pt x="72642" y="22651"/>
                  </a:lnTo>
                  <a:lnTo>
                    <a:pt x="64442" y="10758"/>
                  </a:lnTo>
                  <a:lnTo>
                    <a:pt x="52380" y="2808"/>
                  </a:lnTo>
                  <a:lnTo>
                    <a:pt x="37682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45192" y="4397737"/>
              <a:ext cx="236854" cy="46990"/>
            </a:xfrm>
            <a:custGeom>
              <a:avLst/>
              <a:gdLst/>
              <a:ahLst/>
              <a:cxnLst/>
              <a:rect l="l" t="t" r="r" b="b"/>
              <a:pathLst>
                <a:path w="236854" h="46989">
                  <a:moveTo>
                    <a:pt x="236515" y="0"/>
                  </a:moveTo>
                  <a:lnTo>
                    <a:pt x="0" y="0"/>
                  </a:lnTo>
                  <a:lnTo>
                    <a:pt x="0" y="46613"/>
                  </a:lnTo>
                  <a:lnTo>
                    <a:pt x="236515" y="46613"/>
                  </a:lnTo>
                  <a:lnTo>
                    <a:pt x="236515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210564" y="438167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7918" y="0"/>
                  </a:moveTo>
                  <a:lnTo>
                    <a:pt x="2654" y="23243"/>
                  </a:lnTo>
                  <a:lnTo>
                    <a:pt x="0" y="37917"/>
                  </a:lnTo>
                  <a:lnTo>
                    <a:pt x="588" y="45409"/>
                  </a:lnTo>
                  <a:lnTo>
                    <a:pt x="30407" y="75390"/>
                  </a:lnTo>
                  <a:lnTo>
                    <a:pt x="37918" y="75992"/>
                  </a:lnTo>
                  <a:lnTo>
                    <a:pt x="45429" y="75390"/>
                  </a:lnTo>
                  <a:lnTo>
                    <a:pt x="75380" y="45425"/>
                  </a:lnTo>
                  <a:lnTo>
                    <a:pt x="75992" y="37917"/>
                  </a:lnTo>
                  <a:lnTo>
                    <a:pt x="75382" y="30391"/>
                  </a:lnTo>
                  <a:lnTo>
                    <a:pt x="45408" y="551"/>
                  </a:lnTo>
                  <a:lnTo>
                    <a:pt x="37918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45192" y="4647022"/>
              <a:ext cx="236854" cy="46990"/>
            </a:xfrm>
            <a:custGeom>
              <a:avLst/>
              <a:gdLst/>
              <a:ahLst/>
              <a:cxnLst/>
              <a:rect l="l" t="t" r="r" b="b"/>
              <a:pathLst>
                <a:path w="236854" h="46989">
                  <a:moveTo>
                    <a:pt x="236515" y="0"/>
                  </a:moveTo>
                  <a:lnTo>
                    <a:pt x="0" y="0"/>
                  </a:lnTo>
                  <a:lnTo>
                    <a:pt x="0" y="46456"/>
                  </a:lnTo>
                  <a:lnTo>
                    <a:pt x="236515" y="46456"/>
                  </a:lnTo>
                  <a:lnTo>
                    <a:pt x="236515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10558" y="4390377"/>
              <a:ext cx="653415" cy="316865"/>
            </a:xfrm>
            <a:custGeom>
              <a:avLst/>
              <a:gdLst/>
              <a:ahLst/>
              <a:cxnLst/>
              <a:rect l="l" t="t" r="r" b="b"/>
              <a:pathLst>
                <a:path w="653414" h="316864">
                  <a:moveTo>
                    <a:pt x="75984" y="278549"/>
                  </a:moveTo>
                  <a:lnTo>
                    <a:pt x="52590" y="243141"/>
                  </a:lnTo>
                  <a:lnTo>
                    <a:pt x="37553" y="240423"/>
                  </a:lnTo>
                  <a:lnTo>
                    <a:pt x="22288" y="243624"/>
                  </a:lnTo>
                  <a:lnTo>
                    <a:pt x="10515" y="251853"/>
                  </a:lnTo>
                  <a:lnTo>
                    <a:pt x="2692" y="263880"/>
                  </a:lnTo>
                  <a:lnTo>
                    <a:pt x="0" y="278511"/>
                  </a:lnTo>
                  <a:lnTo>
                    <a:pt x="584" y="286016"/>
                  </a:lnTo>
                  <a:lnTo>
                    <a:pt x="30403" y="316064"/>
                  </a:lnTo>
                  <a:lnTo>
                    <a:pt x="37922" y="316661"/>
                  </a:lnTo>
                  <a:lnTo>
                    <a:pt x="45427" y="316064"/>
                  </a:lnTo>
                  <a:lnTo>
                    <a:pt x="75984" y="278549"/>
                  </a:lnTo>
                  <a:close/>
                </a:path>
                <a:path w="653414" h="316864">
                  <a:moveTo>
                    <a:pt x="653376" y="150495"/>
                  </a:moveTo>
                  <a:lnTo>
                    <a:pt x="566496" y="0"/>
                  </a:lnTo>
                  <a:lnTo>
                    <a:pt x="392734" y="0"/>
                  </a:lnTo>
                  <a:lnTo>
                    <a:pt x="305854" y="150495"/>
                  </a:lnTo>
                  <a:lnTo>
                    <a:pt x="392734" y="301066"/>
                  </a:lnTo>
                  <a:lnTo>
                    <a:pt x="566496" y="301066"/>
                  </a:lnTo>
                  <a:lnTo>
                    <a:pt x="653376" y="150495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6284" y="253491"/>
            <a:ext cx="2291715" cy="1525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25" dirty="0">
                <a:solidFill>
                  <a:srgbClr val="044247"/>
                </a:solidFill>
                <a:latin typeface="Arial Narrow"/>
                <a:cs typeface="Arial Narrow"/>
              </a:rPr>
              <a:t>XML</a:t>
            </a:r>
            <a:endParaRPr sz="4000">
              <a:latin typeface="Arial Narrow"/>
              <a:cs typeface="Arial Narrow"/>
            </a:endParaRPr>
          </a:p>
          <a:p>
            <a:pPr marL="92710">
              <a:lnSpc>
                <a:spcPct val="100000"/>
              </a:lnSpc>
              <a:spcBef>
                <a:spcPts val="3645"/>
              </a:spcBef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Características: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344302" y="174243"/>
            <a:ext cx="422211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har char="■"/>
              <a:tabLst>
                <a:tab pos="297815" algn="l"/>
              </a:tabLst>
            </a:pPr>
            <a:r>
              <a:rPr sz="2800" spc="-175" dirty="0">
                <a:latin typeface="Arial"/>
                <a:cs typeface="Arial"/>
              </a:rPr>
              <a:t>Lenguaje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200" dirty="0">
                <a:latin typeface="Arial"/>
                <a:cs typeface="Arial"/>
              </a:rPr>
              <a:t>marcas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155" dirty="0">
                <a:latin typeface="Arial"/>
                <a:cs typeface="Arial"/>
              </a:rPr>
              <a:t>para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la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44302" y="436371"/>
            <a:ext cx="4090035" cy="138176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298450">
              <a:lnSpc>
                <a:spcPct val="100000"/>
              </a:lnSpc>
              <a:spcBef>
                <a:spcPts val="340"/>
              </a:spcBef>
            </a:pPr>
            <a:r>
              <a:rPr sz="2800" spc="-130" dirty="0">
                <a:latin typeface="Arial"/>
                <a:cs typeface="Arial"/>
              </a:rPr>
              <a:t>gestión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documentos</a:t>
            </a:r>
            <a:endParaRPr sz="28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240"/>
              </a:spcBef>
              <a:buChar char="■"/>
              <a:tabLst>
                <a:tab pos="297815" algn="l"/>
              </a:tabLst>
            </a:pPr>
            <a:r>
              <a:rPr sz="2800" spc="-145" dirty="0">
                <a:latin typeface="Arial"/>
                <a:cs typeface="Arial"/>
              </a:rPr>
              <a:t>Derivado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360" dirty="0">
                <a:latin typeface="Arial"/>
                <a:cs typeface="Arial"/>
              </a:rPr>
              <a:t>SGML</a:t>
            </a:r>
            <a:endParaRPr sz="28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120"/>
              </a:spcBef>
              <a:buChar char="■"/>
              <a:tabLst>
                <a:tab pos="297815" algn="l"/>
              </a:tabLst>
            </a:pPr>
            <a:r>
              <a:rPr sz="2800" spc="-114" dirty="0">
                <a:latin typeface="Arial"/>
                <a:cs typeface="Arial"/>
              </a:rPr>
              <a:t>Permite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105" dirty="0">
                <a:latin typeface="Arial"/>
                <a:cs typeface="Arial"/>
              </a:rPr>
              <a:t>representar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90" dirty="0">
                <a:latin typeface="Arial"/>
                <a:cs typeface="Arial"/>
              </a:rPr>
              <a:t>datos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30052" y="1670811"/>
            <a:ext cx="29857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5" dirty="0">
                <a:latin typeface="Arial"/>
                <a:cs typeface="Arial"/>
              </a:rPr>
              <a:t>estructurados,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spc="-105" dirty="0">
                <a:latin typeface="Arial"/>
                <a:cs typeface="Arial"/>
              </a:rPr>
              <a:t>semi-</a:t>
            </a:r>
            <a:endParaRPr sz="2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30052" y="1963419"/>
            <a:ext cx="487553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10" dirty="0">
                <a:latin typeface="Arial"/>
                <a:cs typeface="Arial"/>
              </a:rPr>
              <a:t>estructurados </a:t>
            </a:r>
            <a:r>
              <a:rPr sz="2800" spc="-100" dirty="0">
                <a:latin typeface="Arial"/>
                <a:cs typeface="Arial"/>
              </a:rPr>
              <a:t>o</a:t>
            </a:r>
            <a:r>
              <a:rPr sz="2800" spc="-110" dirty="0">
                <a:latin typeface="Arial"/>
                <a:cs typeface="Arial"/>
              </a:rPr>
              <a:t> desestructurados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44302" y="2420619"/>
            <a:ext cx="41148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har char="■"/>
              <a:tabLst>
                <a:tab pos="297815" algn="l"/>
              </a:tabLst>
            </a:pPr>
            <a:r>
              <a:rPr sz="2800" spc="-110" dirty="0">
                <a:latin typeface="Arial"/>
                <a:cs typeface="Arial"/>
              </a:rPr>
              <a:t>Comunicación/Integración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04047" y="3271292"/>
            <a:ext cx="1800199" cy="1800199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XML</a:t>
            </a:r>
          </a:p>
        </p:txBody>
      </p:sp>
      <p:sp>
        <p:nvSpPr>
          <p:cNvPr id="3" name="object 3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07638" y="1326387"/>
            <a:ext cx="2129790" cy="74485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 marR="5080" indent="657860">
              <a:lnSpc>
                <a:spcPct val="68600"/>
              </a:lnSpc>
              <a:spcBef>
                <a:spcPts val="1155"/>
              </a:spcBef>
            </a:pP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A</a:t>
            </a:r>
            <a:r>
              <a:rPr sz="2800" b="1" spc="-105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partir</a:t>
            </a:r>
            <a:r>
              <a:rPr sz="2800" b="1" spc="-35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spc="-25" dirty="0">
                <a:solidFill>
                  <a:srgbClr val="FF0000"/>
                </a:solidFill>
                <a:latin typeface="Arial Narrow"/>
                <a:cs typeface="Arial Narrow"/>
              </a:rPr>
              <a:t>de </a:t>
            </a: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especificación: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89640" y="274827"/>
            <a:ext cx="4699000" cy="34366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332740" algn="r">
              <a:lnSpc>
                <a:spcPct val="100200"/>
              </a:lnSpc>
              <a:spcBef>
                <a:spcPts val="90"/>
              </a:spcBef>
              <a:buChar char="■"/>
              <a:tabLst>
                <a:tab pos="345440" algn="l"/>
              </a:tabLst>
            </a:pPr>
            <a:r>
              <a:rPr sz="2800" spc="-195" dirty="0">
                <a:latin typeface="Arial"/>
                <a:cs typeface="Arial"/>
              </a:rPr>
              <a:t>Nueva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130" dirty="0">
                <a:latin typeface="Arial"/>
                <a:cs typeface="Arial"/>
              </a:rPr>
              <a:t>suscripción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spc="-240" dirty="0">
                <a:latin typeface="Arial"/>
                <a:cs typeface="Arial"/>
              </a:rPr>
              <a:t>a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spc="-65" dirty="0">
                <a:latin typeface="Arial"/>
                <a:cs typeface="Arial"/>
              </a:rPr>
              <a:t>Netflix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spc="-45" dirty="0">
                <a:latin typeface="Arial"/>
                <a:cs typeface="Arial"/>
              </a:rPr>
              <a:t>de </a:t>
            </a:r>
            <a:r>
              <a:rPr sz="2800" spc="-114" dirty="0">
                <a:latin typeface="Arial"/>
                <a:cs typeface="Arial"/>
              </a:rPr>
              <a:t>María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spc="-225" dirty="0">
                <a:latin typeface="Arial"/>
                <a:cs typeface="Arial"/>
              </a:rPr>
              <a:t>Ramírez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Izquierdo. </a:t>
            </a:r>
            <a:r>
              <a:rPr sz="2800" spc="-110" dirty="0">
                <a:latin typeface="Arial"/>
                <a:cs typeface="Arial"/>
              </a:rPr>
              <a:t>Inscripción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155" dirty="0">
                <a:latin typeface="Arial"/>
                <a:cs typeface="Arial"/>
              </a:rPr>
              <a:t>estándar.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Coste </a:t>
            </a:r>
            <a:r>
              <a:rPr sz="2800" spc="-155" dirty="0">
                <a:latin typeface="Arial"/>
                <a:cs typeface="Arial"/>
              </a:rPr>
              <a:t>mensual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30" dirty="0">
                <a:latin typeface="Arial"/>
                <a:cs typeface="Arial"/>
              </a:rPr>
              <a:t>11,99€.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120" dirty="0">
                <a:latin typeface="Arial"/>
                <a:cs typeface="Arial"/>
              </a:rPr>
              <a:t>Incluye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la </a:t>
            </a:r>
            <a:r>
              <a:rPr sz="2800" spc="-95" dirty="0">
                <a:latin typeface="Arial"/>
                <a:cs typeface="Arial"/>
              </a:rPr>
              <a:t>posibilidad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145" dirty="0">
                <a:latin typeface="Arial"/>
                <a:cs typeface="Arial"/>
              </a:rPr>
              <a:t>de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10" dirty="0">
                <a:latin typeface="Arial"/>
                <a:cs typeface="Arial"/>
              </a:rPr>
              <a:t>ver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14" dirty="0">
                <a:latin typeface="Arial"/>
                <a:cs typeface="Arial"/>
              </a:rPr>
              <a:t>contenidos </a:t>
            </a:r>
            <a:r>
              <a:rPr sz="2800" spc="-35" dirty="0">
                <a:latin typeface="Arial"/>
                <a:cs typeface="Arial"/>
              </a:rPr>
              <a:t>en </a:t>
            </a:r>
            <a:r>
              <a:rPr sz="2800" spc="-175" dirty="0">
                <a:latin typeface="Arial"/>
                <a:cs typeface="Arial"/>
              </a:rPr>
              <a:t>dos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25" dirty="0">
                <a:latin typeface="Arial"/>
                <a:cs typeface="Arial"/>
              </a:rPr>
              <a:t>pantallas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120" dirty="0">
                <a:latin typeface="Arial"/>
                <a:cs typeface="Arial"/>
              </a:rPr>
              <a:t>al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30" dirty="0">
                <a:latin typeface="Arial"/>
                <a:cs typeface="Arial"/>
              </a:rPr>
              <a:t>mismo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tiempo, </a:t>
            </a:r>
            <a:r>
              <a:rPr sz="2800" spc="-235" dirty="0">
                <a:latin typeface="Arial"/>
                <a:cs typeface="Arial"/>
              </a:rPr>
              <a:t>así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145" dirty="0">
                <a:latin typeface="Arial"/>
                <a:cs typeface="Arial"/>
              </a:rPr>
              <a:t>como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65" dirty="0">
                <a:latin typeface="Arial"/>
                <a:cs typeface="Arial"/>
              </a:rPr>
              <a:t>tener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215" dirty="0">
                <a:latin typeface="Arial"/>
                <a:cs typeface="Arial"/>
              </a:rPr>
              <a:t>descargas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45" dirty="0">
                <a:latin typeface="Arial"/>
                <a:cs typeface="Arial"/>
              </a:rPr>
              <a:t>en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100" dirty="0">
                <a:latin typeface="Arial"/>
                <a:cs typeface="Arial"/>
              </a:rPr>
              <a:t>dos</a:t>
            </a:r>
            <a:endParaRPr sz="2800">
              <a:latin typeface="Arial"/>
              <a:cs typeface="Arial"/>
            </a:endParaRPr>
          </a:p>
          <a:p>
            <a:pPr marR="5715" algn="r">
              <a:lnSpc>
                <a:spcPts val="3290"/>
              </a:lnSpc>
            </a:pPr>
            <a:r>
              <a:rPr sz="2800" spc="-95" dirty="0">
                <a:latin typeface="Arial"/>
                <a:cs typeface="Arial"/>
              </a:rPr>
              <a:t>teléfonos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100" dirty="0">
                <a:latin typeface="Arial"/>
                <a:cs typeface="Arial"/>
              </a:rPr>
              <a:t>o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tabletas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XML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987823" y="413989"/>
            <a:ext cx="6156325" cy="4730115"/>
            <a:chOff x="2987823" y="413989"/>
            <a:chExt cx="6156325" cy="4730115"/>
          </a:xfrm>
        </p:grpSpPr>
        <p:sp>
          <p:nvSpPr>
            <p:cNvPr id="4" name="object 4"/>
            <p:cNvSpPr/>
            <p:nvPr/>
          </p:nvSpPr>
          <p:spPr>
            <a:xfrm>
              <a:off x="8254885" y="3943583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987823" y="413989"/>
              <a:ext cx="5977255" cy="4318000"/>
            </a:xfrm>
            <a:custGeom>
              <a:avLst/>
              <a:gdLst/>
              <a:ahLst/>
              <a:cxnLst/>
              <a:rect l="l" t="t" r="r" b="b"/>
              <a:pathLst>
                <a:path w="5977255" h="4318000">
                  <a:moveTo>
                    <a:pt x="5976664" y="0"/>
                  </a:moveTo>
                  <a:lnTo>
                    <a:pt x="0" y="0"/>
                  </a:lnTo>
                  <a:lnTo>
                    <a:pt x="0" y="4318000"/>
                  </a:lnTo>
                  <a:lnTo>
                    <a:pt x="4630037" y="4318000"/>
                  </a:lnTo>
                  <a:lnTo>
                    <a:pt x="4612758" y="4292600"/>
                  </a:lnTo>
                  <a:lnTo>
                    <a:pt x="4600108" y="4267200"/>
                  </a:lnTo>
                  <a:lnTo>
                    <a:pt x="4592335" y="4241800"/>
                  </a:lnTo>
                  <a:lnTo>
                    <a:pt x="4589689" y="4216400"/>
                  </a:lnTo>
                  <a:lnTo>
                    <a:pt x="4591185" y="4191000"/>
                  </a:lnTo>
                  <a:lnTo>
                    <a:pt x="4595601" y="4165600"/>
                  </a:lnTo>
                  <a:lnTo>
                    <a:pt x="4602832" y="4152900"/>
                  </a:lnTo>
                  <a:lnTo>
                    <a:pt x="4612772" y="4127500"/>
                  </a:lnTo>
                  <a:lnTo>
                    <a:pt x="4584724" y="4089400"/>
                  </a:lnTo>
                  <a:lnTo>
                    <a:pt x="4558906" y="4051300"/>
                  </a:lnTo>
                  <a:lnTo>
                    <a:pt x="4535358" y="4013200"/>
                  </a:lnTo>
                  <a:lnTo>
                    <a:pt x="4514119" y="3962400"/>
                  </a:lnTo>
                  <a:lnTo>
                    <a:pt x="4495229" y="3924300"/>
                  </a:lnTo>
                  <a:lnTo>
                    <a:pt x="4478729" y="3873500"/>
                  </a:lnTo>
                  <a:lnTo>
                    <a:pt x="4464657" y="3835400"/>
                  </a:lnTo>
                  <a:lnTo>
                    <a:pt x="4453055" y="3784600"/>
                  </a:lnTo>
                  <a:lnTo>
                    <a:pt x="4443962" y="3733800"/>
                  </a:lnTo>
                  <a:lnTo>
                    <a:pt x="4437417" y="3695700"/>
                  </a:lnTo>
                  <a:lnTo>
                    <a:pt x="4433461" y="3644900"/>
                  </a:lnTo>
                  <a:lnTo>
                    <a:pt x="4432133" y="3594100"/>
                  </a:lnTo>
                  <a:lnTo>
                    <a:pt x="4433464" y="3543300"/>
                  </a:lnTo>
                  <a:lnTo>
                    <a:pt x="4437432" y="3492500"/>
                  </a:lnTo>
                  <a:lnTo>
                    <a:pt x="4444003" y="3441700"/>
                  </a:lnTo>
                  <a:lnTo>
                    <a:pt x="4453141" y="3403600"/>
                  </a:lnTo>
                  <a:lnTo>
                    <a:pt x="4464812" y="3352800"/>
                  </a:lnTo>
                  <a:lnTo>
                    <a:pt x="4478979" y="3302000"/>
                  </a:lnTo>
                  <a:lnTo>
                    <a:pt x="4495609" y="3263900"/>
                  </a:lnTo>
                  <a:lnTo>
                    <a:pt x="4514665" y="3213100"/>
                  </a:lnTo>
                  <a:lnTo>
                    <a:pt x="4536112" y="3175000"/>
                  </a:lnTo>
                  <a:lnTo>
                    <a:pt x="4559916" y="3124200"/>
                  </a:lnTo>
                  <a:lnTo>
                    <a:pt x="4586042" y="3086100"/>
                  </a:lnTo>
                  <a:lnTo>
                    <a:pt x="4614453" y="3048000"/>
                  </a:lnTo>
                  <a:lnTo>
                    <a:pt x="4645115" y="3009900"/>
                  </a:lnTo>
                  <a:lnTo>
                    <a:pt x="4677992" y="2971800"/>
                  </a:lnTo>
                  <a:lnTo>
                    <a:pt x="4715489" y="2946400"/>
                  </a:lnTo>
                  <a:lnTo>
                    <a:pt x="4754735" y="2908300"/>
                  </a:lnTo>
                  <a:lnTo>
                    <a:pt x="4795625" y="2870200"/>
                  </a:lnTo>
                  <a:lnTo>
                    <a:pt x="4838051" y="2844800"/>
                  </a:lnTo>
                  <a:lnTo>
                    <a:pt x="4881909" y="2819400"/>
                  </a:lnTo>
                  <a:lnTo>
                    <a:pt x="4927091" y="2794000"/>
                  </a:lnTo>
                  <a:lnTo>
                    <a:pt x="4973492" y="2781300"/>
                  </a:lnTo>
                  <a:lnTo>
                    <a:pt x="5021006" y="2755900"/>
                  </a:lnTo>
                  <a:lnTo>
                    <a:pt x="5118947" y="2730500"/>
                  </a:lnTo>
                  <a:lnTo>
                    <a:pt x="5169162" y="2730500"/>
                  </a:lnTo>
                  <a:lnTo>
                    <a:pt x="5220066" y="2717800"/>
                  </a:lnTo>
                  <a:lnTo>
                    <a:pt x="5976664" y="2717800"/>
                  </a:lnTo>
                  <a:lnTo>
                    <a:pt x="5976664" y="0"/>
                  </a:lnTo>
                  <a:close/>
                </a:path>
                <a:path w="5977255" h="4318000">
                  <a:moveTo>
                    <a:pt x="4881597" y="4064000"/>
                  </a:moveTo>
                  <a:lnTo>
                    <a:pt x="4727407" y="4064000"/>
                  </a:lnTo>
                  <a:lnTo>
                    <a:pt x="4754484" y="4076700"/>
                  </a:lnTo>
                  <a:lnTo>
                    <a:pt x="4780138" y="4076700"/>
                  </a:lnTo>
                  <a:lnTo>
                    <a:pt x="4803772" y="4089400"/>
                  </a:lnTo>
                  <a:lnTo>
                    <a:pt x="4824790" y="4114800"/>
                  </a:lnTo>
                  <a:lnTo>
                    <a:pt x="4842068" y="4127500"/>
                  </a:lnTo>
                  <a:lnTo>
                    <a:pt x="4854713" y="4152900"/>
                  </a:lnTo>
                  <a:lnTo>
                    <a:pt x="4862481" y="4178300"/>
                  </a:lnTo>
                  <a:lnTo>
                    <a:pt x="4865124" y="4216400"/>
                  </a:lnTo>
                  <a:lnTo>
                    <a:pt x="4862481" y="4241800"/>
                  </a:lnTo>
                  <a:lnTo>
                    <a:pt x="4854713" y="4267200"/>
                  </a:lnTo>
                  <a:lnTo>
                    <a:pt x="4842068" y="4292600"/>
                  </a:lnTo>
                  <a:lnTo>
                    <a:pt x="4824790" y="4318000"/>
                  </a:lnTo>
                  <a:lnTo>
                    <a:pt x="5586869" y="4318000"/>
                  </a:lnTo>
                  <a:lnTo>
                    <a:pt x="5703915" y="4254500"/>
                  </a:lnTo>
                  <a:lnTo>
                    <a:pt x="5744134" y="4229100"/>
                  </a:lnTo>
                  <a:lnTo>
                    <a:pt x="5756877" y="4216400"/>
                  </a:lnTo>
                  <a:lnTo>
                    <a:pt x="5169032" y="4216400"/>
                  </a:lnTo>
                  <a:lnTo>
                    <a:pt x="5156273" y="4203700"/>
                  </a:lnTo>
                  <a:lnTo>
                    <a:pt x="5145851" y="4203700"/>
                  </a:lnTo>
                  <a:lnTo>
                    <a:pt x="5138821" y="4191000"/>
                  </a:lnTo>
                  <a:lnTo>
                    <a:pt x="5136243" y="4178300"/>
                  </a:lnTo>
                  <a:lnTo>
                    <a:pt x="5136243" y="4114800"/>
                  </a:lnTo>
                  <a:lnTo>
                    <a:pt x="4928078" y="4114800"/>
                  </a:lnTo>
                  <a:lnTo>
                    <a:pt x="4881597" y="4064000"/>
                  </a:lnTo>
                  <a:close/>
                </a:path>
                <a:path w="5977255" h="4318000">
                  <a:moveTo>
                    <a:pt x="5976664" y="4064000"/>
                  </a:moveTo>
                  <a:lnTo>
                    <a:pt x="5970413" y="4076700"/>
                  </a:lnTo>
                  <a:lnTo>
                    <a:pt x="5946674" y="4114800"/>
                  </a:lnTo>
                  <a:lnTo>
                    <a:pt x="5921195" y="4140200"/>
                  </a:lnTo>
                  <a:lnTo>
                    <a:pt x="5893999" y="4178300"/>
                  </a:lnTo>
                  <a:lnTo>
                    <a:pt x="5865111" y="4203700"/>
                  </a:lnTo>
                  <a:lnTo>
                    <a:pt x="5834781" y="4241800"/>
                  </a:lnTo>
                  <a:lnTo>
                    <a:pt x="5803283" y="4267200"/>
                  </a:lnTo>
                  <a:lnTo>
                    <a:pt x="5770674" y="4292600"/>
                  </a:lnTo>
                  <a:lnTo>
                    <a:pt x="5737011" y="4318000"/>
                  </a:lnTo>
                  <a:lnTo>
                    <a:pt x="5976664" y="4318000"/>
                  </a:lnTo>
                  <a:lnTo>
                    <a:pt x="5976664" y="4064000"/>
                  </a:lnTo>
                  <a:close/>
                </a:path>
                <a:path w="5977255" h="4318000">
                  <a:moveTo>
                    <a:pt x="4741589" y="4279900"/>
                  </a:moveTo>
                  <a:lnTo>
                    <a:pt x="4713227" y="4279900"/>
                  </a:lnTo>
                  <a:lnTo>
                    <a:pt x="4727407" y="4292600"/>
                  </a:lnTo>
                  <a:lnTo>
                    <a:pt x="4741589" y="4279900"/>
                  </a:lnTo>
                  <a:close/>
                </a:path>
                <a:path w="5977255" h="4318000">
                  <a:moveTo>
                    <a:pt x="4778410" y="4152900"/>
                  </a:moveTo>
                  <a:lnTo>
                    <a:pt x="4676404" y="4152900"/>
                  </a:lnTo>
                  <a:lnTo>
                    <a:pt x="4667352" y="4165600"/>
                  </a:lnTo>
                  <a:lnTo>
                    <a:pt x="4660726" y="4178300"/>
                  </a:lnTo>
                  <a:lnTo>
                    <a:pt x="4656655" y="4191000"/>
                  </a:lnTo>
                  <a:lnTo>
                    <a:pt x="4655270" y="4216400"/>
                  </a:lnTo>
                  <a:lnTo>
                    <a:pt x="4656655" y="4229100"/>
                  </a:lnTo>
                  <a:lnTo>
                    <a:pt x="4660726" y="4241800"/>
                  </a:lnTo>
                  <a:lnTo>
                    <a:pt x="4667352" y="4254500"/>
                  </a:lnTo>
                  <a:lnTo>
                    <a:pt x="4676404" y="4267200"/>
                  </a:lnTo>
                  <a:lnTo>
                    <a:pt x="4687413" y="4279900"/>
                  </a:lnTo>
                  <a:lnTo>
                    <a:pt x="4767406" y="4279900"/>
                  </a:lnTo>
                  <a:lnTo>
                    <a:pt x="4794088" y="4241800"/>
                  </a:lnTo>
                  <a:lnTo>
                    <a:pt x="4799544" y="4216400"/>
                  </a:lnTo>
                  <a:lnTo>
                    <a:pt x="4798159" y="4191000"/>
                  </a:lnTo>
                  <a:lnTo>
                    <a:pt x="4794088" y="4178300"/>
                  </a:lnTo>
                  <a:lnTo>
                    <a:pt x="4787462" y="4165600"/>
                  </a:lnTo>
                  <a:lnTo>
                    <a:pt x="4778410" y="4152900"/>
                  </a:lnTo>
                  <a:close/>
                </a:path>
                <a:path w="5977255" h="4318000">
                  <a:moveTo>
                    <a:pt x="5529912" y="4064000"/>
                  </a:moveTo>
                  <a:lnTo>
                    <a:pt x="5500406" y="4076700"/>
                  </a:lnTo>
                  <a:lnTo>
                    <a:pt x="5470023" y="4089400"/>
                  </a:lnTo>
                  <a:lnTo>
                    <a:pt x="5406848" y="4114800"/>
                  </a:lnTo>
                  <a:lnTo>
                    <a:pt x="5406848" y="4178300"/>
                  </a:lnTo>
                  <a:lnTo>
                    <a:pt x="5404271" y="4191000"/>
                  </a:lnTo>
                  <a:lnTo>
                    <a:pt x="5397245" y="4203700"/>
                  </a:lnTo>
                  <a:lnTo>
                    <a:pt x="5386823" y="4203700"/>
                  </a:lnTo>
                  <a:lnTo>
                    <a:pt x="5374059" y="4216400"/>
                  </a:lnTo>
                  <a:lnTo>
                    <a:pt x="5756877" y="4216400"/>
                  </a:lnTo>
                  <a:lnTo>
                    <a:pt x="5782363" y="4191000"/>
                  </a:lnTo>
                  <a:lnTo>
                    <a:pt x="5818485" y="4165600"/>
                  </a:lnTo>
                  <a:lnTo>
                    <a:pt x="5852385" y="4127500"/>
                  </a:lnTo>
                  <a:lnTo>
                    <a:pt x="5862906" y="4114800"/>
                  </a:lnTo>
                  <a:lnTo>
                    <a:pt x="5580941" y="4114800"/>
                  </a:lnTo>
                  <a:lnTo>
                    <a:pt x="5529912" y="4064000"/>
                  </a:lnTo>
                  <a:close/>
                </a:path>
                <a:path w="5977255" h="4318000">
                  <a:moveTo>
                    <a:pt x="4755023" y="4140200"/>
                  </a:moveTo>
                  <a:lnTo>
                    <a:pt x="4699787" y="4140200"/>
                  </a:lnTo>
                  <a:lnTo>
                    <a:pt x="4687408" y="4152900"/>
                  </a:lnTo>
                  <a:lnTo>
                    <a:pt x="4767401" y="4152900"/>
                  </a:lnTo>
                  <a:lnTo>
                    <a:pt x="4755023" y="4140200"/>
                  </a:lnTo>
                  <a:close/>
                </a:path>
                <a:path w="5977255" h="4318000">
                  <a:moveTo>
                    <a:pt x="5356744" y="4051300"/>
                  </a:moveTo>
                  <a:lnTo>
                    <a:pt x="5186341" y="4051300"/>
                  </a:lnTo>
                  <a:lnTo>
                    <a:pt x="5194535" y="4064000"/>
                  </a:lnTo>
                  <a:lnTo>
                    <a:pt x="5199899" y="4076700"/>
                  </a:lnTo>
                  <a:lnTo>
                    <a:pt x="5201822" y="4089400"/>
                  </a:lnTo>
                  <a:lnTo>
                    <a:pt x="5201822" y="4140200"/>
                  </a:lnTo>
                  <a:lnTo>
                    <a:pt x="5341268" y="4140200"/>
                  </a:lnTo>
                  <a:lnTo>
                    <a:pt x="5341268" y="4089400"/>
                  </a:lnTo>
                  <a:lnTo>
                    <a:pt x="5343189" y="4076700"/>
                  </a:lnTo>
                  <a:lnTo>
                    <a:pt x="5348549" y="4064000"/>
                  </a:lnTo>
                  <a:lnTo>
                    <a:pt x="5356744" y="4051300"/>
                  </a:lnTo>
                  <a:close/>
                </a:path>
                <a:path w="5977255" h="4318000">
                  <a:moveTo>
                    <a:pt x="5013178" y="4064000"/>
                  </a:moveTo>
                  <a:lnTo>
                    <a:pt x="4962163" y="4114800"/>
                  </a:lnTo>
                  <a:lnTo>
                    <a:pt x="5136243" y="4114800"/>
                  </a:lnTo>
                  <a:lnTo>
                    <a:pt x="5073077" y="4089400"/>
                  </a:lnTo>
                  <a:lnTo>
                    <a:pt x="5042692" y="4076700"/>
                  </a:lnTo>
                  <a:lnTo>
                    <a:pt x="5013178" y="4064000"/>
                  </a:lnTo>
                  <a:close/>
                </a:path>
                <a:path w="5977255" h="4318000">
                  <a:moveTo>
                    <a:pt x="5718313" y="3073400"/>
                  </a:moveTo>
                  <a:lnTo>
                    <a:pt x="5620801" y="3073400"/>
                  </a:lnTo>
                  <a:lnTo>
                    <a:pt x="5765833" y="3225800"/>
                  </a:lnTo>
                  <a:lnTo>
                    <a:pt x="5769927" y="3238500"/>
                  </a:lnTo>
                  <a:lnTo>
                    <a:pt x="5772943" y="3238500"/>
                  </a:lnTo>
                  <a:lnTo>
                    <a:pt x="5774808" y="3251200"/>
                  </a:lnTo>
                  <a:lnTo>
                    <a:pt x="5775452" y="3251200"/>
                  </a:lnTo>
                  <a:lnTo>
                    <a:pt x="5774815" y="3263900"/>
                  </a:lnTo>
                  <a:lnTo>
                    <a:pt x="5772954" y="3263900"/>
                  </a:lnTo>
                  <a:lnTo>
                    <a:pt x="5769940" y="3276600"/>
                  </a:lnTo>
                  <a:lnTo>
                    <a:pt x="5765845" y="3276600"/>
                  </a:lnTo>
                  <a:lnTo>
                    <a:pt x="5721258" y="3327400"/>
                  </a:lnTo>
                  <a:lnTo>
                    <a:pt x="5737007" y="3352800"/>
                  </a:lnTo>
                  <a:lnTo>
                    <a:pt x="5750769" y="3390900"/>
                  </a:lnTo>
                  <a:lnTo>
                    <a:pt x="5762524" y="3416300"/>
                  </a:lnTo>
                  <a:lnTo>
                    <a:pt x="5772250" y="3454400"/>
                  </a:lnTo>
                  <a:lnTo>
                    <a:pt x="5848352" y="3454400"/>
                  </a:lnTo>
                  <a:lnTo>
                    <a:pt x="5858774" y="3467100"/>
                  </a:lnTo>
                  <a:lnTo>
                    <a:pt x="5865801" y="3467100"/>
                  </a:lnTo>
                  <a:lnTo>
                    <a:pt x="5868377" y="3479800"/>
                  </a:lnTo>
                  <a:lnTo>
                    <a:pt x="5868377" y="3695700"/>
                  </a:lnTo>
                  <a:lnTo>
                    <a:pt x="5865801" y="3708400"/>
                  </a:lnTo>
                  <a:lnTo>
                    <a:pt x="5858774" y="3721100"/>
                  </a:lnTo>
                  <a:lnTo>
                    <a:pt x="5848352" y="3733800"/>
                  </a:lnTo>
                  <a:lnTo>
                    <a:pt x="5772261" y="3733800"/>
                  </a:lnTo>
                  <a:lnTo>
                    <a:pt x="5762534" y="3771900"/>
                  </a:lnTo>
                  <a:lnTo>
                    <a:pt x="5750775" y="3797300"/>
                  </a:lnTo>
                  <a:lnTo>
                    <a:pt x="5737009" y="3835400"/>
                  </a:lnTo>
                  <a:lnTo>
                    <a:pt x="5721258" y="3860800"/>
                  </a:lnTo>
                  <a:lnTo>
                    <a:pt x="5766088" y="3911600"/>
                  </a:lnTo>
                  <a:lnTo>
                    <a:pt x="5773286" y="3924300"/>
                  </a:lnTo>
                  <a:lnTo>
                    <a:pt x="5775685" y="3937000"/>
                  </a:lnTo>
                  <a:lnTo>
                    <a:pt x="5773286" y="3949700"/>
                  </a:lnTo>
                  <a:lnTo>
                    <a:pt x="5766088" y="3949700"/>
                  </a:lnTo>
                  <a:lnTo>
                    <a:pt x="5615024" y="4114800"/>
                  </a:lnTo>
                  <a:lnTo>
                    <a:pt x="5862906" y="4114800"/>
                  </a:lnTo>
                  <a:lnTo>
                    <a:pt x="5883947" y="4089400"/>
                  </a:lnTo>
                  <a:lnTo>
                    <a:pt x="5913053" y="4038600"/>
                  </a:lnTo>
                  <a:lnTo>
                    <a:pt x="5976664" y="3924300"/>
                  </a:lnTo>
                  <a:lnTo>
                    <a:pt x="5976664" y="3263900"/>
                  </a:lnTo>
                  <a:lnTo>
                    <a:pt x="5951941" y="3213100"/>
                  </a:lnTo>
                  <a:lnTo>
                    <a:pt x="5936143" y="3187700"/>
                  </a:lnTo>
                  <a:lnTo>
                    <a:pt x="5919183" y="3149600"/>
                  </a:lnTo>
                  <a:lnTo>
                    <a:pt x="5901077" y="3124200"/>
                  </a:lnTo>
                  <a:lnTo>
                    <a:pt x="5891457" y="3111500"/>
                  </a:lnTo>
                  <a:lnTo>
                    <a:pt x="5762965" y="3111500"/>
                  </a:lnTo>
                  <a:lnTo>
                    <a:pt x="5739330" y="3098800"/>
                  </a:lnTo>
                  <a:lnTo>
                    <a:pt x="5718313" y="3073400"/>
                  </a:lnTo>
                  <a:close/>
                </a:path>
                <a:path w="5977255" h="4318000">
                  <a:moveTo>
                    <a:pt x="5541327" y="2806700"/>
                  </a:moveTo>
                  <a:lnTo>
                    <a:pt x="5088015" y="2806700"/>
                  </a:lnTo>
                  <a:lnTo>
                    <a:pt x="5044379" y="2819400"/>
                  </a:lnTo>
                  <a:lnTo>
                    <a:pt x="5001807" y="2844800"/>
                  </a:lnTo>
                  <a:lnTo>
                    <a:pt x="4960378" y="2857500"/>
                  </a:lnTo>
                  <a:lnTo>
                    <a:pt x="4920176" y="2882900"/>
                  </a:lnTo>
                  <a:lnTo>
                    <a:pt x="4881281" y="2895600"/>
                  </a:lnTo>
                  <a:lnTo>
                    <a:pt x="4843775" y="2921000"/>
                  </a:lnTo>
                  <a:lnTo>
                    <a:pt x="4807739" y="2946400"/>
                  </a:lnTo>
                  <a:lnTo>
                    <a:pt x="4773255" y="2984500"/>
                  </a:lnTo>
                  <a:lnTo>
                    <a:pt x="4740405" y="3009900"/>
                  </a:lnTo>
                  <a:lnTo>
                    <a:pt x="4709270" y="3035300"/>
                  </a:lnTo>
                  <a:lnTo>
                    <a:pt x="4679932" y="3073400"/>
                  </a:lnTo>
                  <a:lnTo>
                    <a:pt x="4652473" y="3111500"/>
                  </a:lnTo>
                  <a:lnTo>
                    <a:pt x="4626973" y="3149600"/>
                  </a:lnTo>
                  <a:lnTo>
                    <a:pt x="4603514" y="3187700"/>
                  </a:lnTo>
                  <a:lnTo>
                    <a:pt x="4582179" y="3225800"/>
                  </a:lnTo>
                  <a:lnTo>
                    <a:pt x="4563048" y="3263900"/>
                  </a:lnTo>
                  <a:lnTo>
                    <a:pt x="4546203" y="3314700"/>
                  </a:lnTo>
                  <a:lnTo>
                    <a:pt x="4531727" y="3352800"/>
                  </a:lnTo>
                  <a:lnTo>
                    <a:pt x="4519699" y="3403600"/>
                  </a:lnTo>
                  <a:lnTo>
                    <a:pt x="4510202" y="3454400"/>
                  </a:lnTo>
                  <a:lnTo>
                    <a:pt x="4503318" y="3492500"/>
                  </a:lnTo>
                  <a:lnTo>
                    <a:pt x="4499127" y="3543300"/>
                  </a:lnTo>
                  <a:lnTo>
                    <a:pt x="4497712" y="3594100"/>
                  </a:lnTo>
                  <a:lnTo>
                    <a:pt x="4499141" y="3644900"/>
                  </a:lnTo>
                  <a:lnTo>
                    <a:pt x="4503398" y="3695700"/>
                  </a:lnTo>
                  <a:lnTo>
                    <a:pt x="4510436" y="3733800"/>
                  </a:lnTo>
                  <a:lnTo>
                    <a:pt x="4520208" y="3784600"/>
                  </a:lnTo>
                  <a:lnTo>
                    <a:pt x="4532667" y="3835400"/>
                  </a:lnTo>
                  <a:lnTo>
                    <a:pt x="4547769" y="3873500"/>
                  </a:lnTo>
                  <a:lnTo>
                    <a:pt x="4565464" y="3924300"/>
                  </a:lnTo>
                  <a:lnTo>
                    <a:pt x="4585708" y="3962400"/>
                  </a:lnTo>
                  <a:lnTo>
                    <a:pt x="4608454" y="4000500"/>
                  </a:lnTo>
                  <a:lnTo>
                    <a:pt x="4633655" y="4051300"/>
                  </a:lnTo>
                  <a:lnTo>
                    <a:pt x="4661264" y="4089400"/>
                  </a:lnTo>
                  <a:lnTo>
                    <a:pt x="4676751" y="4076700"/>
                  </a:lnTo>
                  <a:lnTo>
                    <a:pt x="4693039" y="4076700"/>
                  </a:lnTo>
                  <a:lnTo>
                    <a:pt x="4709976" y="4064000"/>
                  </a:lnTo>
                  <a:lnTo>
                    <a:pt x="4881597" y="4064000"/>
                  </a:lnTo>
                  <a:lnTo>
                    <a:pt x="4777014" y="3949700"/>
                  </a:lnTo>
                  <a:lnTo>
                    <a:pt x="4769812" y="3949700"/>
                  </a:lnTo>
                  <a:lnTo>
                    <a:pt x="4767413" y="3937000"/>
                  </a:lnTo>
                  <a:lnTo>
                    <a:pt x="4769815" y="3924300"/>
                  </a:lnTo>
                  <a:lnTo>
                    <a:pt x="4777014" y="3911600"/>
                  </a:lnTo>
                  <a:lnTo>
                    <a:pt x="4821844" y="3860800"/>
                  </a:lnTo>
                  <a:lnTo>
                    <a:pt x="4806094" y="3835400"/>
                  </a:lnTo>
                  <a:lnTo>
                    <a:pt x="4792327" y="3797300"/>
                  </a:lnTo>
                  <a:lnTo>
                    <a:pt x="4780568" y="3771900"/>
                  </a:lnTo>
                  <a:lnTo>
                    <a:pt x="4770841" y="3733800"/>
                  </a:lnTo>
                  <a:lnTo>
                    <a:pt x="4690468" y="3733800"/>
                  </a:lnTo>
                  <a:lnTo>
                    <a:pt x="4684320" y="3721100"/>
                  </a:lnTo>
                  <a:lnTo>
                    <a:pt x="4680225" y="3721100"/>
                  </a:lnTo>
                  <a:lnTo>
                    <a:pt x="4677212" y="3708400"/>
                  </a:lnTo>
                  <a:lnTo>
                    <a:pt x="4675355" y="3708400"/>
                  </a:lnTo>
                  <a:lnTo>
                    <a:pt x="4674726" y="3695700"/>
                  </a:lnTo>
                  <a:lnTo>
                    <a:pt x="4674842" y="3479800"/>
                  </a:lnTo>
                  <a:lnTo>
                    <a:pt x="4677418" y="3467100"/>
                  </a:lnTo>
                  <a:lnTo>
                    <a:pt x="4684444" y="3467100"/>
                  </a:lnTo>
                  <a:lnTo>
                    <a:pt x="4694867" y="3454400"/>
                  </a:lnTo>
                  <a:lnTo>
                    <a:pt x="4770841" y="3454400"/>
                  </a:lnTo>
                  <a:lnTo>
                    <a:pt x="4780568" y="3416300"/>
                  </a:lnTo>
                  <a:lnTo>
                    <a:pt x="4792327" y="3390900"/>
                  </a:lnTo>
                  <a:lnTo>
                    <a:pt x="4806094" y="3352800"/>
                  </a:lnTo>
                  <a:lnTo>
                    <a:pt x="4821844" y="3327400"/>
                  </a:lnTo>
                  <a:lnTo>
                    <a:pt x="4777258" y="3276600"/>
                  </a:lnTo>
                  <a:lnTo>
                    <a:pt x="4773163" y="3276600"/>
                  </a:lnTo>
                  <a:lnTo>
                    <a:pt x="4770149" y="3263900"/>
                  </a:lnTo>
                  <a:lnTo>
                    <a:pt x="4768287" y="3263900"/>
                  </a:lnTo>
                  <a:lnTo>
                    <a:pt x="4767651" y="3251200"/>
                  </a:lnTo>
                  <a:lnTo>
                    <a:pt x="4768287" y="3251200"/>
                  </a:lnTo>
                  <a:lnTo>
                    <a:pt x="4770150" y="3238500"/>
                  </a:lnTo>
                  <a:lnTo>
                    <a:pt x="4773169" y="3238500"/>
                  </a:lnTo>
                  <a:lnTo>
                    <a:pt x="4777271" y="3225800"/>
                  </a:lnTo>
                  <a:lnTo>
                    <a:pt x="4922288" y="3073400"/>
                  </a:lnTo>
                  <a:lnTo>
                    <a:pt x="5136243" y="3073400"/>
                  </a:lnTo>
                  <a:lnTo>
                    <a:pt x="5136243" y="3009900"/>
                  </a:lnTo>
                  <a:lnTo>
                    <a:pt x="5138821" y="2997200"/>
                  </a:lnTo>
                  <a:lnTo>
                    <a:pt x="5145851" y="2984500"/>
                  </a:lnTo>
                  <a:lnTo>
                    <a:pt x="5156273" y="2971800"/>
                  </a:lnTo>
                  <a:lnTo>
                    <a:pt x="5677978" y="2971800"/>
                  </a:lnTo>
                  <a:lnTo>
                    <a:pt x="5680622" y="2946400"/>
                  </a:lnTo>
                  <a:lnTo>
                    <a:pt x="5701036" y="2895600"/>
                  </a:lnTo>
                  <a:lnTo>
                    <a:pt x="5739330" y="2857500"/>
                  </a:lnTo>
                  <a:lnTo>
                    <a:pt x="5762965" y="2844800"/>
                  </a:lnTo>
                  <a:lnTo>
                    <a:pt x="5550303" y="2844800"/>
                  </a:lnTo>
                  <a:lnTo>
                    <a:pt x="5546222" y="2832100"/>
                  </a:lnTo>
                  <a:lnTo>
                    <a:pt x="5543202" y="2832100"/>
                  </a:lnTo>
                  <a:lnTo>
                    <a:pt x="5541327" y="2819400"/>
                  </a:lnTo>
                  <a:lnTo>
                    <a:pt x="5540683" y="2819400"/>
                  </a:lnTo>
                  <a:lnTo>
                    <a:pt x="5541327" y="2806700"/>
                  </a:lnTo>
                  <a:close/>
                </a:path>
                <a:path w="5977255" h="4318000">
                  <a:moveTo>
                    <a:pt x="5517052" y="3987800"/>
                  </a:moveTo>
                  <a:lnTo>
                    <a:pt x="5026037" y="3987800"/>
                  </a:lnTo>
                  <a:lnTo>
                    <a:pt x="5061350" y="4013200"/>
                  </a:lnTo>
                  <a:lnTo>
                    <a:pt x="5098190" y="4025900"/>
                  </a:lnTo>
                  <a:lnTo>
                    <a:pt x="5136425" y="4038600"/>
                  </a:lnTo>
                  <a:lnTo>
                    <a:pt x="5175924" y="4051300"/>
                  </a:lnTo>
                  <a:lnTo>
                    <a:pt x="5367167" y="4051300"/>
                  </a:lnTo>
                  <a:lnTo>
                    <a:pt x="5406666" y="4038600"/>
                  </a:lnTo>
                  <a:lnTo>
                    <a:pt x="5444900" y="4025900"/>
                  </a:lnTo>
                  <a:lnTo>
                    <a:pt x="5481740" y="4013200"/>
                  </a:lnTo>
                  <a:lnTo>
                    <a:pt x="5517052" y="3987800"/>
                  </a:lnTo>
                  <a:close/>
                </a:path>
                <a:path w="5977255" h="4318000">
                  <a:moveTo>
                    <a:pt x="5656639" y="3886200"/>
                  </a:moveTo>
                  <a:lnTo>
                    <a:pt x="4886450" y="3886200"/>
                  </a:lnTo>
                  <a:lnTo>
                    <a:pt x="4846565" y="3937000"/>
                  </a:lnTo>
                  <a:lnTo>
                    <a:pt x="4945127" y="4038600"/>
                  </a:lnTo>
                  <a:lnTo>
                    <a:pt x="4985050" y="3987800"/>
                  </a:lnTo>
                  <a:lnTo>
                    <a:pt x="5647245" y="3987800"/>
                  </a:lnTo>
                  <a:lnTo>
                    <a:pt x="5696526" y="3937000"/>
                  </a:lnTo>
                  <a:lnTo>
                    <a:pt x="5656639" y="3886200"/>
                  </a:lnTo>
                  <a:close/>
                </a:path>
                <a:path w="5977255" h="4318000">
                  <a:moveTo>
                    <a:pt x="5647245" y="3987800"/>
                  </a:moveTo>
                  <a:lnTo>
                    <a:pt x="5558040" y="3987800"/>
                  </a:lnTo>
                  <a:lnTo>
                    <a:pt x="5597964" y="4038600"/>
                  </a:lnTo>
                  <a:lnTo>
                    <a:pt x="5647245" y="3987800"/>
                  </a:lnTo>
                  <a:close/>
                </a:path>
                <a:path w="5977255" h="4318000">
                  <a:moveTo>
                    <a:pt x="4945460" y="3149600"/>
                  </a:moveTo>
                  <a:lnTo>
                    <a:pt x="4846821" y="3251200"/>
                  </a:lnTo>
                  <a:lnTo>
                    <a:pt x="4886450" y="3289300"/>
                  </a:lnTo>
                  <a:lnTo>
                    <a:pt x="4892920" y="3302000"/>
                  </a:lnTo>
                  <a:lnTo>
                    <a:pt x="4895871" y="3314700"/>
                  </a:lnTo>
                  <a:lnTo>
                    <a:pt x="4895200" y="3327400"/>
                  </a:lnTo>
                  <a:lnTo>
                    <a:pt x="4890805" y="3340100"/>
                  </a:lnTo>
                  <a:lnTo>
                    <a:pt x="4870173" y="3378200"/>
                  </a:lnTo>
                  <a:lnTo>
                    <a:pt x="4852907" y="3416300"/>
                  </a:lnTo>
                  <a:lnTo>
                    <a:pt x="4839063" y="3454400"/>
                  </a:lnTo>
                  <a:lnTo>
                    <a:pt x="4828697" y="3492500"/>
                  </a:lnTo>
                  <a:lnTo>
                    <a:pt x="4824489" y="3505200"/>
                  </a:lnTo>
                  <a:lnTo>
                    <a:pt x="4817244" y="3517900"/>
                  </a:lnTo>
                  <a:lnTo>
                    <a:pt x="4740395" y="3517900"/>
                  </a:lnTo>
                  <a:lnTo>
                    <a:pt x="4740318" y="3670300"/>
                  </a:lnTo>
                  <a:lnTo>
                    <a:pt x="4817244" y="3670300"/>
                  </a:lnTo>
                  <a:lnTo>
                    <a:pt x="4824489" y="3683000"/>
                  </a:lnTo>
                  <a:lnTo>
                    <a:pt x="4828697" y="3695700"/>
                  </a:lnTo>
                  <a:lnTo>
                    <a:pt x="4839063" y="3733800"/>
                  </a:lnTo>
                  <a:lnTo>
                    <a:pt x="4852907" y="3771900"/>
                  </a:lnTo>
                  <a:lnTo>
                    <a:pt x="4870173" y="3810000"/>
                  </a:lnTo>
                  <a:lnTo>
                    <a:pt x="4890805" y="3848100"/>
                  </a:lnTo>
                  <a:lnTo>
                    <a:pt x="4895200" y="3860800"/>
                  </a:lnTo>
                  <a:lnTo>
                    <a:pt x="4895871" y="3873500"/>
                  </a:lnTo>
                  <a:lnTo>
                    <a:pt x="4892920" y="3886200"/>
                  </a:lnTo>
                  <a:lnTo>
                    <a:pt x="5650170" y="3886200"/>
                  </a:lnTo>
                  <a:lnTo>
                    <a:pt x="5647218" y="3873500"/>
                  </a:lnTo>
                  <a:lnTo>
                    <a:pt x="5222912" y="3873500"/>
                  </a:lnTo>
                  <a:lnTo>
                    <a:pt x="5177107" y="3860800"/>
                  </a:lnTo>
                  <a:lnTo>
                    <a:pt x="5134908" y="3835400"/>
                  </a:lnTo>
                  <a:lnTo>
                    <a:pt x="5097086" y="3810000"/>
                  </a:lnTo>
                  <a:lnTo>
                    <a:pt x="5064412" y="3771900"/>
                  </a:lnTo>
                  <a:lnTo>
                    <a:pt x="5037656" y="3733800"/>
                  </a:lnTo>
                  <a:lnTo>
                    <a:pt x="5017591" y="3695700"/>
                  </a:lnTo>
                  <a:lnTo>
                    <a:pt x="5004986" y="3644900"/>
                  </a:lnTo>
                  <a:lnTo>
                    <a:pt x="5000613" y="3594100"/>
                  </a:lnTo>
                  <a:lnTo>
                    <a:pt x="5004986" y="3543300"/>
                  </a:lnTo>
                  <a:lnTo>
                    <a:pt x="5017591" y="3492500"/>
                  </a:lnTo>
                  <a:lnTo>
                    <a:pt x="5037656" y="3454400"/>
                  </a:lnTo>
                  <a:lnTo>
                    <a:pt x="5064412" y="3416300"/>
                  </a:lnTo>
                  <a:lnTo>
                    <a:pt x="5097086" y="3378200"/>
                  </a:lnTo>
                  <a:lnTo>
                    <a:pt x="5134908" y="3352800"/>
                  </a:lnTo>
                  <a:lnTo>
                    <a:pt x="5177107" y="3327400"/>
                  </a:lnTo>
                  <a:lnTo>
                    <a:pt x="5222912" y="3314700"/>
                  </a:lnTo>
                  <a:lnTo>
                    <a:pt x="5647214" y="3314700"/>
                  </a:lnTo>
                  <a:lnTo>
                    <a:pt x="5650164" y="3302000"/>
                  </a:lnTo>
                  <a:lnTo>
                    <a:pt x="5656639" y="3289300"/>
                  </a:lnTo>
                  <a:lnTo>
                    <a:pt x="5696270" y="3251200"/>
                  </a:lnTo>
                  <a:lnTo>
                    <a:pt x="5646950" y="3200400"/>
                  </a:lnTo>
                  <a:lnTo>
                    <a:pt x="4994243" y="3200400"/>
                  </a:lnTo>
                  <a:lnTo>
                    <a:pt x="4985050" y="3187700"/>
                  </a:lnTo>
                  <a:lnTo>
                    <a:pt x="4945460" y="3149600"/>
                  </a:lnTo>
                  <a:close/>
                </a:path>
                <a:path w="5977255" h="4318000">
                  <a:moveTo>
                    <a:pt x="5647214" y="3314700"/>
                  </a:moveTo>
                  <a:lnTo>
                    <a:pt x="5320190" y="3314700"/>
                  </a:lnTo>
                  <a:lnTo>
                    <a:pt x="5365995" y="3327400"/>
                  </a:lnTo>
                  <a:lnTo>
                    <a:pt x="5408194" y="3352800"/>
                  </a:lnTo>
                  <a:lnTo>
                    <a:pt x="5446016" y="3378200"/>
                  </a:lnTo>
                  <a:lnTo>
                    <a:pt x="5478690" y="3416300"/>
                  </a:lnTo>
                  <a:lnTo>
                    <a:pt x="5505446" y="3454400"/>
                  </a:lnTo>
                  <a:lnTo>
                    <a:pt x="5525511" y="3492500"/>
                  </a:lnTo>
                  <a:lnTo>
                    <a:pt x="5538116" y="3543300"/>
                  </a:lnTo>
                  <a:lnTo>
                    <a:pt x="5542489" y="3594100"/>
                  </a:lnTo>
                  <a:lnTo>
                    <a:pt x="5538116" y="3644900"/>
                  </a:lnTo>
                  <a:lnTo>
                    <a:pt x="5525511" y="3695700"/>
                  </a:lnTo>
                  <a:lnTo>
                    <a:pt x="5505446" y="3733800"/>
                  </a:lnTo>
                  <a:lnTo>
                    <a:pt x="5478690" y="3771900"/>
                  </a:lnTo>
                  <a:lnTo>
                    <a:pt x="5446016" y="3810000"/>
                  </a:lnTo>
                  <a:lnTo>
                    <a:pt x="5408194" y="3835400"/>
                  </a:lnTo>
                  <a:lnTo>
                    <a:pt x="5365995" y="3860800"/>
                  </a:lnTo>
                  <a:lnTo>
                    <a:pt x="5320190" y="3873500"/>
                  </a:lnTo>
                  <a:lnTo>
                    <a:pt x="5647218" y="3873500"/>
                  </a:lnTo>
                  <a:lnTo>
                    <a:pt x="5647889" y="3860800"/>
                  </a:lnTo>
                  <a:lnTo>
                    <a:pt x="5652284" y="3848100"/>
                  </a:lnTo>
                  <a:lnTo>
                    <a:pt x="5672917" y="3810000"/>
                  </a:lnTo>
                  <a:lnTo>
                    <a:pt x="5690184" y="3771900"/>
                  </a:lnTo>
                  <a:lnTo>
                    <a:pt x="5704028" y="3733800"/>
                  </a:lnTo>
                  <a:lnTo>
                    <a:pt x="5714394" y="3695700"/>
                  </a:lnTo>
                  <a:lnTo>
                    <a:pt x="5718601" y="3683000"/>
                  </a:lnTo>
                  <a:lnTo>
                    <a:pt x="5725845" y="3670300"/>
                  </a:lnTo>
                  <a:lnTo>
                    <a:pt x="5802797" y="3670300"/>
                  </a:lnTo>
                  <a:lnTo>
                    <a:pt x="5802797" y="3517900"/>
                  </a:lnTo>
                  <a:lnTo>
                    <a:pt x="5725841" y="3517900"/>
                  </a:lnTo>
                  <a:lnTo>
                    <a:pt x="5718596" y="3505200"/>
                  </a:lnTo>
                  <a:lnTo>
                    <a:pt x="5714394" y="3492500"/>
                  </a:lnTo>
                  <a:lnTo>
                    <a:pt x="5704023" y="3454400"/>
                  </a:lnTo>
                  <a:lnTo>
                    <a:pt x="5690179" y="3416300"/>
                  </a:lnTo>
                  <a:lnTo>
                    <a:pt x="5672915" y="3378200"/>
                  </a:lnTo>
                  <a:lnTo>
                    <a:pt x="5652284" y="3340100"/>
                  </a:lnTo>
                  <a:lnTo>
                    <a:pt x="5647887" y="3327400"/>
                  </a:lnTo>
                  <a:lnTo>
                    <a:pt x="5647214" y="3314700"/>
                  </a:lnTo>
                  <a:close/>
                </a:path>
                <a:path w="5977255" h="4318000">
                  <a:moveTo>
                    <a:pt x="5271551" y="3378200"/>
                  </a:moveTo>
                  <a:lnTo>
                    <a:pt x="5224519" y="3390900"/>
                  </a:lnTo>
                  <a:lnTo>
                    <a:pt x="5181316" y="3403600"/>
                  </a:lnTo>
                  <a:lnTo>
                    <a:pt x="5143183" y="3429000"/>
                  </a:lnTo>
                  <a:lnTo>
                    <a:pt x="5111362" y="3454400"/>
                  </a:lnTo>
                  <a:lnTo>
                    <a:pt x="5087096" y="3505200"/>
                  </a:lnTo>
                  <a:lnTo>
                    <a:pt x="5071625" y="3543300"/>
                  </a:lnTo>
                  <a:lnTo>
                    <a:pt x="5066192" y="3594100"/>
                  </a:lnTo>
                  <a:lnTo>
                    <a:pt x="5071625" y="3644900"/>
                  </a:lnTo>
                  <a:lnTo>
                    <a:pt x="5087096" y="3683000"/>
                  </a:lnTo>
                  <a:lnTo>
                    <a:pt x="5111362" y="3721100"/>
                  </a:lnTo>
                  <a:lnTo>
                    <a:pt x="5143183" y="3759200"/>
                  </a:lnTo>
                  <a:lnTo>
                    <a:pt x="5181316" y="3784600"/>
                  </a:lnTo>
                  <a:lnTo>
                    <a:pt x="5224519" y="3797300"/>
                  </a:lnTo>
                  <a:lnTo>
                    <a:pt x="5271551" y="3810000"/>
                  </a:lnTo>
                  <a:lnTo>
                    <a:pt x="5318583" y="3797300"/>
                  </a:lnTo>
                  <a:lnTo>
                    <a:pt x="5361786" y="3784600"/>
                  </a:lnTo>
                  <a:lnTo>
                    <a:pt x="5399919" y="3759200"/>
                  </a:lnTo>
                  <a:lnTo>
                    <a:pt x="5431740" y="3721100"/>
                  </a:lnTo>
                  <a:lnTo>
                    <a:pt x="5456006" y="3683000"/>
                  </a:lnTo>
                  <a:lnTo>
                    <a:pt x="5471477" y="3644900"/>
                  </a:lnTo>
                  <a:lnTo>
                    <a:pt x="5476910" y="3594100"/>
                  </a:lnTo>
                  <a:lnTo>
                    <a:pt x="5471477" y="3543300"/>
                  </a:lnTo>
                  <a:lnTo>
                    <a:pt x="5456006" y="3505200"/>
                  </a:lnTo>
                  <a:lnTo>
                    <a:pt x="5431740" y="3454400"/>
                  </a:lnTo>
                  <a:lnTo>
                    <a:pt x="5399919" y="3429000"/>
                  </a:lnTo>
                  <a:lnTo>
                    <a:pt x="5361786" y="3403600"/>
                  </a:lnTo>
                  <a:lnTo>
                    <a:pt x="5318583" y="3390900"/>
                  </a:lnTo>
                  <a:lnTo>
                    <a:pt x="5271551" y="3378200"/>
                  </a:lnTo>
                  <a:close/>
                </a:path>
                <a:path w="5977255" h="4318000">
                  <a:moveTo>
                    <a:pt x="5356744" y="3124200"/>
                  </a:moveTo>
                  <a:lnTo>
                    <a:pt x="5186341" y="3124200"/>
                  </a:lnTo>
                  <a:lnTo>
                    <a:pt x="5175924" y="3136900"/>
                  </a:lnTo>
                  <a:lnTo>
                    <a:pt x="5136418" y="3149600"/>
                  </a:lnTo>
                  <a:lnTo>
                    <a:pt x="5098181" y="3162300"/>
                  </a:lnTo>
                  <a:lnTo>
                    <a:pt x="5061344" y="3175000"/>
                  </a:lnTo>
                  <a:lnTo>
                    <a:pt x="5026037" y="3200400"/>
                  </a:lnTo>
                  <a:lnTo>
                    <a:pt x="5517052" y="3200400"/>
                  </a:lnTo>
                  <a:lnTo>
                    <a:pt x="5481745" y="3175000"/>
                  </a:lnTo>
                  <a:lnTo>
                    <a:pt x="5444905" y="3162300"/>
                  </a:lnTo>
                  <a:lnTo>
                    <a:pt x="5406667" y="3149600"/>
                  </a:lnTo>
                  <a:lnTo>
                    <a:pt x="5367167" y="3136900"/>
                  </a:lnTo>
                  <a:lnTo>
                    <a:pt x="5356744" y="3124200"/>
                  </a:lnTo>
                  <a:close/>
                </a:path>
                <a:path w="5977255" h="4318000">
                  <a:moveTo>
                    <a:pt x="5597631" y="3149600"/>
                  </a:moveTo>
                  <a:lnTo>
                    <a:pt x="5558026" y="3187700"/>
                  </a:lnTo>
                  <a:lnTo>
                    <a:pt x="5548840" y="3200400"/>
                  </a:lnTo>
                  <a:lnTo>
                    <a:pt x="5646950" y="3200400"/>
                  </a:lnTo>
                  <a:lnTo>
                    <a:pt x="5597631" y="3149600"/>
                  </a:lnTo>
                  <a:close/>
                </a:path>
                <a:path w="5977255" h="4318000">
                  <a:moveTo>
                    <a:pt x="5136243" y="3073400"/>
                  </a:moveTo>
                  <a:lnTo>
                    <a:pt x="4968656" y="3073400"/>
                  </a:lnTo>
                  <a:lnTo>
                    <a:pt x="5013191" y="3124200"/>
                  </a:lnTo>
                  <a:lnTo>
                    <a:pt x="5042697" y="3111500"/>
                  </a:lnTo>
                  <a:lnTo>
                    <a:pt x="5073079" y="3098800"/>
                  </a:lnTo>
                  <a:lnTo>
                    <a:pt x="5136243" y="3073400"/>
                  </a:lnTo>
                  <a:close/>
                </a:path>
                <a:path w="5977255" h="4318000">
                  <a:moveTo>
                    <a:pt x="5341268" y="3035300"/>
                  </a:moveTo>
                  <a:lnTo>
                    <a:pt x="5201822" y="3035300"/>
                  </a:lnTo>
                  <a:lnTo>
                    <a:pt x="5201822" y="3098800"/>
                  </a:lnTo>
                  <a:lnTo>
                    <a:pt x="5199899" y="3111500"/>
                  </a:lnTo>
                  <a:lnTo>
                    <a:pt x="5194535" y="3124200"/>
                  </a:lnTo>
                  <a:lnTo>
                    <a:pt x="5348549" y="3124200"/>
                  </a:lnTo>
                  <a:lnTo>
                    <a:pt x="5343189" y="3111500"/>
                  </a:lnTo>
                  <a:lnTo>
                    <a:pt x="5341268" y="3098800"/>
                  </a:lnTo>
                  <a:lnTo>
                    <a:pt x="5341268" y="3035300"/>
                  </a:lnTo>
                  <a:close/>
                </a:path>
                <a:path w="5977255" h="4318000">
                  <a:moveTo>
                    <a:pt x="5677978" y="2971800"/>
                  </a:moveTo>
                  <a:lnTo>
                    <a:pt x="5386823" y="2971800"/>
                  </a:lnTo>
                  <a:lnTo>
                    <a:pt x="5397245" y="2984500"/>
                  </a:lnTo>
                  <a:lnTo>
                    <a:pt x="5404271" y="2997200"/>
                  </a:lnTo>
                  <a:lnTo>
                    <a:pt x="5406848" y="3009900"/>
                  </a:lnTo>
                  <a:lnTo>
                    <a:pt x="5406848" y="3073400"/>
                  </a:lnTo>
                  <a:lnTo>
                    <a:pt x="5470023" y="3098800"/>
                  </a:lnTo>
                  <a:lnTo>
                    <a:pt x="5500406" y="3111500"/>
                  </a:lnTo>
                  <a:lnTo>
                    <a:pt x="5529912" y="3124200"/>
                  </a:lnTo>
                  <a:lnTo>
                    <a:pt x="5574435" y="3073400"/>
                  </a:lnTo>
                  <a:lnTo>
                    <a:pt x="5718313" y="3073400"/>
                  </a:lnTo>
                  <a:lnTo>
                    <a:pt x="5701036" y="3048000"/>
                  </a:lnTo>
                  <a:lnTo>
                    <a:pt x="5688390" y="3022600"/>
                  </a:lnTo>
                  <a:lnTo>
                    <a:pt x="5680622" y="2997200"/>
                  </a:lnTo>
                  <a:lnTo>
                    <a:pt x="5677978" y="2971800"/>
                  </a:lnTo>
                  <a:close/>
                </a:path>
                <a:path w="5977255" h="4318000">
                  <a:moveTo>
                    <a:pt x="5976664" y="2781300"/>
                  </a:moveTo>
                  <a:lnTo>
                    <a:pt x="5590560" y="2781300"/>
                  </a:lnTo>
                  <a:lnTo>
                    <a:pt x="5596656" y="2794000"/>
                  </a:lnTo>
                  <a:lnTo>
                    <a:pt x="5600734" y="2794000"/>
                  </a:lnTo>
                  <a:lnTo>
                    <a:pt x="5603750" y="2806700"/>
                  </a:lnTo>
                  <a:lnTo>
                    <a:pt x="5605620" y="2806700"/>
                  </a:lnTo>
                  <a:lnTo>
                    <a:pt x="5606262" y="2819400"/>
                  </a:lnTo>
                  <a:lnTo>
                    <a:pt x="5605619" y="2819400"/>
                  </a:lnTo>
                  <a:lnTo>
                    <a:pt x="5603745" y="2832100"/>
                  </a:lnTo>
                  <a:lnTo>
                    <a:pt x="5842773" y="2832100"/>
                  </a:lnTo>
                  <a:lnTo>
                    <a:pt x="5868427" y="2844800"/>
                  </a:lnTo>
                  <a:lnTo>
                    <a:pt x="5892061" y="2857500"/>
                  </a:lnTo>
                  <a:lnTo>
                    <a:pt x="5913079" y="2870200"/>
                  </a:lnTo>
                  <a:lnTo>
                    <a:pt x="5940674" y="2908300"/>
                  </a:lnTo>
                  <a:lnTo>
                    <a:pt x="5952740" y="2959100"/>
                  </a:lnTo>
                  <a:lnTo>
                    <a:pt x="5949282" y="3009900"/>
                  </a:lnTo>
                  <a:lnTo>
                    <a:pt x="5930305" y="3048000"/>
                  </a:lnTo>
                  <a:lnTo>
                    <a:pt x="5976664" y="3124200"/>
                  </a:lnTo>
                  <a:lnTo>
                    <a:pt x="5976664" y="2781300"/>
                  </a:lnTo>
                  <a:close/>
                </a:path>
                <a:path w="5977255" h="4318000">
                  <a:moveTo>
                    <a:pt x="5881838" y="3098800"/>
                  </a:moveTo>
                  <a:lnTo>
                    <a:pt x="5866352" y="3111500"/>
                  </a:lnTo>
                  <a:lnTo>
                    <a:pt x="5891457" y="3111500"/>
                  </a:lnTo>
                  <a:lnTo>
                    <a:pt x="5881838" y="3098800"/>
                  </a:lnTo>
                  <a:close/>
                </a:path>
                <a:path w="5977255" h="4318000">
                  <a:moveTo>
                    <a:pt x="5855700" y="2908300"/>
                  </a:moveTo>
                  <a:lnTo>
                    <a:pt x="5775697" y="2908300"/>
                  </a:lnTo>
                  <a:lnTo>
                    <a:pt x="5764692" y="2921000"/>
                  </a:lnTo>
                  <a:lnTo>
                    <a:pt x="5755640" y="2933700"/>
                  </a:lnTo>
                  <a:lnTo>
                    <a:pt x="5749014" y="2946400"/>
                  </a:lnTo>
                  <a:lnTo>
                    <a:pt x="5744944" y="2959100"/>
                  </a:lnTo>
                  <a:lnTo>
                    <a:pt x="5743558" y="2971800"/>
                  </a:lnTo>
                  <a:lnTo>
                    <a:pt x="5744944" y="2984500"/>
                  </a:lnTo>
                  <a:lnTo>
                    <a:pt x="5764692" y="3022600"/>
                  </a:lnTo>
                  <a:lnTo>
                    <a:pt x="5788071" y="3048000"/>
                  </a:lnTo>
                  <a:lnTo>
                    <a:pt x="5843316" y="3048000"/>
                  </a:lnTo>
                  <a:lnTo>
                    <a:pt x="5855700" y="3035300"/>
                  </a:lnTo>
                  <a:lnTo>
                    <a:pt x="5866712" y="3022600"/>
                  </a:lnTo>
                  <a:lnTo>
                    <a:pt x="5882527" y="2997200"/>
                  </a:lnTo>
                  <a:lnTo>
                    <a:pt x="5887798" y="2971800"/>
                  </a:lnTo>
                  <a:lnTo>
                    <a:pt x="5882527" y="2946400"/>
                  </a:lnTo>
                  <a:lnTo>
                    <a:pt x="5866712" y="2921000"/>
                  </a:lnTo>
                  <a:lnTo>
                    <a:pt x="5855700" y="2908300"/>
                  </a:lnTo>
                  <a:close/>
                </a:path>
                <a:path w="5977255" h="4318000">
                  <a:moveTo>
                    <a:pt x="5829877" y="2895600"/>
                  </a:moveTo>
                  <a:lnTo>
                    <a:pt x="5801514" y="2895600"/>
                  </a:lnTo>
                  <a:lnTo>
                    <a:pt x="5788076" y="2908300"/>
                  </a:lnTo>
                  <a:lnTo>
                    <a:pt x="5843316" y="2908300"/>
                  </a:lnTo>
                  <a:lnTo>
                    <a:pt x="5829877" y="2895600"/>
                  </a:lnTo>
                  <a:close/>
                </a:path>
                <a:path w="5977255" h="4318000">
                  <a:moveTo>
                    <a:pt x="5788619" y="2832100"/>
                  </a:moveTo>
                  <a:lnTo>
                    <a:pt x="5600729" y="2832100"/>
                  </a:lnTo>
                  <a:lnTo>
                    <a:pt x="5596656" y="2844800"/>
                  </a:lnTo>
                  <a:lnTo>
                    <a:pt x="5762965" y="2844800"/>
                  </a:lnTo>
                  <a:lnTo>
                    <a:pt x="5788619" y="2832100"/>
                  </a:lnTo>
                  <a:close/>
                </a:path>
                <a:path w="5977255" h="4318000">
                  <a:moveTo>
                    <a:pt x="5387621" y="2794000"/>
                  </a:moveTo>
                  <a:lnTo>
                    <a:pt x="5178147" y="2794000"/>
                  </a:lnTo>
                  <a:lnTo>
                    <a:pt x="5132631" y="2806700"/>
                  </a:lnTo>
                  <a:lnTo>
                    <a:pt x="5425664" y="2806700"/>
                  </a:lnTo>
                  <a:lnTo>
                    <a:pt x="5387621" y="2794000"/>
                  </a:lnTo>
                  <a:close/>
                </a:path>
                <a:path w="5977255" h="4318000">
                  <a:moveTo>
                    <a:pt x="5976664" y="2717800"/>
                  </a:moveTo>
                  <a:lnTo>
                    <a:pt x="5313697" y="2717800"/>
                  </a:lnTo>
                  <a:lnTo>
                    <a:pt x="5355692" y="2730500"/>
                  </a:lnTo>
                  <a:lnTo>
                    <a:pt x="5397393" y="2730500"/>
                  </a:lnTo>
                  <a:lnTo>
                    <a:pt x="5438653" y="2743200"/>
                  </a:lnTo>
                  <a:lnTo>
                    <a:pt x="5450652" y="2743200"/>
                  </a:lnTo>
                  <a:lnTo>
                    <a:pt x="5459475" y="2755900"/>
                  </a:lnTo>
                  <a:lnTo>
                    <a:pt x="5464297" y="2768600"/>
                  </a:lnTo>
                  <a:lnTo>
                    <a:pt x="5464294" y="2781300"/>
                  </a:lnTo>
                  <a:lnTo>
                    <a:pt x="5459238" y="2794000"/>
                  </a:lnTo>
                  <a:lnTo>
                    <a:pt x="5450282" y="2806700"/>
                  </a:lnTo>
                  <a:lnTo>
                    <a:pt x="5543202" y="2806700"/>
                  </a:lnTo>
                  <a:lnTo>
                    <a:pt x="5546222" y="2794000"/>
                  </a:lnTo>
                  <a:lnTo>
                    <a:pt x="5550303" y="2794000"/>
                  </a:lnTo>
                  <a:lnTo>
                    <a:pt x="5556399" y="2781300"/>
                  </a:lnTo>
                  <a:lnTo>
                    <a:pt x="5976664" y="2781300"/>
                  </a:lnTo>
                  <a:lnTo>
                    <a:pt x="5976664" y="271780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07638" y="1326387"/>
            <a:ext cx="2129790" cy="74485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 marR="5080" indent="657860">
              <a:lnSpc>
                <a:spcPct val="68600"/>
              </a:lnSpc>
              <a:spcBef>
                <a:spcPts val="1155"/>
              </a:spcBef>
            </a:pP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A</a:t>
            </a:r>
            <a:r>
              <a:rPr sz="2800" b="1" spc="-105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partir</a:t>
            </a:r>
            <a:r>
              <a:rPr sz="2800" b="1" spc="-35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spc="-25" dirty="0">
                <a:solidFill>
                  <a:srgbClr val="FF0000"/>
                </a:solidFill>
                <a:latin typeface="Arial Narrow"/>
                <a:cs typeface="Arial Narrow"/>
              </a:rPr>
              <a:t>de </a:t>
            </a: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especificación: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47131" y="438403"/>
            <a:ext cx="52133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ourier New"/>
                <a:cs typeface="Courier New"/>
              </a:rPr>
              <a:t>&lt;?xml</a:t>
            </a:r>
            <a:r>
              <a:rPr sz="1800" b="1" spc="-10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version="1.0"</a:t>
            </a:r>
            <a:r>
              <a:rPr sz="1800" b="1" spc="-8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encoding="UTF-</a:t>
            </a:r>
            <a:r>
              <a:rPr sz="1800" b="1" spc="-20" dirty="0">
                <a:latin typeface="Courier New"/>
                <a:cs typeface="Courier New"/>
              </a:rPr>
              <a:t>8"?&gt;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47131" y="935227"/>
            <a:ext cx="28924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ourier New"/>
                <a:cs typeface="Courier New"/>
              </a:rPr>
              <a:t>&lt;SUSCRIPCION_NETFLIX&gt;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93232" y="1429003"/>
            <a:ext cx="3711575" cy="54102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 marR="5080">
              <a:lnSpc>
                <a:spcPts val="1900"/>
              </a:lnSpc>
              <a:spcBef>
                <a:spcPts val="380"/>
              </a:spcBef>
            </a:pPr>
            <a:r>
              <a:rPr sz="1800" b="1" dirty="0">
                <a:latin typeface="Courier New"/>
                <a:cs typeface="Courier New"/>
              </a:rPr>
              <a:t>&lt;Beneficiario&gt;María</a:t>
            </a:r>
            <a:r>
              <a:rPr sz="1800" b="1" spc="-19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Ramírez Izquierdo&lt;/Beneficiario&gt;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47131" y="2166620"/>
            <a:ext cx="5897245" cy="2280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88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ourier New"/>
                <a:cs typeface="Courier New"/>
              </a:rPr>
              <a:t>&lt;Tipo&gt;Estándar&lt;/Tipo&gt;</a:t>
            </a:r>
            <a:endParaRPr sz="1800">
              <a:latin typeface="Courier New"/>
              <a:cs typeface="Courier New"/>
            </a:endParaRPr>
          </a:p>
          <a:p>
            <a:pPr marL="558800">
              <a:lnSpc>
                <a:spcPct val="100000"/>
              </a:lnSpc>
              <a:spcBef>
                <a:spcPts val="1725"/>
              </a:spcBef>
            </a:pPr>
            <a:r>
              <a:rPr sz="1800" b="1" spc="-10" dirty="0">
                <a:latin typeface="Courier New"/>
                <a:cs typeface="Courier New"/>
              </a:rPr>
              <a:t>&lt;Precio_mensual&gt;11,99€&lt;/Precio_Mensual&gt;</a:t>
            </a:r>
            <a:endParaRPr sz="1800">
              <a:latin typeface="Courier New"/>
              <a:cs typeface="Courier New"/>
            </a:endParaRPr>
          </a:p>
          <a:p>
            <a:pPr marL="558800">
              <a:lnSpc>
                <a:spcPct val="100000"/>
              </a:lnSpc>
              <a:spcBef>
                <a:spcPts val="1755"/>
              </a:spcBef>
            </a:pPr>
            <a:r>
              <a:rPr sz="1800" b="1" spc="-10" dirty="0">
                <a:latin typeface="Courier New"/>
                <a:cs typeface="Courier New"/>
              </a:rPr>
              <a:t>&lt;Pantallas&gt;2&lt;/Pantallas&gt;</a:t>
            </a:r>
            <a:endParaRPr sz="1800">
              <a:latin typeface="Courier New"/>
              <a:cs typeface="Courier New"/>
            </a:endParaRPr>
          </a:p>
          <a:p>
            <a:pPr marL="558800">
              <a:lnSpc>
                <a:spcPct val="100000"/>
              </a:lnSpc>
              <a:spcBef>
                <a:spcPts val="1725"/>
              </a:spcBef>
            </a:pPr>
            <a:r>
              <a:rPr sz="1800" b="1" spc="-10" dirty="0">
                <a:latin typeface="Courier New"/>
                <a:cs typeface="Courier New"/>
              </a:rPr>
              <a:t>&lt;Disp_Descargas&gt;2&lt;/Disp_Descargas&gt;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755"/>
              </a:spcBef>
            </a:pPr>
            <a:r>
              <a:rPr sz="1800" b="1" spc="-10" dirty="0">
                <a:latin typeface="Courier New"/>
                <a:cs typeface="Courier New"/>
              </a:rPr>
              <a:t>&lt;/SUSCRIPCION_NETFLIX&gt;</a:t>
            </a:r>
            <a:endParaRPr sz="1800">
              <a:latin typeface="Courier New"/>
              <a:cs typeface="Courier New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52418" y="159481"/>
            <a:ext cx="648071" cy="648071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XML</a:t>
            </a:r>
          </a:p>
        </p:txBody>
      </p:sp>
      <p:sp>
        <p:nvSpPr>
          <p:cNvPr id="3" name="object 3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67455" y="1326387"/>
            <a:ext cx="2070100" cy="1049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ts val="2830"/>
              </a:lnSpc>
              <a:spcBef>
                <a:spcPts val="100"/>
              </a:spcBef>
            </a:pP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A</a:t>
            </a:r>
            <a:r>
              <a:rPr sz="2800" b="1" spc="-100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partir</a:t>
            </a:r>
            <a:r>
              <a:rPr sz="2800" b="1" spc="-25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de</a:t>
            </a:r>
            <a:r>
              <a:rPr sz="2800" b="1" spc="-25" dirty="0">
                <a:solidFill>
                  <a:srgbClr val="FF0000"/>
                </a:solidFill>
                <a:latin typeface="Arial Narrow"/>
                <a:cs typeface="Arial Narrow"/>
              </a:rPr>
              <a:t> una</a:t>
            </a:r>
            <a:endParaRPr sz="2800">
              <a:latin typeface="Arial Narrow"/>
              <a:cs typeface="Arial Narrow"/>
            </a:endParaRPr>
          </a:p>
          <a:p>
            <a:pPr marR="5715" algn="r">
              <a:lnSpc>
                <a:spcPts val="2350"/>
              </a:lnSpc>
            </a:pP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tabla</a:t>
            </a:r>
            <a:r>
              <a:rPr sz="2800" b="1" spc="-20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de</a:t>
            </a:r>
            <a:r>
              <a:rPr sz="2800" b="1" spc="-15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spc="-25" dirty="0">
                <a:solidFill>
                  <a:srgbClr val="FF0000"/>
                </a:solidFill>
                <a:latin typeface="Arial Narrow"/>
                <a:cs typeface="Arial Narrow"/>
              </a:rPr>
              <a:t>una</a:t>
            </a:r>
            <a:endParaRPr sz="2800">
              <a:latin typeface="Arial Narrow"/>
              <a:cs typeface="Arial Narrow"/>
            </a:endParaRPr>
          </a:p>
          <a:p>
            <a:pPr marL="1114425">
              <a:lnSpc>
                <a:spcPts val="2880"/>
              </a:lnSpc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BBDD:</a:t>
            </a:r>
            <a:endParaRPr sz="2800">
              <a:latin typeface="Arial Narrow"/>
              <a:cs typeface="Arial Narrow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269504" y="693191"/>
          <a:ext cx="5472430" cy="28790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62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95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284"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2400" b="1" spc="-360" dirty="0">
                          <a:latin typeface="Arial"/>
                          <a:cs typeface="Arial"/>
                        </a:rPr>
                        <a:t>PELÍCULAS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9BBB59"/>
                      </a:solidFill>
                      <a:prstDash val="solid"/>
                    </a:lnL>
                    <a:lnR w="12700">
                      <a:solidFill>
                        <a:srgbClr val="9BBB59"/>
                      </a:solidFill>
                      <a:prstDash val="solid"/>
                    </a:lnR>
                    <a:lnT w="12700">
                      <a:solidFill>
                        <a:srgbClr val="9BBB59"/>
                      </a:solidFill>
                      <a:prstDash val="solid"/>
                    </a:lnT>
                    <a:lnB w="12700">
                      <a:solidFill>
                        <a:srgbClr val="9BBB59"/>
                      </a:solidFill>
                      <a:prstDash val="solid"/>
                    </a:lnB>
                    <a:solidFill>
                      <a:srgbClr val="EFF3E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R="87630" algn="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65" dirty="0">
                          <a:latin typeface="Arial"/>
                          <a:cs typeface="Arial"/>
                        </a:rPr>
                        <a:t>Id_Pelicula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9BBB59"/>
                      </a:solidFill>
                      <a:prstDash val="solid"/>
                    </a:lnL>
                    <a:lnR w="12700">
                      <a:solidFill>
                        <a:srgbClr val="9BBB59"/>
                      </a:solidFill>
                      <a:prstDash val="solid"/>
                    </a:lnR>
                    <a:lnT w="12700">
                      <a:solidFill>
                        <a:srgbClr val="9BBB59"/>
                      </a:solidFill>
                      <a:prstDash val="solid"/>
                    </a:lnT>
                    <a:lnB w="12700">
                      <a:solidFill>
                        <a:srgbClr val="9BBB59"/>
                      </a:solidFill>
                      <a:prstDash val="solid"/>
                    </a:lnB>
                    <a:solidFill>
                      <a:srgbClr val="DEE7D1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10" dirty="0">
                          <a:latin typeface="Arial"/>
                          <a:cs typeface="Arial"/>
                        </a:rPr>
                        <a:t>Título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9BBB59"/>
                      </a:solidFill>
                      <a:prstDash val="solid"/>
                    </a:lnL>
                    <a:lnR w="12700">
                      <a:solidFill>
                        <a:srgbClr val="9BBB59"/>
                      </a:solidFill>
                      <a:prstDash val="solid"/>
                    </a:lnR>
                    <a:lnT w="12700">
                      <a:solidFill>
                        <a:srgbClr val="9BBB59"/>
                      </a:solidFill>
                      <a:prstDash val="solid"/>
                    </a:lnT>
                    <a:lnB w="12700">
                      <a:solidFill>
                        <a:srgbClr val="9BBB59"/>
                      </a:solidFill>
                      <a:prstDash val="solid"/>
                    </a:lnB>
                    <a:solidFill>
                      <a:srgbClr val="DEE7D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25" dirty="0">
                          <a:latin typeface="Arial"/>
                          <a:cs typeface="Arial"/>
                        </a:rPr>
                        <a:t>Año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9BBB59"/>
                      </a:solidFill>
                      <a:prstDash val="solid"/>
                    </a:lnL>
                    <a:lnR w="12700">
                      <a:solidFill>
                        <a:srgbClr val="9BBB59"/>
                      </a:solidFill>
                      <a:prstDash val="solid"/>
                    </a:lnR>
                    <a:lnT w="12700">
                      <a:solidFill>
                        <a:srgbClr val="9BBB59"/>
                      </a:solidFill>
                      <a:prstDash val="solid"/>
                    </a:lnT>
                    <a:lnB w="12700">
                      <a:solidFill>
                        <a:srgbClr val="9BBB59"/>
                      </a:solidFill>
                      <a:prstDash val="solid"/>
                    </a:lnB>
                    <a:solidFill>
                      <a:srgbClr val="DEE7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9BBB59"/>
                      </a:solidFill>
                      <a:prstDash val="solid"/>
                    </a:lnL>
                    <a:lnR w="12700">
                      <a:solidFill>
                        <a:srgbClr val="9BBB59"/>
                      </a:solidFill>
                      <a:prstDash val="solid"/>
                    </a:lnR>
                    <a:lnT w="12700">
                      <a:solidFill>
                        <a:srgbClr val="9BBB59"/>
                      </a:solidFill>
                      <a:prstDash val="solid"/>
                    </a:lnT>
                    <a:lnB w="12700">
                      <a:solidFill>
                        <a:srgbClr val="9BBB59"/>
                      </a:solidFill>
                      <a:prstDash val="solid"/>
                    </a:lnB>
                    <a:solidFill>
                      <a:srgbClr val="EFF3EA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Octopussy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9BBB59"/>
                      </a:solidFill>
                      <a:prstDash val="solid"/>
                    </a:lnL>
                    <a:lnR w="12700">
                      <a:solidFill>
                        <a:srgbClr val="9BBB59"/>
                      </a:solidFill>
                      <a:prstDash val="solid"/>
                    </a:lnR>
                    <a:lnT w="12700">
                      <a:solidFill>
                        <a:srgbClr val="9BBB59"/>
                      </a:solidFill>
                      <a:prstDash val="solid"/>
                    </a:lnT>
                    <a:lnB w="12700">
                      <a:solidFill>
                        <a:srgbClr val="9BBB59"/>
                      </a:solidFill>
                      <a:prstDash val="solid"/>
                    </a:lnB>
                    <a:solidFill>
                      <a:srgbClr val="EFF3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1983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9BBB59"/>
                      </a:solidFill>
                      <a:prstDash val="solid"/>
                    </a:lnL>
                    <a:lnR w="12700">
                      <a:solidFill>
                        <a:srgbClr val="9BBB59"/>
                      </a:solidFill>
                      <a:prstDash val="solid"/>
                    </a:lnR>
                    <a:lnT w="12700">
                      <a:solidFill>
                        <a:srgbClr val="9BBB59"/>
                      </a:solidFill>
                      <a:prstDash val="solid"/>
                    </a:lnT>
                    <a:lnB w="12700">
                      <a:solidFill>
                        <a:srgbClr val="9BBB59"/>
                      </a:solidFill>
                      <a:prstDash val="solid"/>
                    </a:lnB>
                    <a:solidFill>
                      <a:srgbClr val="EF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5805"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167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12090" marB="0">
                    <a:lnL w="12700">
                      <a:solidFill>
                        <a:srgbClr val="9BBB59"/>
                      </a:solidFill>
                      <a:prstDash val="solid"/>
                    </a:lnL>
                    <a:lnR w="12700">
                      <a:solidFill>
                        <a:srgbClr val="9BBB59"/>
                      </a:solidFill>
                      <a:prstDash val="solid"/>
                    </a:lnR>
                    <a:lnT w="12700">
                      <a:solidFill>
                        <a:srgbClr val="9BBB59"/>
                      </a:solidFill>
                      <a:prstDash val="solid"/>
                    </a:lnT>
                    <a:lnB w="12700">
                      <a:solidFill>
                        <a:srgbClr val="9BBB59"/>
                      </a:solidFill>
                      <a:prstDash val="solid"/>
                    </a:lnB>
                    <a:solidFill>
                      <a:srgbClr val="DEE7D1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670"/>
                        </a:spcBef>
                      </a:pPr>
                      <a:r>
                        <a:rPr sz="1800" spc="-105" dirty="0">
                          <a:latin typeface="Arial"/>
                          <a:cs typeface="Arial"/>
                        </a:rPr>
                        <a:t>Hable</a:t>
                      </a:r>
                      <a:r>
                        <a:rPr sz="18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0" dirty="0">
                          <a:latin typeface="Arial"/>
                          <a:cs typeface="Arial"/>
                        </a:rPr>
                        <a:t>con</a:t>
                      </a:r>
                      <a:r>
                        <a:rPr sz="18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ella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12090" marB="0">
                    <a:lnL w="12700">
                      <a:solidFill>
                        <a:srgbClr val="9BBB59"/>
                      </a:solidFill>
                      <a:prstDash val="solid"/>
                    </a:lnL>
                    <a:lnR w="12700">
                      <a:solidFill>
                        <a:srgbClr val="9BBB59"/>
                      </a:solidFill>
                      <a:prstDash val="solid"/>
                    </a:lnR>
                    <a:lnT w="12700">
                      <a:solidFill>
                        <a:srgbClr val="9BBB59"/>
                      </a:solidFill>
                      <a:prstDash val="solid"/>
                    </a:lnT>
                    <a:lnB w="12700">
                      <a:solidFill>
                        <a:srgbClr val="9BBB59"/>
                      </a:solidFill>
                      <a:prstDash val="solid"/>
                    </a:lnB>
                    <a:solidFill>
                      <a:srgbClr val="DEE7D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70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2002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12090" marB="0">
                    <a:lnL w="12700">
                      <a:solidFill>
                        <a:srgbClr val="9BBB59"/>
                      </a:solidFill>
                      <a:prstDash val="solid"/>
                    </a:lnL>
                    <a:lnR w="12700">
                      <a:solidFill>
                        <a:srgbClr val="9BBB59"/>
                      </a:solidFill>
                      <a:prstDash val="solid"/>
                    </a:lnR>
                    <a:lnT w="12700">
                      <a:solidFill>
                        <a:srgbClr val="9BBB59"/>
                      </a:solidFill>
                      <a:prstDash val="solid"/>
                    </a:lnT>
                    <a:lnB w="12700">
                      <a:solidFill>
                        <a:srgbClr val="9BBB59"/>
                      </a:solidFill>
                      <a:prstDash val="solid"/>
                    </a:lnB>
                    <a:solidFill>
                      <a:srgbClr val="DEE7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176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23520" marB="0">
                    <a:lnL w="12700">
                      <a:solidFill>
                        <a:srgbClr val="9BBB59"/>
                      </a:solidFill>
                      <a:prstDash val="solid"/>
                    </a:lnL>
                    <a:lnR w="12700">
                      <a:solidFill>
                        <a:srgbClr val="9BBB59"/>
                      </a:solidFill>
                      <a:prstDash val="solid"/>
                    </a:lnR>
                    <a:lnT w="12700">
                      <a:solidFill>
                        <a:srgbClr val="9BBB59"/>
                      </a:solidFill>
                      <a:prstDash val="solid"/>
                    </a:lnT>
                    <a:lnB w="12700">
                      <a:solidFill>
                        <a:srgbClr val="9BBB59"/>
                      </a:solidFill>
                      <a:prstDash val="solid"/>
                    </a:lnB>
                    <a:solidFill>
                      <a:srgbClr val="EFF3EA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760"/>
                        </a:spcBef>
                      </a:pPr>
                      <a:r>
                        <a:rPr sz="1800" spc="-130" dirty="0">
                          <a:latin typeface="Arial"/>
                          <a:cs typeface="Arial"/>
                        </a:rPr>
                        <a:t>Ocho</a:t>
                      </a:r>
                      <a:r>
                        <a:rPr sz="18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70" dirty="0">
                          <a:latin typeface="Arial"/>
                          <a:cs typeface="Arial"/>
                        </a:rPr>
                        <a:t>apellidos</a:t>
                      </a:r>
                      <a:r>
                        <a:rPr sz="18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vascos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23520" marB="0">
                    <a:lnL w="12700">
                      <a:solidFill>
                        <a:srgbClr val="9BBB59"/>
                      </a:solidFill>
                      <a:prstDash val="solid"/>
                    </a:lnL>
                    <a:lnR w="12700">
                      <a:solidFill>
                        <a:srgbClr val="9BBB59"/>
                      </a:solidFill>
                      <a:prstDash val="solid"/>
                    </a:lnR>
                    <a:lnT w="12700">
                      <a:solidFill>
                        <a:srgbClr val="9BBB59"/>
                      </a:solidFill>
                      <a:prstDash val="solid"/>
                    </a:lnT>
                    <a:lnB w="12700">
                      <a:solidFill>
                        <a:srgbClr val="9BBB59"/>
                      </a:solidFill>
                      <a:prstDash val="solid"/>
                    </a:lnB>
                    <a:solidFill>
                      <a:srgbClr val="EFF3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60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2014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23520" marB="0">
                    <a:lnL w="12700">
                      <a:solidFill>
                        <a:srgbClr val="9BBB59"/>
                      </a:solidFill>
                      <a:prstDash val="solid"/>
                    </a:lnL>
                    <a:lnR w="12700">
                      <a:solidFill>
                        <a:srgbClr val="9BBB59"/>
                      </a:solidFill>
                      <a:prstDash val="solid"/>
                    </a:lnR>
                    <a:lnT w="12700">
                      <a:solidFill>
                        <a:srgbClr val="9BBB59"/>
                      </a:solidFill>
                      <a:prstDash val="solid"/>
                    </a:lnT>
                    <a:lnB w="12700">
                      <a:solidFill>
                        <a:srgbClr val="9BBB59"/>
                      </a:solidFill>
                      <a:prstDash val="solid"/>
                    </a:lnB>
                    <a:solidFill>
                      <a:srgbClr val="EF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XML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987823" y="346297"/>
            <a:ext cx="6156325" cy="4797425"/>
            <a:chOff x="2987823" y="346297"/>
            <a:chExt cx="6156325" cy="4797425"/>
          </a:xfrm>
        </p:grpSpPr>
        <p:sp>
          <p:nvSpPr>
            <p:cNvPr id="4" name="object 4"/>
            <p:cNvSpPr/>
            <p:nvPr/>
          </p:nvSpPr>
          <p:spPr>
            <a:xfrm>
              <a:off x="8254885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987823" y="346297"/>
              <a:ext cx="6120765" cy="4457700"/>
            </a:xfrm>
            <a:custGeom>
              <a:avLst/>
              <a:gdLst/>
              <a:ahLst/>
              <a:cxnLst/>
              <a:rect l="l" t="t" r="r" b="b"/>
              <a:pathLst>
                <a:path w="6120765" h="4457700">
                  <a:moveTo>
                    <a:pt x="6120679" y="0"/>
                  </a:moveTo>
                  <a:lnTo>
                    <a:pt x="0" y="0"/>
                  </a:lnTo>
                  <a:lnTo>
                    <a:pt x="0" y="4457700"/>
                  </a:lnTo>
                  <a:lnTo>
                    <a:pt x="4741604" y="4457700"/>
                  </a:lnTo>
                  <a:lnTo>
                    <a:pt x="4723909" y="4432300"/>
                  </a:lnTo>
                  <a:lnTo>
                    <a:pt x="4710954" y="4406900"/>
                  </a:lnTo>
                  <a:lnTo>
                    <a:pt x="4702995" y="4381500"/>
                  </a:lnTo>
                  <a:lnTo>
                    <a:pt x="4700285" y="4343400"/>
                  </a:lnTo>
                  <a:lnTo>
                    <a:pt x="4701816" y="4330700"/>
                  </a:lnTo>
                  <a:lnTo>
                    <a:pt x="4706339" y="4305300"/>
                  </a:lnTo>
                  <a:lnTo>
                    <a:pt x="4713744" y="4279900"/>
                  </a:lnTo>
                  <a:lnTo>
                    <a:pt x="4723923" y="4267200"/>
                  </a:lnTo>
                  <a:lnTo>
                    <a:pt x="4695200" y="4229100"/>
                  </a:lnTo>
                  <a:lnTo>
                    <a:pt x="4668759" y="4178300"/>
                  </a:lnTo>
                  <a:lnTo>
                    <a:pt x="4644644" y="4140200"/>
                  </a:lnTo>
                  <a:lnTo>
                    <a:pt x="4622893" y="4102100"/>
                  </a:lnTo>
                  <a:lnTo>
                    <a:pt x="4603548" y="4051300"/>
                  </a:lnTo>
                  <a:lnTo>
                    <a:pt x="4586650" y="4000500"/>
                  </a:lnTo>
                  <a:lnTo>
                    <a:pt x="4572239" y="3949700"/>
                  </a:lnTo>
                  <a:lnTo>
                    <a:pt x="4560357" y="3911600"/>
                  </a:lnTo>
                  <a:lnTo>
                    <a:pt x="4551045" y="3860800"/>
                  </a:lnTo>
                  <a:lnTo>
                    <a:pt x="4544342" y="3810000"/>
                  </a:lnTo>
                  <a:lnTo>
                    <a:pt x="4540291" y="3759200"/>
                  </a:lnTo>
                  <a:lnTo>
                    <a:pt x="4538931" y="3708400"/>
                  </a:lnTo>
                  <a:lnTo>
                    <a:pt x="4540294" y="3657600"/>
                  </a:lnTo>
                  <a:lnTo>
                    <a:pt x="4544358" y="3606800"/>
                  </a:lnTo>
                  <a:lnTo>
                    <a:pt x="4551087" y="3556000"/>
                  </a:lnTo>
                  <a:lnTo>
                    <a:pt x="4560446" y="3505200"/>
                  </a:lnTo>
                  <a:lnTo>
                    <a:pt x="4572397" y="3454400"/>
                  </a:lnTo>
                  <a:lnTo>
                    <a:pt x="4586906" y="3416300"/>
                  </a:lnTo>
                  <a:lnTo>
                    <a:pt x="4603937" y="3365500"/>
                  </a:lnTo>
                  <a:lnTo>
                    <a:pt x="4623452" y="3314700"/>
                  </a:lnTo>
                  <a:lnTo>
                    <a:pt x="4645416" y="3276600"/>
                  </a:lnTo>
                  <a:lnTo>
                    <a:pt x="4669794" y="3225799"/>
                  </a:lnTo>
                  <a:lnTo>
                    <a:pt x="4696549" y="3187699"/>
                  </a:lnTo>
                  <a:lnTo>
                    <a:pt x="4725644" y="3149599"/>
                  </a:lnTo>
                  <a:lnTo>
                    <a:pt x="4757045" y="3111499"/>
                  </a:lnTo>
                  <a:lnTo>
                    <a:pt x="4790715" y="3073399"/>
                  </a:lnTo>
                  <a:lnTo>
                    <a:pt x="4826312" y="3035299"/>
                  </a:lnTo>
                  <a:lnTo>
                    <a:pt x="4863460" y="2997199"/>
                  </a:lnTo>
                  <a:lnTo>
                    <a:pt x="4902073" y="2971799"/>
                  </a:lnTo>
                  <a:lnTo>
                    <a:pt x="4942063" y="2946399"/>
                  </a:lnTo>
                  <a:lnTo>
                    <a:pt x="4983343" y="2920999"/>
                  </a:lnTo>
                  <a:lnTo>
                    <a:pt x="5025827" y="2895599"/>
                  </a:lnTo>
                  <a:lnTo>
                    <a:pt x="5069427" y="2870199"/>
                  </a:lnTo>
                  <a:lnTo>
                    <a:pt x="5253251" y="2819399"/>
                  </a:lnTo>
                  <a:lnTo>
                    <a:pt x="5301128" y="2819399"/>
                  </a:lnTo>
                  <a:lnTo>
                    <a:pt x="5349599" y="2806699"/>
                  </a:lnTo>
                  <a:lnTo>
                    <a:pt x="6120679" y="2806699"/>
                  </a:lnTo>
                  <a:lnTo>
                    <a:pt x="6120679" y="0"/>
                  </a:lnTo>
                  <a:close/>
                </a:path>
                <a:path w="6120765" h="4457700">
                  <a:moveTo>
                    <a:pt x="5006284" y="4203700"/>
                  </a:moveTo>
                  <a:lnTo>
                    <a:pt x="4869050" y="4203700"/>
                  </a:lnTo>
                  <a:lnTo>
                    <a:pt x="4895322" y="4216400"/>
                  </a:lnTo>
                  <a:lnTo>
                    <a:pt x="4919526" y="4229100"/>
                  </a:lnTo>
                  <a:lnTo>
                    <a:pt x="4958744" y="4267200"/>
                  </a:lnTo>
                  <a:lnTo>
                    <a:pt x="4979649" y="4318000"/>
                  </a:lnTo>
                  <a:lnTo>
                    <a:pt x="4982357" y="4343400"/>
                  </a:lnTo>
                  <a:lnTo>
                    <a:pt x="4979649" y="4381500"/>
                  </a:lnTo>
                  <a:lnTo>
                    <a:pt x="4971694" y="4406900"/>
                  </a:lnTo>
                  <a:lnTo>
                    <a:pt x="4958744" y="4432300"/>
                  </a:lnTo>
                  <a:lnTo>
                    <a:pt x="4941050" y="4457700"/>
                  </a:lnTo>
                  <a:lnTo>
                    <a:pt x="5721492" y="4457700"/>
                  </a:lnTo>
                  <a:lnTo>
                    <a:pt x="5841359" y="4394200"/>
                  </a:lnTo>
                  <a:lnTo>
                    <a:pt x="5882547" y="4368800"/>
                  </a:lnTo>
                  <a:lnTo>
                    <a:pt x="5908647" y="4343400"/>
                  </a:lnTo>
                  <a:lnTo>
                    <a:pt x="5269846" y="4343400"/>
                  </a:lnTo>
                  <a:lnTo>
                    <a:pt x="5262647" y="4330700"/>
                  </a:lnTo>
                  <a:lnTo>
                    <a:pt x="5260007" y="4318000"/>
                  </a:lnTo>
                  <a:lnTo>
                    <a:pt x="5260007" y="4254500"/>
                  </a:lnTo>
                  <a:lnTo>
                    <a:pt x="5064273" y="4254500"/>
                  </a:lnTo>
                  <a:lnTo>
                    <a:pt x="5057691" y="4241800"/>
                  </a:lnTo>
                  <a:lnTo>
                    <a:pt x="5040532" y="4241800"/>
                  </a:lnTo>
                  <a:lnTo>
                    <a:pt x="5006284" y="4203700"/>
                  </a:lnTo>
                  <a:close/>
                </a:path>
                <a:path w="6120765" h="4457700">
                  <a:moveTo>
                    <a:pt x="6120679" y="4191000"/>
                  </a:moveTo>
                  <a:lnTo>
                    <a:pt x="6089967" y="4241800"/>
                  </a:lnTo>
                  <a:lnTo>
                    <a:pt x="6063874" y="4279900"/>
                  </a:lnTo>
                  <a:lnTo>
                    <a:pt x="6036023" y="4318000"/>
                  </a:lnTo>
                  <a:lnTo>
                    <a:pt x="6006439" y="4343400"/>
                  </a:lnTo>
                  <a:lnTo>
                    <a:pt x="5975378" y="4381500"/>
                  </a:lnTo>
                  <a:lnTo>
                    <a:pt x="5943121" y="4406900"/>
                  </a:lnTo>
                  <a:lnTo>
                    <a:pt x="5909726" y="4432300"/>
                  </a:lnTo>
                  <a:lnTo>
                    <a:pt x="5875252" y="4457700"/>
                  </a:lnTo>
                  <a:lnTo>
                    <a:pt x="6120679" y="4457700"/>
                  </a:lnTo>
                  <a:lnTo>
                    <a:pt x="6120679" y="4191000"/>
                  </a:lnTo>
                  <a:close/>
                </a:path>
                <a:path w="6120765" h="4457700">
                  <a:moveTo>
                    <a:pt x="4882283" y="4406900"/>
                  </a:moveTo>
                  <a:lnTo>
                    <a:pt x="4800364" y="4406900"/>
                  </a:lnTo>
                  <a:lnTo>
                    <a:pt x="4813040" y="4419600"/>
                  </a:lnTo>
                  <a:lnTo>
                    <a:pt x="4869606" y="4419600"/>
                  </a:lnTo>
                  <a:lnTo>
                    <a:pt x="4882283" y="4406900"/>
                  </a:lnTo>
                  <a:close/>
                </a:path>
                <a:path w="6120765" h="4457700">
                  <a:moveTo>
                    <a:pt x="4882278" y="4279900"/>
                  </a:moveTo>
                  <a:lnTo>
                    <a:pt x="4800358" y="4279900"/>
                  </a:lnTo>
                  <a:lnTo>
                    <a:pt x="4789088" y="4292600"/>
                  </a:lnTo>
                  <a:lnTo>
                    <a:pt x="4779819" y="4305300"/>
                  </a:lnTo>
                  <a:lnTo>
                    <a:pt x="4773033" y="4318000"/>
                  </a:lnTo>
                  <a:lnTo>
                    <a:pt x="4768864" y="4330700"/>
                  </a:lnTo>
                  <a:lnTo>
                    <a:pt x="4767445" y="4343400"/>
                  </a:lnTo>
                  <a:lnTo>
                    <a:pt x="4768864" y="4368800"/>
                  </a:lnTo>
                  <a:lnTo>
                    <a:pt x="4773033" y="4381500"/>
                  </a:lnTo>
                  <a:lnTo>
                    <a:pt x="4779819" y="4394200"/>
                  </a:lnTo>
                  <a:lnTo>
                    <a:pt x="4789088" y="4406900"/>
                  </a:lnTo>
                  <a:lnTo>
                    <a:pt x="4893552" y="4406900"/>
                  </a:lnTo>
                  <a:lnTo>
                    <a:pt x="4902823" y="4394200"/>
                  </a:lnTo>
                  <a:lnTo>
                    <a:pt x="4909609" y="4381500"/>
                  </a:lnTo>
                  <a:lnTo>
                    <a:pt x="4913778" y="4368800"/>
                  </a:lnTo>
                  <a:lnTo>
                    <a:pt x="4915197" y="4343400"/>
                  </a:lnTo>
                  <a:lnTo>
                    <a:pt x="4913778" y="4330700"/>
                  </a:lnTo>
                  <a:lnTo>
                    <a:pt x="4909609" y="4318000"/>
                  </a:lnTo>
                  <a:lnTo>
                    <a:pt x="4902823" y="4305300"/>
                  </a:lnTo>
                  <a:lnTo>
                    <a:pt x="4893552" y="4292600"/>
                  </a:lnTo>
                  <a:lnTo>
                    <a:pt x="4882278" y="4279900"/>
                  </a:lnTo>
                  <a:close/>
                </a:path>
                <a:path w="6120765" h="4457700">
                  <a:moveTo>
                    <a:pt x="5663163" y="4191000"/>
                  </a:moveTo>
                  <a:lnTo>
                    <a:pt x="5632946" y="4203700"/>
                  </a:lnTo>
                  <a:lnTo>
                    <a:pt x="5601831" y="4216400"/>
                  </a:lnTo>
                  <a:lnTo>
                    <a:pt x="5537133" y="4241800"/>
                  </a:lnTo>
                  <a:lnTo>
                    <a:pt x="5537133" y="4318000"/>
                  </a:lnTo>
                  <a:lnTo>
                    <a:pt x="5534495" y="4330700"/>
                  </a:lnTo>
                  <a:lnTo>
                    <a:pt x="5527299" y="4343400"/>
                  </a:lnTo>
                  <a:lnTo>
                    <a:pt x="5908647" y="4343400"/>
                  </a:lnTo>
                  <a:lnTo>
                    <a:pt x="5921697" y="4330700"/>
                  </a:lnTo>
                  <a:lnTo>
                    <a:pt x="5958689" y="4292600"/>
                  </a:lnTo>
                  <a:lnTo>
                    <a:pt x="5993406" y="4254500"/>
                  </a:lnTo>
                  <a:lnTo>
                    <a:pt x="5732881" y="4254500"/>
                  </a:lnTo>
                  <a:lnTo>
                    <a:pt x="5726291" y="4241800"/>
                  </a:lnTo>
                  <a:lnTo>
                    <a:pt x="5709126" y="4241800"/>
                  </a:lnTo>
                  <a:lnTo>
                    <a:pt x="5663163" y="4191000"/>
                  </a:lnTo>
                  <a:close/>
                </a:path>
                <a:path w="6120765" h="4457700">
                  <a:moveTo>
                    <a:pt x="4855842" y="4267200"/>
                  </a:moveTo>
                  <a:lnTo>
                    <a:pt x="4826797" y="4267200"/>
                  </a:lnTo>
                  <a:lnTo>
                    <a:pt x="4813035" y="4279900"/>
                  </a:lnTo>
                  <a:lnTo>
                    <a:pt x="4869601" y="4279900"/>
                  </a:lnTo>
                  <a:lnTo>
                    <a:pt x="4855842" y="4267200"/>
                  </a:lnTo>
                  <a:close/>
                </a:path>
                <a:path w="6120765" h="4457700">
                  <a:moveTo>
                    <a:pt x="5477431" y="4191000"/>
                  </a:moveTo>
                  <a:lnTo>
                    <a:pt x="5319705" y="4191000"/>
                  </a:lnTo>
                  <a:lnTo>
                    <a:pt x="5325199" y="4203700"/>
                  </a:lnTo>
                  <a:lnTo>
                    <a:pt x="5327168" y="4216400"/>
                  </a:lnTo>
                  <a:lnTo>
                    <a:pt x="5327168" y="4279900"/>
                  </a:lnTo>
                  <a:lnTo>
                    <a:pt x="5469973" y="4279900"/>
                  </a:lnTo>
                  <a:lnTo>
                    <a:pt x="5469973" y="4216400"/>
                  </a:lnTo>
                  <a:lnTo>
                    <a:pt x="5471941" y="4203700"/>
                  </a:lnTo>
                  <a:lnTo>
                    <a:pt x="5477431" y="4191000"/>
                  </a:lnTo>
                  <a:close/>
                </a:path>
                <a:path w="6120765" h="4457700">
                  <a:moveTo>
                    <a:pt x="5133977" y="4191000"/>
                  </a:moveTo>
                  <a:lnTo>
                    <a:pt x="5088028" y="4241800"/>
                  </a:lnTo>
                  <a:lnTo>
                    <a:pt x="5070868" y="4241800"/>
                  </a:lnTo>
                  <a:lnTo>
                    <a:pt x="5064273" y="4254500"/>
                  </a:lnTo>
                  <a:lnTo>
                    <a:pt x="5260007" y="4254500"/>
                  </a:lnTo>
                  <a:lnTo>
                    <a:pt x="5260007" y="4241800"/>
                  </a:lnTo>
                  <a:lnTo>
                    <a:pt x="5195320" y="4216400"/>
                  </a:lnTo>
                  <a:lnTo>
                    <a:pt x="5164202" y="4203700"/>
                  </a:lnTo>
                  <a:lnTo>
                    <a:pt x="5133977" y="4191000"/>
                  </a:lnTo>
                  <a:close/>
                </a:path>
                <a:path w="6120765" h="4457700">
                  <a:moveTo>
                    <a:pt x="5847256" y="3162299"/>
                  </a:moveTo>
                  <a:lnTo>
                    <a:pt x="5732505" y="3162299"/>
                  </a:lnTo>
                  <a:lnTo>
                    <a:pt x="5745139" y="3174999"/>
                  </a:lnTo>
                  <a:lnTo>
                    <a:pt x="5756243" y="3174999"/>
                  </a:lnTo>
                  <a:lnTo>
                    <a:pt x="5904768" y="3327400"/>
                  </a:lnTo>
                  <a:lnTo>
                    <a:pt x="5908962" y="3340100"/>
                  </a:lnTo>
                  <a:lnTo>
                    <a:pt x="5912050" y="3340100"/>
                  </a:lnTo>
                  <a:lnTo>
                    <a:pt x="5913960" y="3352800"/>
                  </a:lnTo>
                  <a:lnTo>
                    <a:pt x="5914618" y="3352800"/>
                  </a:lnTo>
                  <a:lnTo>
                    <a:pt x="5913966" y="3365500"/>
                  </a:lnTo>
                  <a:lnTo>
                    <a:pt x="5912061" y="3365500"/>
                  </a:lnTo>
                  <a:lnTo>
                    <a:pt x="5908975" y="3378200"/>
                  </a:lnTo>
                  <a:lnTo>
                    <a:pt x="5904782" y="3378200"/>
                  </a:lnTo>
                  <a:lnTo>
                    <a:pt x="5859120" y="3429000"/>
                  </a:lnTo>
                  <a:lnTo>
                    <a:pt x="5875248" y="3467100"/>
                  </a:lnTo>
                  <a:lnTo>
                    <a:pt x="5889342" y="3492500"/>
                  </a:lnTo>
                  <a:lnTo>
                    <a:pt x="5901380" y="3530600"/>
                  </a:lnTo>
                  <a:lnTo>
                    <a:pt x="5911340" y="3568700"/>
                  </a:lnTo>
                  <a:lnTo>
                    <a:pt x="5999949" y="3568700"/>
                  </a:lnTo>
                  <a:lnTo>
                    <a:pt x="6007146" y="3581400"/>
                  </a:lnTo>
                  <a:lnTo>
                    <a:pt x="6009784" y="3594100"/>
                  </a:lnTo>
                  <a:lnTo>
                    <a:pt x="6009784" y="3822700"/>
                  </a:lnTo>
                  <a:lnTo>
                    <a:pt x="6007146" y="3835400"/>
                  </a:lnTo>
                  <a:lnTo>
                    <a:pt x="5999949" y="3848100"/>
                  </a:lnTo>
                  <a:lnTo>
                    <a:pt x="5911352" y="3848100"/>
                  </a:lnTo>
                  <a:lnTo>
                    <a:pt x="5901390" y="3886200"/>
                  </a:lnTo>
                  <a:lnTo>
                    <a:pt x="5889348" y="3924300"/>
                  </a:lnTo>
                  <a:lnTo>
                    <a:pt x="5875250" y="3949700"/>
                  </a:lnTo>
                  <a:lnTo>
                    <a:pt x="5859120" y="3987800"/>
                  </a:lnTo>
                  <a:lnTo>
                    <a:pt x="5905030" y="4038600"/>
                  </a:lnTo>
                  <a:lnTo>
                    <a:pt x="5912401" y="4038600"/>
                  </a:lnTo>
                  <a:lnTo>
                    <a:pt x="5914858" y="4051300"/>
                  </a:lnTo>
                  <a:lnTo>
                    <a:pt x="5912401" y="4076700"/>
                  </a:lnTo>
                  <a:lnTo>
                    <a:pt x="5905030" y="4076700"/>
                  </a:lnTo>
                  <a:lnTo>
                    <a:pt x="5756622" y="4241800"/>
                  </a:lnTo>
                  <a:lnTo>
                    <a:pt x="5739457" y="4241800"/>
                  </a:lnTo>
                  <a:lnTo>
                    <a:pt x="5732881" y="4254500"/>
                  </a:lnTo>
                  <a:lnTo>
                    <a:pt x="5993406" y="4254500"/>
                  </a:lnTo>
                  <a:lnTo>
                    <a:pt x="6025728" y="4216400"/>
                  </a:lnTo>
                  <a:lnTo>
                    <a:pt x="6055536" y="4165600"/>
                  </a:lnTo>
                  <a:lnTo>
                    <a:pt x="6120679" y="4051300"/>
                  </a:lnTo>
                  <a:lnTo>
                    <a:pt x="6120679" y="3378200"/>
                  </a:lnTo>
                  <a:lnTo>
                    <a:pt x="6095361" y="3314700"/>
                  </a:lnTo>
                  <a:lnTo>
                    <a:pt x="6079182" y="3289300"/>
                  </a:lnTo>
                  <a:lnTo>
                    <a:pt x="6061814" y="3251199"/>
                  </a:lnTo>
                  <a:lnTo>
                    <a:pt x="6043272" y="3225799"/>
                  </a:lnTo>
                  <a:lnTo>
                    <a:pt x="6033421" y="3213099"/>
                  </a:lnTo>
                  <a:lnTo>
                    <a:pt x="5928103" y="3213099"/>
                  </a:lnTo>
                  <a:lnTo>
                    <a:pt x="5901831" y="3200399"/>
                  </a:lnTo>
                  <a:lnTo>
                    <a:pt x="5877627" y="3187699"/>
                  </a:lnTo>
                  <a:lnTo>
                    <a:pt x="5856103" y="3174999"/>
                  </a:lnTo>
                  <a:lnTo>
                    <a:pt x="5847256" y="3162299"/>
                  </a:lnTo>
                  <a:close/>
                </a:path>
                <a:path w="6120765" h="4457700">
                  <a:moveTo>
                    <a:pt x="5674852" y="2895599"/>
                  </a:moveTo>
                  <a:lnTo>
                    <a:pt x="5217086" y="2895599"/>
                  </a:lnTo>
                  <a:lnTo>
                    <a:pt x="5131580" y="2920999"/>
                  </a:lnTo>
                  <a:lnTo>
                    <a:pt x="5090398" y="2946399"/>
                  </a:lnTo>
                  <a:lnTo>
                    <a:pt x="5050365" y="2959099"/>
                  </a:lnTo>
                  <a:lnTo>
                    <a:pt x="5011554" y="2984499"/>
                  </a:lnTo>
                  <a:lnTo>
                    <a:pt x="4974042" y="3009899"/>
                  </a:lnTo>
                  <a:lnTo>
                    <a:pt x="4937901" y="3035299"/>
                  </a:lnTo>
                  <a:lnTo>
                    <a:pt x="4903208" y="3060699"/>
                  </a:lnTo>
                  <a:lnTo>
                    <a:pt x="4870038" y="3086099"/>
                  </a:lnTo>
                  <a:lnTo>
                    <a:pt x="4838464" y="3124199"/>
                  </a:lnTo>
                  <a:lnTo>
                    <a:pt x="4808563" y="3149599"/>
                  </a:lnTo>
                  <a:lnTo>
                    <a:pt x="4780409" y="3187699"/>
                  </a:lnTo>
                  <a:lnTo>
                    <a:pt x="4754077" y="3225799"/>
                  </a:lnTo>
                  <a:lnTo>
                    <a:pt x="4729641" y="3263900"/>
                  </a:lnTo>
                  <a:lnTo>
                    <a:pt x="4707178" y="3302000"/>
                  </a:lnTo>
                  <a:lnTo>
                    <a:pt x="4686761" y="3340100"/>
                  </a:lnTo>
                  <a:lnTo>
                    <a:pt x="4668465" y="3390900"/>
                  </a:lnTo>
                  <a:lnTo>
                    <a:pt x="4652366" y="3429000"/>
                  </a:lnTo>
                  <a:lnTo>
                    <a:pt x="4638538" y="3467100"/>
                  </a:lnTo>
                  <a:lnTo>
                    <a:pt x="4627057" y="3517900"/>
                  </a:lnTo>
                  <a:lnTo>
                    <a:pt x="4617996" y="3568700"/>
                  </a:lnTo>
                  <a:lnTo>
                    <a:pt x="4611432" y="3606800"/>
                  </a:lnTo>
                  <a:lnTo>
                    <a:pt x="4607438" y="3657600"/>
                  </a:lnTo>
                  <a:lnTo>
                    <a:pt x="4606090" y="3708400"/>
                  </a:lnTo>
                  <a:lnTo>
                    <a:pt x="4607554" y="3759200"/>
                  </a:lnTo>
                  <a:lnTo>
                    <a:pt x="4611913" y="3810000"/>
                  </a:lnTo>
                  <a:lnTo>
                    <a:pt x="4619120" y="3860800"/>
                  </a:lnTo>
                  <a:lnTo>
                    <a:pt x="4629128" y="3911600"/>
                  </a:lnTo>
                  <a:lnTo>
                    <a:pt x="4641888" y="3949700"/>
                  </a:lnTo>
                  <a:lnTo>
                    <a:pt x="4657353" y="4000500"/>
                  </a:lnTo>
                  <a:lnTo>
                    <a:pt x="4675475" y="4051300"/>
                  </a:lnTo>
                  <a:lnTo>
                    <a:pt x="4696207" y="4089400"/>
                  </a:lnTo>
                  <a:lnTo>
                    <a:pt x="4719501" y="4140200"/>
                  </a:lnTo>
                  <a:lnTo>
                    <a:pt x="4745309" y="4178300"/>
                  </a:lnTo>
                  <a:lnTo>
                    <a:pt x="4773584" y="4216400"/>
                  </a:lnTo>
                  <a:lnTo>
                    <a:pt x="4789443" y="4216400"/>
                  </a:lnTo>
                  <a:lnTo>
                    <a:pt x="4806124" y="4203700"/>
                  </a:lnTo>
                  <a:lnTo>
                    <a:pt x="5006284" y="4203700"/>
                  </a:lnTo>
                  <a:lnTo>
                    <a:pt x="4892123" y="4076700"/>
                  </a:lnTo>
                  <a:lnTo>
                    <a:pt x="4884747" y="4076700"/>
                  </a:lnTo>
                  <a:lnTo>
                    <a:pt x="4882291" y="4051300"/>
                  </a:lnTo>
                  <a:lnTo>
                    <a:pt x="4884751" y="4038600"/>
                  </a:lnTo>
                  <a:lnTo>
                    <a:pt x="4892123" y="4038600"/>
                  </a:lnTo>
                  <a:lnTo>
                    <a:pt x="4938034" y="3987800"/>
                  </a:lnTo>
                  <a:lnTo>
                    <a:pt x="4921903" y="3949700"/>
                  </a:lnTo>
                  <a:lnTo>
                    <a:pt x="4907805" y="3924300"/>
                  </a:lnTo>
                  <a:lnTo>
                    <a:pt x="4895762" y="3886200"/>
                  </a:lnTo>
                  <a:lnTo>
                    <a:pt x="4885801" y="3848100"/>
                  </a:lnTo>
                  <a:lnTo>
                    <a:pt x="4797195" y="3848100"/>
                  </a:lnTo>
                  <a:lnTo>
                    <a:pt x="4793002" y="3835400"/>
                  </a:lnTo>
                  <a:lnTo>
                    <a:pt x="4789916" y="3835400"/>
                  </a:lnTo>
                  <a:lnTo>
                    <a:pt x="4788014" y="3822700"/>
                  </a:lnTo>
                  <a:lnTo>
                    <a:pt x="4787370" y="3822700"/>
                  </a:lnTo>
                  <a:lnTo>
                    <a:pt x="4787488" y="3594100"/>
                  </a:lnTo>
                  <a:lnTo>
                    <a:pt x="4790127" y="3581400"/>
                  </a:lnTo>
                  <a:lnTo>
                    <a:pt x="4797322" y="3568700"/>
                  </a:lnTo>
                  <a:lnTo>
                    <a:pt x="4885801" y="3568700"/>
                  </a:lnTo>
                  <a:lnTo>
                    <a:pt x="4895762" y="3530600"/>
                  </a:lnTo>
                  <a:lnTo>
                    <a:pt x="4907805" y="3492500"/>
                  </a:lnTo>
                  <a:lnTo>
                    <a:pt x="4921903" y="3467100"/>
                  </a:lnTo>
                  <a:lnTo>
                    <a:pt x="4938034" y="3429000"/>
                  </a:lnTo>
                  <a:lnTo>
                    <a:pt x="4892372" y="3378200"/>
                  </a:lnTo>
                  <a:lnTo>
                    <a:pt x="4888179" y="3378200"/>
                  </a:lnTo>
                  <a:lnTo>
                    <a:pt x="4885092" y="3365500"/>
                  </a:lnTo>
                  <a:lnTo>
                    <a:pt x="4883186" y="3365500"/>
                  </a:lnTo>
                  <a:lnTo>
                    <a:pt x="4882534" y="3352800"/>
                  </a:lnTo>
                  <a:lnTo>
                    <a:pt x="4883186" y="3352800"/>
                  </a:lnTo>
                  <a:lnTo>
                    <a:pt x="4885094" y="3340100"/>
                  </a:lnTo>
                  <a:lnTo>
                    <a:pt x="4888185" y="3340100"/>
                  </a:lnTo>
                  <a:lnTo>
                    <a:pt x="4892386" y="3327400"/>
                  </a:lnTo>
                  <a:lnTo>
                    <a:pt x="5040899" y="3174999"/>
                  </a:lnTo>
                  <a:lnTo>
                    <a:pt x="5052009" y="3174999"/>
                  </a:lnTo>
                  <a:lnTo>
                    <a:pt x="5064645" y="3162299"/>
                  </a:lnTo>
                  <a:lnTo>
                    <a:pt x="5260007" y="3162299"/>
                  </a:lnTo>
                  <a:lnTo>
                    <a:pt x="5260007" y="3098799"/>
                  </a:lnTo>
                  <a:lnTo>
                    <a:pt x="5262647" y="3086099"/>
                  </a:lnTo>
                  <a:lnTo>
                    <a:pt x="5269846" y="3073399"/>
                  </a:lnTo>
                  <a:lnTo>
                    <a:pt x="5814797" y="3073399"/>
                  </a:lnTo>
                  <a:lnTo>
                    <a:pt x="5817505" y="3035299"/>
                  </a:lnTo>
                  <a:lnTo>
                    <a:pt x="5825460" y="3009899"/>
                  </a:lnTo>
                  <a:lnTo>
                    <a:pt x="5838410" y="2984499"/>
                  </a:lnTo>
                  <a:lnTo>
                    <a:pt x="5856103" y="2959099"/>
                  </a:lnTo>
                  <a:lnTo>
                    <a:pt x="5877627" y="2946399"/>
                  </a:lnTo>
                  <a:lnTo>
                    <a:pt x="5701203" y="2946399"/>
                  </a:lnTo>
                  <a:lnTo>
                    <a:pt x="5694925" y="2933699"/>
                  </a:lnTo>
                  <a:lnTo>
                    <a:pt x="5684045" y="2933699"/>
                  </a:lnTo>
                  <a:lnTo>
                    <a:pt x="5679865" y="2920999"/>
                  </a:lnTo>
                  <a:lnTo>
                    <a:pt x="5676772" y="2920999"/>
                  </a:lnTo>
                  <a:lnTo>
                    <a:pt x="5674852" y="2908299"/>
                  </a:lnTo>
                  <a:lnTo>
                    <a:pt x="5674193" y="2908299"/>
                  </a:lnTo>
                  <a:lnTo>
                    <a:pt x="5674852" y="2895599"/>
                  </a:lnTo>
                  <a:close/>
                </a:path>
                <a:path w="6120765" h="4457700">
                  <a:moveTo>
                    <a:pt x="5649993" y="4114800"/>
                  </a:moveTo>
                  <a:lnTo>
                    <a:pt x="5147147" y="4114800"/>
                  </a:lnTo>
                  <a:lnTo>
                    <a:pt x="5183311" y="4140200"/>
                  </a:lnTo>
                  <a:lnTo>
                    <a:pt x="5221038" y="4152900"/>
                  </a:lnTo>
                  <a:lnTo>
                    <a:pt x="5260194" y="4165600"/>
                  </a:lnTo>
                  <a:lnTo>
                    <a:pt x="5300644" y="4178300"/>
                  </a:lnTo>
                  <a:lnTo>
                    <a:pt x="5311313" y="4191000"/>
                  </a:lnTo>
                  <a:lnTo>
                    <a:pt x="5485822" y="4191000"/>
                  </a:lnTo>
                  <a:lnTo>
                    <a:pt x="5496496" y="4178300"/>
                  </a:lnTo>
                  <a:lnTo>
                    <a:pt x="5536947" y="4165600"/>
                  </a:lnTo>
                  <a:lnTo>
                    <a:pt x="5576103" y="4152900"/>
                  </a:lnTo>
                  <a:lnTo>
                    <a:pt x="5613829" y="4140200"/>
                  </a:lnTo>
                  <a:lnTo>
                    <a:pt x="5649993" y="4114800"/>
                  </a:lnTo>
                  <a:close/>
                </a:path>
                <a:path w="6120765" h="4457700">
                  <a:moveTo>
                    <a:pt x="5353630" y="3416300"/>
                  </a:moveTo>
                  <a:lnTo>
                    <a:pt x="5013844" y="3416300"/>
                  </a:lnTo>
                  <a:lnTo>
                    <a:pt x="5013157" y="3429000"/>
                  </a:lnTo>
                  <a:lnTo>
                    <a:pt x="5008656" y="3441700"/>
                  </a:lnTo>
                  <a:lnTo>
                    <a:pt x="4987526" y="3479800"/>
                  </a:lnTo>
                  <a:lnTo>
                    <a:pt x="4969844" y="3517900"/>
                  </a:lnTo>
                  <a:lnTo>
                    <a:pt x="4945051" y="3606800"/>
                  </a:lnTo>
                  <a:lnTo>
                    <a:pt x="4940742" y="3619500"/>
                  </a:lnTo>
                  <a:lnTo>
                    <a:pt x="4933323" y="3619500"/>
                  </a:lnTo>
                  <a:lnTo>
                    <a:pt x="4923560" y="3632200"/>
                  </a:lnTo>
                  <a:lnTo>
                    <a:pt x="4854620" y="3632200"/>
                  </a:lnTo>
                  <a:lnTo>
                    <a:pt x="4854543" y="3784600"/>
                  </a:lnTo>
                  <a:lnTo>
                    <a:pt x="4933323" y="3784600"/>
                  </a:lnTo>
                  <a:lnTo>
                    <a:pt x="4940742" y="3797300"/>
                  </a:lnTo>
                  <a:lnTo>
                    <a:pt x="4945051" y="3810000"/>
                  </a:lnTo>
                  <a:lnTo>
                    <a:pt x="4969844" y="3898900"/>
                  </a:lnTo>
                  <a:lnTo>
                    <a:pt x="4987526" y="3937000"/>
                  </a:lnTo>
                  <a:lnTo>
                    <a:pt x="5008656" y="3975100"/>
                  </a:lnTo>
                  <a:lnTo>
                    <a:pt x="5013157" y="3987800"/>
                  </a:lnTo>
                  <a:lnTo>
                    <a:pt x="5013844" y="3987800"/>
                  </a:lnTo>
                  <a:lnTo>
                    <a:pt x="5010822" y="4000500"/>
                  </a:lnTo>
                  <a:lnTo>
                    <a:pt x="5004196" y="4013200"/>
                  </a:lnTo>
                  <a:lnTo>
                    <a:pt x="4963349" y="4051300"/>
                  </a:lnTo>
                  <a:lnTo>
                    <a:pt x="5064286" y="4165600"/>
                  </a:lnTo>
                  <a:lnTo>
                    <a:pt x="5105172" y="4114800"/>
                  </a:lnTo>
                  <a:lnTo>
                    <a:pt x="5777715" y="4114800"/>
                  </a:lnTo>
                  <a:lnTo>
                    <a:pt x="5833791" y="4051300"/>
                  </a:lnTo>
                  <a:lnTo>
                    <a:pt x="5792944" y="4013200"/>
                  </a:lnTo>
                  <a:lnTo>
                    <a:pt x="5786319" y="4000500"/>
                  </a:lnTo>
                  <a:lnTo>
                    <a:pt x="5353630" y="4000500"/>
                  </a:lnTo>
                  <a:lnTo>
                    <a:pt x="5310969" y="3987800"/>
                  </a:lnTo>
                  <a:lnTo>
                    <a:pt x="5271172" y="3962400"/>
                  </a:lnTo>
                  <a:lnTo>
                    <a:pt x="5234813" y="3937000"/>
                  </a:lnTo>
                  <a:lnTo>
                    <a:pt x="5202469" y="3911600"/>
                  </a:lnTo>
                  <a:lnTo>
                    <a:pt x="5174714" y="3873500"/>
                  </a:lnTo>
                  <a:lnTo>
                    <a:pt x="5152126" y="3835400"/>
                  </a:lnTo>
                  <a:lnTo>
                    <a:pt x="5135278" y="3797300"/>
                  </a:lnTo>
                  <a:lnTo>
                    <a:pt x="5124748" y="3759200"/>
                  </a:lnTo>
                  <a:lnTo>
                    <a:pt x="5121109" y="3708400"/>
                  </a:lnTo>
                  <a:lnTo>
                    <a:pt x="5124748" y="3657600"/>
                  </a:lnTo>
                  <a:lnTo>
                    <a:pt x="5135278" y="3619500"/>
                  </a:lnTo>
                  <a:lnTo>
                    <a:pt x="5152126" y="3568700"/>
                  </a:lnTo>
                  <a:lnTo>
                    <a:pt x="5174714" y="3530600"/>
                  </a:lnTo>
                  <a:lnTo>
                    <a:pt x="5234813" y="3479800"/>
                  </a:lnTo>
                  <a:lnTo>
                    <a:pt x="5271172" y="3454400"/>
                  </a:lnTo>
                  <a:lnTo>
                    <a:pt x="5310969" y="3429000"/>
                  </a:lnTo>
                  <a:lnTo>
                    <a:pt x="5353630" y="3416300"/>
                  </a:lnTo>
                  <a:close/>
                </a:path>
                <a:path w="6120765" h="4457700">
                  <a:moveTo>
                    <a:pt x="5777715" y="4114800"/>
                  </a:moveTo>
                  <a:lnTo>
                    <a:pt x="5691968" y="4114800"/>
                  </a:lnTo>
                  <a:lnTo>
                    <a:pt x="5732854" y="4165600"/>
                  </a:lnTo>
                  <a:lnTo>
                    <a:pt x="5777715" y="4114800"/>
                  </a:lnTo>
                  <a:close/>
                </a:path>
                <a:path w="6120765" h="4457700">
                  <a:moveTo>
                    <a:pt x="5783292" y="3416300"/>
                  </a:moveTo>
                  <a:lnTo>
                    <a:pt x="5443525" y="3416300"/>
                  </a:lnTo>
                  <a:lnTo>
                    <a:pt x="5486185" y="3429000"/>
                  </a:lnTo>
                  <a:lnTo>
                    <a:pt x="5525982" y="3454400"/>
                  </a:lnTo>
                  <a:lnTo>
                    <a:pt x="5562340" y="3479800"/>
                  </a:lnTo>
                  <a:lnTo>
                    <a:pt x="5594684" y="3505200"/>
                  </a:lnTo>
                  <a:lnTo>
                    <a:pt x="5645027" y="3568700"/>
                  </a:lnTo>
                  <a:lnTo>
                    <a:pt x="5661875" y="3619500"/>
                  </a:lnTo>
                  <a:lnTo>
                    <a:pt x="5672405" y="3657600"/>
                  </a:lnTo>
                  <a:lnTo>
                    <a:pt x="5676044" y="3708400"/>
                  </a:lnTo>
                  <a:lnTo>
                    <a:pt x="5672405" y="3759200"/>
                  </a:lnTo>
                  <a:lnTo>
                    <a:pt x="5661875" y="3797300"/>
                  </a:lnTo>
                  <a:lnTo>
                    <a:pt x="5645027" y="3835400"/>
                  </a:lnTo>
                  <a:lnTo>
                    <a:pt x="5622439" y="3873500"/>
                  </a:lnTo>
                  <a:lnTo>
                    <a:pt x="5594684" y="3911600"/>
                  </a:lnTo>
                  <a:lnTo>
                    <a:pt x="5562340" y="3937000"/>
                  </a:lnTo>
                  <a:lnTo>
                    <a:pt x="5525982" y="3962400"/>
                  </a:lnTo>
                  <a:lnTo>
                    <a:pt x="5486185" y="3987800"/>
                  </a:lnTo>
                  <a:lnTo>
                    <a:pt x="5443525" y="4000500"/>
                  </a:lnTo>
                  <a:lnTo>
                    <a:pt x="5786319" y="4000500"/>
                  </a:lnTo>
                  <a:lnTo>
                    <a:pt x="5783296" y="3987800"/>
                  </a:lnTo>
                  <a:lnTo>
                    <a:pt x="5783983" y="3987800"/>
                  </a:lnTo>
                  <a:lnTo>
                    <a:pt x="5788484" y="3975100"/>
                  </a:lnTo>
                  <a:lnTo>
                    <a:pt x="5809614" y="3937000"/>
                  </a:lnTo>
                  <a:lnTo>
                    <a:pt x="5827296" y="3898900"/>
                  </a:lnTo>
                  <a:lnTo>
                    <a:pt x="5852090" y="3810000"/>
                  </a:lnTo>
                  <a:lnTo>
                    <a:pt x="5856398" y="3797300"/>
                  </a:lnTo>
                  <a:lnTo>
                    <a:pt x="5863817" y="3784600"/>
                  </a:lnTo>
                  <a:lnTo>
                    <a:pt x="5942624" y="3784600"/>
                  </a:lnTo>
                  <a:lnTo>
                    <a:pt x="5942624" y="3632200"/>
                  </a:lnTo>
                  <a:lnTo>
                    <a:pt x="5873579" y="3632200"/>
                  </a:lnTo>
                  <a:lnTo>
                    <a:pt x="5863813" y="3619500"/>
                  </a:lnTo>
                  <a:lnTo>
                    <a:pt x="5856393" y="3619500"/>
                  </a:lnTo>
                  <a:lnTo>
                    <a:pt x="5852090" y="3606800"/>
                  </a:lnTo>
                  <a:lnTo>
                    <a:pt x="5827292" y="3517900"/>
                  </a:lnTo>
                  <a:lnTo>
                    <a:pt x="5809612" y="3479800"/>
                  </a:lnTo>
                  <a:lnTo>
                    <a:pt x="5788484" y="3441700"/>
                  </a:lnTo>
                  <a:lnTo>
                    <a:pt x="5783981" y="3429000"/>
                  </a:lnTo>
                  <a:lnTo>
                    <a:pt x="5783292" y="3416300"/>
                  </a:lnTo>
                  <a:close/>
                </a:path>
                <a:path w="6120765" h="4457700">
                  <a:moveTo>
                    <a:pt x="5446742" y="3492500"/>
                  </a:moveTo>
                  <a:lnTo>
                    <a:pt x="5350413" y="3492500"/>
                  </a:lnTo>
                  <a:lnTo>
                    <a:pt x="5306168" y="3505200"/>
                  </a:lnTo>
                  <a:lnTo>
                    <a:pt x="5267116" y="3530600"/>
                  </a:lnTo>
                  <a:lnTo>
                    <a:pt x="5234528" y="3568700"/>
                  </a:lnTo>
                  <a:lnTo>
                    <a:pt x="5209676" y="3606800"/>
                  </a:lnTo>
                  <a:lnTo>
                    <a:pt x="5193832" y="3657600"/>
                  </a:lnTo>
                  <a:lnTo>
                    <a:pt x="5188268" y="3708400"/>
                  </a:lnTo>
                  <a:lnTo>
                    <a:pt x="5193832" y="3759200"/>
                  </a:lnTo>
                  <a:lnTo>
                    <a:pt x="5209676" y="3810000"/>
                  </a:lnTo>
                  <a:lnTo>
                    <a:pt x="5234528" y="3848100"/>
                  </a:lnTo>
                  <a:lnTo>
                    <a:pt x="5267116" y="3873500"/>
                  </a:lnTo>
                  <a:lnTo>
                    <a:pt x="5306168" y="3911600"/>
                  </a:lnTo>
                  <a:lnTo>
                    <a:pt x="5350413" y="3924300"/>
                  </a:lnTo>
                  <a:lnTo>
                    <a:pt x="5446742" y="3924300"/>
                  </a:lnTo>
                  <a:lnTo>
                    <a:pt x="5490986" y="3911600"/>
                  </a:lnTo>
                  <a:lnTo>
                    <a:pt x="5530038" y="3873500"/>
                  </a:lnTo>
                  <a:lnTo>
                    <a:pt x="5562625" y="3848100"/>
                  </a:lnTo>
                  <a:lnTo>
                    <a:pt x="5587477" y="3810000"/>
                  </a:lnTo>
                  <a:lnTo>
                    <a:pt x="5603321" y="3759200"/>
                  </a:lnTo>
                  <a:lnTo>
                    <a:pt x="5608885" y="3708400"/>
                  </a:lnTo>
                  <a:lnTo>
                    <a:pt x="5603321" y="3657600"/>
                  </a:lnTo>
                  <a:lnTo>
                    <a:pt x="5587477" y="3606800"/>
                  </a:lnTo>
                  <a:lnTo>
                    <a:pt x="5562625" y="3568700"/>
                  </a:lnTo>
                  <a:lnTo>
                    <a:pt x="5530038" y="3530600"/>
                  </a:lnTo>
                  <a:lnTo>
                    <a:pt x="5490986" y="3505200"/>
                  </a:lnTo>
                  <a:lnTo>
                    <a:pt x="5446742" y="3492500"/>
                  </a:lnTo>
                  <a:close/>
                </a:path>
                <a:path w="6120765" h="4457700">
                  <a:moveTo>
                    <a:pt x="5064627" y="3251199"/>
                  </a:moveTo>
                  <a:lnTo>
                    <a:pt x="4963612" y="3352800"/>
                  </a:lnTo>
                  <a:lnTo>
                    <a:pt x="5004196" y="3403600"/>
                  </a:lnTo>
                  <a:lnTo>
                    <a:pt x="5010822" y="3416300"/>
                  </a:lnTo>
                  <a:lnTo>
                    <a:pt x="5786313" y="3416300"/>
                  </a:lnTo>
                  <a:lnTo>
                    <a:pt x="5792944" y="3403600"/>
                  </a:lnTo>
                  <a:lnTo>
                    <a:pt x="5833529" y="3352800"/>
                  </a:lnTo>
                  <a:lnTo>
                    <a:pt x="5783021" y="3302000"/>
                  </a:lnTo>
                  <a:lnTo>
                    <a:pt x="5114586" y="3302000"/>
                  </a:lnTo>
                  <a:lnTo>
                    <a:pt x="5105172" y="3289300"/>
                  </a:lnTo>
                  <a:lnTo>
                    <a:pt x="5064627" y="3251199"/>
                  </a:lnTo>
                  <a:close/>
                </a:path>
                <a:path w="6120765" h="4457700">
                  <a:moveTo>
                    <a:pt x="5536949" y="3238499"/>
                  </a:moveTo>
                  <a:lnTo>
                    <a:pt x="5260186" y="3238499"/>
                  </a:lnTo>
                  <a:lnTo>
                    <a:pt x="5221028" y="3263900"/>
                  </a:lnTo>
                  <a:lnTo>
                    <a:pt x="5183304" y="3276600"/>
                  </a:lnTo>
                  <a:lnTo>
                    <a:pt x="5147147" y="3302000"/>
                  </a:lnTo>
                  <a:lnTo>
                    <a:pt x="5649993" y="3302000"/>
                  </a:lnTo>
                  <a:lnTo>
                    <a:pt x="5613835" y="3276600"/>
                  </a:lnTo>
                  <a:lnTo>
                    <a:pt x="5576107" y="3263900"/>
                  </a:lnTo>
                  <a:lnTo>
                    <a:pt x="5536949" y="3238499"/>
                  </a:lnTo>
                  <a:close/>
                </a:path>
                <a:path w="6120765" h="4457700">
                  <a:moveTo>
                    <a:pt x="5732513" y="3251199"/>
                  </a:moveTo>
                  <a:lnTo>
                    <a:pt x="5691955" y="3289300"/>
                  </a:lnTo>
                  <a:lnTo>
                    <a:pt x="5682547" y="3302000"/>
                  </a:lnTo>
                  <a:lnTo>
                    <a:pt x="5783021" y="3302000"/>
                  </a:lnTo>
                  <a:lnTo>
                    <a:pt x="5732513" y="3251199"/>
                  </a:lnTo>
                  <a:close/>
                </a:path>
                <a:path w="6120765" h="4457700">
                  <a:moveTo>
                    <a:pt x="5485822" y="3225799"/>
                  </a:moveTo>
                  <a:lnTo>
                    <a:pt x="5311313" y="3225799"/>
                  </a:lnTo>
                  <a:lnTo>
                    <a:pt x="5300644" y="3238499"/>
                  </a:lnTo>
                  <a:lnTo>
                    <a:pt x="5496496" y="3238499"/>
                  </a:lnTo>
                  <a:lnTo>
                    <a:pt x="5485822" y="3225799"/>
                  </a:lnTo>
                  <a:close/>
                </a:path>
                <a:path w="6120765" h="4457700">
                  <a:moveTo>
                    <a:pt x="5227274" y="3174999"/>
                  </a:moveTo>
                  <a:lnTo>
                    <a:pt x="5088383" y="3174999"/>
                  </a:lnTo>
                  <a:lnTo>
                    <a:pt x="5133991" y="3225799"/>
                  </a:lnTo>
                  <a:lnTo>
                    <a:pt x="5164208" y="3213099"/>
                  </a:lnTo>
                  <a:lnTo>
                    <a:pt x="5195322" y="3187699"/>
                  </a:lnTo>
                  <a:lnTo>
                    <a:pt x="5227274" y="3174999"/>
                  </a:lnTo>
                  <a:close/>
                </a:path>
                <a:path w="6120765" h="4457700">
                  <a:moveTo>
                    <a:pt x="5469973" y="3136899"/>
                  </a:moveTo>
                  <a:lnTo>
                    <a:pt x="5327168" y="3136899"/>
                  </a:lnTo>
                  <a:lnTo>
                    <a:pt x="5327168" y="3200399"/>
                  </a:lnTo>
                  <a:lnTo>
                    <a:pt x="5325199" y="3213099"/>
                  </a:lnTo>
                  <a:lnTo>
                    <a:pt x="5319705" y="3225799"/>
                  </a:lnTo>
                  <a:lnTo>
                    <a:pt x="5477431" y="3225799"/>
                  </a:lnTo>
                  <a:lnTo>
                    <a:pt x="5471941" y="3213099"/>
                  </a:lnTo>
                  <a:lnTo>
                    <a:pt x="5469973" y="3200399"/>
                  </a:lnTo>
                  <a:lnTo>
                    <a:pt x="5469973" y="3136899"/>
                  </a:lnTo>
                  <a:close/>
                </a:path>
                <a:path w="6120765" h="4457700">
                  <a:moveTo>
                    <a:pt x="5708759" y="3174999"/>
                  </a:moveTo>
                  <a:lnTo>
                    <a:pt x="5569875" y="3174999"/>
                  </a:lnTo>
                  <a:lnTo>
                    <a:pt x="5601831" y="3187699"/>
                  </a:lnTo>
                  <a:lnTo>
                    <a:pt x="5632946" y="3213099"/>
                  </a:lnTo>
                  <a:lnTo>
                    <a:pt x="5663163" y="3225799"/>
                  </a:lnTo>
                  <a:lnTo>
                    <a:pt x="5708759" y="3174999"/>
                  </a:lnTo>
                  <a:close/>
                </a:path>
                <a:path w="6120765" h="4457700">
                  <a:moveTo>
                    <a:pt x="6120679" y="2870200"/>
                  </a:moveTo>
                  <a:lnTo>
                    <a:pt x="5726415" y="2870199"/>
                  </a:lnTo>
                  <a:lnTo>
                    <a:pt x="5731515" y="2882899"/>
                  </a:lnTo>
                  <a:lnTo>
                    <a:pt x="5735692" y="2882899"/>
                  </a:lnTo>
                  <a:lnTo>
                    <a:pt x="5738781" y="2895599"/>
                  </a:lnTo>
                  <a:lnTo>
                    <a:pt x="5740696" y="2895599"/>
                  </a:lnTo>
                  <a:lnTo>
                    <a:pt x="5741353" y="2908299"/>
                  </a:lnTo>
                  <a:lnTo>
                    <a:pt x="5740694" y="2908299"/>
                  </a:lnTo>
                  <a:lnTo>
                    <a:pt x="5738776" y="2920999"/>
                  </a:lnTo>
                  <a:lnTo>
                    <a:pt x="5983563" y="2920999"/>
                  </a:lnTo>
                  <a:lnTo>
                    <a:pt x="6009835" y="2933699"/>
                  </a:lnTo>
                  <a:lnTo>
                    <a:pt x="6034039" y="2946399"/>
                  </a:lnTo>
                  <a:lnTo>
                    <a:pt x="6055563" y="2959099"/>
                  </a:lnTo>
                  <a:lnTo>
                    <a:pt x="6083823" y="3009899"/>
                  </a:lnTo>
                  <a:lnTo>
                    <a:pt x="6096179" y="3060699"/>
                  </a:lnTo>
                  <a:lnTo>
                    <a:pt x="6092638" y="3098799"/>
                  </a:lnTo>
                  <a:lnTo>
                    <a:pt x="6073204" y="3149599"/>
                  </a:lnTo>
                  <a:lnTo>
                    <a:pt x="6120679" y="3225799"/>
                  </a:lnTo>
                  <a:lnTo>
                    <a:pt x="6120679" y="2870200"/>
                  </a:lnTo>
                  <a:close/>
                </a:path>
                <a:path w="6120765" h="4457700">
                  <a:moveTo>
                    <a:pt x="6023570" y="3200399"/>
                  </a:moveTo>
                  <a:lnTo>
                    <a:pt x="6007711" y="3200399"/>
                  </a:lnTo>
                  <a:lnTo>
                    <a:pt x="5991030" y="3213099"/>
                  </a:lnTo>
                  <a:lnTo>
                    <a:pt x="6033421" y="3213099"/>
                  </a:lnTo>
                  <a:lnTo>
                    <a:pt x="6023570" y="3200399"/>
                  </a:lnTo>
                  <a:close/>
                </a:path>
                <a:path w="6120765" h="4457700">
                  <a:moveTo>
                    <a:pt x="5260007" y="3162299"/>
                  </a:moveTo>
                  <a:lnTo>
                    <a:pt x="5064645" y="3162299"/>
                  </a:lnTo>
                  <a:lnTo>
                    <a:pt x="5077279" y="3174999"/>
                  </a:lnTo>
                  <a:lnTo>
                    <a:pt x="5260007" y="3174999"/>
                  </a:lnTo>
                  <a:lnTo>
                    <a:pt x="5260007" y="3162299"/>
                  </a:lnTo>
                  <a:close/>
                </a:path>
                <a:path w="6120765" h="4457700">
                  <a:moveTo>
                    <a:pt x="5814797" y="3073399"/>
                  </a:moveTo>
                  <a:lnTo>
                    <a:pt x="5527299" y="3073399"/>
                  </a:lnTo>
                  <a:lnTo>
                    <a:pt x="5534495" y="3086099"/>
                  </a:lnTo>
                  <a:lnTo>
                    <a:pt x="5537133" y="3098799"/>
                  </a:lnTo>
                  <a:lnTo>
                    <a:pt x="5537133" y="3174999"/>
                  </a:lnTo>
                  <a:lnTo>
                    <a:pt x="5719869" y="3174999"/>
                  </a:lnTo>
                  <a:lnTo>
                    <a:pt x="5732505" y="3162299"/>
                  </a:lnTo>
                  <a:lnTo>
                    <a:pt x="5847256" y="3162299"/>
                  </a:lnTo>
                  <a:lnTo>
                    <a:pt x="5838410" y="3149599"/>
                  </a:lnTo>
                  <a:lnTo>
                    <a:pt x="5825460" y="3124199"/>
                  </a:lnTo>
                  <a:lnTo>
                    <a:pt x="5817505" y="3098799"/>
                  </a:lnTo>
                  <a:lnTo>
                    <a:pt x="5814797" y="3073399"/>
                  </a:lnTo>
                  <a:close/>
                </a:path>
                <a:path w="6120765" h="4457700">
                  <a:moveTo>
                    <a:pt x="5984120" y="3136899"/>
                  </a:moveTo>
                  <a:lnTo>
                    <a:pt x="5927542" y="3136899"/>
                  </a:lnTo>
                  <a:lnTo>
                    <a:pt x="5941304" y="3149599"/>
                  </a:lnTo>
                  <a:lnTo>
                    <a:pt x="5970356" y="3149599"/>
                  </a:lnTo>
                  <a:lnTo>
                    <a:pt x="5984120" y="3136899"/>
                  </a:lnTo>
                  <a:close/>
                </a:path>
                <a:path w="6120765" h="4457700">
                  <a:moveTo>
                    <a:pt x="6008079" y="3009899"/>
                  </a:moveTo>
                  <a:lnTo>
                    <a:pt x="5903600" y="3009899"/>
                  </a:lnTo>
                  <a:lnTo>
                    <a:pt x="5894330" y="3022599"/>
                  </a:lnTo>
                  <a:lnTo>
                    <a:pt x="5887544" y="3035299"/>
                  </a:lnTo>
                  <a:lnTo>
                    <a:pt x="5883375" y="3047999"/>
                  </a:lnTo>
                  <a:lnTo>
                    <a:pt x="5881956" y="3073399"/>
                  </a:lnTo>
                  <a:lnTo>
                    <a:pt x="5883375" y="3086099"/>
                  </a:lnTo>
                  <a:lnTo>
                    <a:pt x="5887544" y="3098799"/>
                  </a:lnTo>
                  <a:lnTo>
                    <a:pt x="5894330" y="3111499"/>
                  </a:lnTo>
                  <a:lnTo>
                    <a:pt x="5903600" y="3124199"/>
                  </a:lnTo>
                  <a:lnTo>
                    <a:pt x="5914868" y="3136899"/>
                  </a:lnTo>
                  <a:lnTo>
                    <a:pt x="5996801" y="3136899"/>
                  </a:lnTo>
                  <a:lnTo>
                    <a:pt x="6008079" y="3124199"/>
                  </a:lnTo>
                  <a:lnTo>
                    <a:pt x="6024274" y="3098799"/>
                  </a:lnTo>
                  <a:lnTo>
                    <a:pt x="6029673" y="3073399"/>
                  </a:lnTo>
                  <a:lnTo>
                    <a:pt x="6024274" y="3035299"/>
                  </a:lnTo>
                  <a:lnTo>
                    <a:pt x="6008079" y="3009899"/>
                  </a:lnTo>
                  <a:close/>
                </a:path>
                <a:path w="6120765" h="4457700">
                  <a:moveTo>
                    <a:pt x="5984120" y="2997199"/>
                  </a:moveTo>
                  <a:lnTo>
                    <a:pt x="5927548" y="2997199"/>
                  </a:lnTo>
                  <a:lnTo>
                    <a:pt x="5914870" y="3009899"/>
                  </a:lnTo>
                  <a:lnTo>
                    <a:pt x="5996801" y="3009899"/>
                  </a:lnTo>
                  <a:lnTo>
                    <a:pt x="5984120" y="2997199"/>
                  </a:lnTo>
                  <a:close/>
                </a:path>
                <a:path w="6120765" h="4457700">
                  <a:moveTo>
                    <a:pt x="5928103" y="2920999"/>
                  </a:moveTo>
                  <a:lnTo>
                    <a:pt x="5735686" y="2920999"/>
                  </a:lnTo>
                  <a:lnTo>
                    <a:pt x="5731515" y="2933699"/>
                  </a:lnTo>
                  <a:lnTo>
                    <a:pt x="5720619" y="2933699"/>
                  </a:lnTo>
                  <a:lnTo>
                    <a:pt x="5714335" y="2946399"/>
                  </a:lnTo>
                  <a:lnTo>
                    <a:pt x="5877627" y="2946399"/>
                  </a:lnTo>
                  <a:lnTo>
                    <a:pt x="5901831" y="2933699"/>
                  </a:lnTo>
                  <a:lnTo>
                    <a:pt x="5928103" y="2920999"/>
                  </a:lnTo>
                  <a:close/>
                </a:path>
                <a:path w="6120765" h="4457700">
                  <a:moveTo>
                    <a:pt x="5517443" y="2882899"/>
                  </a:moveTo>
                  <a:lnTo>
                    <a:pt x="5306285" y="2882899"/>
                  </a:lnTo>
                  <a:lnTo>
                    <a:pt x="5261261" y="2895599"/>
                  </a:lnTo>
                  <a:lnTo>
                    <a:pt x="5556403" y="2895599"/>
                  </a:lnTo>
                  <a:lnTo>
                    <a:pt x="5517443" y="2882899"/>
                  </a:lnTo>
                  <a:close/>
                </a:path>
                <a:path w="6120765" h="4457700">
                  <a:moveTo>
                    <a:pt x="6120679" y="2806699"/>
                  </a:moveTo>
                  <a:lnTo>
                    <a:pt x="5484745" y="2806699"/>
                  </a:lnTo>
                  <a:lnTo>
                    <a:pt x="5527450" y="2819399"/>
                  </a:lnTo>
                  <a:lnTo>
                    <a:pt x="5569704" y="2819399"/>
                  </a:lnTo>
                  <a:lnTo>
                    <a:pt x="5581993" y="2832099"/>
                  </a:lnTo>
                  <a:lnTo>
                    <a:pt x="5591029" y="2844799"/>
                  </a:lnTo>
                  <a:lnTo>
                    <a:pt x="5595967" y="2857499"/>
                  </a:lnTo>
                  <a:lnTo>
                    <a:pt x="5595964" y="2870199"/>
                  </a:lnTo>
                  <a:lnTo>
                    <a:pt x="5590786" y="2882899"/>
                  </a:lnTo>
                  <a:lnTo>
                    <a:pt x="5581614" y="2895599"/>
                  </a:lnTo>
                  <a:lnTo>
                    <a:pt x="5676772" y="2895599"/>
                  </a:lnTo>
                  <a:lnTo>
                    <a:pt x="5679865" y="2882899"/>
                  </a:lnTo>
                  <a:lnTo>
                    <a:pt x="5684045" y="2882899"/>
                  </a:lnTo>
                  <a:lnTo>
                    <a:pt x="5689139" y="2870199"/>
                  </a:lnTo>
                  <a:lnTo>
                    <a:pt x="6120679" y="2870200"/>
                  </a:lnTo>
                  <a:lnTo>
                    <a:pt x="6120679" y="2806699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67455" y="1326387"/>
            <a:ext cx="2070100" cy="1049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ts val="2830"/>
              </a:lnSpc>
              <a:spcBef>
                <a:spcPts val="100"/>
              </a:spcBef>
            </a:pP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A</a:t>
            </a:r>
            <a:r>
              <a:rPr sz="2800" b="1" spc="-100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partir</a:t>
            </a:r>
            <a:r>
              <a:rPr sz="2800" b="1" spc="-25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de</a:t>
            </a:r>
            <a:r>
              <a:rPr sz="2800" b="1" spc="-25" dirty="0">
                <a:solidFill>
                  <a:srgbClr val="FF0000"/>
                </a:solidFill>
                <a:latin typeface="Arial Narrow"/>
                <a:cs typeface="Arial Narrow"/>
              </a:rPr>
              <a:t> una</a:t>
            </a:r>
            <a:endParaRPr sz="2800">
              <a:latin typeface="Arial Narrow"/>
              <a:cs typeface="Arial Narrow"/>
            </a:endParaRPr>
          </a:p>
          <a:p>
            <a:pPr marR="5715" algn="r">
              <a:lnSpc>
                <a:spcPts val="2350"/>
              </a:lnSpc>
            </a:pP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tabla</a:t>
            </a:r>
            <a:r>
              <a:rPr sz="2800" b="1" spc="-20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de</a:t>
            </a:r>
            <a:r>
              <a:rPr sz="2800" b="1" spc="-15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spc="-25" dirty="0">
                <a:solidFill>
                  <a:srgbClr val="FF0000"/>
                </a:solidFill>
                <a:latin typeface="Arial Narrow"/>
                <a:cs typeface="Arial Narrow"/>
              </a:rPr>
              <a:t>una</a:t>
            </a:r>
            <a:endParaRPr sz="2800">
              <a:latin typeface="Arial Narrow"/>
              <a:cs typeface="Arial Narrow"/>
            </a:endParaRPr>
          </a:p>
          <a:p>
            <a:pPr marL="1114425">
              <a:lnSpc>
                <a:spcPts val="2880"/>
              </a:lnSpc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BBDD: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47131" y="267715"/>
            <a:ext cx="6032500" cy="4503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75"/>
              </a:lnSpc>
              <a:spcBef>
                <a:spcPts val="100"/>
              </a:spcBef>
            </a:pPr>
            <a:r>
              <a:rPr sz="1800" b="1" dirty="0">
                <a:latin typeface="Courier New"/>
                <a:cs typeface="Courier New"/>
              </a:rPr>
              <a:t>&lt;?xml</a:t>
            </a:r>
            <a:r>
              <a:rPr sz="1800" b="1" spc="-10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version="1.0"</a:t>
            </a:r>
            <a:r>
              <a:rPr sz="1800" b="1" spc="-8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encoding="UTF-</a:t>
            </a:r>
            <a:r>
              <a:rPr sz="1800" b="1" spc="-20" dirty="0">
                <a:latin typeface="Courier New"/>
                <a:cs typeface="Courier New"/>
              </a:rPr>
              <a:t>8"?&gt;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ts val="1955"/>
              </a:lnSpc>
            </a:pPr>
            <a:r>
              <a:rPr sz="1800" b="1" spc="-10" dirty="0">
                <a:latin typeface="Courier New"/>
                <a:cs typeface="Courier New"/>
              </a:rPr>
              <a:t>&lt;Tabla_Peliculas&gt;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ts val="1955"/>
              </a:lnSpc>
            </a:pPr>
            <a:r>
              <a:rPr sz="1800" b="1" spc="-10" dirty="0">
                <a:latin typeface="Courier New"/>
                <a:cs typeface="Courier New"/>
              </a:rPr>
              <a:t>&lt;Pelicula&gt;</a:t>
            </a:r>
            <a:endParaRPr sz="1800">
              <a:latin typeface="Courier New"/>
              <a:cs typeface="Courier New"/>
            </a:endParaRPr>
          </a:p>
          <a:p>
            <a:pPr marL="831850">
              <a:lnSpc>
                <a:spcPts val="1945"/>
              </a:lnSpc>
            </a:pPr>
            <a:r>
              <a:rPr sz="1800" b="1" spc="-10" dirty="0">
                <a:latin typeface="Courier New"/>
                <a:cs typeface="Courier New"/>
              </a:rPr>
              <a:t>&lt;id&gt;1&lt;/id&gt;</a:t>
            </a:r>
            <a:endParaRPr sz="1800">
              <a:latin typeface="Courier New"/>
              <a:cs typeface="Courier New"/>
            </a:endParaRPr>
          </a:p>
          <a:p>
            <a:pPr marL="831850">
              <a:lnSpc>
                <a:spcPts val="1895"/>
              </a:lnSpc>
            </a:pPr>
            <a:r>
              <a:rPr sz="1800" b="1" spc="-10" dirty="0">
                <a:latin typeface="Courier New"/>
                <a:cs typeface="Courier New"/>
              </a:rPr>
              <a:t>&lt;titulo&gt;Octopussy&lt;/titulo&gt;</a:t>
            </a:r>
            <a:endParaRPr sz="1800">
              <a:latin typeface="Courier New"/>
              <a:cs typeface="Courier New"/>
            </a:endParaRPr>
          </a:p>
          <a:p>
            <a:pPr marL="831850">
              <a:lnSpc>
                <a:spcPts val="1955"/>
              </a:lnSpc>
            </a:pPr>
            <a:r>
              <a:rPr sz="1800" b="1" spc="-10" dirty="0">
                <a:latin typeface="Courier New"/>
                <a:cs typeface="Courier New"/>
              </a:rPr>
              <a:t>&lt;año&gt;1983&lt;/año&gt;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ts val="1955"/>
              </a:lnSpc>
            </a:pPr>
            <a:r>
              <a:rPr sz="1800" b="1" spc="-10" dirty="0">
                <a:latin typeface="Courier New"/>
                <a:cs typeface="Courier New"/>
              </a:rPr>
              <a:t>&lt;/Pelicula&gt;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ts val="1945"/>
              </a:lnSpc>
            </a:pPr>
            <a:r>
              <a:rPr sz="1800" b="1" spc="-10" dirty="0">
                <a:latin typeface="Courier New"/>
                <a:cs typeface="Courier New"/>
              </a:rPr>
              <a:t>&lt;Pelicula&gt;</a:t>
            </a:r>
            <a:endParaRPr sz="1800">
              <a:latin typeface="Courier New"/>
              <a:cs typeface="Courier New"/>
            </a:endParaRPr>
          </a:p>
          <a:p>
            <a:pPr marL="831850">
              <a:lnSpc>
                <a:spcPts val="1945"/>
              </a:lnSpc>
            </a:pPr>
            <a:r>
              <a:rPr sz="1800" b="1" spc="-10" dirty="0">
                <a:latin typeface="Courier New"/>
                <a:cs typeface="Courier New"/>
              </a:rPr>
              <a:t>&lt;id&gt;2&lt;/id&gt;</a:t>
            </a:r>
            <a:endParaRPr sz="1800">
              <a:latin typeface="Courier New"/>
              <a:cs typeface="Courier New"/>
            </a:endParaRPr>
          </a:p>
          <a:p>
            <a:pPr marL="831850">
              <a:lnSpc>
                <a:spcPts val="1955"/>
              </a:lnSpc>
            </a:pPr>
            <a:r>
              <a:rPr sz="1800" b="1" dirty="0">
                <a:latin typeface="Courier New"/>
                <a:cs typeface="Courier New"/>
              </a:rPr>
              <a:t>&lt;titulo&gt;Hable</a:t>
            </a:r>
            <a:r>
              <a:rPr sz="1800" b="1" spc="-8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con</a:t>
            </a:r>
            <a:r>
              <a:rPr sz="1800" b="1" spc="-8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ella&lt;/titulo&gt;</a:t>
            </a:r>
            <a:endParaRPr sz="1800">
              <a:latin typeface="Courier New"/>
              <a:cs typeface="Courier New"/>
            </a:endParaRPr>
          </a:p>
          <a:p>
            <a:pPr marL="831850">
              <a:lnSpc>
                <a:spcPts val="1955"/>
              </a:lnSpc>
            </a:pPr>
            <a:r>
              <a:rPr sz="1800" b="1" spc="-10" dirty="0">
                <a:latin typeface="Courier New"/>
                <a:cs typeface="Courier New"/>
              </a:rPr>
              <a:t>&lt;año&gt;2002&lt;/año&gt;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ts val="1945"/>
              </a:lnSpc>
            </a:pPr>
            <a:r>
              <a:rPr sz="1800" b="1" spc="-10" dirty="0">
                <a:latin typeface="Courier New"/>
                <a:cs typeface="Courier New"/>
              </a:rPr>
              <a:t>&lt;/Pelicula&gt;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ts val="1945"/>
              </a:lnSpc>
            </a:pPr>
            <a:r>
              <a:rPr sz="1800" b="1" spc="-10" dirty="0">
                <a:latin typeface="Courier New"/>
                <a:cs typeface="Courier New"/>
              </a:rPr>
              <a:t>&lt;Pelicula&gt;</a:t>
            </a:r>
            <a:endParaRPr sz="1800">
              <a:latin typeface="Courier New"/>
              <a:cs typeface="Courier New"/>
            </a:endParaRPr>
          </a:p>
          <a:p>
            <a:pPr marL="831850">
              <a:lnSpc>
                <a:spcPts val="1895"/>
              </a:lnSpc>
            </a:pPr>
            <a:r>
              <a:rPr sz="1800" b="1" spc="-10" dirty="0">
                <a:latin typeface="Courier New"/>
                <a:cs typeface="Courier New"/>
              </a:rPr>
              <a:t>&lt;id&gt;3&lt;/id&gt;</a:t>
            </a:r>
            <a:endParaRPr sz="1800">
              <a:latin typeface="Courier New"/>
              <a:cs typeface="Courier New"/>
            </a:endParaRPr>
          </a:p>
          <a:p>
            <a:pPr marL="831850">
              <a:lnSpc>
                <a:spcPts val="1955"/>
              </a:lnSpc>
            </a:pPr>
            <a:r>
              <a:rPr sz="1800" b="1" dirty="0">
                <a:latin typeface="Courier New"/>
                <a:cs typeface="Courier New"/>
              </a:rPr>
              <a:t>&lt;titulo&gt;Ocho</a:t>
            </a:r>
            <a:r>
              <a:rPr sz="1800" b="1" spc="-11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apellidos</a:t>
            </a:r>
            <a:r>
              <a:rPr sz="1800" b="1" spc="-11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vascos&lt;/titulo&gt;</a:t>
            </a:r>
            <a:endParaRPr sz="1800">
              <a:latin typeface="Courier New"/>
              <a:cs typeface="Courier New"/>
            </a:endParaRPr>
          </a:p>
          <a:p>
            <a:pPr marL="831850">
              <a:lnSpc>
                <a:spcPts val="1955"/>
              </a:lnSpc>
            </a:pPr>
            <a:r>
              <a:rPr sz="1800" b="1" spc="-10" dirty="0">
                <a:latin typeface="Courier New"/>
                <a:cs typeface="Courier New"/>
              </a:rPr>
              <a:t>&lt;año&gt;2014&lt;/año&gt;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ts val="1945"/>
              </a:lnSpc>
            </a:pPr>
            <a:r>
              <a:rPr sz="1800" b="1" spc="-10" dirty="0">
                <a:latin typeface="Courier New"/>
                <a:cs typeface="Courier New"/>
              </a:rPr>
              <a:t>&lt;/Pelicula&gt;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ts val="2075"/>
              </a:lnSpc>
            </a:pPr>
            <a:r>
              <a:rPr sz="1800" b="1" spc="-10" dirty="0">
                <a:latin typeface="Courier New"/>
                <a:cs typeface="Courier New"/>
              </a:rPr>
              <a:t>&lt;/Tabla_Peliculas&gt;</a:t>
            </a:r>
            <a:endParaRPr sz="1800">
              <a:latin typeface="Courier New"/>
              <a:cs typeface="Courier New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60431" y="123478"/>
            <a:ext cx="648071" cy="648071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XML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980258" y="2327149"/>
            <a:ext cx="6163945" cy="2816860"/>
            <a:chOff x="2980258" y="2327149"/>
            <a:chExt cx="6163945" cy="2816860"/>
          </a:xfrm>
        </p:grpSpPr>
        <p:sp>
          <p:nvSpPr>
            <p:cNvPr id="4" name="object 4"/>
            <p:cNvSpPr/>
            <p:nvPr/>
          </p:nvSpPr>
          <p:spPr>
            <a:xfrm>
              <a:off x="8254885" y="3943583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992958" y="2339849"/>
              <a:ext cx="1602105" cy="801370"/>
            </a:xfrm>
            <a:custGeom>
              <a:avLst/>
              <a:gdLst/>
              <a:ahLst/>
              <a:cxnLst/>
              <a:rect l="l" t="t" r="r" b="b"/>
              <a:pathLst>
                <a:path w="1602104" h="801369">
                  <a:moveTo>
                    <a:pt x="1521430" y="0"/>
                  </a:moveTo>
                  <a:lnTo>
                    <a:pt x="80074" y="0"/>
                  </a:lnTo>
                  <a:lnTo>
                    <a:pt x="48906" y="6292"/>
                  </a:lnTo>
                  <a:lnTo>
                    <a:pt x="23453" y="23454"/>
                  </a:lnTo>
                  <a:lnTo>
                    <a:pt x="6292" y="48907"/>
                  </a:lnTo>
                  <a:lnTo>
                    <a:pt x="0" y="80076"/>
                  </a:lnTo>
                  <a:lnTo>
                    <a:pt x="0" y="720678"/>
                  </a:lnTo>
                  <a:lnTo>
                    <a:pt x="6292" y="751846"/>
                  </a:lnTo>
                  <a:lnTo>
                    <a:pt x="23453" y="777300"/>
                  </a:lnTo>
                  <a:lnTo>
                    <a:pt x="48906" y="794461"/>
                  </a:lnTo>
                  <a:lnTo>
                    <a:pt x="80074" y="800754"/>
                  </a:lnTo>
                  <a:lnTo>
                    <a:pt x="1521430" y="800754"/>
                  </a:lnTo>
                  <a:lnTo>
                    <a:pt x="1552600" y="794461"/>
                  </a:lnTo>
                  <a:lnTo>
                    <a:pt x="1578053" y="777300"/>
                  </a:lnTo>
                  <a:lnTo>
                    <a:pt x="1595214" y="751846"/>
                  </a:lnTo>
                  <a:lnTo>
                    <a:pt x="1601506" y="720678"/>
                  </a:lnTo>
                  <a:lnTo>
                    <a:pt x="1601506" y="80076"/>
                  </a:lnTo>
                  <a:lnTo>
                    <a:pt x="1595214" y="48907"/>
                  </a:lnTo>
                  <a:lnTo>
                    <a:pt x="1578053" y="23454"/>
                  </a:lnTo>
                  <a:lnTo>
                    <a:pt x="1552600" y="6292"/>
                  </a:lnTo>
                  <a:lnTo>
                    <a:pt x="1521430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992958" y="2339849"/>
              <a:ext cx="1602105" cy="801370"/>
            </a:xfrm>
            <a:custGeom>
              <a:avLst/>
              <a:gdLst/>
              <a:ahLst/>
              <a:cxnLst/>
              <a:rect l="l" t="t" r="r" b="b"/>
              <a:pathLst>
                <a:path w="1602104" h="801369">
                  <a:moveTo>
                    <a:pt x="0" y="80075"/>
                  </a:moveTo>
                  <a:lnTo>
                    <a:pt x="6292" y="48906"/>
                  </a:lnTo>
                  <a:lnTo>
                    <a:pt x="23453" y="23453"/>
                  </a:lnTo>
                  <a:lnTo>
                    <a:pt x="48906" y="6292"/>
                  </a:lnTo>
                  <a:lnTo>
                    <a:pt x="80075" y="0"/>
                  </a:lnTo>
                  <a:lnTo>
                    <a:pt x="1521432" y="0"/>
                  </a:lnTo>
                  <a:lnTo>
                    <a:pt x="1552600" y="6292"/>
                  </a:lnTo>
                  <a:lnTo>
                    <a:pt x="1578053" y="23453"/>
                  </a:lnTo>
                  <a:lnTo>
                    <a:pt x="1595214" y="48906"/>
                  </a:lnTo>
                  <a:lnTo>
                    <a:pt x="1601507" y="80075"/>
                  </a:lnTo>
                  <a:lnTo>
                    <a:pt x="1601507" y="720677"/>
                  </a:lnTo>
                  <a:lnTo>
                    <a:pt x="1595214" y="751846"/>
                  </a:lnTo>
                  <a:lnTo>
                    <a:pt x="1578053" y="777299"/>
                  </a:lnTo>
                  <a:lnTo>
                    <a:pt x="1552600" y="794460"/>
                  </a:lnTo>
                  <a:lnTo>
                    <a:pt x="1521432" y="800753"/>
                  </a:lnTo>
                  <a:lnTo>
                    <a:pt x="80075" y="800753"/>
                  </a:lnTo>
                  <a:lnTo>
                    <a:pt x="48906" y="794460"/>
                  </a:lnTo>
                  <a:lnTo>
                    <a:pt x="23453" y="777299"/>
                  </a:lnTo>
                  <a:lnTo>
                    <a:pt x="6292" y="751846"/>
                  </a:lnTo>
                  <a:lnTo>
                    <a:pt x="0" y="720677"/>
                  </a:lnTo>
                  <a:lnTo>
                    <a:pt x="0" y="80075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929380" y="1326387"/>
            <a:ext cx="1908175" cy="74485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503555" marR="5080" indent="-491490">
              <a:lnSpc>
                <a:spcPct val="68600"/>
              </a:lnSpc>
              <a:spcBef>
                <a:spcPts val="1155"/>
              </a:spcBef>
            </a:pP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A</a:t>
            </a:r>
            <a:r>
              <a:rPr sz="2800" b="1" spc="-100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partir</a:t>
            </a:r>
            <a:r>
              <a:rPr sz="2800" b="1" spc="-25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de</a:t>
            </a:r>
            <a:r>
              <a:rPr sz="2800" b="1" spc="-25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spc="-35" dirty="0">
                <a:solidFill>
                  <a:srgbClr val="FF0000"/>
                </a:solidFill>
                <a:latin typeface="Arial Narrow"/>
                <a:cs typeface="Arial Narrow"/>
              </a:rPr>
              <a:t>un </a:t>
            </a: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diagrama: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93197" y="2562860"/>
            <a:ext cx="6013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10" dirty="0">
                <a:solidFill>
                  <a:srgbClr val="FFFFFF"/>
                </a:solidFill>
                <a:latin typeface="Arial"/>
                <a:cs typeface="Arial"/>
              </a:rPr>
              <a:t>E-</a:t>
            </a:r>
            <a:r>
              <a:rPr sz="1800" spc="-35" dirty="0">
                <a:solidFill>
                  <a:srgbClr val="FFFFFF"/>
                </a:solidFill>
                <a:latin typeface="Arial"/>
                <a:cs typeface="Arial"/>
              </a:rPr>
              <a:t>mail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581765" y="485415"/>
            <a:ext cx="2267585" cy="2267585"/>
            <a:chOff x="4581765" y="485415"/>
            <a:chExt cx="2267585" cy="2267585"/>
          </a:xfrm>
        </p:grpSpPr>
        <p:sp>
          <p:nvSpPr>
            <p:cNvPr id="10" name="object 10"/>
            <p:cNvSpPr/>
            <p:nvPr/>
          </p:nvSpPr>
          <p:spPr>
            <a:xfrm>
              <a:off x="4594465" y="898492"/>
              <a:ext cx="640715" cy="1842135"/>
            </a:xfrm>
            <a:custGeom>
              <a:avLst/>
              <a:gdLst/>
              <a:ahLst/>
              <a:cxnLst/>
              <a:rect l="l" t="t" r="r" b="b"/>
              <a:pathLst>
                <a:path w="640714" h="1842135">
                  <a:moveTo>
                    <a:pt x="0" y="1841733"/>
                  </a:moveTo>
                  <a:lnTo>
                    <a:pt x="640602" y="0"/>
                  </a:lnTo>
                </a:path>
              </a:pathLst>
            </a:custGeom>
            <a:ln w="25400">
              <a:solidFill>
                <a:srgbClr val="3D669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235069" y="498115"/>
              <a:ext cx="1602105" cy="801370"/>
            </a:xfrm>
            <a:custGeom>
              <a:avLst/>
              <a:gdLst/>
              <a:ahLst/>
              <a:cxnLst/>
              <a:rect l="l" t="t" r="r" b="b"/>
              <a:pathLst>
                <a:path w="1602104" h="801369">
                  <a:moveTo>
                    <a:pt x="1521432" y="0"/>
                  </a:moveTo>
                  <a:lnTo>
                    <a:pt x="80076" y="0"/>
                  </a:lnTo>
                  <a:lnTo>
                    <a:pt x="48906" y="6292"/>
                  </a:lnTo>
                  <a:lnTo>
                    <a:pt x="23453" y="23453"/>
                  </a:lnTo>
                  <a:lnTo>
                    <a:pt x="6292" y="48906"/>
                  </a:lnTo>
                  <a:lnTo>
                    <a:pt x="0" y="80076"/>
                  </a:lnTo>
                  <a:lnTo>
                    <a:pt x="0" y="720678"/>
                  </a:lnTo>
                  <a:lnTo>
                    <a:pt x="6292" y="751846"/>
                  </a:lnTo>
                  <a:lnTo>
                    <a:pt x="23453" y="777299"/>
                  </a:lnTo>
                  <a:lnTo>
                    <a:pt x="48906" y="794460"/>
                  </a:lnTo>
                  <a:lnTo>
                    <a:pt x="80076" y="800752"/>
                  </a:lnTo>
                  <a:lnTo>
                    <a:pt x="1521432" y="800752"/>
                  </a:lnTo>
                  <a:lnTo>
                    <a:pt x="1552600" y="794460"/>
                  </a:lnTo>
                  <a:lnTo>
                    <a:pt x="1578053" y="777299"/>
                  </a:lnTo>
                  <a:lnTo>
                    <a:pt x="1595214" y="751846"/>
                  </a:lnTo>
                  <a:lnTo>
                    <a:pt x="1601506" y="720678"/>
                  </a:lnTo>
                  <a:lnTo>
                    <a:pt x="1601506" y="80076"/>
                  </a:lnTo>
                  <a:lnTo>
                    <a:pt x="1595214" y="48906"/>
                  </a:lnTo>
                  <a:lnTo>
                    <a:pt x="1578053" y="23453"/>
                  </a:lnTo>
                  <a:lnTo>
                    <a:pt x="1552600" y="6292"/>
                  </a:lnTo>
                  <a:lnTo>
                    <a:pt x="1521432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235069" y="498115"/>
              <a:ext cx="1602105" cy="801370"/>
            </a:xfrm>
            <a:custGeom>
              <a:avLst/>
              <a:gdLst/>
              <a:ahLst/>
              <a:cxnLst/>
              <a:rect l="l" t="t" r="r" b="b"/>
              <a:pathLst>
                <a:path w="1602104" h="801369">
                  <a:moveTo>
                    <a:pt x="0" y="80075"/>
                  </a:moveTo>
                  <a:lnTo>
                    <a:pt x="6292" y="48906"/>
                  </a:lnTo>
                  <a:lnTo>
                    <a:pt x="23453" y="23453"/>
                  </a:lnTo>
                  <a:lnTo>
                    <a:pt x="48906" y="6292"/>
                  </a:lnTo>
                  <a:lnTo>
                    <a:pt x="80075" y="0"/>
                  </a:lnTo>
                  <a:lnTo>
                    <a:pt x="1521432" y="0"/>
                  </a:lnTo>
                  <a:lnTo>
                    <a:pt x="1552600" y="6292"/>
                  </a:lnTo>
                  <a:lnTo>
                    <a:pt x="1578053" y="23453"/>
                  </a:lnTo>
                  <a:lnTo>
                    <a:pt x="1595214" y="48906"/>
                  </a:lnTo>
                  <a:lnTo>
                    <a:pt x="1601507" y="80075"/>
                  </a:lnTo>
                  <a:lnTo>
                    <a:pt x="1601507" y="720677"/>
                  </a:lnTo>
                  <a:lnTo>
                    <a:pt x="1595214" y="751846"/>
                  </a:lnTo>
                  <a:lnTo>
                    <a:pt x="1578053" y="777299"/>
                  </a:lnTo>
                  <a:lnTo>
                    <a:pt x="1552600" y="794460"/>
                  </a:lnTo>
                  <a:lnTo>
                    <a:pt x="1521432" y="800753"/>
                  </a:lnTo>
                  <a:lnTo>
                    <a:pt x="80075" y="800753"/>
                  </a:lnTo>
                  <a:lnTo>
                    <a:pt x="48906" y="794460"/>
                  </a:lnTo>
                  <a:lnTo>
                    <a:pt x="23453" y="777299"/>
                  </a:lnTo>
                  <a:lnTo>
                    <a:pt x="6292" y="751846"/>
                  </a:lnTo>
                  <a:lnTo>
                    <a:pt x="0" y="720677"/>
                  </a:lnTo>
                  <a:lnTo>
                    <a:pt x="0" y="80075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694733" y="721867"/>
            <a:ext cx="6826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Remite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823876" y="24983"/>
            <a:ext cx="2267585" cy="886460"/>
            <a:chOff x="6823876" y="24983"/>
            <a:chExt cx="2267585" cy="886460"/>
          </a:xfrm>
        </p:grpSpPr>
        <p:sp>
          <p:nvSpPr>
            <p:cNvPr id="15" name="object 15"/>
            <p:cNvSpPr/>
            <p:nvPr/>
          </p:nvSpPr>
          <p:spPr>
            <a:xfrm>
              <a:off x="6836576" y="438059"/>
              <a:ext cx="640715" cy="461009"/>
            </a:xfrm>
            <a:custGeom>
              <a:avLst/>
              <a:gdLst/>
              <a:ahLst/>
              <a:cxnLst/>
              <a:rect l="l" t="t" r="r" b="b"/>
              <a:pathLst>
                <a:path w="640715" h="461009">
                  <a:moveTo>
                    <a:pt x="0" y="460433"/>
                  </a:moveTo>
                  <a:lnTo>
                    <a:pt x="640603" y="0"/>
                  </a:lnTo>
                </a:path>
              </a:pathLst>
            </a:custGeom>
            <a:ln w="25399">
              <a:solidFill>
                <a:srgbClr val="4774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477180" y="37683"/>
              <a:ext cx="1602105" cy="801370"/>
            </a:xfrm>
            <a:custGeom>
              <a:avLst/>
              <a:gdLst/>
              <a:ahLst/>
              <a:cxnLst/>
              <a:rect l="l" t="t" r="r" b="b"/>
              <a:pathLst>
                <a:path w="1602104" h="801369">
                  <a:moveTo>
                    <a:pt x="1521430" y="0"/>
                  </a:moveTo>
                  <a:lnTo>
                    <a:pt x="80074" y="0"/>
                  </a:lnTo>
                  <a:lnTo>
                    <a:pt x="48906" y="6292"/>
                  </a:lnTo>
                  <a:lnTo>
                    <a:pt x="23453" y="23453"/>
                  </a:lnTo>
                  <a:lnTo>
                    <a:pt x="6292" y="48906"/>
                  </a:lnTo>
                  <a:lnTo>
                    <a:pt x="0" y="80074"/>
                  </a:lnTo>
                  <a:lnTo>
                    <a:pt x="0" y="720676"/>
                  </a:lnTo>
                  <a:lnTo>
                    <a:pt x="6292" y="751846"/>
                  </a:lnTo>
                  <a:lnTo>
                    <a:pt x="23453" y="777299"/>
                  </a:lnTo>
                  <a:lnTo>
                    <a:pt x="48906" y="794460"/>
                  </a:lnTo>
                  <a:lnTo>
                    <a:pt x="80074" y="800752"/>
                  </a:lnTo>
                  <a:lnTo>
                    <a:pt x="1521430" y="800752"/>
                  </a:lnTo>
                  <a:lnTo>
                    <a:pt x="1552600" y="794460"/>
                  </a:lnTo>
                  <a:lnTo>
                    <a:pt x="1578053" y="777299"/>
                  </a:lnTo>
                  <a:lnTo>
                    <a:pt x="1595214" y="751846"/>
                  </a:lnTo>
                  <a:lnTo>
                    <a:pt x="1601506" y="720676"/>
                  </a:lnTo>
                  <a:lnTo>
                    <a:pt x="1601506" y="80074"/>
                  </a:lnTo>
                  <a:lnTo>
                    <a:pt x="1595214" y="48906"/>
                  </a:lnTo>
                  <a:lnTo>
                    <a:pt x="1578053" y="23453"/>
                  </a:lnTo>
                  <a:lnTo>
                    <a:pt x="1552600" y="6292"/>
                  </a:lnTo>
                  <a:lnTo>
                    <a:pt x="1521430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477180" y="37683"/>
              <a:ext cx="1602105" cy="801370"/>
            </a:xfrm>
            <a:custGeom>
              <a:avLst/>
              <a:gdLst/>
              <a:ahLst/>
              <a:cxnLst/>
              <a:rect l="l" t="t" r="r" b="b"/>
              <a:pathLst>
                <a:path w="1602104" h="801369">
                  <a:moveTo>
                    <a:pt x="0" y="80075"/>
                  </a:moveTo>
                  <a:lnTo>
                    <a:pt x="6292" y="48906"/>
                  </a:lnTo>
                  <a:lnTo>
                    <a:pt x="23453" y="23453"/>
                  </a:lnTo>
                  <a:lnTo>
                    <a:pt x="48906" y="6292"/>
                  </a:lnTo>
                  <a:lnTo>
                    <a:pt x="80075" y="0"/>
                  </a:lnTo>
                  <a:lnTo>
                    <a:pt x="1521432" y="0"/>
                  </a:lnTo>
                  <a:lnTo>
                    <a:pt x="1552600" y="6292"/>
                  </a:lnTo>
                  <a:lnTo>
                    <a:pt x="1578053" y="23453"/>
                  </a:lnTo>
                  <a:lnTo>
                    <a:pt x="1595214" y="48906"/>
                  </a:lnTo>
                  <a:lnTo>
                    <a:pt x="1601507" y="80075"/>
                  </a:lnTo>
                  <a:lnTo>
                    <a:pt x="1601507" y="720677"/>
                  </a:lnTo>
                  <a:lnTo>
                    <a:pt x="1595214" y="751846"/>
                  </a:lnTo>
                  <a:lnTo>
                    <a:pt x="1578053" y="777299"/>
                  </a:lnTo>
                  <a:lnTo>
                    <a:pt x="1552600" y="794460"/>
                  </a:lnTo>
                  <a:lnTo>
                    <a:pt x="1521432" y="800753"/>
                  </a:lnTo>
                  <a:lnTo>
                    <a:pt x="80075" y="800753"/>
                  </a:lnTo>
                  <a:lnTo>
                    <a:pt x="48906" y="794460"/>
                  </a:lnTo>
                  <a:lnTo>
                    <a:pt x="23453" y="777299"/>
                  </a:lnTo>
                  <a:lnTo>
                    <a:pt x="6292" y="751846"/>
                  </a:lnTo>
                  <a:lnTo>
                    <a:pt x="0" y="720677"/>
                  </a:lnTo>
                  <a:lnTo>
                    <a:pt x="0" y="80075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573560" y="136651"/>
            <a:ext cx="1409065" cy="55308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323850" marR="5080" indent="-311785">
              <a:lnSpc>
                <a:spcPts val="1989"/>
              </a:lnSpc>
              <a:spcBef>
                <a:spcPts val="305"/>
              </a:spcBef>
            </a:pPr>
            <a:r>
              <a:rPr sz="1800" spc="-70" dirty="0">
                <a:solidFill>
                  <a:srgbClr val="FFFFFF"/>
                </a:solidFill>
                <a:latin typeface="Arial"/>
                <a:cs typeface="Arial"/>
              </a:rPr>
              <a:t>Nombre: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60" dirty="0">
                <a:solidFill>
                  <a:srgbClr val="FFFFFF"/>
                </a:solidFill>
                <a:latin typeface="Arial"/>
                <a:cs typeface="Arial"/>
              </a:rPr>
              <a:t>Nuria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Delgado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823877" y="885793"/>
            <a:ext cx="2267585" cy="886460"/>
            <a:chOff x="6823877" y="885793"/>
            <a:chExt cx="2267585" cy="886460"/>
          </a:xfrm>
        </p:grpSpPr>
        <p:sp>
          <p:nvSpPr>
            <p:cNvPr id="20" name="object 20"/>
            <p:cNvSpPr/>
            <p:nvPr/>
          </p:nvSpPr>
          <p:spPr>
            <a:xfrm>
              <a:off x="6836577" y="898493"/>
              <a:ext cx="640715" cy="461009"/>
            </a:xfrm>
            <a:custGeom>
              <a:avLst/>
              <a:gdLst/>
              <a:ahLst/>
              <a:cxnLst/>
              <a:rect l="l" t="t" r="r" b="b"/>
              <a:pathLst>
                <a:path w="640715" h="461009">
                  <a:moveTo>
                    <a:pt x="0" y="0"/>
                  </a:moveTo>
                  <a:lnTo>
                    <a:pt x="640603" y="460433"/>
                  </a:lnTo>
                </a:path>
              </a:pathLst>
            </a:custGeom>
            <a:ln w="25399">
              <a:solidFill>
                <a:srgbClr val="4774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477181" y="958550"/>
              <a:ext cx="1602105" cy="801370"/>
            </a:xfrm>
            <a:custGeom>
              <a:avLst/>
              <a:gdLst/>
              <a:ahLst/>
              <a:cxnLst/>
              <a:rect l="l" t="t" r="r" b="b"/>
              <a:pathLst>
                <a:path w="1602104" h="801369">
                  <a:moveTo>
                    <a:pt x="1521430" y="0"/>
                  </a:moveTo>
                  <a:lnTo>
                    <a:pt x="80074" y="0"/>
                  </a:lnTo>
                  <a:lnTo>
                    <a:pt x="48906" y="6292"/>
                  </a:lnTo>
                  <a:lnTo>
                    <a:pt x="23453" y="23453"/>
                  </a:lnTo>
                  <a:lnTo>
                    <a:pt x="6292" y="48906"/>
                  </a:lnTo>
                  <a:lnTo>
                    <a:pt x="0" y="80074"/>
                  </a:lnTo>
                  <a:lnTo>
                    <a:pt x="0" y="720676"/>
                  </a:lnTo>
                  <a:lnTo>
                    <a:pt x="6292" y="751846"/>
                  </a:lnTo>
                  <a:lnTo>
                    <a:pt x="23453" y="777299"/>
                  </a:lnTo>
                  <a:lnTo>
                    <a:pt x="48906" y="794460"/>
                  </a:lnTo>
                  <a:lnTo>
                    <a:pt x="80074" y="800752"/>
                  </a:lnTo>
                  <a:lnTo>
                    <a:pt x="1521430" y="800752"/>
                  </a:lnTo>
                  <a:lnTo>
                    <a:pt x="1552600" y="794460"/>
                  </a:lnTo>
                  <a:lnTo>
                    <a:pt x="1578053" y="777299"/>
                  </a:lnTo>
                  <a:lnTo>
                    <a:pt x="1595214" y="751846"/>
                  </a:lnTo>
                  <a:lnTo>
                    <a:pt x="1601506" y="720676"/>
                  </a:lnTo>
                  <a:lnTo>
                    <a:pt x="1601506" y="80074"/>
                  </a:lnTo>
                  <a:lnTo>
                    <a:pt x="1595214" y="48906"/>
                  </a:lnTo>
                  <a:lnTo>
                    <a:pt x="1578053" y="23453"/>
                  </a:lnTo>
                  <a:lnTo>
                    <a:pt x="1552600" y="6292"/>
                  </a:lnTo>
                  <a:lnTo>
                    <a:pt x="1521430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477181" y="958550"/>
              <a:ext cx="1602105" cy="801370"/>
            </a:xfrm>
            <a:custGeom>
              <a:avLst/>
              <a:gdLst/>
              <a:ahLst/>
              <a:cxnLst/>
              <a:rect l="l" t="t" r="r" b="b"/>
              <a:pathLst>
                <a:path w="1602104" h="801369">
                  <a:moveTo>
                    <a:pt x="0" y="80075"/>
                  </a:moveTo>
                  <a:lnTo>
                    <a:pt x="6292" y="48906"/>
                  </a:lnTo>
                  <a:lnTo>
                    <a:pt x="23453" y="23453"/>
                  </a:lnTo>
                  <a:lnTo>
                    <a:pt x="48906" y="6292"/>
                  </a:lnTo>
                  <a:lnTo>
                    <a:pt x="80075" y="0"/>
                  </a:lnTo>
                  <a:lnTo>
                    <a:pt x="1521432" y="0"/>
                  </a:lnTo>
                  <a:lnTo>
                    <a:pt x="1552600" y="6292"/>
                  </a:lnTo>
                  <a:lnTo>
                    <a:pt x="1578053" y="23453"/>
                  </a:lnTo>
                  <a:lnTo>
                    <a:pt x="1595214" y="48906"/>
                  </a:lnTo>
                  <a:lnTo>
                    <a:pt x="1601507" y="80075"/>
                  </a:lnTo>
                  <a:lnTo>
                    <a:pt x="1601507" y="720677"/>
                  </a:lnTo>
                  <a:lnTo>
                    <a:pt x="1595214" y="751846"/>
                  </a:lnTo>
                  <a:lnTo>
                    <a:pt x="1578053" y="777299"/>
                  </a:lnTo>
                  <a:lnTo>
                    <a:pt x="1552600" y="794460"/>
                  </a:lnTo>
                  <a:lnTo>
                    <a:pt x="1521432" y="800753"/>
                  </a:lnTo>
                  <a:lnTo>
                    <a:pt x="80075" y="800753"/>
                  </a:lnTo>
                  <a:lnTo>
                    <a:pt x="48906" y="794460"/>
                  </a:lnTo>
                  <a:lnTo>
                    <a:pt x="23453" y="777299"/>
                  </a:lnTo>
                  <a:lnTo>
                    <a:pt x="6292" y="751846"/>
                  </a:lnTo>
                  <a:lnTo>
                    <a:pt x="0" y="720677"/>
                  </a:lnTo>
                  <a:lnTo>
                    <a:pt x="0" y="80075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7512949" y="932179"/>
            <a:ext cx="1529080" cy="79375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marR="5080" indent="1270" algn="ctr">
              <a:lnSpc>
                <a:spcPct val="90000"/>
              </a:lnSpc>
              <a:spcBef>
                <a:spcPts val="315"/>
              </a:spcBef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Dirección: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Nuriadel@gmail 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c.om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581766" y="2327149"/>
            <a:ext cx="2267585" cy="826769"/>
            <a:chOff x="4581766" y="2327149"/>
            <a:chExt cx="2267585" cy="826769"/>
          </a:xfrm>
        </p:grpSpPr>
        <p:sp>
          <p:nvSpPr>
            <p:cNvPr id="25" name="object 25"/>
            <p:cNvSpPr/>
            <p:nvPr/>
          </p:nvSpPr>
          <p:spPr>
            <a:xfrm>
              <a:off x="4594466" y="2740226"/>
              <a:ext cx="640715" cy="0"/>
            </a:xfrm>
            <a:custGeom>
              <a:avLst/>
              <a:gdLst/>
              <a:ahLst/>
              <a:cxnLst/>
              <a:rect l="l" t="t" r="r" b="b"/>
              <a:pathLst>
                <a:path w="640714">
                  <a:moveTo>
                    <a:pt x="0" y="0"/>
                  </a:moveTo>
                  <a:lnTo>
                    <a:pt x="640603" y="0"/>
                  </a:lnTo>
                </a:path>
              </a:pathLst>
            </a:custGeom>
            <a:ln w="25400">
              <a:solidFill>
                <a:srgbClr val="3D669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235069" y="2339849"/>
              <a:ext cx="1602105" cy="801370"/>
            </a:xfrm>
            <a:custGeom>
              <a:avLst/>
              <a:gdLst/>
              <a:ahLst/>
              <a:cxnLst/>
              <a:rect l="l" t="t" r="r" b="b"/>
              <a:pathLst>
                <a:path w="1602104" h="801369">
                  <a:moveTo>
                    <a:pt x="1521432" y="0"/>
                  </a:moveTo>
                  <a:lnTo>
                    <a:pt x="80076" y="0"/>
                  </a:lnTo>
                  <a:lnTo>
                    <a:pt x="48906" y="6292"/>
                  </a:lnTo>
                  <a:lnTo>
                    <a:pt x="23453" y="23454"/>
                  </a:lnTo>
                  <a:lnTo>
                    <a:pt x="6292" y="48907"/>
                  </a:lnTo>
                  <a:lnTo>
                    <a:pt x="0" y="80076"/>
                  </a:lnTo>
                  <a:lnTo>
                    <a:pt x="0" y="720678"/>
                  </a:lnTo>
                  <a:lnTo>
                    <a:pt x="6292" y="751846"/>
                  </a:lnTo>
                  <a:lnTo>
                    <a:pt x="23453" y="777300"/>
                  </a:lnTo>
                  <a:lnTo>
                    <a:pt x="48906" y="794461"/>
                  </a:lnTo>
                  <a:lnTo>
                    <a:pt x="80076" y="800754"/>
                  </a:lnTo>
                  <a:lnTo>
                    <a:pt x="1521432" y="800754"/>
                  </a:lnTo>
                  <a:lnTo>
                    <a:pt x="1552600" y="794461"/>
                  </a:lnTo>
                  <a:lnTo>
                    <a:pt x="1578053" y="777300"/>
                  </a:lnTo>
                  <a:lnTo>
                    <a:pt x="1595214" y="751846"/>
                  </a:lnTo>
                  <a:lnTo>
                    <a:pt x="1601506" y="720678"/>
                  </a:lnTo>
                  <a:lnTo>
                    <a:pt x="1601506" y="80076"/>
                  </a:lnTo>
                  <a:lnTo>
                    <a:pt x="1595214" y="48907"/>
                  </a:lnTo>
                  <a:lnTo>
                    <a:pt x="1578053" y="23454"/>
                  </a:lnTo>
                  <a:lnTo>
                    <a:pt x="1552600" y="6292"/>
                  </a:lnTo>
                  <a:lnTo>
                    <a:pt x="1521432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235069" y="2339849"/>
              <a:ext cx="1602105" cy="801370"/>
            </a:xfrm>
            <a:custGeom>
              <a:avLst/>
              <a:gdLst/>
              <a:ahLst/>
              <a:cxnLst/>
              <a:rect l="l" t="t" r="r" b="b"/>
              <a:pathLst>
                <a:path w="1602104" h="801369">
                  <a:moveTo>
                    <a:pt x="0" y="80075"/>
                  </a:moveTo>
                  <a:lnTo>
                    <a:pt x="6292" y="48906"/>
                  </a:lnTo>
                  <a:lnTo>
                    <a:pt x="23453" y="23453"/>
                  </a:lnTo>
                  <a:lnTo>
                    <a:pt x="48906" y="6292"/>
                  </a:lnTo>
                  <a:lnTo>
                    <a:pt x="80075" y="0"/>
                  </a:lnTo>
                  <a:lnTo>
                    <a:pt x="1521432" y="0"/>
                  </a:lnTo>
                  <a:lnTo>
                    <a:pt x="1552600" y="6292"/>
                  </a:lnTo>
                  <a:lnTo>
                    <a:pt x="1578053" y="23453"/>
                  </a:lnTo>
                  <a:lnTo>
                    <a:pt x="1595214" y="48906"/>
                  </a:lnTo>
                  <a:lnTo>
                    <a:pt x="1601507" y="80075"/>
                  </a:lnTo>
                  <a:lnTo>
                    <a:pt x="1601507" y="720677"/>
                  </a:lnTo>
                  <a:lnTo>
                    <a:pt x="1595214" y="751846"/>
                  </a:lnTo>
                  <a:lnTo>
                    <a:pt x="1578053" y="777299"/>
                  </a:lnTo>
                  <a:lnTo>
                    <a:pt x="1552600" y="794460"/>
                  </a:lnTo>
                  <a:lnTo>
                    <a:pt x="1521432" y="800753"/>
                  </a:lnTo>
                  <a:lnTo>
                    <a:pt x="80075" y="800753"/>
                  </a:lnTo>
                  <a:lnTo>
                    <a:pt x="48906" y="794460"/>
                  </a:lnTo>
                  <a:lnTo>
                    <a:pt x="23453" y="777299"/>
                  </a:lnTo>
                  <a:lnTo>
                    <a:pt x="6292" y="751846"/>
                  </a:lnTo>
                  <a:lnTo>
                    <a:pt x="0" y="720677"/>
                  </a:lnTo>
                  <a:lnTo>
                    <a:pt x="0" y="80075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5456290" y="2562860"/>
            <a:ext cx="11595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60" dirty="0">
                <a:solidFill>
                  <a:srgbClr val="FFFFFF"/>
                </a:solidFill>
                <a:latin typeface="Arial"/>
                <a:cs typeface="Arial"/>
              </a:rPr>
              <a:t>Destinatario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823876" y="1866717"/>
            <a:ext cx="2267585" cy="886460"/>
            <a:chOff x="6823876" y="1866717"/>
            <a:chExt cx="2267585" cy="886460"/>
          </a:xfrm>
        </p:grpSpPr>
        <p:sp>
          <p:nvSpPr>
            <p:cNvPr id="30" name="object 30"/>
            <p:cNvSpPr/>
            <p:nvPr/>
          </p:nvSpPr>
          <p:spPr>
            <a:xfrm>
              <a:off x="6836576" y="2279793"/>
              <a:ext cx="640715" cy="461009"/>
            </a:xfrm>
            <a:custGeom>
              <a:avLst/>
              <a:gdLst/>
              <a:ahLst/>
              <a:cxnLst/>
              <a:rect l="l" t="t" r="r" b="b"/>
              <a:pathLst>
                <a:path w="640715" h="461010">
                  <a:moveTo>
                    <a:pt x="0" y="460433"/>
                  </a:moveTo>
                  <a:lnTo>
                    <a:pt x="640603" y="0"/>
                  </a:lnTo>
                </a:path>
              </a:pathLst>
            </a:custGeom>
            <a:ln w="25399">
              <a:solidFill>
                <a:srgbClr val="4774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477180" y="1879417"/>
              <a:ext cx="1602105" cy="801370"/>
            </a:xfrm>
            <a:custGeom>
              <a:avLst/>
              <a:gdLst/>
              <a:ahLst/>
              <a:cxnLst/>
              <a:rect l="l" t="t" r="r" b="b"/>
              <a:pathLst>
                <a:path w="1602104" h="801369">
                  <a:moveTo>
                    <a:pt x="1521430" y="0"/>
                  </a:moveTo>
                  <a:lnTo>
                    <a:pt x="80074" y="0"/>
                  </a:lnTo>
                  <a:lnTo>
                    <a:pt x="48906" y="6292"/>
                  </a:lnTo>
                  <a:lnTo>
                    <a:pt x="23453" y="23453"/>
                  </a:lnTo>
                  <a:lnTo>
                    <a:pt x="6292" y="48906"/>
                  </a:lnTo>
                  <a:lnTo>
                    <a:pt x="0" y="80074"/>
                  </a:lnTo>
                  <a:lnTo>
                    <a:pt x="0" y="720676"/>
                  </a:lnTo>
                  <a:lnTo>
                    <a:pt x="6292" y="751846"/>
                  </a:lnTo>
                  <a:lnTo>
                    <a:pt x="23453" y="777299"/>
                  </a:lnTo>
                  <a:lnTo>
                    <a:pt x="48906" y="794460"/>
                  </a:lnTo>
                  <a:lnTo>
                    <a:pt x="80074" y="800752"/>
                  </a:lnTo>
                  <a:lnTo>
                    <a:pt x="1521430" y="800752"/>
                  </a:lnTo>
                  <a:lnTo>
                    <a:pt x="1552600" y="794460"/>
                  </a:lnTo>
                  <a:lnTo>
                    <a:pt x="1578053" y="777299"/>
                  </a:lnTo>
                  <a:lnTo>
                    <a:pt x="1595214" y="751846"/>
                  </a:lnTo>
                  <a:lnTo>
                    <a:pt x="1601506" y="720676"/>
                  </a:lnTo>
                  <a:lnTo>
                    <a:pt x="1601506" y="80074"/>
                  </a:lnTo>
                  <a:lnTo>
                    <a:pt x="1595214" y="48906"/>
                  </a:lnTo>
                  <a:lnTo>
                    <a:pt x="1578053" y="23453"/>
                  </a:lnTo>
                  <a:lnTo>
                    <a:pt x="1552600" y="6292"/>
                  </a:lnTo>
                  <a:lnTo>
                    <a:pt x="1521430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477180" y="1879417"/>
              <a:ext cx="1602105" cy="801370"/>
            </a:xfrm>
            <a:custGeom>
              <a:avLst/>
              <a:gdLst/>
              <a:ahLst/>
              <a:cxnLst/>
              <a:rect l="l" t="t" r="r" b="b"/>
              <a:pathLst>
                <a:path w="1602104" h="801369">
                  <a:moveTo>
                    <a:pt x="0" y="80075"/>
                  </a:moveTo>
                  <a:lnTo>
                    <a:pt x="6292" y="48906"/>
                  </a:lnTo>
                  <a:lnTo>
                    <a:pt x="23453" y="23453"/>
                  </a:lnTo>
                  <a:lnTo>
                    <a:pt x="48906" y="6292"/>
                  </a:lnTo>
                  <a:lnTo>
                    <a:pt x="80075" y="0"/>
                  </a:lnTo>
                  <a:lnTo>
                    <a:pt x="1521432" y="0"/>
                  </a:lnTo>
                  <a:lnTo>
                    <a:pt x="1552600" y="6292"/>
                  </a:lnTo>
                  <a:lnTo>
                    <a:pt x="1578053" y="23453"/>
                  </a:lnTo>
                  <a:lnTo>
                    <a:pt x="1595214" y="48906"/>
                  </a:lnTo>
                  <a:lnTo>
                    <a:pt x="1601507" y="80075"/>
                  </a:lnTo>
                  <a:lnTo>
                    <a:pt x="1601507" y="720677"/>
                  </a:lnTo>
                  <a:lnTo>
                    <a:pt x="1595214" y="751846"/>
                  </a:lnTo>
                  <a:lnTo>
                    <a:pt x="1578053" y="777299"/>
                  </a:lnTo>
                  <a:lnTo>
                    <a:pt x="1552600" y="794460"/>
                  </a:lnTo>
                  <a:lnTo>
                    <a:pt x="1521432" y="800753"/>
                  </a:lnTo>
                  <a:lnTo>
                    <a:pt x="80075" y="800753"/>
                  </a:lnTo>
                  <a:lnTo>
                    <a:pt x="48906" y="794460"/>
                  </a:lnTo>
                  <a:lnTo>
                    <a:pt x="23453" y="777299"/>
                  </a:lnTo>
                  <a:lnTo>
                    <a:pt x="6292" y="751846"/>
                  </a:lnTo>
                  <a:lnTo>
                    <a:pt x="0" y="720677"/>
                  </a:lnTo>
                  <a:lnTo>
                    <a:pt x="0" y="80075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7537207" y="1977644"/>
            <a:ext cx="1477645" cy="55308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5080" indent="316230">
              <a:lnSpc>
                <a:spcPts val="1989"/>
              </a:lnSpc>
              <a:spcBef>
                <a:spcPts val="305"/>
              </a:spcBef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Nombre: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Roberto</a:t>
            </a:r>
            <a:r>
              <a:rPr sz="18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30" dirty="0">
                <a:solidFill>
                  <a:srgbClr val="FFFFFF"/>
                </a:solidFill>
                <a:latin typeface="Arial"/>
                <a:cs typeface="Arial"/>
              </a:rPr>
              <a:t>Cuadra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6823877" y="2727526"/>
            <a:ext cx="2267585" cy="886460"/>
            <a:chOff x="6823877" y="2727526"/>
            <a:chExt cx="2267585" cy="886460"/>
          </a:xfrm>
        </p:grpSpPr>
        <p:sp>
          <p:nvSpPr>
            <p:cNvPr id="35" name="object 35"/>
            <p:cNvSpPr/>
            <p:nvPr/>
          </p:nvSpPr>
          <p:spPr>
            <a:xfrm>
              <a:off x="6836577" y="2740226"/>
              <a:ext cx="640715" cy="461009"/>
            </a:xfrm>
            <a:custGeom>
              <a:avLst/>
              <a:gdLst/>
              <a:ahLst/>
              <a:cxnLst/>
              <a:rect l="l" t="t" r="r" b="b"/>
              <a:pathLst>
                <a:path w="640715" h="461010">
                  <a:moveTo>
                    <a:pt x="0" y="0"/>
                  </a:moveTo>
                  <a:lnTo>
                    <a:pt x="640603" y="460433"/>
                  </a:lnTo>
                </a:path>
              </a:pathLst>
            </a:custGeom>
            <a:ln w="25399">
              <a:solidFill>
                <a:srgbClr val="4774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477181" y="2800283"/>
              <a:ext cx="1602105" cy="801370"/>
            </a:xfrm>
            <a:custGeom>
              <a:avLst/>
              <a:gdLst/>
              <a:ahLst/>
              <a:cxnLst/>
              <a:rect l="l" t="t" r="r" b="b"/>
              <a:pathLst>
                <a:path w="1602104" h="801370">
                  <a:moveTo>
                    <a:pt x="1521430" y="0"/>
                  </a:moveTo>
                  <a:lnTo>
                    <a:pt x="80074" y="0"/>
                  </a:lnTo>
                  <a:lnTo>
                    <a:pt x="48906" y="6292"/>
                  </a:lnTo>
                  <a:lnTo>
                    <a:pt x="23453" y="23453"/>
                  </a:lnTo>
                  <a:lnTo>
                    <a:pt x="6292" y="48906"/>
                  </a:lnTo>
                  <a:lnTo>
                    <a:pt x="0" y="80076"/>
                  </a:lnTo>
                  <a:lnTo>
                    <a:pt x="0" y="720678"/>
                  </a:lnTo>
                  <a:lnTo>
                    <a:pt x="6292" y="751846"/>
                  </a:lnTo>
                  <a:lnTo>
                    <a:pt x="23453" y="777299"/>
                  </a:lnTo>
                  <a:lnTo>
                    <a:pt x="48906" y="794460"/>
                  </a:lnTo>
                  <a:lnTo>
                    <a:pt x="80074" y="800752"/>
                  </a:lnTo>
                  <a:lnTo>
                    <a:pt x="1521430" y="800752"/>
                  </a:lnTo>
                  <a:lnTo>
                    <a:pt x="1552600" y="794460"/>
                  </a:lnTo>
                  <a:lnTo>
                    <a:pt x="1578053" y="777299"/>
                  </a:lnTo>
                  <a:lnTo>
                    <a:pt x="1595214" y="751846"/>
                  </a:lnTo>
                  <a:lnTo>
                    <a:pt x="1601506" y="720678"/>
                  </a:lnTo>
                  <a:lnTo>
                    <a:pt x="1601506" y="80076"/>
                  </a:lnTo>
                  <a:lnTo>
                    <a:pt x="1595214" y="48906"/>
                  </a:lnTo>
                  <a:lnTo>
                    <a:pt x="1578053" y="23453"/>
                  </a:lnTo>
                  <a:lnTo>
                    <a:pt x="1552600" y="6292"/>
                  </a:lnTo>
                  <a:lnTo>
                    <a:pt x="1521430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477181" y="2800283"/>
              <a:ext cx="1602105" cy="801370"/>
            </a:xfrm>
            <a:custGeom>
              <a:avLst/>
              <a:gdLst/>
              <a:ahLst/>
              <a:cxnLst/>
              <a:rect l="l" t="t" r="r" b="b"/>
              <a:pathLst>
                <a:path w="1602104" h="801370">
                  <a:moveTo>
                    <a:pt x="0" y="80075"/>
                  </a:moveTo>
                  <a:lnTo>
                    <a:pt x="6292" y="48906"/>
                  </a:lnTo>
                  <a:lnTo>
                    <a:pt x="23453" y="23453"/>
                  </a:lnTo>
                  <a:lnTo>
                    <a:pt x="48906" y="6292"/>
                  </a:lnTo>
                  <a:lnTo>
                    <a:pt x="80075" y="0"/>
                  </a:lnTo>
                  <a:lnTo>
                    <a:pt x="1521432" y="0"/>
                  </a:lnTo>
                  <a:lnTo>
                    <a:pt x="1552600" y="6292"/>
                  </a:lnTo>
                  <a:lnTo>
                    <a:pt x="1578053" y="23453"/>
                  </a:lnTo>
                  <a:lnTo>
                    <a:pt x="1595214" y="48906"/>
                  </a:lnTo>
                  <a:lnTo>
                    <a:pt x="1601507" y="80075"/>
                  </a:lnTo>
                  <a:lnTo>
                    <a:pt x="1601507" y="720677"/>
                  </a:lnTo>
                  <a:lnTo>
                    <a:pt x="1595214" y="751846"/>
                  </a:lnTo>
                  <a:lnTo>
                    <a:pt x="1578053" y="777299"/>
                  </a:lnTo>
                  <a:lnTo>
                    <a:pt x="1552600" y="794460"/>
                  </a:lnTo>
                  <a:lnTo>
                    <a:pt x="1521432" y="800753"/>
                  </a:lnTo>
                  <a:lnTo>
                    <a:pt x="80075" y="800753"/>
                  </a:lnTo>
                  <a:lnTo>
                    <a:pt x="48906" y="794460"/>
                  </a:lnTo>
                  <a:lnTo>
                    <a:pt x="23453" y="777299"/>
                  </a:lnTo>
                  <a:lnTo>
                    <a:pt x="6292" y="751846"/>
                  </a:lnTo>
                  <a:lnTo>
                    <a:pt x="0" y="720677"/>
                  </a:lnTo>
                  <a:lnTo>
                    <a:pt x="0" y="80075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7504472" y="2773172"/>
            <a:ext cx="1547495" cy="79692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 indent="635" algn="ctr">
              <a:lnSpc>
                <a:spcPct val="90600"/>
              </a:lnSpc>
              <a:spcBef>
                <a:spcPts val="300"/>
              </a:spcBef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Dirección: </a:t>
            </a:r>
            <a:r>
              <a:rPr sz="1800" spc="-135" dirty="0">
                <a:solidFill>
                  <a:srgbClr val="FFFFFF"/>
                </a:solidFill>
                <a:latin typeface="Arial"/>
                <a:cs typeface="Arial"/>
              </a:rPr>
              <a:t>RoberCuadra@g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mail.com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4581765" y="2727527"/>
            <a:ext cx="2267585" cy="1346835"/>
            <a:chOff x="4581765" y="2727527"/>
            <a:chExt cx="2267585" cy="1346835"/>
          </a:xfrm>
        </p:grpSpPr>
        <p:sp>
          <p:nvSpPr>
            <p:cNvPr id="40" name="object 40"/>
            <p:cNvSpPr/>
            <p:nvPr/>
          </p:nvSpPr>
          <p:spPr>
            <a:xfrm>
              <a:off x="4594465" y="2740227"/>
              <a:ext cx="640715" cy="921385"/>
            </a:xfrm>
            <a:custGeom>
              <a:avLst/>
              <a:gdLst/>
              <a:ahLst/>
              <a:cxnLst/>
              <a:rect l="l" t="t" r="r" b="b"/>
              <a:pathLst>
                <a:path w="640714" h="921385">
                  <a:moveTo>
                    <a:pt x="0" y="0"/>
                  </a:moveTo>
                  <a:lnTo>
                    <a:pt x="640602" y="920866"/>
                  </a:lnTo>
                </a:path>
              </a:pathLst>
            </a:custGeom>
            <a:ln w="25400">
              <a:solidFill>
                <a:srgbClr val="3D669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235069" y="3260717"/>
              <a:ext cx="1602105" cy="801370"/>
            </a:xfrm>
            <a:custGeom>
              <a:avLst/>
              <a:gdLst/>
              <a:ahLst/>
              <a:cxnLst/>
              <a:rect l="l" t="t" r="r" b="b"/>
              <a:pathLst>
                <a:path w="1602104" h="801370">
                  <a:moveTo>
                    <a:pt x="1521432" y="0"/>
                  </a:moveTo>
                  <a:lnTo>
                    <a:pt x="80076" y="0"/>
                  </a:lnTo>
                  <a:lnTo>
                    <a:pt x="48906" y="6292"/>
                  </a:lnTo>
                  <a:lnTo>
                    <a:pt x="23453" y="23453"/>
                  </a:lnTo>
                  <a:lnTo>
                    <a:pt x="6292" y="48906"/>
                  </a:lnTo>
                  <a:lnTo>
                    <a:pt x="0" y="80074"/>
                  </a:lnTo>
                  <a:lnTo>
                    <a:pt x="0" y="720677"/>
                  </a:lnTo>
                  <a:lnTo>
                    <a:pt x="6292" y="751846"/>
                  </a:lnTo>
                  <a:lnTo>
                    <a:pt x="23453" y="777298"/>
                  </a:lnTo>
                  <a:lnTo>
                    <a:pt x="48906" y="794459"/>
                  </a:lnTo>
                  <a:lnTo>
                    <a:pt x="80076" y="800752"/>
                  </a:lnTo>
                  <a:lnTo>
                    <a:pt x="1521432" y="800752"/>
                  </a:lnTo>
                  <a:lnTo>
                    <a:pt x="1552600" y="794459"/>
                  </a:lnTo>
                  <a:lnTo>
                    <a:pt x="1578053" y="777298"/>
                  </a:lnTo>
                  <a:lnTo>
                    <a:pt x="1595214" y="751846"/>
                  </a:lnTo>
                  <a:lnTo>
                    <a:pt x="1601506" y="720677"/>
                  </a:lnTo>
                  <a:lnTo>
                    <a:pt x="1601506" y="80074"/>
                  </a:lnTo>
                  <a:lnTo>
                    <a:pt x="1595214" y="48906"/>
                  </a:lnTo>
                  <a:lnTo>
                    <a:pt x="1578053" y="23453"/>
                  </a:lnTo>
                  <a:lnTo>
                    <a:pt x="1552600" y="6292"/>
                  </a:lnTo>
                  <a:lnTo>
                    <a:pt x="1521432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235069" y="3260717"/>
              <a:ext cx="1602105" cy="801370"/>
            </a:xfrm>
            <a:custGeom>
              <a:avLst/>
              <a:gdLst/>
              <a:ahLst/>
              <a:cxnLst/>
              <a:rect l="l" t="t" r="r" b="b"/>
              <a:pathLst>
                <a:path w="1602104" h="801370">
                  <a:moveTo>
                    <a:pt x="0" y="80075"/>
                  </a:moveTo>
                  <a:lnTo>
                    <a:pt x="6292" y="48906"/>
                  </a:lnTo>
                  <a:lnTo>
                    <a:pt x="23453" y="23453"/>
                  </a:lnTo>
                  <a:lnTo>
                    <a:pt x="48906" y="6292"/>
                  </a:lnTo>
                  <a:lnTo>
                    <a:pt x="80075" y="0"/>
                  </a:lnTo>
                  <a:lnTo>
                    <a:pt x="1521432" y="0"/>
                  </a:lnTo>
                  <a:lnTo>
                    <a:pt x="1552600" y="6292"/>
                  </a:lnTo>
                  <a:lnTo>
                    <a:pt x="1578053" y="23453"/>
                  </a:lnTo>
                  <a:lnTo>
                    <a:pt x="1595214" y="48906"/>
                  </a:lnTo>
                  <a:lnTo>
                    <a:pt x="1601507" y="80075"/>
                  </a:lnTo>
                  <a:lnTo>
                    <a:pt x="1601507" y="720677"/>
                  </a:lnTo>
                  <a:lnTo>
                    <a:pt x="1595214" y="751846"/>
                  </a:lnTo>
                  <a:lnTo>
                    <a:pt x="1578053" y="777299"/>
                  </a:lnTo>
                  <a:lnTo>
                    <a:pt x="1552600" y="794460"/>
                  </a:lnTo>
                  <a:lnTo>
                    <a:pt x="1521432" y="800753"/>
                  </a:lnTo>
                  <a:lnTo>
                    <a:pt x="80075" y="800753"/>
                  </a:lnTo>
                  <a:lnTo>
                    <a:pt x="48906" y="794460"/>
                  </a:lnTo>
                  <a:lnTo>
                    <a:pt x="23453" y="777299"/>
                  </a:lnTo>
                  <a:lnTo>
                    <a:pt x="6292" y="751846"/>
                  </a:lnTo>
                  <a:lnTo>
                    <a:pt x="0" y="720677"/>
                  </a:lnTo>
                  <a:lnTo>
                    <a:pt x="0" y="80075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5639583" y="3358388"/>
            <a:ext cx="793115" cy="556260"/>
          </a:xfrm>
          <a:prstGeom prst="rect">
            <a:avLst/>
          </a:prstGeom>
        </p:spPr>
        <p:txBody>
          <a:bodyPr vert="horz" wrap="square" lIns="0" tIns="36194" rIns="0" bIns="0" rtlCol="0">
            <a:spAutoFit/>
          </a:bodyPr>
          <a:lstStyle/>
          <a:p>
            <a:pPr marL="12700" marR="5080" indent="25400">
              <a:lnSpc>
                <a:spcPts val="2020"/>
              </a:lnSpc>
              <a:spcBef>
                <a:spcPts val="284"/>
              </a:spcBef>
            </a:pP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Asunto: </a:t>
            </a: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Reunión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4581765" y="2727526"/>
            <a:ext cx="2267585" cy="2267585"/>
            <a:chOff x="4581765" y="2727526"/>
            <a:chExt cx="2267585" cy="2267585"/>
          </a:xfrm>
        </p:grpSpPr>
        <p:sp>
          <p:nvSpPr>
            <p:cNvPr id="45" name="object 45"/>
            <p:cNvSpPr/>
            <p:nvPr/>
          </p:nvSpPr>
          <p:spPr>
            <a:xfrm>
              <a:off x="4594465" y="2740226"/>
              <a:ext cx="640715" cy="1842135"/>
            </a:xfrm>
            <a:custGeom>
              <a:avLst/>
              <a:gdLst/>
              <a:ahLst/>
              <a:cxnLst/>
              <a:rect l="l" t="t" r="r" b="b"/>
              <a:pathLst>
                <a:path w="640714" h="1842135">
                  <a:moveTo>
                    <a:pt x="0" y="0"/>
                  </a:moveTo>
                  <a:lnTo>
                    <a:pt x="640602" y="1841733"/>
                  </a:lnTo>
                </a:path>
              </a:pathLst>
            </a:custGeom>
            <a:ln w="25400">
              <a:solidFill>
                <a:srgbClr val="3D669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235069" y="4181583"/>
              <a:ext cx="1602105" cy="801370"/>
            </a:xfrm>
            <a:custGeom>
              <a:avLst/>
              <a:gdLst/>
              <a:ahLst/>
              <a:cxnLst/>
              <a:rect l="l" t="t" r="r" b="b"/>
              <a:pathLst>
                <a:path w="1602104" h="801370">
                  <a:moveTo>
                    <a:pt x="1521432" y="0"/>
                  </a:moveTo>
                  <a:lnTo>
                    <a:pt x="80076" y="0"/>
                  </a:lnTo>
                  <a:lnTo>
                    <a:pt x="48906" y="6292"/>
                  </a:lnTo>
                  <a:lnTo>
                    <a:pt x="23453" y="23453"/>
                  </a:lnTo>
                  <a:lnTo>
                    <a:pt x="6292" y="48906"/>
                  </a:lnTo>
                  <a:lnTo>
                    <a:pt x="0" y="80075"/>
                  </a:lnTo>
                  <a:lnTo>
                    <a:pt x="0" y="720677"/>
                  </a:lnTo>
                  <a:lnTo>
                    <a:pt x="6292" y="751846"/>
                  </a:lnTo>
                  <a:lnTo>
                    <a:pt x="23453" y="777299"/>
                  </a:lnTo>
                  <a:lnTo>
                    <a:pt x="48906" y="794460"/>
                  </a:lnTo>
                  <a:lnTo>
                    <a:pt x="80076" y="800752"/>
                  </a:lnTo>
                  <a:lnTo>
                    <a:pt x="1521432" y="800752"/>
                  </a:lnTo>
                  <a:lnTo>
                    <a:pt x="1552600" y="794460"/>
                  </a:lnTo>
                  <a:lnTo>
                    <a:pt x="1578053" y="777299"/>
                  </a:lnTo>
                  <a:lnTo>
                    <a:pt x="1595214" y="751846"/>
                  </a:lnTo>
                  <a:lnTo>
                    <a:pt x="1601506" y="720677"/>
                  </a:lnTo>
                  <a:lnTo>
                    <a:pt x="1601506" y="80075"/>
                  </a:lnTo>
                  <a:lnTo>
                    <a:pt x="1595214" y="48906"/>
                  </a:lnTo>
                  <a:lnTo>
                    <a:pt x="1578053" y="23453"/>
                  </a:lnTo>
                  <a:lnTo>
                    <a:pt x="1552600" y="6292"/>
                  </a:lnTo>
                  <a:lnTo>
                    <a:pt x="1521432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5235069" y="4181583"/>
              <a:ext cx="1602105" cy="801370"/>
            </a:xfrm>
            <a:custGeom>
              <a:avLst/>
              <a:gdLst/>
              <a:ahLst/>
              <a:cxnLst/>
              <a:rect l="l" t="t" r="r" b="b"/>
              <a:pathLst>
                <a:path w="1602104" h="801370">
                  <a:moveTo>
                    <a:pt x="0" y="80075"/>
                  </a:moveTo>
                  <a:lnTo>
                    <a:pt x="6292" y="48906"/>
                  </a:lnTo>
                  <a:lnTo>
                    <a:pt x="23453" y="23453"/>
                  </a:lnTo>
                  <a:lnTo>
                    <a:pt x="48906" y="6292"/>
                  </a:lnTo>
                  <a:lnTo>
                    <a:pt x="80075" y="0"/>
                  </a:lnTo>
                  <a:lnTo>
                    <a:pt x="1521432" y="0"/>
                  </a:lnTo>
                  <a:lnTo>
                    <a:pt x="1552600" y="6292"/>
                  </a:lnTo>
                  <a:lnTo>
                    <a:pt x="1578053" y="23453"/>
                  </a:lnTo>
                  <a:lnTo>
                    <a:pt x="1595214" y="48906"/>
                  </a:lnTo>
                  <a:lnTo>
                    <a:pt x="1601507" y="80075"/>
                  </a:lnTo>
                  <a:lnTo>
                    <a:pt x="1601507" y="720677"/>
                  </a:lnTo>
                  <a:lnTo>
                    <a:pt x="1595214" y="751846"/>
                  </a:lnTo>
                  <a:lnTo>
                    <a:pt x="1578053" y="777299"/>
                  </a:lnTo>
                  <a:lnTo>
                    <a:pt x="1552600" y="794460"/>
                  </a:lnTo>
                  <a:lnTo>
                    <a:pt x="1521432" y="800753"/>
                  </a:lnTo>
                  <a:lnTo>
                    <a:pt x="80075" y="800753"/>
                  </a:lnTo>
                  <a:lnTo>
                    <a:pt x="48906" y="794460"/>
                  </a:lnTo>
                  <a:lnTo>
                    <a:pt x="23453" y="777299"/>
                  </a:lnTo>
                  <a:lnTo>
                    <a:pt x="6292" y="751846"/>
                  </a:lnTo>
                  <a:lnTo>
                    <a:pt x="0" y="720677"/>
                  </a:lnTo>
                  <a:lnTo>
                    <a:pt x="0" y="80075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5775156" y="4406900"/>
            <a:ext cx="5219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14" dirty="0">
                <a:solidFill>
                  <a:srgbClr val="FFFFFF"/>
                </a:solidFill>
                <a:latin typeface="Arial"/>
                <a:cs typeface="Arial"/>
              </a:rPr>
              <a:t>Texto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6836576" y="4168883"/>
            <a:ext cx="2254885" cy="826769"/>
            <a:chOff x="6836576" y="4168883"/>
            <a:chExt cx="2254885" cy="826769"/>
          </a:xfrm>
        </p:grpSpPr>
        <p:sp>
          <p:nvSpPr>
            <p:cNvPr id="50" name="object 50"/>
            <p:cNvSpPr/>
            <p:nvPr/>
          </p:nvSpPr>
          <p:spPr>
            <a:xfrm>
              <a:off x="6836576" y="4581960"/>
              <a:ext cx="640715" cy="0"/>
            </a:xfrm>
            <a:custGeom>
              <a:avLst/>
              <a:gdLst/>
              <a:ahLst/>
              <a:cxnLst/>
              <a:rect l="l" t="t" r="r" b="b"/>
              <a:pathLst>
                <a:path w="640715">
                  <a:moveTo>
                    <a:pt x="0" y="0"/>
                  </a:moveTo>
                  <a:lnTo>
                    <a:pt x="640603" y="0"/>
                  </a:lnTo>
                </a:path>
              </a:pathLst>
            </a:custGeom>
            <a:ln w="25400">
              <a:solidFill>
                <a:srgbClr val="4774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477181" y="4181583"/>
              <a:ext cx="1602105" cy="801370"/>
            </a:xfrm>
            <a:custGeom>
              <a:avLst/>
              <a:gdLst/>
              <a:ahLst/>
              <a:cxnLst/>
              <a:rect l="l" t="t" r="r" b="b"/>
              <a:pathLst>
                <a:path w="1602104" h="801370">
                  <a:moveTo>
                    <a:pt x="1521430" y="0"/>
                  </a:moveTo>
                  <a:lnTo>
                    <a:pt x="80074" y="0"/>
                  </a:lnTo>
                  <a:lnTo>
                    <a:pt x="48906" y="6292"/>
                  </a:lnTo>
                  <a:lnTo>
                    <a:pt x="23453" y="23453"/>
                  </a:lnTo>
                  <a:lnTo>
                    <a:pt x="6292" y="48906"/>
                  </a:lnTo>
                  <a:lnTo>
                    <a:pt x="0" y="80075"/>
                  </a:lnTo>
                  <a:lnTo>
                    <a:pt x="0" y="720677"/>
                  </a:lnTo>
                  <a:lnTo>
                    <a:pt x="6292" y="751846"/>
                  </a:lnTo>
                  <a:lnTo>
                    <a:pt x="23453" y="777299"/>
                  </a:lnTo>
                  <a:lnTo>
                    <a:pt x="48906" y="794460"/>
                  </a:lnTo>
                  <a:lnTo>
                    <a:pt x="80074" y="800752"/>
                  </a:lnTo>
                  <a:lnTo>
                    <a:pt x="1521430" y="800752"/>
                  </a:lnTo>
                  <a:lnTo>
                    <a:pt x="1552600" y="794460"/>
                  </a:lnTo>
                  <a:lnTo>
                    <a:pt x="1578053" y="777299"/>
                  </a:lnTo>
                  <a:lnTo>
                    <a:pt x="1595214" y="751846"/>
                  </a:lnTo>
                  <a:lnTo>
                    <a:pt x="1601506" y="720677"/>
                  </a:lnTo>
                  <a:lnTo>
                    <a:pt x="1601506" y="80075"/>
                  </a:lnTo>
                  <a:lnTo>
                    <a:pt x="1595214" y="48906"/>
                  </a:lnTo>
                  <a:lnTo>
                    <a:pt x="1578053" y="23453"/>
                  </a:lnTo>
                  <a:lnTo>
                    <a:pt x="1552600" y="6292"/>
                  </a:lnTo>
                  <a:lnTo>
                    <a:pt x="1521430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7477181" y="4181583"/>
              <a:ext cx="1602105" cy="801370"/>
            </a:xfrm>
            <a:custGeom>
              <a:avLst/>
              <a:gdLst/>
              <a:ahLst/>
              <a:cxnLst/>
              <a:rect l="l" t="t" r="r" b="b"/>
              <a:pathLst>
                <a:path w="1602104" h="801370">
                  <a:moveTo>
                    <a:pt x="0" y="80075"/>
                  </a:moveTo>
                  <a:lnTo>
                    <a:pt x="6292" y="48906"/>
                  </a:lnTo>
                  <a:lnTo>
                    <a:pt x="23453" y="23453"/>
                  </a:lnTo>
                  <a:lnTo>
                    <a:pt x="48906" y="6292"/>
                  </a:lnTo>
                  <a:lnTo>
                    <a:pt x="80075" y="0"/>
                  </a:lnTo>
                  <a:lnTo>
                    <a:pt x="1521432" y="0"/>
                  </a:lnTo>
                  <a:lnTo>
                    <a:pt x="1552600" y="6292"/>
                  </a:lnTo>
                  <a:lnTo>
                    <a:pt x="1578053" y="23453"/>
                  </a:lnTo>
                  <a:lnTo>
                    <a:pt x="1595214" y="48906"/>
                  </a:lnTo>
                  <a:lnTo>
                    <a:pt x="1601507" y="80075"/>
                  </a:lnTo>
                  <a:lnTo>
                    <a:pt x="1601507" y="720677"/>
                  </a:lnTo>
                  <a:lnTo>
                    <a:pt x="1595214" y="751846"/>
                  </a:lnTo>
                  <a:lnTo>
                    <a:pt x="1578053" y="777299"/>
                  </a:lnTo>
                  <a:lnTo>
                    <a:pt x="1552600" y="794460"/>
                  </a:lnTo>
                  <a:lnTo>
                    <a:pt x="1521432" y="800753"/>
                  </a:lnTo>
                  <a:lnTo>
                    <a:pt x="80075" y="800753"/>
                  </a:lnTo>
                  <a:lnTo>
                    <a:pt x="48906" y="794460"/>
                  </a:lnTo>
                  <a:lnTo>
                    <a:pt x="23453" y="777299"/>
                  </a:lnTo>
                  <a:lnTo>
                    <a:pt x="6292" y="751846"/>
                  </a:lnTo>
                  <a:lnTo>
                    <a:pt x="0" y="720677"/>
                  </a:lnTo>
                  <a:lnTo>
                    <a:pt x="0" y="80075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7519172" y="4197603"/>
            <a:ext cx="1518285" cy="71120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 indent="-635" algn="ctr">
              <a:lnSpc>
                <a:spcPct val="90600"/>
              </a:lnSpc>
              <a:spcBef>
                <a:spcPts val="280"/>
              </a:spcBef>
            </a:pPr>
            <a:r>
              <a:rPr sz="1600" spc="-80" dirty="0">
                <a:solidFill>
                  <a:srgbClr val="FFFFFF"/>
                </a:solidFill>
                <a:latin typeface="Arial"/>
                <a:cs typeface="Arial"/>
              </a:rPr>
              <a:t>Párrafo:</a:t>
            </a:r>
            <a:r>
              <a:rPr sz="16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Arial"/>
                <a:cs typeface="Arial"/>
              </a:rPr>
              <a:t>¿Nos </a:t>
            </a:r>
            <a:r>
              <a:rPr sz="1600" spc="-65" dirty="0">
                <a:solidFill>
                  <a:srgbClr val="FFFFFF"/>
                </a:solidFill>
                <a:latin typeface="Arial"/>
                <a:cs typeface="Arial"/>
              </a:rPr>
              <a:t>reunimos</a:t>
            </a:r>
            <a:r>
              <a:rPr sz="16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95" dirty="0">
                <a:solidFill>
                  <a:srgbClr val="FFFFFF"/>
                </a:solidFill>
                <a:latin typeface="Arial"/>
                <a:cs typeface="Arial"/>
              </a:rPr>
              <a:t>mañana </a:t>
            </a:r>
            <a:r>
              <a:rPr sz="1600" spc="-13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6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105" dirty="0">
                <a:solidFill>
                  <a:srgbClr val="FFFFFF"/>
                </a:solidFill>
                <a:latin typeface="Arial"/>
                <a:cs typeface="Arial"/>
              </a:rPr>
              <a:t>las</a:t>
            </a:r>
            <a:r>
              <a:rPr sz="16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13:00?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XML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987823" y="346297"/>
            <a:ext cx="6156325" cy="4797425"/>
            <a:chOff x="2987823" y="346297"/>
            <a:chExt cx="6156325" cy="4797425"/>
          </a:xfrm>
        </p:grpSpPr>
        <p:sp>
          <p:nvSpPr>
            <p:cNvPr id="4" name="object 4"/>
            <p:cNvSpPr/>
            <p:nvPr/>
          </p:nvSpPr>
          <p:spPr>
            <a:xfrm>
              <a:off x="8254885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987823" y="346297"/>
              <a:ext cx="6120765" cy="4457700"/>
            </a:xfrm>
            <a:custGeom>
              <a:avLst/>
              <a:gdLst/>
              <a:ahLst/>
              <a:cxnLst/>
              <a:rect l="l" t="t" r="r" b="b"/>
              <a:pathLst>
                <a:path w="6120765" h="4457700">
                  <a:moveTo>
                    <a:pt x="6120679" y="0"/>
                  </a:moveTo>
                  <a:lnTo>
                    <a:pt x="0" y="0"/>
                  </a:lnTo>
                  <a:lnTo>
                    <a:pt x="0" y="4457700"/>
                  </a:lnTo>
                  <a:lnTo>
                    <a:pt x="4741604" y="4457700"/>
                  </a:lnTo>
                  <a:lnTo>
                    <a:pt x="4723909" y="4432300"/>
                  </a:lnTo>
                  <a:lnTo>
                    <a:pt x="4710954" y="4406900"/>
                  </a:lnTo>
                  <a:lnTo>
                    <a:pt x="4702995" y="4381500"/>
                  </a:lnTo>
                  <a:lnTo>
                    <a:pt x="4700285" y="4343400"/>
                  </a:lnTo>
                  <a:lnTo>
                    <a:pt x="4701816" y="4330700"/>
                  </a:lnTo>
                  <a:lnTo>
                    <a:pt x="4706339" y="4305300"/>
                  </a:lnTo>
                  <a:lnTo>
                    <a:pt x="4713744" y="4279900"/>
                  </a:lnTo>
                  <a:lnTo>
                    <a:pt x="4723923" y="4267200"/>
                  </a:lnTo>
                  <a:lnTo>
                    <a:pt x="4695200" y="4229100"/>
                  </a:lnTo>
                  <a:lnTo>
                    <a:pt x="4668759" y="4178300"/>
                  </a:lnTo>
                  <a:lnTo>
                    <a:pt x="4644644" y="4140200"/>
                  </a:lnTo>
                  <a:lnTo>
                    <a:pt x="4622893" y="4102100"/>
                  </a:lnTo>
                  <a:lnTo>
                    <a:pt x="4603548" y="4051300"/>
                  </a:lnTo>
                  <a:lnTo>
                    <a:pt x="4586650" y="4000500"/>
                  </a:lnTo>
                  <a:lnTo>
                    <a:pt x="4572239" y="3949700"/>
                  </a:lnTo>
                  <a:lnTo>
                    <a:pt x="4560357" y="3911600"/>
                  </a:lnTo>
                  <a:lnTo>
                    <a:pt x="4551045" y="3860800"/>
                  </a:lnTo>
                  <a:lnTo>
                    <a:pt x="4544342" y="3810000"/>
                  </a:lnTo>
                  <a:lnTo>
                    <a:pt x="4540291" y="3759200"/>
                  </a:lnTo>
                  <a:lnTo>
                    <a:pt x="4538931" y="3708400"/>
                  </a:lnTo>
                  <a:lnTo>
                    <a:pt x="4540294" y="3657600"/>
                  </a:lnTo>
                  <a:lnTo>
                    <a:pt x="4544358" y="3606800"/>
                  </a:lnTo>
                  <a:lnTo>
                    <a:pt x="4551087" y="3556000"/>
                  </a:lnTo>
                  <a:lnTo>
                    <a:pt x="4560446" y="3505200"/>
                  </a:lnTo>
                  <a:lnTo>
                    <a:pt x="4572397" y="3454400"/>
                  </a:lnTo>
                  <a:lnTo>
                    <a:pt x="4586906" y="3416300"/>
                  </a:lnTo>
                  <a:lnTo>
                    <a:pt x="4603937" y="3365500"/>
                  </a:lnTo>
                  <a:lnTo>
                    <a:pt x="4623452" y="3314700"/>
                  </a:lnTo>
                  <a:lnTo>
                    <a:pt x="4645416" y="3276600"/>
                  </a:lnTo>
                  <a:lnTo>
                    <a:pt x="4669794" y="3225799"/>
                  </a:lnTo>
                  <a:lnTo>
                    <a:pt x="4696549" y="3187699"/>
                  </a:lnTo>
                  <a:lnTo>
                    <a:pt x="4725644" y="3149599"/>
                  </a:lnTo>
                  <a:lnTo>
                    <a:pt x="4757045" y="3111499"/>
                  </a:lnTo>
                  <a:lnTo>
                    <a:pt x="4790715" y="3073399"/>
                  </a:lnTo>
                  <a:lnTo>
                    <a:pt x="4826312" y="3035299"/>
                  </a:lnTo>
                  <a:lnTo>
                    <a:pt x="4863460" y="2997199"/>
                  </a:lnTo>
                  <a:lnTo>
                    <a:pt x="4902073" y="2971799"/>
                  </a:lnTo>
                  <a:lnTo>
                    <a:pt x="4942063" y="2946399"/>
                  </a:lnTo>
                  <a:lnTo>
                    <a:pt x="4983343" y="2920999"/>
                  </a:lnTo>
                  <a:lnTo>
                    <a:pt x="5025827" y="2895599"/>
                  </a:lnTo>
                  <a:lnTo>
                    <a:pt x="5069427" y="2870199"/>
                  </a:lnTo>
                  <a:lnTo>
                    <a:pt x="5253251" y="2819399"/>
                  </a:lnTo>
                  <a:lnTo>
                    <a:pt x="5301128" y="2819399"/>
                  </a:lnTo>
                  <a:lnTo>
                    <a:pt x="5349599" y="2806699"/>
                  </a:lnTo>
                  <a:lnTo>
                    <a:pt x="6120679" y="2806699"/>
                  </a:lnTo>
                  <a:lnTo>
                    <a:pt x="6120679" y="0"/>
                  </a:lnTo>
                  <a:close/>
                </a:path>
                <a:path w="6120765" h="4457700">
                  <a:moveTo>
                    <a:pt x="5006284" y="4203700"/>
                  </a:moveTo>
                  <a:lnTo>
                    <a:pt x="4869050" y="4203700"/>
                  </a:lnTo>
                  <a:lnTo>
                    <a:pt x="4895322" y="4216400"/>
                  </a:lnTo>
                  <a:lnTo>
                    <a:pt x="4919526" y="4229100"/>
                  </a:lnTo>
                  <a:lnTo>
                    <a:pt x="4958744" y="4267200"/>
                  </a:lnTo>
                  <a:lnTo>
                    <a:pt x="4979649" y="4318000"/>
                  </a:lnTo>
                  <a:lnTo>
                    <a:pt x="4982357" y="4343400"/>
                  </a:lnTo>
                  <a:lnTo>
                    <a:pt x="4979649" y="4381500"/>
                  </a:lnTo>
                  <a:lnTo>
                    <a:pt x="4971694" y="4406900"/>
                  </a:lnTo>
                  <a:lnTo>
                    <a:pt x="4958744" y="4432300"/>
                  </a:lnTo>
                  <a:lnTo>
                    <a:pt x="4941050" y="4457700"/>
                  </a:lnTo>
                  <a:lnTo>
                    <a:pt x="5721492" y="4457700"/>
                  </a:lnTo>
                  <a:lnTo>
                    <a:pt x="5841359" y="4394200"/>
                  </a:lnTo>
                  <a:lnTo>
                    <a:pt x="5882547" y="4368800"/>
                  </a:lnTo>
                  <a:lnTo>
                    <a:pt x="5908647" y="4343400"/>
                  </a:lnTo>
                  <a:lnTo>
                    <a:pt x="5269846" y="4343400"/>
                  </a:lnTo>
                  <a:lnTo>
                    <a:pt x="5262647" y="4330700"/>
                  </a:lnTo>
                  <a:lnTo>
                    <a:pt x="5260007" y="4318000"/>
                  </a:lnTo>
                  <a:lnTo>
                    <a:pt x="5260007" y="4254500"/>
                  </a:lnTo>
                  <a:lnTo>
                    <a:pt x="5064273" y="4254500"/>
                  </a:lnTo>
                  <a:lnTo>
                    <a:pt x="5057691" y="4241800"/>
                  </a:lnTo>
                  <a:lnTo>
                    <a:pt x="5040532" y="4241800"/>
                  </a:lnTo>
                  <a:lnTo>
                    <a:pt x="5006284" y="4203700"/>
                  </a:lnTo>
                  <a:close/>
                </a:path>
                <a:path w="6120765" h="4457700">
                  <a:moveTo>
                    <a:pt x="6120679" y="4191000"/>
                  </a:moveTo>
                  <a:lnTo>
                    <a:pt x="6089967" y="4241800"/>
                  </a:lnTo>
                  <a:lnTo>
                    <a:pt x="6063874" y="4279900"/>
                  </a:lnTo>
                  <a:lnTo>
                    <a:pt x="6036023" y="4318000"/>
                  </a:lnTo>
                  <a:lnTo>
                    <a:pt x="6006439" y="4343400"/>
                  </a:lnTo>
                  <a:lnTo>
                    <a:pt x="5975378" y="4381500"/>
                  </a:lnTo>
                  <a:lnTo>
                    <a:pt x="5943121" y="4406900"/>
                  </a:lnTo>
                  <a:lnTo>
                    <a:pt x="5909726" y="4432300"/>
                  </a:lnTo>
                  <a:lnTo>
                    <a:pt x="5875252" y="4457700"/>
                  </a:lnTo>
                  <a:lnTo>
                    <a:pt x="6120679" y="4457700"/>
                  </a:lnTo>
                  <a:lnTo>
                    <a:pt x="6120679" y="4191000"/>
                  </a:lnTo>
                  <a:close/>
                </a:path>
                <a:path w="6120765" h="4457700">
                  <a:moveTo>
                    <a:pt x="4882283" y="4406900"/>
                  </a:moveTo>
                  <a:lnTo>
                    <a:pt x="4800364" y="4406900"/>
                  </a:lnTo>
                  <a:lnTo>
                    <a:pt x="4813040" y="4419600"/>
                  </a:lnTo>
                  <a:lnTo>
                    <a:pt x="4869606" y="4419600"/>
                  </a:lnTo>
                  <a:lnTo>
                    <a:pt x="4882283" y="4406900"/>
                  </a:lnTo>
                  <a:close/>
                </a:path>
                <a:path w="6120765" h="4457700">
                  <a:moveTo>
                    <a:pt x="4882278" y="4279900"/>
                  </a:moveTo>
                  <a:lnTo>
                    <a:pt x="4800358" y="4279900"/>
                  </a:lnTo>
                  <a:lnTo>
                    <a:pt x="4789088" y="4292600"/>
                  </a:lnTo>
                  <a:lnTo>
                    <a:pt x="4779819" y="4305300"/>
                  </a:lnTo>
                  <a:lnTo>
                    <a:pt x="4773033" y="4318000"/>
                  </a:lnTo>
                  <a:lnTo>
                    <a:pt x="4768864" y="4330700"/>
                  </a:lnTo>
                  <a:lnTo>
                    <a:pt x="4767445" y="4343400"/>
                  </a:lnTo>
                  <a:lnTo>
                    <a:pt x="4768864" y="4368800"/>
                  </a:lnTo>
                  <a:lnTo>
                    <a:pt x="4773033" y="4381500"/>
                  </a:lnTo>
                  <a:lnTo>
                    <a:pt x="4779819" y="4394200"/>
                  </a:lnTo>
                  <a:lnTo>
                    <a:pt x="4789088" y="4406900"/>
                  </a:lnTo>
                  <a:lnTo>
                    <a:pt x="4893552" y="4406900"/>
                  </a:lnTo>
                  <a:lnTo>
                    <a:pt x="4902823" y="4394200"/>
                  </a:lnTo>
                  <a:lnTo>
                    <a:pt x="4909609" y="4381500"/>
                  </a:lnTo>
                  <a:lnTo>
                    <a:pt x="4913778" y="4368800"/>
                  </a:lnTo>
                  <a:lnTo>
                    <a:pt x="4915197" y="4343400"/>
                  </a:lnTo>
                  <a:lnTo>
                    <a:pt x="4913778" y="4330700"/>
                  </a:lnTo>
                  <a:lnTo>
                    <a:pt x="4909609" y="4318000"/>
                  </a:lnTo>
                  <a:lnTo>
                    <a:pt x="4902823" y="4305300"/>
                  </a:lnTo>
                  <a:lnTo>
                    <a:pt x="4893552" y="4292600"/>
                  </a:lnTo>
                  <a:lnTo>
                    <a:pt x="4882278" y="4279900"/>
                  </a:lnTo>
                  <a:close/>
                </a:path>
                <a:path w="6120765" h="4457700">
                  <a:moveTo>
                    <a:pt x="5663163" y="4191000"/>
                  </a:moveTo>
                  <a:lnTo>
                    <a:pt x="5632946" y="4203700"/>
                  </a:lnTo>
                  <a:lnTo>
                    <a:pt x="5601831" y="4216400"/>
                  </a:lnTo>
                  <a:lnTo>
                    <a:pt x="5537133" y="4241800"/>
                  </a:lnTo>
                  <a:lnTo>
                    <a:pt x="5537133" y="4318000"/>
                  </a:lnTo>
                  <a:lnTo>
                    <a:pt x="5534495" y="4330700"/>
                  </a:lnTo>
                  <a:lnTo>
                    <a:pt x="5527299" y="4343400"/>
                  </a:lnTo>
                  <a:lnTo>
                    <a:pt x="5908647" y="4343400"/>
                  </a:lnTo>
                  <a:lnTo>
                    <a:pt x="5921697" y="4330700"/>
                  </a:lnTo>
                  <a:lnTo>
                    <a:pt x="5958689" y="4292600"/>
                  </a:lnTo>
                  <a:lnTo>
                    <a:pt x="5993406" y="4254500"/>
                  </a:lnTo>
                  <a:lnTo>
                    <a:pt x="5732881" y="4254500"/>
                  </a:lnTo>
                  <a:lnTo>
                    <a:pt x="5726291" y="4241800"/>
                  </a:lnTo>
                  <a:lnTo>
                    <a:pt x="5709126" y="4241800"/>
                  </a:lnTo>
                  <a:lnTo>
                    <a:pt x="5663163" y="4191000"/>
                  </a:lnTo>
                  <a:close/>
                </a:path>
                <a:path w="6120765" h="4457700">
                  <a:moveTo>
                    <a:pt x="4855842" y="4267200"/>
                  </a:moveTo>
                  <a:lnTo>
                    <a:pt x="4826797" y="4267200"/>
                  </a:lnTo>
                  <a:lnTo>
                    <a:pt x="4813035" y="4279900"/>
                  </a:lnTo>
                  <a:lnTo>
                    <a:pt x="4869601" y="4279900"/>
                  </a:lnTo>
                  <a:lnTo>
                    <a:pt x="4855842" y="4267200"/>
                  </a:lnTo>
                  <a:close/>
                </a:path>
                <a:path w="6120765" h="4457700">
                  <a:moveTo>
                    <a:pt x="5477431" y="4191000"/>
                  </a:moveTo>
                  <a:lnTo>
                    <a:pt x="5319705" y="4191000"/>
                  </a:lnTo>
                  <a:lnTo>
                    <a:pt x="5325199" y="4203700"/>
                  </a:lnTo>
                  <a:lnTo>
                    <a:pt x="5327168" y="4216400"/>
                  </a:lnTo>
                  <a:lnTo>
                    <a:pt x="5327168" y="4279900"/>
                  </a:lnTo>
                  <a:lnTo>
                    <a:pt x="5469973" y="4279900"/>
                  </a:lnTo>
                  <a:lnTo>
                    <a:pt x="5469973" y="4216400"/>
                  </a:lnTo>
                  <a:lnTo>
                    <a:pt x="5471941" y="4203700"/>
                  </a:lnTo>
                  <a:lnTo>
                    <a:pt x="5477431" y="4191000"/>
                  </a:lnTo>
                  <a:close/>
                </a:path>
                <a:path w="6120765" h="4457700">
                  <a:moveTo>
                    <a:pt x="5133977" y="4191000"/>
                  </a:moveTo>
                  <a:lnTo>
                    <a:pt x="5088028" y="4241800"/>
                  </a:lnTo>
                  <a:lnTo>
                    <a:pt x="5070868" y="4241800"/>
                  </a:lnTo>
                  <a:lnTo>
                    <a:pt x="5064273" y="4254500"/>
                  </a:lnTo>
                  <a:lnTo>
                    <a:pt x="5260007" y="4254500"/>
                  </a:lnTo>
                  <a:lnTo>
                    <a:pt x="5260007" y="4241800"/>
                  </a:lnTo>
                  <a:lnTo>
                    <a:pt x="5195320" y="4216400"/>
                  </a:lnTo>
                  <a:lnTo>
                    <a:pt x="5164202" y="4203700"/>
                  </a:lnTo>
                  <a:lnTo>
                    <a:pt x="5133977" y="4191000"/>
                  </a:lnTo>
                  <a:close/>
                </a:path>
                <a:path w="6120765" h="4457700">
                  <a:moveTo>
                    <a:pt x="5847256" y="3162299"/>
                  </a:moveTo>
                  <a:lnTo>
                    <a:pt x="5732505" y="3162299"/>
                  </a:lnTo>
                  <a:lnTo>
                    <a:pt x="5745139" y="3174999"/>
                  </a:lnTo>
                  <a:lnTo>
                    <a:pt x="5756243" y="3174999"/>
                  </a:lnTo>
                  <a:lnTo>
                    <a:pt x="5904768" y="3327400"/>
                  </a:lnTo>
                  <a:lnTo>
                    <a:pt x="5908962" y="3340100"/>
                  </a:lnTo>
                  <a:lnTo>
                    <a:pt x="5912050" y="3340100"/>
                  </a:lnTo>
                  <a:lnTo>
                    <a:pt x="5913960" y="3352800"/>
                  </a:lnTo>
                  <a:lnTo>
                    <a:pt x="5914618" y="3352800"/>
                  </a:lnTo>
                  <a:lnTo>
                    <a:pt x="5913966" y="3365500"/>
                  </a:lnTo>
                  <a:lnTo>
                    <a:pt x="5912061" y="3365500"/>
                  </a:lnTo>
                  <a:lnTo>
                    <a:pt x="5908975" y="3378200"/>
                  </a:lnTo>
                  <a:lnTo>
                    <a:pt x="5904782" y="3378200"/>
                  </a:lnTo>
                  <a:lnTo>
                    <a:pt x="5859120" y="3429000"/>
                  </a:lnTo>
                  <a:lnTo>
                    <a:pt x="5875248" y="3467100"/>
                  </a:lnTo>
                  <a:lnTo>
                    <a:pt x="5889342" y="3492500"/>
                  </a:lnTo>
                  <a:lnTo>
                    <a:pt x="5901380" y="3530600"/>
                  </a:lnTo>
                  <a:lnTo>
                    <a:pt x="5911340" y="3568700"/>
                  </a:lnTo>
                  <a:lnTo>
                    <a:pt x="5999949" y="3568700"/>
                  </a:lnTo>
                  <a:lnTo>
                    <a:pt x="6007146" y="3581400"/>
                  </a:lnTo>
                  <a:lnTo>
                    <a:pt x="6009784" y="3594100"/>
                  </a:lnTo>
                  <a:lnTo>
                    <a:pt x="6009784" y="3822700"/>
                  </a:lnTo>
                  <a:lnTo>
                    <a:pt x="6007146" y="3835400"/>
                  </a:lnTo>
                  <a:lnTo>
                    <a:pt x="5999949" y="3848100"/>
                  </a:lnTo>
                  <a:lnTo>
                    <a:pt x="5911352" y="3848100"/>
                  </a:lnTo>
                  <a:lnTo>
                    <a:pt x="5901390" y="3886200"/>
                  </a:lnTo>
                  <a:lnTo>
                    <a:pt x="5889348" y="3924300"/>
                  </a:lnTo>
                  <a:lnTo>
                    <a:pt x="5875250" y="3949700"/>
                  </a:lnTo>
                  <a:lnTo>
                    <a:pt x="5859120" y="3987800"/>
                  </a:lnTo>
                  <a:lnTo>
                    <a:pt x="5905030" y="4038600"/>
                  </a:lnTo>
                  <a:lnTo>
                    <a:pt x="5912401" y="4038600"/>
                  </a:lnTo>
                  <a:lnTo>
                    <a:pt x="5914858" y="4051300"/>
                  </a:lnTo>
                  <a:lnTo>
                    <a:pt x="5912401" y="4076700"/>
                  </a:lnTo>
                  <a:lnTo>
                    <a:pt x="5905030" y="4076700"/>
                  </a:lnTo>
                  <a:lnTo>
                    <a:pt x="5756622" y="4241800"/>
                  </a:lnTo>
                  <a:lnTo>
                    <a:pt x="5739457" y="4241800"/>
                  </a:lnTo>
                  <a:lnTo>
                    <a:pt x="5732881" y="4254500"/>
                  </a:lnTo>
                  <a:lnTo>
                    <a:pt x="5993406" y="4254500"/>
                  </a:lnTo>
                  <a:lnTo>
                    <a:pt x="6025728" y="4216400"/>
                  </a:lnTo>
                  <a:lnTo>
                    <a:pt x="6055536" y="4165600"/>
                  </a:lnTo>
                  <a:lnTo>
                    <a:pt x="6120679" y="4051300"/>
                  </a:lnTo>
                  <a:lnTo>
                    <a:pt x="6120679" y="3378200"/>
                  </a:lnTo>
                  <a:lnTo>
                    <a:pt x="6095361" y="3314700"/>
                  </a:lnTo>
                  <a:lnTo>
                    <a:pt x="6079182" y="3289300"/>
                  </a:lnTo>
                  <a:lnTo>
                    <a:pt x="6061814" y="3251199"/>
                  </a:lnTo>
                  <a:lnTo>
                    <a:pt x="6043272" y="3225799"/>
                  </a:lnTo>
                  <a:lnTo>
                    <a:pt x="6033421" y="3213099"/>
                  </a:lnTo>
                  <a:lnTo>
                    <a:pt x="5928103" y="3213099"/>
                  </a:lnTo>
                  <a:lnTo>
                    <a:pt x="5901831" y="3200399"/>
                  </a:lnTo>
                  <a:lnTo>
                    <a:pt x="5877627" y="3187699"/>
                  </a:lnTo>
                  <a:lnTo>
                    <a:pt x="5856103" y="3174999"/>
                  </a:lnTo>
                  <a:lnTo>
                    <a:pt x="5847256" y="3162299"/>
                  </a:lnTo>
                  <a:close/>
                </a:path>
                <a:path w="6120765" h="4457700">
                  <a:moveTo>
                    <a:pt x="5674852" y="2895599"/>
                  </a:moveTo>
                  <a:lnTo>
                    <a:pt x="5217086" y="2895599"/>
                  </a:lnTo>
                  <a:lnTo>
                    <a:pt x="5131580" y="2920999"/>
                  </a:lnTo>
                  <a:lnTo>
                    <a:pt x="5090398" y="2946399"/>
                  </a:lnTo>
                  <a:lnTo>
                    <a:pt x="5050365" y="2959099"/>
                  </a:lnTo>
                  <a:lnTo>
                    <a:pt x="5011554" y="2984499"/>
                  </a:lnTo>
                  <a:lnTo>
                    <a:pt x="4974042" y="3009899"/>
                  </a:lnTo>
                  <a:lnTo>
                    <a:pt x="4937901" y="3035299"/>
                  </a:lnTo>
                  <a:lnTo>
                    <a:pt x="4903208" y="3060699"/>
                  </a:lnTo>
                  <a:lnTo>
                    <a:pt x="4870038" y="3086099"/>
                  </a:lnTo>
                  <a:lnTo>
                    <a:pt x="4838464" y="3124199"/>
                  </a:lnTo>
                  <a:lnTo>
                    <a:pt x="4808563" y="3149599"/>
                  </a:lnTo>
                  <a:lnTo>
                    <a:pt x="4780409" y="3187699"/>
                  </a:lnTo>
                  <a:lnTo>
                    <a:pt x="4754077" y="3225799"/>
                  </a:lnTo>
                  <a:lnTo>
                    <a:pt x="4729641" y="3263900"/>
                  </a:lnTo>
                  <a:lnTo>
                    <a:pt x="4707178" y="3302000"/>
                  </a:lnTo>
                  <a:lnTo>
                    <a:pt x="4686761" y="3340100"/>
                  </a:lnTo>
                  <a:lnTo>
                    <a:pt x="4668465" y="3390900"/>
                  </a:lnTo>
                  <a:lnTo>
                    <a:pt x="4652366" y="3429000"/>
                  </a:lnTo>
                  <a:lnTo>
                    <a:pt x="4638538" y="3467100"/>
                  </a:lnTo>
                  <a:lnTo>
                    <a:pt x="4627057" y="3517900"/>
                  </a:lnTo>
                  <a:lnTo>
                    <a:pt x="4617996" y="3568700"/>
                  </a:lnTo>
                  <a:lnTo>
                    <a:pt x="4611432" y="3606800"/>
                  </a:lnTo>
                  <a:lnTo>
                    <a:pt x="4607438" y="3657600"/>
                  </a:lnTo>
                  <a:lnTo>
                    <a:pt x="4606090" y="3708400"/>
                  </a:lnTo>
                  <a:lnTo>
                    <a:pt x="4607554" y="3759200"/>
                  </a:lnTo>
                  <a:lnTo>
                    <a:pt x="4611913" y="3810000"/>
                  </a:lnTo>
                  <a:lnTo>
                    <a:pt x="4619120" y="3860800"/>
                  </a:lnTo>
                  <a:lnTo>
                    <a:pt x="4629128" y="3911600"/>
                  </a:lnTo>
                  <a:lnTo>
                    <a:pt x="4641888" y="3949700"/>
                  </a:lnTo>
                  <a:lnTo>
                    <a:pt x="4657353" y="4000500"/>
                  </a:lnTo>
                  <a:lnTo>
                    <a:pt x="4675475" y="4051300"/>
                  </a:lnTo>
                  <a:lnTo>
                    <a:pt x="4696207" y="4089400"/>
                  </a:lnTo>
                  <a:lnTo>
                    <a:pt x="4719501" y="4140200"/>
                  </a:lnTo>
                  <a:lnTo>
                    <a:pt x="4745309" y="4178300"/>
                  </a:lnTo>
                  <a:lnTo>
                    <a:pt x="4773584" y="4216400"/>
                  </a:lnTo>
                  <a:lnTo>
                    <a:pt x="4789443" y="4216400"/>
                  </a:lnTo>
                  <a:lnTo>
                    <a:pt x="4806124" y="4203700"/>
                  </a:lnTo>
                  <a:lnTo>
                    <a:pt x="5006284" y="4203700"/>
                  </a:lnTo>
                  <a:lnTo>
                    <a:pt x="4892123" y="4076700"/>
                  </a:lnTo>
                  <a:lnTo>
                    <a:pt x="4884747" y="4076700"/>
                  </a:lnTo>
                  <a:lnTo>
                    <a:pt x="4882291" y="4051300"/>
                  </a:lnTo>
                  <a:lnTo>
                    <a:pt x="4884751" y="4038600"/>
                  </a:lnTo>
                  <a:lnTo>
                    <a:pt x="4892123" y="4038600"/>
                  </a:lnTo>
                  <a:lnTo>
                    <a:pt x="4938034" y="3987800"/>
                  </a:lnTo>
                  <a:lnTo>
                    <a:pt x="4921903" y="3949700"/>
                  </a:lnTo>
                  <a:lnTo>
                    <a:pt x="4907805" y="3924300"/>
                  </a:lnTo>
                  <a:lnTo>
                    <a:pt x="4895762" y="3886200"/>
                  </a:lnTo>
                  <a:lnTo>
                    <a:pt x="4885801" y="3848100"/>
                  </a:lnTo>
                  <a:lnTo>
                    <a:pt x="4797195" y="3848100"/>
                  </a:lnTo>
                  <a:lnTo>
                    <a:pt x="4793002" y="3835400"/>
                  </a:lnTo>
                  <a:lnTo>
                    <a:pt x="4789916" y="3835400"/>
                  </a:lnTo>
                  <a:lnTo>
                    <a:pt x="4788014" y="3822700"/>
                  </a:lnTo>
                  <a:lnTo>
                    <a:pt x="4787370" y="3822700"/>
                  </a:lnTo>
                  <a:lnTo>
                    <a:pt x="4787488" y="3594100"/>
                  </a:lnTo>
                  <a:lnTo>
                    <a:pt x="4790127" y="3581400"/>
                  </a:lnTo>
                  <a:lnTo>
                    <a:pt x="4797322" y="3568700"/>
                  </a:lnTo>
                  <a:lnTo>
                    <a:pt x="4885801" y="3568700"/>
                  </a:lnTo>
                  <a:lnTo>
                    <a:pt x="4895762" y="3530600"/>
                  </a:lnTo>
                  <a:lnTo>
                    <a:pt x="4907805" y="3492500"/>
                  </a:lnTo>
                  <a:lnTo>
                    <a:pt x="4921903" y="3467100"/>
                  </a:lnTo>
                  <a:lnTo>
                    <a:pt x="4938034" y="3429000"/>
                  </a:lnTo>
                  <a:lnTo>
                    <a:pt x="4892372" y="3378200"/>
                  </a:lnTo>
                  <a:lnTo>
                    <a:pt x="4888179" y="3378200"/>
                  </a:lnTo>
                  <a:lnTo>
                    <a:pt x="4885092" y="3365500"/>
                  </a:lnTo>
                  <a:lnTo>
                    <a:pt x="4883186" y="3365500"/>
                  </a:lnTo>
                  <a:lnTo>
                    <a:pt x="4882534" y="3352800"/>
                  </a:lnTo>
                  <a:lnTo>
                    <a:pt x="4883186" y="3352800"/>
                  </a:lnTo>
                  <a:lnTo>
                    <a:pt x="4885094" y="3340100"/>
                  </a:lnTo>
                  <a:lnTo>
                    <a:pt x="4888185" y="3340100"/>
                  </a:lnTo>
                  <a:lnTo>
                    <a:pt x="4892386" y="3327400"/>
                  </a:lnTo>
                  <a:lnTo>
                    <a:pt x="5040899" y="3174999"/>
                  </a:lnTo>
                  <a:lnTo>
                    <a:pt x="5052009" y="3174999"/>
                  </a:lnTo>
                  <a:lnTo>
                    <a:pt x="5064645" y="3162299"/>
                  </a:lnTo>
                  <a:lnTo>
                    <a:pt x="5260007" y="3162299"/>
                  </a:lnTo>
                  <a:lnTo>
                    <a:pt x="5260007" y="3098799"/>
                  </a:lnTo>
                  <a:lnTo>
                    <a:pt x="5262647" y="3086099"/>
                  </a:lnTo>
                  <a:lnTo>
                    <a:pt x="5269846" y="3073399"/>
                  </a:lnTo>
                  <a:lnTo>
                    <a:pt x="5814797" y="3073399"/>
                  </a:lnTo>
                  <a:lnTo>
                    <a:pt x="5817505" y="3035299"/>
                  </a:lnTo>
                  <a:lnTo>
                    <a:pt x="5825460" y="3009899"/>
                  </a:lnTo>
                  <a:lnTo>
                    <a:pt x="5838410" y="2984499"/>
                  </a:lnTo>
                  <a:lnTo>
                    <a:pt x="5856103" y="2959099"/>
                  </a:lnTo>
                  <a:lnTo>
                    <a:pt x="5877627" y="2946399"/>
                  </a:lnTo>
                  <a:lnTo>
                    <a:pt x="5701203" y="2946399"/>
                  </a:lnTo>
                  <a:lnTo>
                    <a:pt x="5694925" y="2933699"/>
                  </a:lnTo>
                  <a:lnTo>
                    <a:pt x="5684045" y="2933699"/>
                  </a:lnTo>
                  <a:lnTo>
                    <a:pt x="5679865" y="2920999"/>
                  </a:lnTo>
                  <a:lnTo>
                    <a:pt x="5676772" y="2920999"/>
                  </a:lnTo>
                  <a:lnTo>
                    <a:pt x="5674852" y="2908299"/>
                  </a:lnTo>
                  <a:lnTo>
                    <a:pt x="5674193" y="2908299"/>
                  </a:lnTo>
                  <a:lnTo>
                    <a:pt x="5674852" y="2895599"/>
                  </a:lnTo>
                  <a:close/>
                </a:path>
                <a:path w="6120765" h="4457700">
                  <a:moveTo>
                    <a:pt x="5649993" y="4114800"/>
                  </a:moveTo>
                  <a:lnTo>
                    <a:pt x="5147147" y="4114800"/>
                  </a:lnTo>
                  <a:lnTo>
                    <a:pt x="5183311" y="4140200"/>
                  </a:lnTo>
                  <a:lnTo>
                    <a:pt x="5221038" y="4152900"/>
                  </a:lnTo>
                  <a:lnTo>
                    <a:pt x="5260194" y="4165600"/>
                  </a:lnTo>
                  <a:lnTo>
                    <a:pt x="5300644" y="4178300"/>
                  </a:lnTo>
                  <a:lnTo>
                    <a:pt x="5311313" y="4191000"/>
                  </a:lnTo>
                  <a:lnTo>
                    <a:pt x="5485822" y="4191000"/>
                  </a:lnTo>
                  <a:lnTo>
                    <a:pt x="5496496" y="4178300"/>
                  </a:lnTo>
                  <a:lnTo>
                    <a:pt x="5536947" y="4165600"/>
                  </a:lnTo>
                  <a:lnTo>
                    <a:pt x="5576103" y="4152900"/>
                  </a:lnTo>
                  <a:lnTo>
                    <a:pt x="5613829" y="4140200"/>
                  </a:lnTo>
                  <a:lnTo>
                    <a:pt x="5649993" y="4114800"/>
                  </a:lnTo>
                  <a:close/>
                </a:path>
                <a:path w="6120765" h="4457700">
                  <a:moveTo>
                    <a:pt x="5353630" y="3416300"/>
                  </a:moveTo>
                  <a:lnTo>
                    <a:pt x="5013844" y="3416300"/>
                  </a:lnTo>
                  <a:lnTo>
                    <a:pt x="5013157" y="3429000"/>
                  </a:lnTo>
                  <a:lnTo>
                    <a:pt x="5008656" y="3441700"/>
                  </a:lnTo>
                  <a:lnTo>
                    <a:pt x="4987526" y="3479800"/>
                  </a:lnTo>
                  <a:lnTo>
                    <a:pt x="4969844" y="3517900"/>
                  </a:lnTo>
                  <a:lnTo>
                    <a:pt x="4945051" y="3606800"/>
                  </a:lnTo>
                  <a:lnTo>
                    <a:pt x="4940742" y="3619500"/>
                  </a:lnTo>
                  <a:lnTo>
                    <a:pt x="4933323" y="3619500"/>
                  </a:lnTo>
                  <a:lnTo>
                    <a:pt x="4923560" y="3632200"/>
                  </a:lnTo>
                  <a:lnTo>
                    <a:pt x="4854620" y="3632200"/>
                  </a:lnTo>
                  <a:lnTo>
                    <a:pt x="4854543" y="3784600"/>
                  </a:lnTo>
                  <a:lnTo>
                    <a:pt x="4933323" y="3784600"/>
                  </a:lnTo>
                  <a:lnTo>
                    <a:pt x="4940742" y="3797300"/>
                  </a:lnTo>
                  <a:lnTo>
                    <a:pt x="4945051" y="3810000"/>
                  </a:lnTo>
                  <a:lnTo>
                    <a:pt x="4969844" y="3898900"/>
                  </a:lnTo>
                  <a:lnTo>
                    <a:pt x="4987526" y="3937000"/>
                  </a:lnTo>
                  <a:lnTo>
                    <a:pt x="5008656" y="3975100"/>
                  </a:lnTo>
                  <a:lnTo>
                    <a:pt x="5013157" y="3987800"/>
                  </a:lnTo>
                  <a:lnTo>
                    <a:pt x="5013844" y="3987800"/>
                  </a:lnTo>
                  <a:lnTo>
                    <a:pt x="5010822" y="4000500"/>
                  </a:lnTo>
                  <a:lnTo>
                    <a:pt x="5004196" y="4013200"/>
                  </a:lnTo>
                  <a:lnTo>
                    <a:pt x="4963349" y="4051300"/>
                  </a:lnTo>
                  <a:lnTo>
                    <a:pt x="5064286" y="4165600"/>
                  </a:lnTo>
                  <a:lnTo>
                    <a:pt x="5105172" y="4114800"/>
                  </a:lnTo>
                  <a:lnTo>
                    <a:pt x="5777715" y="4114800"/>
                  </a:lnTo>
                  <a:lnTo>
                    <a:pt x="5833791" y="4051300"/>
                  </a:lnTo>
                  <a:lnTo>
                    <a:pt x="5792944" y="4013200"/>
                  </a:lnTo>
                  <a:lnTo>
                    <a:pt x="5786319" y="4000500"/>
                  </a:lnTo>
                  <a:lnTo>
                    <a:pt x="5353630" y="4000500"/>
                  </a:lnTo>
                  <a:lnTo>
                    <a:pt x="5310969" y="3987800"/>
                  </a:lnTo>
                  <a:lnTo>
                    <a:pt x="5271172" y="3962400"/>
                  </a:lnTo>
                  <a:lnTo>
                    <a:pt x="5234813" y="3937000"/>
                  </a:lnTo>
                  <a:lnTo>
                    <a:pt x="5202469" y="3911600"/>
                  </a:lnTo>
                  <a:lnTo>
                    <a:pt x="5174714" y="3873500"/>
                  </a:lnTo>
                  <a:lnTo>
                    <a:pt x="5152126" y="3835400"/>
                  </a:lnTo>
                  <a:lnTo>
                    <a:pt x="5135278" y="3797300"/>
                  </a:lnTo>
                  <a:lnTo>
                    <a:pt x="5124748" y="3759200"/>
                  </a:lnTo>
                  <a:lnTo>
                    <a:pt x="5121109" y="3708400"/>
                  </a:lnTo>
                  <a:lnTo>
                    <a:pt x="5124748" y="3657600"/>
                  </a:lnTo>
                  <a:lnTo>
                    <a:pt x="5135278" y="3619500"/>
                  </a:lnTo>
                  <a:lnTo>
                    <a:pt x="5152126" y="3568700"/>
                  </a:lnTo>
                  <a:lnTo>
                    <a:pt x="5174714" y="3530600"/>
                  </a:lnTo>
                  <a:lnTo>
                    <a:pt x="5234813" y="3479800"/>
                  </a:lnTo>
                  <a:lnTo>
                    <a:pt x="5271172" y="3454400"/>
                  </a:lnTo>
                  <a:lnTo>
                    <a:pt x="5310969" y="3429000"/>
                  </a:lnTo>
                  <a:lnTo>
                    <a:pt x="5353630" y="3416300"/>
                  </a:lnTo>
                  <a:close/>
                </a:path>
                <a:path w="6120765" h="4457700">
                  <a:moveTo>
                    <a:pt x="5777715" y="4114800"/>
                  </a:moveTo>
                  <a:lnTo>
                    <a:pt x="5691968" y="4114800"/>
                  </a:lnTo>
                  <a:lnTo>
                    <a:pt x="5732854" y="4165600"/>
                  </a:lnTo>
                  <a:lnTo>
                    <a:pt x="5777715" y="4114800"/>
                  </a:lnTo>
                  <a:close/>
                </a:path>
                <a:path w="6120765" h="4457700">
                  <a:moveTo>
                    <a:pt x="5783292" y="3416300"/>
                  </a:moveTo>
                  <a:lnTo>
                    <a:pt x="5443525" y="3416300"/>
                  </a:lnTo>
                  <a:lnTo>
                    <a:pt x="5486185" y="3429000"/>
                  </a:lnTo>
                  <a:lnTo>
                    <a:pt x="5525982" y="3454400"/>
                  </a:lnTo>
                  <a:lnTo>
                    <a:pt x="5562340" y="3479800"/>
                  </a:lnTo>
                  <a:lnTo>
                    <a:pt x="5594684" y="3505200"/>
                  </a:lnTo>
                  <a:lnTo>
                    <a:pt x="5645027" y="3568700"/>
                  </a:lnTo>
                  <a:lnTo>
                    <a:pt x="5661875" y="3619500"/>
                  </a:lnTo>
                  <a:lnTo>
                    <a:pt x="5672405" y="3657600"/>
                  </a:lnTo>
                  <a:lnTo>
                    <a:pt x="5676044" y="3708400"/>
                  </a:lnTo>
                  <a:lnTo>
                    <a:pt x="5672405" y="3759200"/>
                  </a:lnTo>
                  <a:lnTo>
                    <a:pt x="5661875" y="3797300"/>
                  </a:lnTo>
                  <a:lnTo>
                    <a:pt x="5645027" y="3835400"/>
                  </a:lnTo>
                  <a:lnTo>
                    <a:pt x="5622439" y="3873500"/>
                  </a:lnTo>
                  <a:lnTo>
                    <a:pt x="5594684" y="3911600"/>
                  </a:lnTo>
                  <a:lnTo>
                    <a:pt x="5562340" y="3937000"/>
                  </a:lnTo>
                  <a:lnTo>
                    <a:pt x="5525982" y="3962400"/>
                  </a:lnTo>
                  <a:lnTo>
                    <a:pt x="5486185" y="3987800"/>
                  </a:lnTo>
                  <a:lnTo>
                    <a:pt x="5443525" y="4000500"/>
                  </a:lnTo>
                  <a:lnTo>
                    <a:pt x="5786319" y="4000500"/>
                  </a:lnTo>
                  <a:lnTo>
                    <a:pt x="5783296" y="3987800"/>
                  </a:lnTo>
                  <a:lnTo>
                    <a:pt x="5783983" y="3987800"/>
                  </a:lnTo>
                  <a:lnTo>
                    <a:pt x="5788484" y="3975100"/>
                  </a:lnTo>
                  <a:lnTo>
                    <a:pt x="5809614" y="3937000"/>
                  </a:lnTo>
                  <a:lnTo>
                    <a:pt x="5827296" y="3898900"/>
                  </a:lnTo>
                  <a:lnTo>
                    <a:pt x="5852090" y="3810000"/>
                  </a:lnTo>
                  <a:lnTo>
                    <a:pt x="5856398" y="3797300"/>
                  </a:lnTo>
                  <a:lnTo>
                    <a:pt x="5863817" y="3784600"/>
                  </a:lnTo>
                  <a:lnTo>
                    <a:pt x="5942624" y="3784600"/>
                  </a:lnTo>
                  <a:lnTo>
                    <a:pt x="5942624" y="3632200"/>
                  </a:lnTo>
                  <a:lnTo>
                    <a:pt x="5873579" y="3632200"/>
                  </a:lnTo>
                  <a:lnTo>
                    <a:pt x="5863813" y="3619500"/>
                  </a:lnTo>
                  <a:lnTo>
                    <a:pt x="5856393" y="3619500"/>
                  </a:lnTo>
                  <a:lnTo>
                    <a:pt x="5852090" y="3606800"/>
                  </a:lnTo>
                  <a:lnTo>
                    <a:pt x="5827292" y="3517900"/>
                  </a:lnTo>
                  <a:lnTo>
                    <a:pt x="5809612" y="3479800"/>
                  </a:lnTo>
                  <a:lnTo>
                    <a:pt x="5788484" y="3441700"/>
                  </a:lnTo>
                  <a:lnTo>
                    <a:pt x="5783981" y="3429000"/>
                  </a:lnTo>
                  <a:lnTo>
                    <a:pt x="5783292" y="3416300"/>
                  </a:lnTo>
                  <a:close/>
                </a:path>
                <a:path w="6120765" h="4457700">
                  <a:moveTo>
                    <a:pt x="5446742" y="3492500"/>
                  </a:moveTo>
                  <a:lnTo>
                    <a:pt x="5350413" y="3492500"/>
                  </a:lnTo>
                  <a:lnTo>
                    <a:pt x="5306168" y="3505200"/>
                  </a:lnTo>
                  <a:lnTo>
                    <a:pt x="5267116" y="3530600"/>
                  </a:lnTo>
                  <a:lnTo>
                    <a:pt x="5234528" y="3568700"/>
                  </a:lnTo>
                  <a:lnTo>
                    <a:pt x="5209676" y="3606800"/>
                  </a:lnTo>
                  <a:lnTo>
                    <a:pt x="5193832" y="3657600"/>
                  </a:lnTo>
                  <a:lnTo>
                    <a:pt x="5188268" y="3708400"/>
                  </a:lnTo>
                  <a:lnTo>
                    <a:pt x="5193832" y="3759200"/>
                  </a:lnTo>
                  <a:lnTo>
                    <a:pt x="5209676" y="3810000"/>
                  </a:lnTo>
                  <a:lnTo>
                    <a:pt x="5234528" y="3848100"/>
                  </a:lnTo>
                  <a:lnTo>
                    <a:pt x="5267116" y="3873500"/>
                  </a:lnTo>
                  <a:lnTo>
                    <a:pt x="5306168" y="3911600"/>
                  </a:lnTo>
                  <a:lnTo>
                    <a:pt x="5350413" y="3924300"/>
                  </a:lnTo>
                  <a:lnTo>
                    <a:pt x="5446742" y="3924300"/>
                  </a:lnTo>
                  <a:lnTo>
                    <a:pt x="5490986" y="3911600"/>
                  </a:lnTo>
                  <a:lnTo>
                    <a:pt x="5530038" y="3873500"/>
                  </a:lnTo>
                  <a:lnTo>
                    <a:pt x="5562625" y="3848100"/>
                  </a:lnTo>
                  <a:lnTo>
                    <a:pt x="5587477" y="3810000"/>
                  </a:lnTo>
                  <a:lnTo>
                    <a:pt x="5603321" y="3759200"/>
                  </a:lnTo>
                  <a:lnTo>
                    <a:pt x="5608885" y="3708400"/>
                  </a:lnTo>
                  <a:lnTo>
                    <a:pt x="5603321" y="3657600"/>
                  </a:lnTo>
                  <a:lnTo>
                    <a:pt x="5587477" y="3606800"/>
                  </a:lnTo>
                  <a:lnTo>
                    <a:pt x="5562625" y="3568700"/>
                  </a:lnTo>
                  <a:lnTo>
                    <a:pt x="5530038" y="3530600"/>
                  </a:lnTo>
                  <a:lnTo>
                    <a:pt x="5490986" y="3505200"/>
                  </a:lnTo>
                  <a:lnTo>
                    <a:pt x="5446742" y="3492500"/>
                  </a:lnTo>
                  <a:close/>
                </a:path>
                <a:path w="6120765" h="4457700">
                  <a:moveTo>
                    <a:pt x="5064627" y="3251199"/>
                  </a:moveTo>
                  <a:lnTo>
                    <a:pt x="4963612" y="3352800"/>
                  </a:lnTo>
                  <a:lnTo>
                    <a:pt x="5004196" y="3403600"/>
                  </a:lnTo>
                  <a:lnTo>
                    <a:pt x="5010822" y="3416300"/>
                  </a:lnTo>
                  <a:lnTo>
                    <a:pt x="5786313" y="3416300"/>
                  </a:lnTo>
                  <a:lnTo>
                    <a:pt x="5792944" y="3403600"/>
                  </a:lnTo>
                  <a:lnTo>
                    <a:pt x="5833529" y="3352800"/>
                  </a:lnTo>
                  <a:lnTo>
                    <a:pt x="5783021" y="3302000"/>
                  </a:lnTo>
                  <a:lnTo>
                    <a:pt x="5114586" y="3302000"/>
                  </a:lnTo>
                  <a:lnTo>
                    <a:pt x="5105172" y="3289300"/>
                  </a:lnTo>
                  <a:lnTo>
                    <a:pt x="5064627" y="3251199"/>
                  </a:lnTo>
                  <a:close/>
                </a:path>
                <a:path w="6120765" h="4457700">
                  <a:moveTo>
                    <a:pt x="5536949" y="3238499"/>
                  </a:moveTo>
                  <a:lnTo>
                    <a:pt x="5260186" y="3238499"/>
                  </a:lnTo>
                  <a:lnTo>
                    <a:pt x="5221028" y="3263900"/>
                  </a:lnTo>
                  <a:lnTo>
                    <a:pt x="5183304" y="3276600"/>
                  </a:lnTo>
                  <a:lnTo>
                    <a:pt x="5147147" y="3302000"/>
                  </a:lnTo>
                  <a:lnTo>
                    <a:pt x="5649993" y="3302000"/>
                  </a:lnTo>
                  <a:lnTo>
                    <a:pt x="5613835" y="3276600"/>
                  </a:lnTo>
                  <a:lnTo>
                    <a:pt x="5576107" y="3263900"/>
                  </a:lnTo>
                  <a:lnTo>
                    <a:pt x="5536949" y="3238499"/>
                  </a:lnTo>
                  <a:close/>
                </a:path>
                <a:path w="6120765" h="4457700">
                  <a:moveTo>
                    <a:pt x="5732513" y="3251199"/>
                  </a:moveTo>
                  <a:lnTo>
                    <a:pt x="5691955" y="3289300"/>
                  </a:lnTo>
                  <a:lnTo>
                    <a:pt x="5682547" y="3302000"/>
                  </a:lnTo>
                  <a:lnTo>
                    <a:pt x="5783021" y="3302000"/>
                  </a:lnTo>
                  <a:lnTo>
                    <a:pt x="5732513" y="3251199"/>
                  </a:lnTo>
                  <a:close/>
                </a:path>
                <a:path w="6120765" h="4457700">
                  <a:moveTo>
                    <a:pt x="5485822" y="3225799"/>
                  </a:moveTo>
                  <a:lnTo>
                    <a:pt x="5311313" y="3225799"/>
                  </a:lnTo>
                  <a:lnTo>
                    <a:pt x="5300644" y="3238499"/>
                  </a:lnTo>
                  <a:lnTo>
                    <a:pt x="5496496" y="3238499"/>
                  </a:lnTo>
                  <a:lnTo>
                    <a:pt x="5485822" y="3225799"/>
                  </a:lnTo>
                  <a:close/>
                </a:path>
                <a:path w="6120765" h="4457700">
                  <a:moveTo>
                    <a:pt x="5227274" y="3174999"/>
                  </a:moveTo>
                  <a:lnTo>
                    <a:pt x="5088383" y="3174999"/>
                  </a:lnTo>
                  <a:lnTo>
                    <a:pt x="5133991" y="3225799"/>
                  </a:lnTo>
                  <a:lnTo>
                    <a:pt x="5164208" y="3213099"/>
                  </a:lnTo>
                  <a:lnTo>
                    <a:pt x="5195322" y="3187699"/>
                  </a:lnTo>
                  <a:lnTo>
                    <a:pt x="5227274" y="3174999"/>
                  </a:lnTo>
                  <a:close/>
                </a:path>
                <a:path w="6120765" h="4457700">
                  <a:moveTo>
                    <a:pt x="5469973" y="3136899"/>
                  </a:moveTo>
                  <a:lnTo>
                    <a:pt x="5327168" y="3136899"/>
                  </a:lnTo>
                  <a:lnTo>
                    <a:pt x="5327168" y="3200399"/>
                  </a:lnTo>
                  <a:lnTo>
                    <a:pt x="5325199" y="3213099"/>
                  </a:lnTo>
                  <a:lnTo>
                    <a:pt x="5319705" y="3225799"/>
                  </a:lnTo>
                  <a:lnTo>
                    <a:pt x="5477431" y="3225799"/>
                  </a:lnTo>
                  <a:lnTo>
                    <a:pt x="5471941" y="3213099"/>
                  </a:lnTo>
                  <a:lnTo>
                    <a:pt x="5469973" y="3200399"/>
                  </a:lnTo>
                  <a:lnTo>
                    <a:pt x="5469973" y="3136899"/>
                  </a:lnTo>
                  <a:close/>
                </a:path>
                <a:path w="6120765" h="4457700">
                  <a:moveTo>
                    <a:pt x="5708759" y="3174999"/>
                  </a:moveTo>
                  <a:lnTo>
                    <a:pt x="5569875" y="3174999"/>
                  </a:lnTo>
                  <a:lnTo>
                    <a:pt x="5601831" y="3187699"/>
                  </a:lnTo>
                  <a:lnTo>
                    <a:pt x="5632946" y="3213099"/>
                  </a:lnTo>
                  <a:lnTo>
                    <a:pt x="5663163" y="3225799"/>
                  </a:lnTo>
                  <a:lnTo>
                    <a:pt x="5708759" y="3174999"/>
                  </a:lnTo>
                  <a:close/>
                </a:path>
                <a:path w="6120765" h="4457700">
                  <a:moveTo>
                    <a:pt x="6120679" y="2870200"/>
                  </a:moveTo>
                  <a:lnTo>
                    <a:pt x="5726415" y="2870199"/>
                  </a:lnTo>
                  <a:lnTo>
                    <a:pt x="5731515" y="2882899"/>
                  </a:lnTo>
                  <a:lnTo>
                    <a:pt x="5735692" y="2882899"/>
                  </a:lnTo>
                  <a:lnTo>
                    <a:pt x="5738781" y="2895599"/>
                  </a:lnTo>
                  <a:lnTo>
                    <a:pt x="5740696" y="2895599"/>
                  </a:lnTo>
                  <a:lnTo>
                    <a:pt x="5741353" y="2908299"/>
                  </a:lnTo>
                  <a:lnTo>
                    <a:pt x="5740694" y="2908299"/>
                  </a:lnTo>
                  <a:lnTo>
                    <a:pt x="5738776" y="2920999"/>
                  </a:lnTo>
                  <a:lnTo>
                    <a:pt x="5983563" y="2920999"/>
                  </a:lnTo>
                  <a:lnTo>
                    <a:pt x="6009835" y="2933699"/>
                  </a:lnTo>
                  <a:lnTo>
                    <a:pt x="6034039" y="2946399"/>
                  </a:lnTo>
                  <a:lnTo>
                    <a:pt x="6055563" y="2959099"/>
                  </a:lnTo>
                  <a:lnTo>
                    <a:pt x="6083823" y="3009899"/>
                  </a:lnTo>
                  <a:lnTo>
                    <a:pt x="6096179" y="3060699"/>
                  </a:lnTo>
                  <a:lnTo>
                    <a:pt x="6092638" y="3098799"/>
                  </a:lnTo>
                  <a:lnTo>
                    <a:pt x="6073204" y="3149599"/>
                  </a:lnTo>
                  <a:lnTo>
                    <a:pt x="6120679" y="3225799"/>
                  </a:lnTo>
                  <a:lnTo>
                    <a:pt x="6120679" y="2870200"/>
                  </a:lnTo>
                  <a:close/>
                </a:path>
                <a:path w="6120765" h="4457700">
                  <a:moveTo>
                    <a:pt x="6023570" y="3200399"/>
                  </a:moveTo>
                  <a:lnTo>
                    <a:pt x="6007711" y="3200399"/>
                  </a:lnTo>
                  <a:lnTo>
                    <a:pt x="5991030" y="3213099"/>
                  </a:lnTo>
                  <a:lnTo>
                    <a:pt x="6033421" y="3213099"/>
                  </a:lnTo>
                  <a:lnTo>
                    <a:pt x="6023570" y="3200399"/>
                  </a:lnTo>
                  <a:close/>
                </a:path>
                <a:path w="6120765" h="4457700">
                  <a:moveTo>
                    <a:pt x="5260007" y="3162299"/>
                  </a:moveTo>
                  <a:lnTo>
                    <a:pt x="5064645" y="3162299"/>
                  </a:lnTo>
                  <a:lnTo>
                    <a:pt x="5077279" y="3174999"/>
                  </a:lnTo>
                  <a:lnTo>
                    <a:pt x="5260007" y="3174999"/>
                  </a:lnTo>
                  <a:lnTo>
                    <a:pt x="5260007" y="3162299"/>
                  </a:lnTo>
                  <a:close/>
                </a:path>
                <a:path w="6120765" h="4457700">
                  <a:moveTo>
                    <a:pt x="5814797" y="3073399"/>
                  </a:moveTo>
                  <a:lnTo>
                    <a:pt x="5527299" y="3073399"/>
                  </a:lnTo>
                  <a:lnTo>
                    <a:pt x="5534495" y="3086099"/>
                  </a:lnTo>
                  <a:lnTo>
                    <a:pt x="5537133" y="3098799"/>
                  </a:lnTo>
                  <a:lnTo>
                    <a:pt x="5537133" y="3174999"/>
                  </a:lnTo>
                  <a:lnTo>
                    <a:pt x="5719869" y="3174999"/>
                  </a:lnTo>
                  <a:lnTo>
                    <a:pt x="5732505" y="3162299"/>
                  </a:lnTo>
                  <a:lnTo>
                    <a:pt x="5847256" y="3162299"/>
                  </a:lnTo>
                  <a:lnTo>
                    <a:pt x="5838410" y="3149599"/>
                  </a:lnTo>
                  <a:lnTo>
                    <a:pt x="5825460" y="3124199"/>
                  </a:lnTo>
                  <a:lnTo>
                    <a:pt x="5817505" y="3098799"/>
                  </a:lnTo>
                  <a:lnTo>
                    <a:pt x="5814797" y="3073399"/>
                  </a:lnTo>
                  <a:close/>
                </a:path>
                <a:path w="6120765" h="4457700">
                  <a:moveTo>
                    <a:pt x="5984120" y="3136899"/>
                  </a:moveTo>
                  <a:lnTo>
                    <a:pt x="5927542" y="3136899"/>
                  </a:lnTo>
                  <a:lnTo>
                    <a:pt x="5941304" y="3149599"/>
                  </a:lnTo>
                  <a:lnTo>
                    <a:pt x="5970356" y="3149599"/>
                  </a:lnTo>
                  <a:lnTo>
                    <a:pt x="5984120" y="3136899"/>
                  </a:lnTo>
                  <a:close/>
                </a:path>
                <a:path w="6120765" h="4457700">
                  <a:moveTo>
                    <a:pt x="6008079" y="3009899"/>
                  </a:moveTo>
                  <a:lnTo>
                    <a:pt x="5903600" y="3009899"/>
                  </a:lnTo>
                  <a:lnTo>
                    <a:pt x="5894330" y="3022599"/>
                  </a:lnTo>
                  <a:lnTo>
                    <a:pt x="5887544" y="3035299"/>
                  </a:lnTo>
                  <a:lnTo>
                    <a:pt x="5883375" y="3047999"/>
                  </a:lnTo>
                  <a:lnTo>
                    <a:pt x="5881956" y="3073399"/>
                  </a:lnTo>
                  <a:lnTo>
                    <a:pt x="5883375" y="3086099"/>
                  </a:lnTo>
                  <a:lnTo>
                    <a:pt x="5887544" y="3098799"/>
                  </a:lnTo>
                  <a:lnTo>
                    <a:pt x="5894330" y="3111499"/>
                  </a:lnTo>
                  <a:lnTo>
                    <a:pt x="5903600" y="3124199"/>
                  </a:lnTo>
                  <a:lnTo>
                    <a:pt x="5914868" y="3136899"/>
                  </a:lnTo>
                  <a:lnTo>
                    <a:pt x="5996801" y="3136899"/>
                  </a:lnTo>
                  <a:lnTo>
                    <a:pt x="6008079" y="3124199"/>
                  </a:lnTo>
                  <a:lnTo>
                    <a:pt x="6024274" y="3098799"/>
                  </a:lnTo>
                  <a:lnTo>
                    <a:pt x="6029673" y="3073399"/>
                  </a:lnTo>
                  <a:lnTo>
                    <a:pt x="6024274" y="3035299"/>
                  </a:lnTo>
                  <a:lnTo>
                    <a:pt x="6008079" y="3009899"/>
                  </a:lnTo>
                  <a:close/>
                </a:path>
                <a:path w="6120765" h="4457700">
                  <a:moveTo>
                    <a:pt x="5984120" y="2997199"/>
                  </a:moveTo>
                  <a:lnTo>
                    <a:pt x="5927548" y="2997199"/>
                  </a:lnTo>
                  <a:lnTo>
                    <a:pt x="5914870" y="3009899"/>
                  </a:lnTo>
                  <a:lnTo>
                    <a:pt x="5996801" y="3009899"/>
                  </a:lnTo>
                  <a:lnTo>
                    <a:pt x="5984120" y="2997199"/>
                  </a:lnTo>
                  <a:close/>
                </a:path>
                <a:path w="6120765" h="4457700">
                  <a:moveTo>
                    <a:pt x="5928103" y="2920999"/>
                  </a:moveTo>
                  <a:lnTo>
                    <a:pt x="5735686" y="2920999"/>
                  </a:lnTo>
                  <a:lnTo>
                    <a:pt x="5731515" y="2933699"/>
                  </a:lnTo>
                  <a:lnTo>
                    <a:pt x="5720619" y="2933699"/>
                  </a:lnTo>
                  <a:lnTo>
                    <a:pt x="5714335" y="2946399"/>
                  </a:lnTo>
                  <a:lnTo>
                    <a:pt x="5877627" y="2946399"/>
                  </a:lnTo>
                  <a:lnTo>
                    <a:pt x="5901831" y="2933699"/>
                  </a:lnTo>
                  <a:lnTo>
                    <a:pt x="5928103" y="2920999"/>
                  </a:lnTo>
                  <a:close/>
                </a:path>
                <a:path w="6120765" h="4457700">
                  <a:moveTo>
                    <a:pt x="5517443" y="2882899"/>
                  </a:moveTo>
                  <a:lnTo>
                    <a:pt x="5306285" y="2882899"/>
                  </a:lnTo>
                  <a:lnTo>
                    <a:pt x="5261261" y="2895599"/>
                  </a:lnTo>
                  <a:lnTo>
                    <a:pt x="5556403" y="2895599"/>
                  </a:lnTo>
                  <a:lnTo>
                    <a:pt x="5517443" y="2882899"/>
                  </a:lnTo>
                  <a:close/>
                </a:path>
                <a:path w="6120765" h="4457700">
                  <a:moveTo>
                    <a:pt x="6120679" y="2806699"/>
                  </a:moveTo>
                  <a:lnTo>
                    <a:pt x="5484745" y="2806699"/>
                  </a:lnTo>
                  <a:lnTo>
                    <a:pt x="5527450" y="2819399"/>
                  </a:lnTo>
                  <a:lnTo>
                    <a:pt x="5569704" y="2819399"/>
                  </a:lnTo>
                  <a:lnTo>
                    <a:pt x="5581993" y="2832099"/>
                  </a:lnTo>
                  <a:lnTo>
                    <a:pt x="5591029" y="2844799"/>
                  </a:lnTo>
                  <a:lnTo>
                    <a:pt x="5595967" y="2857499"/>
                  </a:lnTo>
                  <a:lnTo>
                    <a:pt x="5595964" y="2870199"/>
                  </a:lnTo>
                  <a:lnTo>
                    <a:pt x="5590786" y="2882899"/>
                  </a:lnTo>
                  <a:lnTo>
                    <a:pt x="5581614" y="2895599"/>
                  </a:lnTo>
                  <a:lnTo>
                    <a:pt x="5676772" y="2895599"/>
                  </a:lnTo>
                  <a:lnTo>
                    <a:pt x="5679865" y="2882899"/>
                  </a:lnTo>
                  <a:lnTo>
                    <a:pt x="5684045" y="2882899"/>
                  </a:lnTo>
                  <a:lnTo>
                    <a:pt x="5689139" y="2870199"/>
                  </a:lnTo>
                  <a:lnTo>
                    <a:pt x="6120679" y="2870200"/>
                  </a:lnTo>
                  <a:lnTo>
                    <a:pt x="6120679" y="2806699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929380" y="1326387"/>
            <a:ext cx="1908175" cy="74485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503555" marR="5080" indent="-491490">
              <a:lnSpc>
                <a:spcPct val="68600"/>
              </a:lnSpc>
              <a:spcBef>
                <a:spcPts val="1155"/>
              </a:spcBef>
            </a:pP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A</a:t>
            </a:r>
            <a:r>
              <a:rPr sz="2800" b="1" spc="-100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partir</a:t>
            </a:r>
            <a:r>
              <a:rPr sz="2800" b="1" spc="-25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de</a:t>
            </a:r>
            <a:r>
              <a:rPr sz="2800" b="1" spc="-25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spc="-35" dirty="0">
                <a:solidFill>
                  <a:srgbClr val="FF0000"/>
                </a:solidFill>
                <a:latin typeface="Arial Narrow"/>
                <a:cs typeface="Arial Narrow"/>
              </a:rPr>
              <a:t>un </a:t>
            </a: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diagrama: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47131" y="267715"/>
            <a:ext cx="5622925" cy="4503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75"/>
              </a:lnSpc>
              <a:spcBef>
                <a:spcPts val="100"/>
              </a:spcBef>
            </a:pPr>
            <a:r>
              <a:rPr sz="1800" b="1" dirty="0">
                <a:latin typeface="Courier New"/>
                <a:cs typeface="Courier New"/>
              </a:rPr>
              <a:t>&lt;?xml</a:t>
            </a:r>
            <a:r>
              <a:rPr sz="1800" b="1" spc="-10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version="1.0"</a:t>
            </a:r>
            <a:r>
              <a:rPr sz="1800" b="1" spc="-8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encoding="UTF-</a:t>
            </a:r>
            <a:r>
              <a:rPr sz="1800" b="1" spc="-20" dirty="0">
                <a:latin typeface="Courier New"/>
                <a:cs typeface="Courier New"/>
              </a:rPr>
              <a:t>8"?&gt;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ts val="1955"/>
              </a:lnSpc>
            </a:pPr>
            <a:r>
              <a:rPr sz="1800" b="1" spc="-10" dirty="0">
                <a:latin typeface="Courier New"/>
                <a:cs typeface="Courier New"/>
              </a:rPr>
              <a:t>&lt;E-MAIL&gt;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ts val="1955"/>
              </a:lnSpc>
            </a:pPr>
            <a:r>
              <a:rPr sz="1800" b="1" spc="-10" dirty="0">
                <a:latin typeface="Courier New"/>
                <a:cs typeface="Courier New"/>
              </a:rPr>
              <a:t>&lt;Remitente&gt;</a:t>
            </a:r>
            <a:endParaRPr sz="1800">
              <a:latin typeface="Courier New"/>
              <a:cs typeface="Courier New"/>
            </a:endParaRPr>
          </a:p>
          <a:p>
            <a:pPr marL="831850">
              <a:lnSpc>
                <a:spcPts val="1945"/>
              </a:lnSpc>
            </a:pPr>
            <a:r>
              <a:rPr sz="1800" b="1" dirty="0">
                <a:latin typeface="Courier New"/>
                <a:cs typeface="Courier New"/>
              </a:rPr>
              <a:t>&lt;Nombre&gt;Nuria</a:t>
            </a:r>
            <a:r>
              <a:rPr sz="1800" b="1" spc="-13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Delgado&lt;/Nombre&gt;</a:t>
            </a:r>
            <a:endParaRPr sz="1800">
              <a:latin typeface="Courier New"/>
              <a:cs typeface="Courier New"/>
            </a:endParaRPr>
          </a:p>
          <a:p>
            <a:pPr marL="831850">
              <a:lnSpc>
                <a:spcPts val="1895"/>
              </a:lnSpc>
            </a:pPr>
            <a:r>
              <a:rPr sz="1800" b="1" spc="-10" dirty="0">
                <a:latin typeface="Courier New"/>
                <a:cs typeface="Courier New"/>
              </a:rPr>
              <a:t>&lt;Direccion&gt;</a:t>
            </a:r>
            <a:r>
              <a:rPr sz="1800" b="1" spc="-10" dirty="0">
                <a:latin typeface="Courier New"/>
                <a:cs typeface="Courier New"/>
                <a:hlinkClick r:id="rId2"/>
              </a:rPr>
              <a:t>Nuriadel@gmail.com</a:t>
            </a:r>
            <a:endParaRPr sz="1800">
              <a:latin typeface="Courier New"/>
              <a:cs typeface="Courier New"/>
            </a:endParaRPr>
          </a:p>
          <a:p>
            <a:pPr marL="831850">
              <a:lnSpc>
                <a:spcPts val="1955"/>
              </a:lnSpc>
            </a:pPr>
            <a:r>
              <a:rPr sz="1800" b="1" spc="-10" dirty="0">
                <a:latin typeface="Courier New"/>
                <a:cs typeface="Courier New"/>
              </a:rPr>
              <a:t>&lt;/Direccion&gt;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ts val="1955"/>
              </a:lnSpc>
            </a:pPr>
            <a:r>
              <a:rPr sz="1800" b="1" spc="-10" dirty="0">
                <a:latin typeface="Courier New"/>
                <a:cs typeface="Courier New"/>
              </a:rPr>
              <a:t>&lt;/Remitente&gt;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ts val="1945"/>
              </a:lnSpc>
            </a:pPr>
            <a:r>
              <a:rPr sz="1800" b="1" spc="-10" dirty="0">
                <a:latin typeface="Courier New"/>
                <a:cs typeface="Courier New"/>
              </a:rPr>
              <a:t>&lt;Destinatario&gt;</a:t>
            </a:r>
            <a:endParaRPr sz="1800">
              <a:latin typeface="Courier New"/>
              <a:cs typeface="Courier New"/>
            </a:endParaRPr>
          </a:p>
          <a:p>
            <a:pPr marL="831850">
              <a:lnSpc>
                <a:spcPts val="1945"/>
              </a:lnSpc>
            </a:pPr>
            <a:r>
              <a:rPr sz="1800" b="1" dirty="0">
                <a:latin typeface="Courier New"/>
                <a:cs typeface="Courier New"/>
              </a:rPr>
              <a:t>&lt;Nombre&gt;Roberto</a:t>
            </a:r>
            <a:r>
              <a:rPr sz="1800" b="1" spc="-15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Cuadra&lt;/Nombre&gt;</a:t>
            </a:r>
            <a:endParaRPr sz="1800">
              <a:latin typeface="Courier New"/>
              <a:cs typeface="Courier New"/>
            </a:endParaRPr>
          </a:p>
          <a:p>
            <a:pPr marL="831850">
              <a:lnSpc>
                <a:spcPts val="1955"/>
              </a:lnSpc>
            </a:pPr>
            <a:r>
              <a:rPr sz="1800" b="1" spc="-10" dirty="0">
                <a:latin typeface="Courier New"/>
                <a:cs typeface="Courier New"/>
              </a:rPr>
              <a:t>&lt;Direccion&gt;</a:t>
            </a:r>
            <a:r>
              <a:rPr sz="1800" b="1" spc="-10" dirty="0">
                <a:latin typeface="Courier New"/>
                <a:cs typeface="Courier New"/>
                <a:hlinkClick r:id="rId3"/>
              </a:rPr>
              <a:t>Robercuadra@gmail.com</a:t>
            </a:r>
            <a:endParaRPr sz="1800">
              <a:latin typeface="Courier New"/>
              <a:cs typeface="Courier New"/>
            </a:endParaRPr>
          </a:p>
          <a:p>
            <a:pPr marL="831850">
              <a:lnSpc>
                <a:spcPts val="1955"/>
              </a:lnSpc>
            </a:pPr>
            <a:r>
              <a:rPr sz="1800" b="1" spc="-10" dirty="0">
                <a:latin typeface="Courier New"/>
                <a:cs typeface="Courier New"/>
              </a:rPr>
              <a:t>&lt;/Direccion&gt;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ts val="1945"/>
              </a:lnSpc>
            </a:pPr>
            <a:r>
              <a:rPr sz="1800" b="1" spc="-10" dirty="0">
                <a:latin typeface="Courier New"/>
                <a:cs typeface="Courier New"/>
              </a:rPr>
              <a:t>&lt;/Destinatario&gt;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ts val="1945"/>
              </a:lnSpc>
            </a:pPr>
            <a:r>
              <a:rPr sz="1800" b="1" spc="-10" dirty="0">
                <a:latin typeface="Courier New"/>
                <a:cs typeface="Courier New"/>
              </a:rPr>
              <a:t>&lt;Asunto&gt;Reunión&lt;/Asunto&gt;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ts val="1895"/>
              </a:lnSpc>
            </a:pPr>
            <a:r>
              <a:rPr sz="1800" b="1" spc="-10" dirty="0">
                <a:latin typeface="Courier New"/>
                <a:cs typeface="Courier New"/>
              </a:rPr>
              <a:t>&lt;Texto&gt;</a:t>
            </a:r>
            <a:endParaRPr sz="1800">
              <a:latin typeface="Courier New"/>
              <a:cs typeface="Courier New"/>
            </a:endParaRPr>
          </a:p>
          <a:p>
            <a:pPr marL="2060575" marR="5080" indent="-1228725">
              <a:lnSpc>
                <a:spcPts val="2020"/>
              </a:lnSpc>
              <a:spcBef>
                <a:spcPts val="50"/>
              </a:spcBef>
            </a:pPr>
            <a:r>
              <a:rPr sz="1800" b="1" dirty="0">
                <a:latin typeface="Courier New"/>
                <a:cs typeface="Courier New"/>
              </a:rPr>
              <a:t>&lt;Parrafo&gt;¿Nos</a:t>
            </a:r>
            <a:r>
              <a:rPr sz="1800" b="1" spc="-7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reunimos</a:t>
            </a:r>
            <a:r>
              <a:rPr sz="1800" b="1" spc="-7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mañana</a:t>
            </a:r>
            <a:r>
              <a:rPr sz="1800" b="1" spc="-7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a</a:t>
            </a:r>
            <a:r>
              <a:rPr sz="1800" b="1" spc="-70" dirty="0">
                <a:latin typeface="Courier New"/>
                <a:cs typeface="Courier New"/>
              </a:rPr>
              <a:t> </a:t>
            </a:r>
            <a:r>
              <a:rPr sz="1800" b="1" spc="-25" dirty="0">
                <a:latin typeface="Courier New"/>
                <a:cs typeface="Courier New"/>
              </a:rPr>
              <a:t>las </a:t>
            </a:r>
            <a:r>
              <a:rPr sz="1800" b="1" spc="-10" dirty="0">
                <a:latin typeface="Courier New"/>
                <a:cs typeface="Courier New"/>
              </a:rPr>
              <a:t>13:00?&lt;/Parrafo&gt;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ts val="1764"/>
              </a:lnSpc>
            </a:pPr>
            <a:r>
              <a:rPr sz="1800" b="1" spc="-10" dirty="0">
                <a:latin typeface="Courier New"/>
                <a:cs typeface="Courier New"/>
              </a:rPr>
              <a:t>&lt;/Texto&gt;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ts val="2075"/>
              </a:lnSpc>
            </a:pPr>
            <a:r>
              <a:rPr sz="1800" b="1" spc="-10" dirty="0">
                <a:latin typeface="Courier New"/>
                <a:cs typeface="Courier New"/>
              </a:rPr>
              <a:t>&lt;/E-Mail&gt;</a:t>
            </a:r>
            <a:endParaRPr sz="1800">
              <a:latin typeface="Courier New"/>
              <a:cs typeface="Courier New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460431" y="123478"/>
            <a:ext cx="648071" cy="648071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6284" y="253491"/>
            <a:ext cx="906144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25" dirty="0">
                <a:solidFill>
                  <a:srgbClr val="044247"/>
                </a:solidFill>
                <a:latin typeface="Arial Narrow"/>
                <a:cs typeface="Arial Narrow"/>
              </a:rPr>
              <a:t>XML</a:t>
            </a:r>
            <a:endParaRPr sz="40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517263" y="1326387"/>
            <a:ext cx="131953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Atributos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44302" y="101091"/>
            <a:ext cx="4959985" cy="4744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har char="■"/>
              <a:tabLst>
                <a:tab pos="297815" algn="l"/>
              </a:tabLst>
            </a:pPr>
            <a:r>
              <a:rPr sz="2800" spc="-155" dirty="0">
                <a:latin typeface="Arial"/>
                <a:cs typeface="Arial"/>
              </a:rPr>
              <a:t>Elementos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285" dirty="0">
                <a:latin typeface="Arial"/>
                <a:cs typeface="Arial"/>
              </a:rPr>
              <a:t>XML</a:t>
            </a:r>
            <a:endParaRPr sz="28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145"/>
              </a:spcBef>
              <a:buChar char="■"/>
              <a:tabLst>
                <a:tab pos="297815" algn="l"/>
              </a:tabLst>
            </a:pPr>
            <a:r>
              <a:rPr sz="2800" spc="-110" dirty="0">
                <a:latin typeface="Arial"/>
                <a:cs typeface="Arial"/>
              </a:rPr>
              <a:t>Etiqueta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única</a:t>
            </a:r>
            <a:endParaRPr sz="28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240"/>
              </a:spcBef>
              <a:buChar char="■"/>
              <a:tabLst>
                <a:tab pos="297815" algn="l"/>
              </a:tabLst>
            </a:pPr>
            <a:r>
              <a:rPr sz="2800" spc="-90" dirty="0">
                <a:latin typeface="Arial"/>
                <a:cs typeface="Arial"/>
              </a:rPr>
              <a:t>Distinguir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70" dirty="0">
                <a:latin typeface="Arial"/>
                <a:cs typeface="Arial"/>
              </a:rPr>
              <a:t>entre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elementos</a:t>
            </a:r>
            <a:endParaRPr sz="2800">
              <a:latin typeface="Arial"/>
              <a:cs typeface="Arial"/>
            </a:endParaRPr>
          </a:p>
          <a:p>
            <a:pPr marL="298450" marR="919480" indent="-285750">
              <a:lnSpc>
                <a:spcPct val="71400"/>
              </a:lnSpc>
              <a:spcBef>
                <a:spcPts val="1100"/>
              </a:spcBef>
              <a:buChar char="■"/>
              <a:tabLst>
                <a:tab pos="298450" algn="l"/>
              </a:tabLst>
            </a:pPr>
            <a:r>
              <a:rPr sz="2800" spc="-170" dirty="0">
                <a:latin typeface="Arial"/>
                <a:cs typeface="Arial"/>
              </a:rPr>
              <a:t>Un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90" dirty="0">
                <a:latin typeface="Arial"/>
                <a:cs typeface="Arial"/>
              </a:rPr>
              <a:t>elemento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35" dirty="0">
                <a:latin typeface="Arial"/>
                <a:cs typeface="Arial"/>
              </a:rPr>
              <a:t>puede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tener </a:t>
            </a:r>
            <a:r>
              <a:rPr sz="2800" spc="-70" dirty="0">
                <a:latin typeface="Arial"/>
                <a:cs typeface="Arial"/>
              </a:rPr>
              <a:t>múltiples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atributos</a:t>
            </a:r>
            <a:endParaRPr sz="2800">
              <a:latin typeface="Arial"/>
              <a:cs typeface="Arial"/>
            </a:endParaRPr>
          </a:p>
          <a:p>
            <a:pPr marL="1056640" lvl="1" indent="-285115">
              <a:lnSpc>
                <a:spcPct val="100000"/>
              </a:lnSpc>
              <a:spcBef>
                <a:spcPts val="545"/>
              </a:spcBef>
              <a:buFont typeface="Arial"/>
              <a:buChar char="■"/>
              <a:tabLst>
                <a:tab pos="1056640" algn="l"/>
              </a:tabLst>
            </a:pPr>
            <a:r>
              <a:rPr sz="1800" b="1" dirty="0">
                <a:latin typeface="Courier New"/>
                <a:cs typeface="Courier New"/>
              </a:rPr>
              <a:t>&lt;nombre_elemento</a:t>
            </a:r>
            <a:r>
              <a:rPr sz="1800" b="1" spc="-10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at1</a:t>
            </a:r>
            <a:r>
              <a:rPr sz="1800" b="1" spc="-95" dirty="0">
                <a:latin typeface="Courier New"/>
                <a:cs typeface="Courier New"/>
              </a:rPr>
              <a:t> </a:t>
            </a:r>
            <a:r>
              <a:rPr sz="1800" b="1" spc="-20" dirty="0">
                <a:latin typeface="Courier New"/>
                <a:cs typeface="Courier New"/>
              </a:rPr>
              <a:t>at2&gt;</a:t>
            </a:r>
            <a:endParaRPr sz="1800">
              <a:latin typeface="Courier New"/>
              <a:cs typeface="Courier New"/>
            </a:endParaRPr>
          </a:p>
          <a:p>
            <a:pPr marL="297815" indent="-285115">
              <a:lnSpc>
                <a:spcPct val="100000"/>
              </a:lnSpc>
              <a:spcBef>
                <a:spcPts val="130"/>
              </a:spcBef>
              <a:buChar char="■"/>
              <a:tabLst>
                <a:tab pos="297815" algn="l"/>
              </a:tabLst>
            </a:pPr>
            <a:r>
              <a:rPr sz="2800" spc="-175" dirty="0">
                <a:latin typeface="Arial"/>
                <a:cs typeface="Arial"/>
              </a:rPr>
              <a:t>Sintaxis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atributos</a:t>
            </a:r>
            <a:endParaRPr sz="2800">
              <a:latin typeface="Arial"/>
              <a:cs typeface="Arial"/>
            </a:endParaRPr>
          </a:p>
          <a:p>
            <a:pPr marL="1056640" lvl="1" indent="-285115">
              <a:lnSpc>
                <a:spcPct val="100000"/>
              </a:lnSpc>
              <a:spcBef>
                <a:spcPts val="545"/>
              </a:spcBef>
              <a:buFont typeface="Arial"/>
              <a:buChar char="■"/>
              <a:tabLst>
                <a:tab pos="1056640" algn="l"/>
              </a:tabLst>
            </a:pPr>
            <a:r>
              <a:rPr sz="1800" b="1" dirty="0">
                <a:latin typeface="Courier New"/>
                <a:cs typeface="Courier New"/>
              </a:rPr>
              <a:t>Nombre_Atributo</a:t>
            </a:r>
            <a:r>
              <a:rPr sz="1800" b="1" spc="-8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8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“Valor”</a:t>
            </a:r>
            <a:endParaRPr sz="1800">
              <a:latin typeface="Courier New"/>
              <a:cs typeface="Courier New"/>
            </a:endParaRPr>
          </a:p>
          <a:p>
            <a:pPr marL="298450" marR="618490" indent="-285750">
              <a:lnSpc>
                <a:spcPct val="71400"/>
              </a:lnSpc>
              <a:spcBef>
                <a:spcPts val="1205"/>
              </a:spcBef>
              <a:buChar char="■"/>
              <a:tabLst>
                <a:tab pos="298450" algn="l"/>
              </a:tabLst>
            </a:pPr>
            <a:r>
              <a:rPr sz="2800" spc="-140" dirty="0">
                <a:latin typeface="Arial"/>
                <a:cs typeface="Arial"/>
              </a:rPr>
              <a:t>Elementos: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175" dirty="0">
                <a:latin typeface="Arial"/>
                <a:cs typeface="Arial"/>
              </a:rPr>
              <a:t>Datos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145" dirty="0">
                <a:latin typeface="Arial"/>
                <a:cs typeface="Arial"/>
              </a:rPr>
              <a:t>leídos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por </a:t>
            </a:r>
            <a:r>
              <a:rPr sz="2800" spc="-20" dirty="0">
                <a:latin typeface="Arial"/>
                <a:cs typeface="Arial"/>
              </a:rPr>
              <a:t>usuarios</a:t>
            </a:r>
            <a:endParaRPr sz="2800">
              <a:latin typeface="Arial"/>
              <a:cs typeface="Arial"/>
            </a:endParaRPr>
          </a:p>
          <a:p>
            <a:pPr marL="298450" marR="5080" indent="-285750">
              <a:lnSpc>
                <a:spcPct val="71400"/>
              </a:lnSpc>
              <a:spcBef>
                <a:spcPts val="1085"/>
              </a:spcBef>
              <a:buChar char="■"/>
              <a:tabLst>
                <a:tab pos="298450" algn="l"/>
              </a:tabLst>
            </a:pPr>
            <a:r>
              <a:rPr sz="2800" spc="-65" dirty="0">
                <a:latin typeface="Arial"/>
                <a:cs typeface="Arial"/>
              </a:rPr>
              <a:t>Atributos: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75" dirty="0">
                <a:latin typeface="Arial"/>
                <a:cs typeface="Arial"/>
              </a:rPr>
              <a:t>Datos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165" dirty="0">
                <a:latin typeface="Arial"/>
                <a:cs typeface="Arial"/>
              </a:rPr>
              <a:t>procesados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por </a:t>
            </a:r>
            <a:r>
              <a:rPr sz="2800" spc="-30" dirty="0">
                <a:latin typeface="Arial"/>
                <a:cs typeface="Arial"/>
              </a:rPr>
              <a:t>máquinas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XML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987823" y="413989"/>
            <a:ext cx="6156325" cy="4730115"/>
            <a:chOff x="2987823" y="413989"/>
            <a:chExt cx="6156325" cy="4730115"/>
          </a:xfrm>
        </p:grpSpPr>
        <p:sp>
          <p:nvSpPr>
            <p:cNvPr id="4" name="object 4"/>
            <p:cNvSpPr/>
            <p:nvPr/>
          </p:nvSpPr>
          <p:spPr>
            <a:xfrm>
              <a:off x="8254885" y="3943583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987823" y="413989"/>
              <a:ext cx="6120765" cy="4318000"/>
            </a:xfrm>
            <a:custGeom>
              <a:avLst/>
              <a:gdLst/>
              <a:ahLst/>
              <a:cxnLst/>
              <a:rect l="l" t="t" r="r" b="b"/>
              <a:pathLst>
                <a:path w="6120765" h="4318000">
                  <a:moveTo>
                    <a:pt x="6120679" y="0"/>
                  </a:moveTo>
                  <a:lnTo>
                    <a:pt x="0" y="0"/>
                  </a:lnTo>
                  <a:lnTo>
                    <a:pt x="0" y="4318000"/>
                  </a:lnTo>
                  <a:lnTo>
                    <a:pt x="4741604" y="4318000"/>
                  </a:lnTo>
                  <a:lnTo>
                    <a:pt x="4723909" y="4292600"/>
                  </a:lnTo>
                  <a:lnTo>
                    <a:pt x="4710954" y="4267200"/>
                  </a:lnTo>
                  <a:lnTo>
                    <a:pt x="4702995" y="4241800"/>
                  </a:lnTo>
                  <a:lnTo>
                    <a:pt x="4700285" y="4216400"/>
                  </a:lnTo>
                  <a:lnTo>
                    <a:pt x="4701816" y="4191000"/>
                  </a:lnTo>
                  <a:lnTo>
                    <a:pt x="4706339" y="4165600"/>
                  </a:lnTo>
                  <a:lnTo>
                    <a:pt x="4713744" y="4152900"/>
                  </a:lnTo>
                  <a:lnTo>
                    <a:pt x="4723923" y="4127500"/>
                  </a:lnTo>
                  <a:lnTo>
                    <a:pt x="4695200" y="4089400"/>
                  </a:lnTo>
                  <a:lnTo>
                    <a:pt x="4668759" y="4051300"/>
                  </a:lnTo>
                  <a:lnTo>
                    <a:pt x="4644644" y="4013200"/>
                  </a:lnTo>
                  <a:lnTo>
                    <a:pt x="4622893" y="3962400"/>
                  </a:lnTo>
                  <a:lnTo>
                    <a:pt x="4603548" y="3924300"/>
                  </a:lnTo>
                  <a:lnTo>
                    <a:pt x="4586650" y="3873500"/>
                  </a:lnTo>
                  <a:lnTo>
                    <a:pt x="4572239" y="3835400"/>
                  </a:lnTo>
                  <a:lnTo>
                    <a:pt x="4560357" y="3784600"/>
                  </a:lnTo>
                  <a:lnTo>
                    <a:pt x="4551045" y="3733800"/>
                  </a:lnTo>
                  <a:lnTo>
                    <a:pt x="4544342" y="3695700"/>
                  </a:lnTo>
                  <a:lnTo>
                    <a:pt x="4540291" y="3644900"/>
                  </a:lnTo>
                  <a:lnTo>
                    <a:pt x="4538931" y="3594100"/>
                  </a:lnTo>
                  <a:lnTo>
                    <a:pt x="4540294" y="3543300"/>
                  </a:lnTo>
                  <a:lnTo>
                    <a:pt x="4544358" y="3492500"/>
                  </a:lnTo>
                  <a:lnTo>
                    <a:pt x="4551087" y="3441700"/>
                  </a:lnTo>
                  <a:lnTo>
                    <a:pt x="4560446" y="3403600"/>
                  </a:lnTo>
                  <a:lnTo>
                    <a:pt x="4572397" y="3352800"/>
                  </a:lnTo>
                  <a:lnTo>
                    <a:pt x="4586906" y="3302000"/>
                  </a:lnTo>
                  <a:lnTo>
                    <a:pt x="4603937" y="3263900"/>
                  </a:lnTo>
                  <a:lnTo>
                    <a:pt x="4623452" y="3213100"/>
                  </a:lnTo>
                  <a:lnTo>
                    <a:pt x="4645416" y="3175000"/>
                  </a:lnTo>
                  <a:lnTo>
                    <a:pt x="4669794" y="3124200"/>
                  </a:lnTo>
                  <a:lnTo>
                    <a:pt x="4696549" y="3086100"/>
                  </a:lnTo>
                  <a:lnTo>
                    <a:pt x="4725644" y="3048000"/>
                  </a:lnTo>
                  <a:lnTo>
                    <a:pt x="4757045" y="3009900"/>
                  </a:lnTo>
                  <a:lnTo>
                    <a:pt x="4790715" y="2971800"/>
                  </a:lnTo>
                  <a:lnTo>
                    <a:pt x="4826312" y="2946400"/>
                  </a:lnTo>
                  <a:lnTo>
                    <a:pt x="4863460" y="2908300"/>
                  </a:lnTo>
                  <a:lnTo>
                    <a:pt x="4902073" y="2882900"/>
                  </a:lnTo>
                  <a:lnTo>
                    <a:pt x="4942063" y="2857500"/>
                  </a:lnTo>
                  <a:lnTo>
                    <a:pt x="4983343" y="2832100"/>
                  </a:lnTo>
                  <a:lnTo>
                    <a:pt x="5025827" y="2806700"/>
                  </a:lnTo>
                  <a:lnTo>
                    <a:pt x="5069427" y="2781300"/>
                  </a:lnTo>
                  <a:lnTo>
                    <a:pt x="5253251" y="2730500"/>
                  </a:lnTo>
                  <a:lnTo>
                    <a:pt x="5301128" y="2730500"/>
                  </a:lnTo>
                  <a:lnTo>
                    <a:pt x="5349599" y="2717800"/>
                  </a:lnTo>
                  <a:lnTo>
                    <a:pt x="6120679" y="2717800"/>
                  </a:lnTo>
                  <a:lnTo>
                    <a:pt x="6120679" y="0"/>
                  </a:lnTo>
                  <a:close/>
                </a:path>
                <a:path w="6120765" h="4318000">
                  <a:moveTo>
                    <a:pt x="5003430" y="4064000"/>
                  </a:moveTo>
                  <a:lnTo>
                    <a:pt x="4841321" y="4064000"/>
                  </a:lnTo>
                  <a:lnTo>
                    <a:pt x="4869050" y="4076700"/>
                  </a:lnTo>
                  <a:lnTo>
                    <a:pt x="4895322" y="4076700"/>
                  </a:lnTo>
                  <a:lnTo>
                    <a:pt x="4919526" y="4089400"/>
                  </a:lnTo>
                  <a:lnTo>
                    <a:pt x="4941050" y="4114800"/>
                  </a:lnTo>
                  <a:lnTo>
                    <a:pt x="4958744" y="4127500"/>
                  </a:lnTo>
                  <a:lnTo>
                    <a:pt x="4971694" y="4152900"/>
                  </a:lnTo>
                  <a:lnTo>
                    <a:pt x="4979649" y="4178300"/>
                  </a:lnTo>
                  <a:lnTo>
                    <a:pt x="4982357" y="4216400"/>
                  </a:lnTo>
                  <a:lnTo>
                    <a:pt x="4979649" y="4241800"/>
                  </a:lnTo>
                  <a:lnTo>
                    <a:pt x="4971694" y="4267200"/>
                  </a:lnTo>
                  <a:lnTo>
                    <a:pt x="4958744" y="4292600"/>
                  </a:lnTo>
                  <a:lnTo>
                    <a:pt x="4941050" y="4318000"/>
                  </a:lnTo>
                  <a:lnTo>
                    <a:pt x="5721492" y="4318000"/>
                  </a:lnTo>
                  <a:lnTo>
                    <a:pt x="5841359" y="4254500"/>
                  </a:lnTo>
                  <a:lnTo>
                    <a:pt x="5882547" y="4229100"/>
                  </a:lnTo>
                  <a:lnTo>
                    <a:pt x="5895597" y="4216400"/>
                  </a:lnTo>
                  <a:lnTo>
                    <a:pt x="5293587" y="4216400"/>
                  </a:lnTo>
                  <a:lnTo>
                    <a:pt x="5280521" y="4203700"/>
                  </a:lnTo>
                  <a:lnTo>
                    <a:pt x="5269846" y="4203700"/>
                  </a:lnTo>
                  <a:lnTo>
                    <a:pt x="5262647" y="4191000"/>
                  </a:lnTo>
                  <a:lnTo>
                    <a:pt x="5260007" y="4178300"/>
                  </a:lnTo>
                  <a:lnTo>
                    <a:pt x="5260007" y="4114800"/>
                  </a:lnTo>
                  <a:lnTo>
                    <a:pt x="5045645" y="4114800"/>
                  </a:lnTo>
                  <a:lnTo>
                    <a:pt x="5040532" y="4102100"/>
                  </a:lnTo>
                  <a:lnTo>
                    <a:pt x="5003430" y="4064000"/>
                  </a:lnTo>
                  <a:close/>
                </a:path>
                <a:path w="6120765" h="4318000">
                  <a:moveTo>
                    <a:pt x="6120679" y="4064000"/>
                  </a:moveTo>
                  <a:lnTo>
                    <a:pt x="6114279" y="4076700"/>
                  </a:lnTo>
                  <a:lnTo>
                    <a:pt x="6089967" y="4114800"/>
                  </a:lnTo>
                  <a:lnTo>
                    <a:pt x="6063874" y="4140200"/>
                  </a:lnTo>
                  <a:lnTo>
                    <a:pt x="6036023" y="4178300"/>
                  </a:lnTo>
                  <a:lnTo>
                    <a:pt x="6006439" y="4203700"/>
                  </a:lnTo>
                  <a:lnTo>
                    <a:pt x="5975378" y="4241800"/>
                  </a:lnTo>
                  <a:lnTo>
                    <a:pt x="5943121" y="4267200"/>
                  </a:lnTo>
                  <a:lnTo>
                    <a:pt x="5909726" y="4292600"/>
                  </a:lnTo>
                  <a:lnTo>
                    <a:pt x="5875252" y="4318000"/>
                  </a:lnTo>
                  <a:lnTo>
                    <a:pt x="6120679" y="4318000"/>
                  </a:lnTo>
                  <a:lnTo>
                    <a:pt x="6120679" y="4064000"/>
                  </a:lnTo>
                  <a:close/>
                </a:path>
                <a:path w="6120765" h="4318000">
                  <a:moveTo>
                    <a:pt x="4855844" y="4279900"/>
                  </a:moveTo>
                  <a:lnTo>
                    <a:pt x="4826799" y="4279900"/>
                  </a:lnTo>
                  <a:lnTo>
                    <a:pt x="4841321" y="4292600"/>
                  </a:lnTo>
                  <a:lnTo>
                    <a:pt x="4855844" y="4279900"/>
                  </a:lnTo>
                  <a:close/>
                </a:path>
                <a:path w="6120765" h="4318000">
                  <a:moveTo>
                    <a:pt x="4893552" y="4152900"/>
                  </a:moveTo>
                  <a:lnTo>
                    <a:pt x="4789088" y="4152900"/>
                  </a:lnTo>
                  <a:lnTo>
                    <a:pt x="4779819" y="4165600"/>
                  </a:lnTo>
                  <a:lnTo>
                    <a:pt x="4773033" y="4178300"/>
                  </a:lnTo>
                  <a:lnTo>
                    <a:pt x="4768864" y="4191000"/>
                  </a:lnTo>
                  <a:lnTo>
                    <a:pt x="4767445" y="4216400"/>
                  </a:lnTo>
                  <a:lnTo>
                    <a:pt x="4768864" y="4229100"/>
                  </a:lnTo>
                  <a:lnTo>
                    <a:pt x="4773033" y="4241800"/>
                  </a:lnTo>
                  <a:lnTo>
                    <a:pt x="4779819" y="4254500"/>
                  </a:lnTo>
                  <a:lnTo>
                    <a:pt x="4789088" y="4267200"/>
                  </a:lnTo>
                  <a:lnTo>
                    <a:pt x="4800364" y="4279900"/>
                  </a:lnTo>
                  <a:lnTo>
                    <a:pt x="4882283" y="4279900"/>
                  </a:lnTo>
                  <a:lnTo>
                    <a:pt x="4909609" y="4241800"/>
                  </a:lnTo>
                  <a:lnTo>
                    <a:pt x="4915197" y="4216400"/>
                  </a:lnTo>
                  <a:lnTo>
                    <a:pt x="4913778" y="4191000"/>
                  </a:lnTo>
                  <a:lnTo>
                    <a:pt x="4909609" y="4178300"/>
                  </a:lnTo>
                  <a:lnTo>
                    <a:pt x="4902823" y="4165600"/>
                  </a:lnTo>
                  <a:lnTo>
                    <a:pt x="4893552" y="4152900"/>
                  </a:lnTo>
                  <a:close/>
                </a:path>
                <a:path w="6120765" h="4318000">
                  <a:moveTo>
                    <a:pt x="5663163" y="4064000"/>
                  </a:moveTo>
                  <a:lnTo>
                    <a:pt x="5632946" y="4076700"/>
                  </a:lnTo>
                  <a:lnTo>
                    <a:pt x="5601831" y="4089400"/>
                  </a:lnTo>
                  <a:lnTo>
                    <a:pt x="5537133" y="4114800"/>
                  </a:lnTo>
                  <a:lnTo>
                    <a:pt x="5537133" y="4178300"/>
                  </a:lnTo>
                  <a:lnTo>
                    <a:pt x="5534495" y="4191000"/>
                  </a:lnTo>
                  <a:lnTo>
                    <a:pt x="5527299" y="4203700"/>
                  </a:lnTo>
                  <a:lnTo>
                    <a:pt x="5516625" y="4203700"/>
                  </a:lnTo>
                  <a:lnTo>
                    <a:pt x="5503553" y="4216400"/>
                  </a:lnTo>
                  <a:lnTo>
                    <a:pt x="5895597" y="4216400"/>
                  </a:lnTo>
                  <a:lnTo>
                    <a:pt x="5921697" y="4191000"/>
                  </a:lnTo>
                  <a:lnTo>
                    <a:pt x="5958689" y="4165600"/>
                  </a:lnTo>
                  <a:lnTo>
                    <a:pt x="5993406" y="4127500"/>
                  </a:lnTo>
                  <a:lnTo>
                    <a:pt x="6004180" y="4114800"/>
                  </a:lnTo>
                  <a:lnTo>
                    <a:pt x="5714239" y="4114800"/>
                  </a:lnTo>
                  <a:lnTo>
                    <a:pt x="5709126" y="4102100"/>
                  </a:lnTo>
                  <a:lnTo>
                    <a:pt x="5663163" y="4064000"/>
                  </a:lnTo>
                  <a:close/>
                </a:path>
                <a:path w="6120765" h="4318000">
                  <a:moveTo>
                    <a:pt x="4869601" y="4140200"/>
                  </a:moveTo>
                  <a:lnTo>
                    <a:pt x="4813035" y="4140200"/>
                  </a:lnTo>
                  <a:lnTo>
                    <a:pt x="4800358" y="4152900"/>
                  </a:lnTo>
                  <a:lnTo>
                    <a:pt x="4882278" y="4152900"/>
                  </a:lnTo>
                  <a:lnTo>
                    <a:pt x="4869601" y="4140200"/>
                  </a:lnTo>
                  <a:close/>
                </a:path>
                <a:path w="6120765" h="4318000">
                  <a:moveTo>
                    <a:pt x="5485822" y="4051300"/>
                  </a:moveTo>
                  <a:lnTo>
                    <a:pt x="5311313" y="4051300"/>
                  </a:lnTo>
                  <a:lnTo>
                    <a:pt x="5319705" y="4064000"/>
                  </a:lnTo>
                  <a:lnTo>
                    <a:pt x="5325199" y="4076700"/>
                  </a:lnTo>
                  <a:lnTo>
                    <a:pt x="5327168" y="4089400"/>
                  </a:lnTo>
                  <a:lnTo>
                    <a:pt x="5327168" y="4140200"/>
                  </a:lnTo>
                  <a:lnTo>
                    <a:pt x="5469973" y="4140200"/>
                  </a:lnTo>
                  <a:lnTo>
                    <a:pt x="5469973" y="4089400"/>
                  </a:lnTo>
                  <a:lnTo>
                    <a:pt x="5471941" y="4076700"/>
                  </a:lnTo>
                  <a:lnTo>
                    <a:pt x="5477431" y="4064000"/>
                  </a:lnTo>
                  <a:lnTo>
                    <a:pt x="5485822" y="4051300"/>
                  </a:lnTo>
                  <a:close/>
                </a:path>
                <a:path w="6120765" h="4318000">
                  <a:moveTo>
                    <a:pt x="5133977" y="4064000"/>
                  </a:moveTo>
                  <a:lnTo>
                    <a:pt x="5088028" y="4102100"/>
                  </a:lnTo>
                  <a:lnTo>
                    <a:pt x="5082915" y="4114800"/>
                  </a:lnTo>
                  <a:lnTo>
                    <a:pt x="5260007" y="4114800"/>
                  </a:lnTo>
                  <a:lnTo>
                    <a:pt x="5195320" y="4089400"/>
                  </a:lnTo>
                  <a:lnTo>
                    <a:pt x="5164202" y="4076700"/>
                  </a:lnTo>
                  <a:lnTo>
                    <a:pt x="5133977" y="4064000"/>
                  </a:lnTo>
                  <a:close/>
                </a:path>
                <a:path w="6120765" h="4318000">
                  <a:moveTo>
                    <a:pt x="5856103" y="3073400"/>
                  </a:moveTo>
                  <a:lnTo>
                    <a:pt x="5756243" y="3073400"/>
                  </a:lnTo>
                  <a:lnTo>
                    <a:pt x="5904768" y="3225800"/>
                  </a:lnTo>
                  <a:lnTo>
                    <a:pt x="5908962" y="3238500"/>
                  </a:lnTo>
                  <a:lnTo>
                    <a:pt x="5912050" y="3238500"/>
                  </a:lnTo>
                  <a:lnTo>
                    <a:pt x="5913960" y="3251200"/>
                  </a:lnTo>
                  <a:lnTo>
                    <a:pt x="5914618" y="3251200"/>
                  </a:lnTo>
                  <a:lnTo>
                    <a:pt x="5913966" y="3263900"/>
                  </a:lnTo>
                  <a:lnTo>
                    <a:pt x="5912061" y="3263900"/>
                  </a:lnTo>
                  <a:lnTo>
                    <a:pt x="5908975" y="3276600"/>
                  </a:lnTo>
                  <a:lnTo>
                    <a:pt x="5904782" y="3276600"/>
                  </a:lnTo>
                  <a:lnTo>
                    <a:pt x="5859120" y="3327400"/>
                  </a:lnTo>
                  <a:lnTo>
                    <a:pt x="5875248" y="3352800"/>
                  </a:lnTo>
                  <a:lnTo>
                    <a:pt x="5889342" y="3390900"/>
                  </a:lnTo>
                  <a:lnTo>
                    <a:pt x="5901380" y="3416300"/>
                  </a:lnTo>
                  <a:lnTo>
                    <a:pt x="5911340" y="3454400"/>
                  </a:lnTo>
                  <a:lnTo>
                    <a:pt x="5989276" y="3454400"/>
                  </a:lnTo>
                  <a:lnTo>
                    <a:pt x="5999949" y="3467100"/>
                  </a:lnTo>
                  <a:lnTo>
                    <a:pt x="6007146" y="3467100"/>
                  </a:lnTo>
                  <a:lnTo>
                    <a:pt x="6009784" y="3479800"/>
                  </a:lnTo>
                  <a:lnTo>
                    <a:pt x="6009784" y="3695700"/>
                  </a:lnTo>
                  <a:lnTo>
                    <a:pt x="6007146" y="3708400"/>
                  </a:lnTo>
                  <a:lnTo>
                    <a:pt x="5999949" y="3721100"/>
                  </a:lnTo>
                  <a:lnTo>
                    <a:pt x="5989276" y="3733800"/>
                  </a:lnTo>
                  <a:lnTo>
                    <a:pt x="5911352" y="3733800"/>
                  </a:lnTo>
                  <a:lnTo>
                    <a:pt x="5901390" y="3771900"/>
                  </a:lnTo>
                  <a:lnTo>
                    <a:pt x="5889348" y="3797300"/>
                  </a:lnTo>
                  <a:lnTo>
                    <a:pt x="5875250" y="3835400"/>
                  </a:lnTo>
                  <a:lnTo>
                    <a:pt x="5859120" y="3860800"/>
                  </a:lnTo>
                  <a:lnTo>
                    <a:pt x="5905030" y="3911600"/>
                  </a:lnTo>
                  <a:lnTo>
                    <a:pt x="5912401" y="3924300"/>
                  </a:lnTo>
                  <a:lnTo>
                    <a:pt x="5914858" y="3937000"/>
                  </a:lnTo>
                  <a:lnTo>
                    <a:pt x="5912401" y="3949700"/>
                  </a:lnTo>
                  <a:lnTo>
                    <a:pt x="5905030" y="3949700"/>
                  </a:lnTo>
                  <a:lnTo>
                    <a:pt x="5756622" y="4102100"/>
                  </a:lnTo>
                  <a:lnTo>
                    <a:pt x="5751507" y="4114800"/>
                  </a:lnTo>
                  <a:lnTo>
                    <a:pt x="6004180" y="4114800"/>
                  </a:lnTo>
                  <a:lnTo>
                    <a:pt x="6025728" y="4089400"/>
                  </a:lnTo>
                  <a:lnTo>
                    <a:pt x="6055536" y="4038600"/>
                  </a:lnTo>
                  <a:lnTo>
                    <a:pt x="6120679" y="3924300"/>
                  </a:lnTo>
                  <a:lnTo>
                    <a:pt x="6120679" y="3263900"/>
                  </a:lnTo>
                  <a:lnTo>
                    <a:pt x="6095361" y="3213100"/>
                  </a:lnTo>
                  <a:lnTo>
                    <a:pt x="6079182" y="3187700"/>
                  </a:lnTo>
                  <a:lnTo>
                    <a:pt x="6061814" y="3149600"/>
                  </a:lnTo>
                  <a:lnTo>
                    <a:pt x="6043272" y="3124200"/>
                  </a:lnTo>
                  <a:lnTo>
                    <a:pt x="6033421" y="3111500"/>
                  </a:lnTo>
                  <a:lnTo>
                    <a:pt x="5901831" y="3111500"/>
                  </a:lnTo>
                  <a:lnTo>
                    <a:pt x="5877627" y="3098800"/>
                  </a:lnTo>
                  <a:lnTo>
                    <a:pt x="5856103" y="3073400"/>
                  </a:lnTo>
                  <a:close/>
                </a:path>
                <a:path w="6120765" h="4318000">
                  <a:moveTo>
                    <a:pt x="5674852" y="2806700"/>
                  </a:moveTo>
                  <a:lnTo>
                    <a:pt x="5210618" y="2806700"/>
                  </a:lnTo>
                  <a:lnTo>
                    <a:pt x="5165931" y="2819400"/>
                  </a:lnTo>
                  <a:lnTo>
                    <a:pt x="5122333" y="2844800"/>
                  </a:lnTo>
                  <a:lnTo>
                    <a:pt x="5079906" y="2857500"/>
                  </a:lnTo>
                  <a:lnTo>
                    <a:pt x="5038735" y="2882900"/>
                  </a:lnTo>
                  <a:lnTo>
                    <a:pt x="4998902" y="2895600"/>
                  </a:lnTo>
                  <a:lnTo>
                    <a:pt x="4960492" y="2921000"/>
                  </a:lnTo>
                  <a:lnTo>
                    <a:pt x="4923588" y="2946400"/>
                  </a:lnTo>
                  <a:lnTo>
                    <a:pt x="4888273" y="2984500"/>
                  </a:lnTo>
                  <a:lnTo>
                    <a:pt x="4854632" y="3009900"/>
                  </a:lnTo>
                  <a:lnTo>
                    <a:pt x="4822747" y="3035300"/>
                  </a:lnTo>
                  <a:lnTo>
                    <a:pt x="4792702" y="3073400"/>
                  </a:lnTo>
                  <a:lnTo>
                    <a:pt x="4764580" y="3111500"/>
                  </a:lnTo>
                  <a:lnTo>
                    <a:pt x="4738466" y="3149600"/>
                  </a:lnTo>
                  <a:lnTo>
                    <a:pt x="4714442" y="3187700"/>
                  </a:lnTo>
                  <a:lnTo>
                    <a:pt x="4692592" y="3225800"/>
                  </a:lnTo>
                  <a:lnTo>
                    <a:pt x="4673001" y="3263900"/>
                  </a:lnTo>
                  <a:lnTo>
                    <a:pt x="4655750" y="3314700"/>
                  </a:lnTo>
                  <a:lnTo>
                    <a:pt x="4640924" y="3352800"/>
                  </a:lnTo>
                  <a:lnTo>
                    <a:pt x="4628607" y="3403600"/>
                  </a:lnTo>
                  <a:lnTo>
                    <a:pt x="4618881" y="3454400"/>
                  </a:lnTo>
                  <a:lnTo>
                    <a:pt x="4611831" y="3492500"/>
                  </a:lnTo>
                  <a:lnTo>
                    <a:pt x="4607539" y="3543300"/>
                  </a:lnTo>
                  <a:lnTo>
                    <a:pt x="4606090" y="3594100"/>
                  </a:lnTo>
                  <a:lnTo>
                    <a:pt x="4607554" y="3644900"/>
                  </a:lnTo>
                  <a:lnTo>
                    <a:pt x="4611913" y="3695700"/>
                  </a:lnTo>
                  <a:lnTo>
                    <a:pt x="4619120" y="3733800"/>
                  </a:lnTo>
                  <a:lnTo>
                    <a:pt x="4629128" y="3784600"/>
                  </a:lnTo>
                  <a:lnTo>
                    <a:pt x="4641888" y="3835400"/>
                  </a:lnTo>
                  <a:lnTo>
                    <a:pt x="4657353" y="3873500"/>
                  </a:lnTo>
                  <a:lnTo>
                    <a:pt x="4675475" y="3924300"/>
                  </a:lnTo>
                  <a:lnTo>
                    <a:pt x="4696207" y="3962400"/>
                  </a:lnTo>
                  <a:lnTo>
                    <a:pt x="4719501" y="4000500"/>
                  </a:lnTo>
                  <a:lnTo>
                    <a:pt x="4745309" y="4051300"/>
                  </a:lnTo>
                  <a:lnTo>
                    <a:pt x="4773584" y="4089400"/>
                  </a:lnTo>
                  <a:lnTo>
                    <a:pt x="4789443" y="4076700"/>
                  </a:lnTo>
                  <a:lnTo>
                    <a:pt x="4806124" y="4076700"/>
                  </a:lnTo>
                  <a:lnTo>
                    <a:pt x="4823469" y="4064000"/>
                  </a:lnTo>
                  <a:lnTo>
                    <a:pt x="5003430" y="4064000"/>
                  </a:lnTo>
                  <a:lnTo>
                    <a:pt x="4892123" y="3949700"/>
                  </a:lnTo>
                  <a:lnTo>
                    <a:pt x="4884747" y="3949700"/>
                  </a:lnTo>
                  <a:lnTo>
                    <a:pt x="4882291" y="3937000"/>
                  </a:lnTo>
                  <a:lnTo>
                    <a:pt x="4884751" y="3924300"/>
                  </a:lnTo>
                  <a:lnTo>
                    <a:pt x="4892123" y="3911600"/>
                  </a:lnTo>
                  <a:lnTo>
                    <a:pt x="4938034" y="3860800"/>
                  </a:lnTo>
                  <a:lnTo>
                    <a:pt x="4921903" y="3835400"/>
                  </a:lnTo>
                  <a:lnTo>
                    <a:pt x="4907805" y="3797300"/>
                  </a:lnTo>
                  <a:lnTo>
                    <a:pt x="4895762" y="3771900"/>
                  </a:lnTo>
                  <a:lnTo>
                    <a:pt x="4885801" y="3733800"/>
                  </a:lnTo>
                  <a:lnTo>
                    <a:pt x="4808089" y="3733800"/>
                  </a:lnTo>
                  <a:lnTo>
                    <a:pt x="4802309" y="3721100"/>
                  </a:lnTo>
                  <a:lnTo>
                    <a:pt x="4793002" y="3721100"/>
                  </a:lnTo>
                  <a:lnTo>
                    <a:pt x="4789916" y="3708400"/>
                  </a:lnTo>
                  <a:lnTo>
                    <a:pt x="4788014" y="3708400"/>
                  </a:lnTo>
                  <a:lnTo>
                    <a:pt x="4787370" y="3695700"/>
                  </a:lnTo>
                  <a:lnTo>
                    <a:pt x="4787488" y="3479800"/>
                  </a:lnTo>
                  <a:lnTo>
                    <a:pt x="4790127" y="3467100"/>
                  </a:lnTo>
                  <a:lnTo>
                    <a:pt x="4797322" y="3467100"/>
                  </a:lnTo>
                  <a:lnTo>
                    <a:pt x="4807996" y="3454400"/>
                  </a:lnTo>
                  <a:lnTo>
                    <a:pt x="4885801" y="3454400"/>
                  </a:lnTo>
                  <a:lnTo>
                    <a:pt x="4895762" y="3416300"/>
                  </a:lnTo>
                  <a:lnTo>
                    <a:pt x="4907805" y="3390900"/>
                  </a:lnTo>
                  <a:lnTo>
                    <a:pt x="4921903" y="3352800"/>
                  </a:lnTo>
                  <a:lnTo>
                    <a:pt x="4938034" y="3327400"/>
                  </a:lnTo>
                  <a:lnTo>
                    <a:pt x="4892372" y="3276600"/>
                  </a:lnTo>
                  <a:lnTo>
                    <a:pt x="4888179" y="3276600"/>
                  </a:lnTo>
                  <a:lnTo>
                    <a:pt x="4885092" y="3263900"/>
                  </a:lnTo>
                  <a:lnTo>
                    <a:pt x="4883186" y="3263900"/>
                  </a:lnTo>
                  <a:lnTo>
                    <a:pt x="4882534" y="3251200"/>
                  </a:lnTo>
                  <a:lnTo>
                    <a:pt x="4883186" y="3251200"/>
                  </a:lnTo>
                  <a:lnTo>
                    <a:pt x="4885094" y="3238500"/>
                  </a:lnTo>
                  <a:lnTo>
                    <a:pt x="4888185" y="3238500"/>
                  </a:lnTo>
                  <a:lnTo>
                    <a:pt x="4892386" y="3225800"/>
                  </a:lnTo>
                  <a:lnTo>
                    <a:pt x="5040899" y="3073400"/>
                  </a:lnTo>
                  <a:lnTo>
                    <a:pt x="5260007" y="3073400"/>
                  </a:lnTo>
                  <a:lnTo>
                    <a:pt x="5260007" y="3009900"/>
                  </a:lnTo>
                  <a:lnTo>
                    <a:pt x="5262647" y="2997200"/>
                  </a:lnTo>
                  <a:lnTo>
                    <a:pt x="5269846" y="2984500"/>
                  </a:lnTo>
                  <a:lnTo>
                    <a:pt x="5280521" y="2971800"/>
                  </a:lnTo>
                  <a:lnTo>
                    <a:pt x="5814797" y="2971800"/>
                  </a:lnTo>
                  <a:lnTo>
                    <a:pt x="5817505" y="2946400"/>
                  </a:lnTo>
                  <a:lnTo>
                    <a:pt x="5838410" y="2895600"/>
                  </a:lnTo>
                  <a:lnTo>
                    <a:pt x="5877627" y="2857500"/>
                  </a:lnTo>
                  <a:lnTo>
                    <a:pt x="5901831" y="2844800"/>
                  </a:lnTo>
                  <a:lnTo>
                    <a:pt x="5684045" y="2844800"/>
                  </a:lnTo>
                  <a:lnTo>
                    <a:pt x="5679865" y="2832100"/>
                  </a:lnTo>
                  <a:lnTo>
                    <a:pt x="5676772" y="2832100"/>
                  </a:lnTo>
                  <a:lnTo>
                    <a:pt x="5674852" y="2819400"/>
                  </a:lnTo>
                  <a:lnTo>
                    <a:pt x="5674193" y="2819400"/>
                  </a:lnTo>
                  <a:lnTo>
                    <a:pt x="5674852" y="2806700"/>
                  </a:lnTo>
                  <a:close/>
                </a:path>
                <a:path w="6120765" h="4318000">
                  <a:moveTo>
                    <a:pt x="5649993" y="3987800"/>
                  </a:moveTo>
                  <a:lnTo>
                    <a:pt x="5147147" y="3987800"/>
                  </a:lnTo>
                  <a:lnTo>
                    <a:pt x="5183311" y="4013200"/>
                  </a:lnTo>
                  <a:lnTo>
                    <a:pt x="5221038" y="4025900"/>
                  </a:lnTo>
                  <a:lnTo>
                    <a:pt x="5260194" y="4038600"/>
                  </a:lnTo>
                  <a:lnTo>
                    <a:pt x="5300644" y="4051300"/>
                  </a:lnTo>
                  <a:lnTo>
                    <a:pt x="5496496" y="4051300"/>
                  </a:lnTo>
                  <a:lnTo>
                    <a:pt x="5536947" y="4038600"/>
                  </a:lnTo>
                  <a:lnTo>
                    <a:pt x="5576103" y="4025900"/>
                  </a:lnTo>
                  <a:lnTo>
                    <a:pt x="5613829" y="4013200"/>
                  </a:lnTo>
                  <a:lnTo>
                    <a:pt x="5649993" y="3987800"/>
                  </a:lnTo>
                  <a:close/>
                </a:path>
                <a:path w="6120765" h="4318000">
                  <a:moveTo>
                    <a:pt x="5792944" y="3886200"/>
                  </a:moveTo>
                  <a:lnTo>
                    <a:pt x="5004196" y="3886200"/>
                  </a:lnTo>
                  <a:lnTo>
                    <a:pt x="4963349" y="3937000"/>
                  </a:lnTo>
                  <a:lnTo>
                    <a:pt x="5064286" y="4038600"/>
                  </a:lnTo>
                  <a:lnTo>
                    <a:pt x="5105172" y="3987800"/>
                  </a:lnTo>
                  <a:lnTo>
                    <a:pt x="5783323" y="3987800"/>
                  </a:lnTo>
                  <a:lnTo>
                    <a:pt x="5833791" y="3937000"/>
                  </a:lnTo>
                  <a:lnTo>
                    <a:pt x="5792944" y="3886200"/>
                  </a:lnTo>
                  <a:close/>
                </a:path>
                <a:path w="6120765" h="4318000">
                  <a:moveTo>
                    <a:pt x="5783323" y="3987800"/>
                  </a:moveTo>
                  <a:lnTo>
                    <a:pt x="5691968" y="3987800"/>
                  </a:lnTo>
                  <a:lnTo>
                    <a:pt x="5732854" y="4038600"/>
                  </a:lnTo>
                  <a:lnTo>
                    <a:pt x="5783323" y="3987800"/>
                  </a:lnTo>
                  <a:close/>
                </a:path>
                <a:path w="6120765" h="4318000">
                  <a:moveTo>
                    <a:pt x="5064627" y="3149600"/>
                  </a:moveTo>
                  <a:lnTo>
                    <a:pt x="4963612" y="3251200"/>
                  </a:lnTo>
                  <a:lnTo>
                    <a:pt x="5004196" y="3289300"/>
                  </a:lnTo>
                  <a:lnTo>
                    <a:pt x="5010822" y="3302000"/>
                  </a:lnTo>
                  <a:lnTo>
                    <a:pt x="5013844" y="3314700"/>
                  </a:lnTo>
                  <a:lnTo>
                    <a:pt x="5013157" y="3327400"/>
                  </a:lnTo>
                  <a:lnTo>
                    <a:pt x="5008656" y="3340100"/>
                  </a:lnTo>
                  <a:lnTo>
                    <a:pt x="4987526" y="3378200"/>
                  </a:lnTo>
                  <a:lnTo>
                    <a:pt x="4969844" y="3416300"/>
                  </a:lnTo>
                  <a:lnTo>
                    <a:pt x="4955666" y="3454400"/>
                  </a:lnTo>
                  <a:lnTo>
                    <a:pt x="4945051" y="3492500"/>
                  </a:lnTo>
                  <a:lnTo>
                    <a:pt x="4940742" y="3505200"/>
                  </a:lnTo>
                  <a:lnTo>
                    <a:pt x="4933323" y="3517900"/>
                  </a:lnTo>
                  <a:lnTo>
                    <a:pt x="4854620" y="3517900"/>
                  </a:lnTo>
                  <a:lnTo>
                    <a:pt x="4854543" y="3670300"/>
                  </a:lnTo>
                  <a:lnTo>
                    <a:pt x="4933323" y="3670300"/>
                  </a:lnTo>
                  <a:lnTo>
                    <a:pt x="4940742" y="3683000"/>
                  </a:lnTo>
                  <a:lnTo>
                    <a:pt x="4945051" y="3695700"/>
                  </a:lnTo>
                  <a:lnTo>
                    <a:pt x="4955666" y="3733800"/>
                  </a:lnTo>
                  <a:lnTo>
                    <a:pt x="4969844" y="3771900"/>
                  </a:lnTo>
                  <a:lnTo>
                    <a:pt x="4987526" y="3810000"/>
                  </a:lnTo>
                  <a:lnTo>
                    <a:pt x="5008656" y="3848100"/>
                  </a:lnTo>
                  <a:lnTo>
                    <a:pt x="5013157" y="3860800"/>
                  </a:lnTo>
                  <a:lnTo>
                    <a:pt x="5013844" y="3873500"/>
                  </a:lnTo>
                  <a:lnTo>
                    <a:pt x="5010822" y="3886200"/>
                  </a:lnTo>
                  <a:lnTo>
                    <a:pt x="5786319" y="3886200"/>
                  </a:lnTo>
                  <a:lnTo>
                    <a:pt x="5783296" y="3873500"/>
                  </a:lnTo>
                  <a:lnTo>
                    <a:pt x="5353630" y="3873500"/>
                  </a:lnTo>
                  <a:lnTo>
                    <a:pt x="5310969" y="3860800"/>
                  </a:lnTo>
                  <a:lnTo>
                    <a:pt x="5271172" y="3848100"/>
                  </a:lnTo>
                  <a:lnTo>
                    <a:pt x="5234813" y="3822700"/>
                  </a:lnTo>
                  <a:lnTo>
                    <a:pt x="5202469" y="3797300"/>
                  </a:lnTo>
                  <a:lnTo>
                    <a:pt x="5174714" y="3759200"/>
                  </a:lnTo>
                  <a:lnTo>
                    <a:pt x="5152126" y="3721100"/>
                  </a:lnTo>
                  <a:lnTo>
                    <a:pt x="5135278" y="3683000"/>
                  </a:lnTo>
                  <a:lnTo>
                    <a:pt x="5124748" y="3632200"/>
                  </a:lnTo>
                  <a:lnTo>
                    <a:pt x="5121109" y="3594100"/>
                  </a:lnTo>
                  <a:lnTo>
                    <a:pt x="5124748" y="3543300"/>
                  </a:lnTo>
                  <a:lnTo>
                    <a:pt x="5135278" y="3505200"/>
                  </a:lnTo>
                  <a:lnTo>
                    <a:pt x="5152126" y="3467100"/>
                  </a:lnTo>
                  <a:lnTo>
                    <a:pt x="5174714" y="3429000"/>
                  </a:lnTo>
                  <a:lnTo>
                    <a:pt x="5202469" y="3390900"/>
                  </a:lnTo>
                  <a:lnTo>
                    <a:pt x="5234813" y="3365500"/>
                  </a:lnTo>
                  <a:lnTo>
                    <a:pt x="5271172" y="3340100"/>
                  </a:lnTo>
                  <a:lnTo>
                    <a:pt x="5310969" y="3327400"/>
                  </a:lnTo>
                  <a:lnTo>
                    <a:pt x="5353630" y="3314700"/>
                  </a:lnTo>
                  <a:lnTo>
                    <a:pt x="5783292" y="3314700"/>
                  </a:lnTo>
                  <a:lnTo>
                    <a:pt x="5786313" y="3302000"/>
                  </a:lnTo>
                  <a:lnTo>
                    <a:pt x="5792944" y="3289300"/>
                  </a:lnTo>
                  <a:lnTo>
                    <a:pt x="5833529" y="3251200"/>
                  </a:lnTo>
                  <a:lnTo>
                    <a:pt x="5783021" y="3200400"/>
                  </a:lnTo>
                  <a:lnTo>
                    <a:pt x="5114586" y="3200400"/>
                  </a:lnTo>
                  <a:lnTo>
                    <a:pt x="5105172" y="3187700"/>
                  </a:lnTo>
                  <a:lnTo>
                    <a:pt x="5064627" y="3149600"/>
                  </a:lnTo>
                  <a:close/>
                </a:path>
                <a:path w="6120765" h="4318000">
                  <a:moveTo>
                    <a:pt x="5783292" y="3314700"/>
                  </a:moveTo>
                  <a:lnTo>
                    <a:pt x="5443525" y="3314700"/>
                  </a:lnTo>
                  <a:lnTo>
                    <a:pt x="5486185" y="3327400"/>
                  </a:lnTo>
                  <a:lnTo>
                    <a:pt x="5525982" y="3340100"/>
                  </a:lnTo>
                  <a:lnTo>
                    <a:pt x="5562340" y="3365500"/>
                  </a:lnTo>
                  <a:lnTo>
                    <a:pt x="5594684" y="3390900"/>
                  </a:lnTo>
                  <a:lnTo>
                    <a:pt x="5622439" y="3429000"/>
                  </a:lnTo>
                  <a:lnTo>
                    <a:pt x="5645027" y="3467100"/>
                  </a:lnTo>
                  <a:lnTo>
                    <a:pt x="5661875" y="3505200"/>
                  </a:lnTo>
                  <a:lnTo>
                    <a:pt x="5672405" y="3543300"/>
                  </a:lnTo>
                  <a:lnTo>
                    <a:pt x="5676044" y="3594100"/>
                  </a:lnTo>
                  <a:lnTo>
                    <a:pt x="5672405" y="3632200"/>
                  </a:lnTo>
                  <a:lnTo>
                    <a:pt x="5661875" y="3683000"/>
                  </a:lnTo>
                  <a:lnTo>
                    <a:pt x="5645027" y="3721100"/>
                  </a:lnTo>
                  <a:lnTo>
                    <a:pt x="5622439" y="3759200"/>
                  </a:lnTo>
                  <a:lnTo>
                    <a:pt x="5594684" y="3797300"/>
                  </a:lnTo>
                  <a:lnTo>
                    <a:pt x="5562340" y="3822700"/>
                  </a:lnTo>
                  <a:lnTo>
                    <a:pt x="5525982" y="3848100"/>
                  </a:lnTo>
                  <a:lnTo>
                    <a:pt x="5486185" y="3860800"/>
                  </a:lnTo>
                  <a:lnTo>
                    <a:pt x="5443525" y="3873500"/>
                  </a:lnTo>
                  <a:lnTo>
                    <a:pt x="5783296" y="3873500"/>
                  </a:lnTo>
                  <a:lnTo>
                    <a:pt x="5783983" y="3860800"/>
                  </a:lnTo>
                  <a:lnTo>
                    <a:pt x="5788484" y="3848100"/>
                  </a:lnTo>
                  <a:lnTo>
                    <a:pt x="5809614" y="3810000"/>
                  </a:lnTo>
                  <a:lnTo>
                    <a:pt x="5827296" y="3771900"/>
                  </a:lnTo>
                  <a:lnTo>
                    <a:pt x="5841474" y="3733800"/>
                  </a:lnTo>
                  <a:lnTo>
                    <a:pt x="5852090" y="3695700"/>
                  </a:lnTo>
                  <a:lnTo>
                    <a:pt x="5856398" y="3683000"/>
                  </a:lnTo>
                  <a:lnTo>
                    <a:pt x="5863817" y="3670300"/>
                  </a:lnTo>
                  <a:lnTo>
                    <a:pt x="5942624" y="3670300"/>
                  </a:lnTo>
                  <a:lnTo>
                    <a:pt x="5942624" y="3517900"/>
                  </a:lnTo>
                  <a:lnTo>
                    <a:pt x="5863813" y="3517900"/>
                  </a:lnTo>
                  <a:lnTo>
                    <a:pt x="5856393" y="3505200"/>
                  </a:lnTo>
                  <a:lnTo>
                    <a:pt x="5852090" y="3492500"/>
                  </a:lnTo>
                  <a:lnTo>
                    <a:pt x="5841469" y="3454400"/>
                  </a:lnTo>
                  <a:lnTo>
                    <a:pt x="5827292" y="3416300"/>
                  </a:lnTo>
                  <a:lnTo>
                    <a:pt x="5809612" y="3378200"/>
                  </a:lnTo>
                  <a:lnTo>
                    <a:pt x="5788484" y="3340100"/>
                  </a:lnTo>
                  <a:lnTo>
                    <a:pt x="5783981" y="3327400"/>
                  </a:lnTo>
                  <a:lnTo>
                    <a:pt x="5783292" y="3314700"/>
                  </a:lnTo>
                  <a:close/>
                </a:path>
                <a:path w="6120765" h="4318000">
                  <a:moveTo>
                    <a:pt x="5398578" y="3378200"/>
                  </a:moveTo>
                  <a:lnTo>
                    <a:pt x="5350413" y="3390900"/>
                  </a:lnTo>
                  <a:lnTo>
                    <a:pt x="5306168" y="3403600"/>
                  </a:lnTo>
                  <a:lnTo>
                    <a:pt x="5267116" y="3429000"/>
                  </a:lnTo>
                  <a:lnTo>
                    <a:pt x="5234528" y="3454400"/>
                  </a:lnTo>
                  <a:lnTo>
                    <a:pt x="5209676" y="3505200"/>
                  </a:lnTo>
                  <a:lnTo>
                    <a:pt x="5193832" y="3543300"/>
                  </a:lnTo>
                  <a:lnTo>
                    <a:pt x="5188268" y="3594100"/>
                  </a:lnTo>
                  <a:lnTo>
                    <a:pt x="5193832" y="3644900"/>
                  </a:lnTo>
                  <a:lnTo>
                    <a:pt x="5209676" y="3683000"/>
                  </a:lnTo>
                  <a:lnTo>
                    <a:pt x="5234528" y="3721100"/>
                  </a:lnTo>
                  <a:lnTo>
                    <a:pt x="5267116" y="3759200"/>
                  </a:lnTo>
                  <a:lnTo>
                    <a:pt x="5306168" y="3784600"/>
                  </a:lnTo>
                  <a:lnTo>
                    <a:pt x="5350413" y="3797300"/>
                  </a:lnTo>
                  <a:lnTo>
                    <a:pt x="5398578" y="3810000"/>
                  </a:lnTo>
                  <a:lnTo>
                    <a:pt x="5446742" y="3797300"/>
                  </a:lnTo>
                  <a:lnTo>
                    <a:pt x="5490986" y="3784600"/>
                  </a:lnTo>
                  <a:lnTo>
                    <a:pt x="5530038" y="3759200"/>
                  </a:lnTo>
                  <a:lnTo>
                    <a:pt x="5562625" y="3721100"/>
                  </a:lnTo>
                  <a:lnTo>
                    <a:pt x="5587477" y="3683000"/>
                  </a:lnTo>
                  <a:lnTo>
                    <a:pt x="5603321" y="3644900"/>
                  </a:lnTo>
                  <a:lnTo>
                    <a:pt x="5608885" y="3594100"/>
                  </a:lnTo>
                  <a:lnTo>
                    <a:pt x="5603321" y="3543300"/>
                  </a:lnTo>
                  <a:lnTo>
                    <a:pt x="5587477" y="3505200"/>
                  </a:lnTo>
                  <a:lnTo>
                    <a:pt x="5562625" y="3454400"/>
                  </a:lnTo>
                  <a:lnTo>
                    <a:pt x="5530038" y="3429000"/>
                  </a:lnTo>
                  <a:lnTo>
                    <a:pt x="5490986" y="3403600"/>
                  </a:lnTo>
                  <a:lnTo>
                    <a:pt x="5446742" y="3390900"/>
                  </a:lnTo>
                  <a:lnTo>
                    <a:pt x="5398578" y="3378200"/>
                  </a:lnTo>
                  <a:close/>
                </a:path>
                <a:path w="6120765" h="4318000">
                  <a:moveTo>
                    <a:pt x="5485822" y="3124200"/>
                  </a:moveTo>
                  <a:lnTo>
                    <a:pt x="5311313" y="3124200"/>
                  </a:lnTo>
                  <a:lnTo>
                    <a:pt x="5300644" y="3136900"/>
                  </a:lnTo>
                  <a:lnTo>
                    <a:pt x="5260186" y="3149600"/>
                  </a:lnTo>
                  <a:lnTo>
                    <a:pt x="5221028" y="3162300"/>
                  </a:lnTo>
                  <a:lnTo>
                    <a:pt x="5183304" y="3175000"/>
                  </a:lnTo>
                  <a:lnTo>
                    <a:pt x="5147147" y="3200400"/>
                  </a:lnTo>
                  <a:lnTo>
                    <a:pt x="5649993" y="3200400"/>
                  </a:lnTo>
                  <a:lnTo>
                    <a:pt x="5613835" y="3175000"/>
                  </a:lnTo>
                  <a:lnTo>
                    <a:pt x="5576107" y="3162300"/>
                  </a:lnTo>
                  <a:lnTo>
                    <a:pt x="5536949" y="3149600"/>
                  </a:lnTo>
                  <a:lnTo>
                    <a:pt x="5496496" y="3136900"/>
                  </a:lnTo>
                  <a:lnTo>
                    <a:pt x="5485822" y="3124200"/>
                  </a:lnTo>
                  <a:close/>
                </a:path>
                <a:path w="6120765" h="4318000">
                  <a:moveTo>
                    <a:pt x="5732513" y="3149600"/>
                  </a:moveTo>
                  <a:lnTo>
                    <a:pt x="5691955" y="3187700"/>
                  </a:lnTo>
                  <a:lnTo>
                    <a:pt x="5682547" y="3200400"/>
                  </a:lnTo>
                  <a:lnTo>
                    <a:pt x="5783021" y="3200400"/>
                  </a:lnTo>
                  <a:lnTo>
                    <a:pt x="5732513" y="3149600"/>
                  </a:lnTo>
                  <a:close/>
                </a:path>
                <a:path w="6120765" h="4318000">
                  <a:moveTo>
                    <a:pt x="5260007" y="3073400"/>
                  </a:moveTo>
                  <a:lnTo>
                    <a:pt x="5088383" y="3073400"/>
                  </a:lnTo>
                  <a:lnTo>
                    <a:pt x="5133991" y="3124200"/>
                  </a:lnTo>
                  <a:lnTo>
                    <a:pt x="5164208" y="3111500"/>
                  </a:lnTo>
                  <a:lnTo>
                    <a:pt x="5195322" y="3098800"/>
                  </a:lnTo>
                  <a:lnTo>
                    <a:pt x="5260007" y="3073400"/>
                  </a:lnTo>
                  <a:close/>
                </a:path>
                <a:path w="6120765" h="4318000">
                  <a:moveTo>
                    <a:pt x="5469973" y="3035300"/>
                  </a:moveTo>
                  <a:lnTo>
                    <a:pt x="5327168" y="3035300"/>
                  </a:lnTo>
                  <a:lnTo>
                    <a:pt x="5327168" y="3098800"/>
                  </a:lnTo>
                  <a:lnTo>
                    <a:pt x="5325199" y="3111500"/>
                  </a:lnTo>
                  <a:lnTo>
                    <a:pt x="5319705" y="3124200"/>
                  </a:lnTo>
                  <a:lnTo>
                    <a:pt x="5477431" y="3124200"/>
                  </a:lnTo>
                  <a:lnTo>
                    <a:pt x="5471941" y="3111500"/>
                  </a:lnTo>
                  <a:lnTo>
                    <a:pt x="5469973" y="3098800"/>
                  </a:lnTo>
                  <a:lnTo>
                    <a:pt x="5469973" y="3035300"/>
                  </a:lnTo>
                  <a:close/>
                </a:path>
                <a:path w="6120765" h="4318000">
                  <a:moveTo>
                    <a:pt x="5814797" y="2971800"/>
                  </a:moveTo>
                  <a:lnTo>
                    <a:pt x="5516625" y="2971800"/>
                  </a:lnTo>
                  <a:lnTo>
                    <a:pt x="5527299" y="2984500"/>
                  </a:lnTo>
                  <a:lnTo>
                    <a:pt x="5534495" y="2997200"/>
                  </a:lnTo>
                  <a:lnTo>
                    <a:pt x="5537133" y="3009900"/>
                  </a:lnTo>
                  <a:lnTo>
                    <a:pt x="5537133" y="3073400"/>
                  </a:lnTo>
                  <a:lnTo>
                    <a:pt x="5601831" y="3098800"/>
                  </a:lnTo>
                  <a:lnTo>
                    <a:pt x="5632946" y="3111500"/>
                  </a:lnTo>
                  <a:lnTo>
                    <a:pt x="5663163" y="3124200"/>
                  </a:lnTo>
                  <a:lnTo>
                    <a:pt x="5708759" y="3073400"/>
                  </a:lnTo>
                  <a:lnTo>
                    <a:pt x="5856103" y="3073400"/>
                  </a:lnTo>
                  <a:lnTo>
                    <a:pt x="5838410" y="3048000"/>
                  </a:lnTo>
                  <a:lnTo>
                    <a:pt x="5825460" y="3022600"/>
                  </a:lnTo>
                  <a:lnTo>
                    <a:pt x="5817505" y="2997200"/>
                  </a:lnTo>
                  <a:lnTo>
                    <a:pt x="5814797" y="2971800"/>
                  </a:lnTo>
                  <a:close/>
                </a:path>
                <a:path w="6120765" h="4318000">
                  <a:moveTo>
                    <a:pt x="6120679" y="2781300"/>
                  </a:moveTo>
                  <a:lnTo>
                    <a:pt x="5720619" y="2781300"/>
                  </a:lnTo>
                  <a:lnTo>
                    <a:pt x="5726415" y="2794000"/>
                  </a:lnTo>
                  <a:lnTo>
                    <a:pt x="5735692" y="2794000"/>
                  </a:lnTo>
                  <a:lnTo>
                    <a:pt x="5738781" y="2806700"/>
                  </a:lnTo>
                  <a:lnTo>
                    <a:pt x="5740696" y="2806700"/>
                  </a:lnTo>
                  <a:lnTo>
                    <a:pt x="5741353" y="2819400"/>
                  </a:lnTo>
                  <a:lnTo>
                    <a:pt x="5740694" y="2819400"/>
                  </a:lnTo>
                  <a:lnTo>
                    <a:pt x="5738776" y="2832100"/>
                  </a:lnTo>
                  <a:lnTo>
                    <a:pt x="5983563" y="2832100"/>
                  </a:lnTo>
                  <a:lnTo>
                    <a:pt x="6009835" y="2844800"/>
                  </a:lnTo>
                  <a:lnTo>
                    <a:pt x="6034039" y="2857500"/>
                  </a:lnTo>
                  <a:lnTo>
                    <a:pt x="6055563" y="2870200"/>
                  </a:lnTo>
                  <a:lnTo>
                    <a:pt x="6083823" y="2908300"/>
                  </a:lnTo>
                  <a:lnTo>
                    <a:pt x="6096179" y="2959100"/>
                  </a:lnTo>
                  <a:lnTo>
                    <a:pt x="6092638" y="3009900"/>
                  </a:lnTo>
                  <a:lnTo>
                    <a:pt x="6073204" y="3048000"/>
                  </a:lnTo>
                  <a:lnTo>
                    <a:pt x="6120679" y="3124200"/>
                  </a:lnTo>
                  <a:lnTo>
                    <a:pt x="6120679" y="2781300"/>
                  </a:lnTo>
                  <a:close/>
                </a:path>
                <a:path w="6120765" h="4318000">
                  <a:moveTo>
                    <a:pt x="6023570" y="3098800"/>
                  </a:moveTo>
                  <a:lnTo>
                    <a:pt x="6007711" y="3111500"/>
                  </a:lnTo>
                  <a:lnTo>
                    <a:pt x="6033421" y="3111500"/>
                  </a:lnTo>
                  <a:lnTo>
                    <a:pt x="6023570" y="3098800"/>
                  </a:lnTo>
                  <a:close/>
                </a:path>
                <a:path w="6120765" h="4318000">
                  <a:moveTo>
                    <a:pt x="5996801" y="2908300"/>
                  </a:moveTo>
                  <a:lnTo>
                    <a:pt x="5914870" y="2908300"/>
                  </a:lnTo>
                  <a:lnTo>
                    <a:pt x="5903600" y="2921000"/>
                  </a:lnTo>
                  <a:lnTo>
                    <a:pt x="5894330" y="2933700"/>
                  </a:lnTo>
                  <a:lnTo>
                    <a:pt x="5887544" y="2946400"/>
                  </a:lnTo>
                  <a:lnTo>
                    <a:pt x="5883375" y="2959100"/>
                  </a:lnTo>
                  <a:lnTo>
                    <a:pt x="5881956" y="2971800"/>
                  </a:lnTo>
                  <a:lnTo>
                    <a:pt x="5883375" y="2984500"/>
                  </a:lnTo>
                  <a:lnTo>
                    <a:pt x="5903600" y="3022600"/>
                  </a:lnTo>
                  <a:lnTo>
                    <a:pt x="5927542" y="3048000"/>
                  </a:lnTo>
                  <a:lnTo>
                    <a:pt x="5984120" y="3048000"/>
                  </a:lnTo>
                  <a:lnTo>
                    <a:pt x="5996801" y="3035300"/>
                  </a:lnTo>
                  <a:lnTo>
                    <a:pt x="6008079" y="3022600"/>
                  </a:lnTo>
                  <a:lnTo>
                    <a:pt x="6024274" y="2997200"/>
                  </a:lnTo>
                  <a:lnTo>
                    <a:pt x="6029673" y="2971800"/>
                  </a:lnTo>
                  <a:lnTo>
                    <a:pt x="6024274" y="2946400"/>
                  </a:lnTo>
                  <a:lnTo>
                    <a:pt x="6008079" y="2921000"/>
                  </a:lnTo>
                  <a:lnTo>
                    <a:pt x="5996801" y="2908300"/>
                  </a:lnTo>
                  <a:close/>
                </a:path>
                <a:path w="6120765" h="4318000">
                  <a:moveTo>
                    <a:pt x="5970356" y="2895600"/>
                  </a:moveTo>
                  <a:lnTo>
                    <a:pt x="5941310" y="2895600"/>
                  </a:lnTo>
                  <a:lnTo>
                    <a:pt x="5927548" y="2908300"/>
                  </a:lnTo>
                  <a:lnTo>
                    <a:pt x="5984120" y="2908300"/>
                  </a:lnTo>
                  <a:lnTo>
                    <a:pt x="5970356" y="2895600"/>
                  </a:lnTo>
                  <a:close/>
                </a:path>
                <a:path w="6120765" h="4318000">
                  <a:moveTo>
                    <a:pt x="5928103" y="2832100"/>
                  </a:moveTo>
                  <a:lnTo>
                    <a:pt x="5735686" y="2832100"/>
                  </a:lnTo>
                  <a:lnTo>
                    <a:pt x="5731515" y="2844800"/>
                  </a:lnTo>
                  <a:lnTo>
                    <a:pt x="5901831" y="2844800"/>
                  </a:lnTo>
                  <a:lnTo>
                    <a:pt x="5928103" y="2832100"/>
                  </a:lnTo>
                  <a:close/>
                </a:path>
                <a:path w="6120765" h="4318000">
                  <a:moveTo>
                    <a:pt x="5517443" y="2794000"/>
                  </a:moveTo>
                  <a:lnTo>
                    <a:pt x="5302923" y="2794000"/>
                  </a:lnTo>
                  <a:lnTo>
                    <a:pt x="5256310" y="2806700"/>
                  </a:lnTo>
                  <a:lnTo>
                    <a:pt x="5556403" y="2806700"/>
                  </a:lnTo>
                  <a:lnTo>
                    <a:pt x="5517443" y="2794000"/>
                  </a:lnTo>
                  <a:close/>
                </a:path>
                <a:path w="6120765" h="4318000">
                  <a:moveTo>
                    <a:pt x="6120679" y="2717800"/>
                  </a:moveTo>
                  <a:lnTo>
                    <a:pt x="5441738" y="2717800"/>
                  </a:lnTo>
                  <a:lnTo>
                    <a:pt x="5484745" y="2730500"/>
                  </a:lnTo>
                  <a:lnTo>
                    <a:pt x="5527450" y="2730500"/>
                  </a:lnTo>
                  <a:lnTo>
                    <a:pt x="5569704" y="2743200"/>
                  </a:lnTo>
                  <a:lnTo>
                    <a:pt x="5581993" y="2743200"/>
                  </a:lnTo>
                  <a:lnTo>
                    <a:pt x="5591029" y="2755900"/>
                  </a:lnTo>
                  <a:lnTo>
                    <a:pt x="5595967" y="2768600"/>
                  </a:lnTo>
                  <a:lnTo>
                    <a:pt x="5595964" y="2781300"/>
                  </a:lnTo>
                  <a:lnTo>
                    <a:pt x="5590786" y="2794000"/>
                  </a:lnTo>
                  <a:lnTo>
                    <a:pt x="5581614" y="2806700"/>
                  </a:lnTo>
                  <a:lnTo>
                    <a:pt x="5676772" y="2806700"/>
                  </a:lnTo>
                  <a:lnTo>
                    <a:pt x="5679865" y="2794000"/>
                  </a:lnTo>
                  <a:lnTo>
                    <a:pt x="5689139" y="2794000"/>
                  </a:lnTo>
                  <a:lnTo>
                    <a:pt x="5694925" y="2781300"/>
                  </a:lnTo>
                  <a:lnTo>
                    <a:pt x="6120679" y="2781300"/>
                  </a:lnTo>
                  <a:lnTo>
                    <a:pt x="6120679" y="271780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420426" y="1326387"/>
            <a:ext cx="141668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Atributos: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47131" y="639571"/>
            <a:ext cx="6032500" cy="37534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75"/>
              </a:lnSpc>
              <a:spcBef>
                <a:spcPts val="100"/>
              </a:spcBef>
            </a:pPr>
            <a:r>
              <a:rPr sz="1800" b="1" dirty="0">
                <a:latin typeface="Courier New"/>
                <a:cs typeface="Courier New"/>
              </a:rPr>
              <a:t>&lt;?xml</a:t>
            </a:r>
            <a:r>
              <a:rPr sz="1800" b="1" spc="-10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version="1.0"</a:t>
            </a:r>
            <a:r>
              <a:rPr sz="1800" b="1" spc="-8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encoding="UTF-</a:t>
            </a:r>
            <a:r>
              <a:rPr sz="1800" b="1" spc="-20" dirty="0">
                <a:latin typeface="Courier New"/>
                <a:cs typeface="Courier New"/>
              </a:rPr>
              <a:t>8"?&gt;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ts val="1945"/>
              </a:lnSpc>
            </a:pPr>
            <a:r>
              <a:rPr sz="1800" b="1" spc="-10" dirty="0">
                <a:latin typeface="Courier New"/>
                <a:cs typeface="Courier New"/>
              </a:rPr>
              <a:t>&lt;Tabla_Peliculas&gt;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ts val="1945"/>
              </a:lnSpc>
            </a:pPr>
            <a:r>
              <a:rPr sz="1800" b="1" dirty="0">
                <a:latin typeface="Courier New"/>
                <a:cs typeface="Courier New"/>
              </a:rPr>
              <a:t>&lt;Pelicula</a:t>
            </a:r>
            <a:r>
              <a:rPr sz="1800" b="1" spc="-55" dirty="0"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70C0"/>
                </a:solidFill>
                <a:latin typeface="Courier New"/>
                <a:cs typeface="Courier New"/>
              </a:rPr>
              <a:t>id</a:t>
            </a:r>
            <a:r>
              <a:rPr sz="1800" b="1" spc="-45" dirty="0">
                <a:solidFill>
                  <a:srgbClr val="0070C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70C0"/>
                </a:solidFill>
                <a:latin typeface="Courier New"/>
                <a:cs typeface="Courier New"/>
              </a:rPr>
              <a:t>=</a:t>
            </a:r>
            <a:r>
              <a:rPr sz="1800" b="1" spc="-45" dirty="0">
                <a:solidFill>
                  <a:srgbClr val="0070C0"/>
                </a:solidFill>
                <a:latin typeface="Courier New"/>
                <a:cs typeface="Courier New"/>
              </a:rPr>
              <a:t> </a:t>
            </a:r>
            <a:r>
              <a:rPr sz="1800" b="1" spc="-20" dirty="0">
                <a:solidFill>
                  <a:srgbClr val="0070C0"/>
                </a:solidFill>
                <a:latin typeface="Courier New"/>
                <a:cs typeface="Courier New"/>
              </a:rPr>
              <a:t>“1”&gt;</a:t>
            </a:r>
            <a:endParaRPr sz="1800">
              <a:latin typeface="Courier New"/>
              <a:cs typeface="Courier New"/>
            </a:endParaRPr>
          </a:p>
          <a:p>
            <a:pPr marL="831850">
              <a:lnSpc>
                <a:spcPts val="1955"/>
              </a:lnSpc>
            </a:pPr>
            <a:r>
              <a:rPr sz="1800" b="1" spc="-10" dirty="0">
                <a:latin typeface="Courier New"/>
                <a:cs typeface="Courier New"/>
              </a:rPr>
              <a:t>&lt;titulo&gt;Octopussy&lt;/titulo&gt;</a:t>
            </a:r>
            <a:endParaRPr sz="1800">
              <a:latin typeface="Courier New"/>
              <a:cs typeface="Courier New"/>
            </a:endParaRPr>
          </a:p>
          <a:p>
            <a:pPr marL="831850">
              <a:lnSpc>
                <a:spcPts val="1910"/>
              </a:lnSpc>
            </a:pPr>
            <a:r>
              <a:rPr sz="1800" b="1" spc="-10" dirty="0">
                <a:latin typeface="Courier New"/>
                <a:cs typeface="Courier New"/>
              </a:rPr>
              <a:t>&lt;año&gt;1983&lt;/año&gt;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ts val="1945"/>
              </a:lnSpc>
            </a:pPr>
            <a:r>
              <a:rPr sz="1800" b="1" spc="-10" dirty="0">
                <a:latin typeface="Courier New"/>
                <a:cs typeface="Courier New"/>
              </a:rPr>
              <a:t>&lt;/Pelicula&gt;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ts val="1945"/>
              </a:lnSpc>
            </a:pPr>
            <a:r>
              <a:rPr sz="1800" b="1" dirty="0">
                <a:latin typeface="Courier New"/>
                <a:cs typeface="Courier New"/>
              </a:rPr>
              <a:t>&lt;Pelicula</a:t>
            </a:r>
            <a:r>
              <a:rPr sz="1800" b="1" spc="-55" dirty="0"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70C0"/>
                </a:solidFill>
                <a:latin typeface="Courier New"/>
                <a:cs typeface="Courier New"/>
              </a:rPr>
              <a:t>id</a:t>
            </a:r>
            <a:r>
              <a:rPr sz="1800" b="1" spc="-45" dirty="0">
                <a:solidFill>
                  <a:srgbClr val="0070C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70C0"/>
                </a:solidFill>
                <a:latin typeface="Courier New"/>
                <a:cs typeface="Courier New"/>
              </a:rPr>
              <a:t>=</a:t>
            </a:r>
            <a:r>
              <a:rPr sz="1800" b="1" spc="-45" dirty="0">
                <a:solidFill>
                  <a:srgbClr val="0070C0"/>
                </a:solidFill>
                <a:latin typeface="Courier New"/>
                <a:cs typeface="Courier New"/>
              </a:rPr>
              <a:t> </a:t>
            </a:r>
            <a:r>
              <a:rPr sz="1800" b="1" spc="-20" dirty="0">
                <a:solidFill>
                  <a:srgbClr val="0070C0"/>
                </a:solidFill>
                <a:latin typeface="Courier New"/>
                <a:cs typeface="Courier New"/>
              </a:rPr>
              <a:t>”2”&gt;</a:t>
            </a:r>
            <a:endParaRPr sz="1800">
              <a:latin typeface="Courier New"/>
              <a:cs typeface="Courier New"/>
            </a:endParaRPr>
          </a:p>
          <a:p>
            <a:pPr marL="831850">
              <a:lnSpc>
                <a:spcPts val="1955"/>
              </a:lnSpc>
            </a:pPr>
            <a:r>
              <a:rPr sz="1800" b="1" dirty="0">
                <a:latin typeface="Courier New"/>
                <a:cs typeface="Courier New"/>
              </a:rPr>
              <a:t>&lt;titulo&gt;Hable</a:t>
            </a:r>
            <a:r>
              <a:rPr sz="1800" b="1" spc="-8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con</a:t>
            </a:r>
            <a:r>
              <a:rPr sz="1800" b="1" spc="-8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ella&lt;/titulo&gt;</a:t>
            </a:r>
            <a:endParaRPr sz="1800">
              <a:latin typeface="Courier New"/>
              <a:cs typeface="Courier New"/>
            </a:endParaRPr>
          </a:p>
          <a:p>
            <a:pPr marL="831850">
              <a:lnSpc>
                <a:spcPts val="1955"/>
              </a:lnSpc>
            </a:pPr>
            <a:r>
              <a:rPr sz="1800" b="1" spc="-10" dirty="0">
                <a:latin typeface="Courier New"/>
                <a:cs typeface="Courier New"/>
              </a:rPr>
              <a:t>&lt;año&gt;2002&lt;/año&gt;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ts val="1945"/>
              </a:lnSpc>
            </a:pPr>
            <a:r>
              <a:rPr sz="1800" b="1" spc="-10" dirty="0">
                <a:latin typeface="Courier New"/>
                <a:cs typeface="Courier New"/>
              </a:rPr>
              <a:t>&lt;/Pelicula&gt;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ts val="1945"/>
              </a:lnSpc>
            </a:pPr>
            <a:r>
              <a:rPr sz="1800" b="1" dirty="0">
                <a:latin typeface="Courier New"/>
                <a:cs typeface="Courier New"/>
              </a:rPr>
              <a:t>&lt;Pelicula</a:t>
            </a:r>
            <a:r>
              <a:rPr sz="1800" b="1" spc="-55" dirty="0"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70C0"/>
                </a:solidFill>
                <a:latin typeface="Courier New"/>
                <a:cs typeface="Courier New"/>
              </a:rPr>
              <a:t>id</a:t>
            </a:r>
            <a:r>
              <a:rPr sz="1800" b="1" spc="-45" dirty="0">
                <a:solidFill>
                  <a:srgbClr val="0070C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70C0"/>
                </a:solidFill>
                <a:latin typeface="Courier New"/>
                <a:cs typeface="Courier New"/>
              </a:rPr>
              <a:t>=</a:t>
            </a:r>
            <a:r>
              <a:rPr sz="1800" b="1" spc="-45" dirty="0">
                <a:solidFill>
                  <a:srgbClr val="0070C0"/>
                </a:solidFill>
                <a:latin typeface="Courier New"/>
                <a:cs typeface="Courier New"/>
              </a:rPr>
              <a:t> </a:t>
            </a:r>
            <a:r>
              <a:rPr sz="1800" b="1" spc="-20" dirty="0">
                <a:solidFill>
                  <a:srgbClr val="0070C0"/>
                </a:solidFill>
                <a:latin typeface="Courier New"/>
                <a:cs typeface="Courier New"/>
              </a:rPr>
              <a:t>”3”&gt;</a:t>
            </a:r>
            <a:endParaRPr sz="1800">
              <a:latin typeface="Courier New"/>
              <a:cs typeface="Courier New"/>
            </a:endParaRPr>
          </a:p>
          <a:p>
            <a:pPr marL="831850">
              <a:lnSpc>
                <a:spcPts val="1955"/>
              </a:lnSpc>
            </a:pPr>
            <a:r>
              <a:rPr sz="1800" b="1" dirty="0">
                <a:latin typeface="Courier New"/>
                <a:cs typeface="Courier New"/>
              </a:rPr>
              <a:t>&lt;titulo&gt;Ocho</a:t>
            </a:r>
            <a:r>
              <a:rPr sz="1800" b="1" spc="-11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apellidos</a:t>
            </a:r>
            <a:r>
              <a:rPr sz="1800" b="1" spc="-11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vascos&lt;/titulo&gt;</a:t>
            </a:r>
            <a:endParaRPr sz="1800">
              <a:latin typeface="Courier New"/>
              <a:cs typeface="Courier New"/>
            </a:endParaRPr>
          </a:p>
          <a:p>
            <a:pPr marL="831850">
              <a:lnSpc>
                <a:spcPts val="1955"/>
              </a:lnSpc>
            </a:pPr>
            <a:r>
              <a:rPr sz="1800" b="1" spc="-10" dirty="0">
                <a:latin typeface="Courier New"/>
                <a:cs typeface="Courier New"/>
              </a:rPr>
              <a:t>&lt;año&gt;1983&lt;/año&gt;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ts val="1895"/>
              </a:lnSpc>
            </a:pPr>
            <a:r>
              <a:rPr sz="1800" b="1" spc="-10" dirty="0">
                <a:latin typeface="Courier New"/>
                <a:cs typeface="Courier New"/>
              </a:rPr>
              <a:t>&lt;/Pelicula&gt;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ts val="2030"/>
              </a:lnSpc>
            </a:pPr>
            <a:r>
              <a:rPr sz="1800" b="1" spc="-10" dirty="0">
                <a:latin typeface="Courier New"/>
                <a:cs typeface="Courier New"/>
              </a:rPr>
              <a:t>&lt;/Tabla_Peliculas&gt;</a:t>
            </a:r>
            <a:endParaRPr sz="1800">
              <a:latin typeface="Courier New"/>
              <a:cs typeface="Courier New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60431" y="159481"/>
            <a:ext cx="648071" cy="648071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XML</a:t>
            </a:r>
          </a:p>
        </p:txBody>
      </p:sp>
      <p:sp>
        <p:nvSpPr>
          <p:cNvPr id="3" name="object 3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09225" y="1326387"/>
            <a:ext cx="2127885" cy="74485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 marR="5080" indent="337820">
              <a:lnSpc>
                <a:spcPct val="68600"/>
              </a:lnSpc>
              <a:spcBef>
                <a:spcPts val="1155"/>
              </a:spcBef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Documentos </a:t>
            </a: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bien</a:t>
            </a:r>
            <a:r>
              <a:rPr sz="2800" b="1" spc="-20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formados: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44302" y="250443"/>
            <a:ext cx="4618990" cy="897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har char="■"/>
              <a:tabLst>
                <a:tab pos="297815" algn="l"/>
              </a:tabLst>
            </a:pPr>
            <a:r>
              <a:rPr sz="2800" spc="-170" dirty="0">
                <a:latin typeface="Arial"/>
                <a:cs typeface="Arial"/>
              </a:rPr>
              <a:t>Un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10" dirty="0">
                <a:latin typeface="Arial"/>
                <a:cs typeface="Arial"/>
              </a:rPr>
              <a:t>único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90" dirty="0">
                <a:latin typeface="Arial"/>
                <a:cs typeface="Arial"/>
              </a:rPr>
              <a:t>elemento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raíz</a:t>
            </a:r>
            <a:endParaRPr sz="28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140"/>
              </a:spcBef>
              <a:buChar char="■"/>
              <a:tabLst>
                <a:tab pos="297815" algn="l"/>
              </a:tabLst>
            </a:pPr>
            <a:r>
              <a:rPr sz="2800" spc="-95" dirty="0">
                <a:latin typeface="Arial"/>
                <a:cs typeface="Arial"/>
              </a:rPr>
              <a:t>Apertura</a:t>
            </a:r>
            <a:r>
              <a:rPr sz="2800" spc="-140" dirty="0">
                <a:latin typeface="Arial"/>
                <a:cs typeface="Arial"/>
              </a:rPr>
              <a:t> y </a:t>
            </a:r>
            <a:r>
              <a:rPr sz="2800" spc="-90" dirty="0">
                <a:latin typeface="Arial"/>
                <a:cs typeface="Arial"/>
              </a:rPr>
              <a:t>cierre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145" dirty="0">
                <a:latin typeface="Arial"/>
                <a:cs typeface="Arial"/>
              </a:rPr>
              <a:t>de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spc="-70" dirty="0">
                <a:latin typeface="Arial"/>
                <a:cs typeface="Arial"/>
              </a:rPr>
              <a:t>etiquetas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44302" y="1152652"/>
            <a:ext cx="51955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har char="■"/>
              <a:tabLst>
                <a:tab pos="297815" algn="l"/>
              </a:tabLst>
            </a:pPr>
            <a:r>
              <a:rPr sz="2800" spc="-260" dirty="0">
                <a:latin typeface="Arial"/>
                <a:cs typeface="Arial"/>
              </a:rPr>
              <a:t>XML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00" dirty="0">
                <a:latin typeface="Arial"/>
                <a:cs typeface="Arial"/>
              </a:rPr>
              <a:t>distingue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70" dirty="0">
                <a:latin typeface="Arial"/>
                <a:cs typeface="Arial"/>
              </a:rPr>
              <a:t>entre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85" dirty="0">
                <a:latin typeface="Arial"/>
                <a:cs typeface="Arial"/>
              </a:rPr>
              <a:t>mayúsculas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y</a:t>
            </a:r>
            <a:endParaRPr sz="2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44302" y="1414779"/>
            <a:ext cx="4961890" cy="138493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298450">
              <a:lnSpc>
                <a:spcPct val="100000"/>
              </a:lnSpc>
              <a:spcBef>
                <a:spcPts val="340"/>
              </a:spcBef>
            </a:pPr>
            <a:r>
              <a:rPr sz="2800" spc="-55" dirty="0">
                <a:latin typeface="Arial"/>
                <a:cs typeface="Arial"/>
              </a:rPr>
              <a:t>minúsculas</a:t>
            </a:r>
            <a:endParaRPr sz="28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240"/>
              </a:spcBef>
              <a:buChar char="■"/>
              <a:tabLst>
                <a:tab pos="297815" algn="l"/>
              </a:tabLst>
            </a:pPr>
            <a:r>
              <a:rPr sz="2800" spc="-130" dirty="0">
                <a:latin typeface="Arial"/>
                <a:cs typeface="Arial"/>
              </a:rPr>
              <a:t>Anidación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correcta</a:t>
            </a:r>
            <a:endParaRPr sz="28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145"/>
              </a:spcBef>
              <a:buChar char="■"/>
              <a:tabLst>
                <a:tab pos="297815" algn="l"/>
              </a:tabLst>
            </a:pPr>
            <a:r>
              <a:rPr sz="2800" spc="-190" dirty="0">
                <a:latin typeface="Arial"/>
                <a:cs typeface="Arial"/>
              </a:rPr>
              <a:t>Valores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60" dirty="0">
                <a:latin typeface="Arial"/>
                <a:cs typeface="Arial"/>
              </a:rPr>
              <a:t>atributos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70" dirty="0">
                <a:latin typeface="Arial"/>
                <a:cs typeface="Arial"/>
              </a:rPr>
              <a:t>entre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225" dirty="0">
                <a:latin typeface="Arial"/>
                <a:cs typeface="Arial"/>
              </a:rPr>
              <a:t>“”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100" dirty="0">
                <a:latin typeface="Arial"/>
                <a:cs typeface="Arial"/>
              </a:rPr>
              <a:t>o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40" dirty="0">
                <a:latin typeface="Arial"/>
                <a:cs typeface="Arial"/>
              </a:rPr>
              <a:t>‘’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44302" y="2804667"/>
            <a:ext cx="520255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har char="■"/>
              <a:tabLst>
                <a:tab pos="297815" algn="l"/>
              </a:tabLst>
            </a:pPr>
            <a:r>
              <a:rPr sz="2800" spc="-170" dirty="0">
                <a:latin typeface="Arial"/>
                <a:cs typeface="Arial"/>
              </a:rPr>
              <a:t>No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245" dirty="0">
                <a:latin typeface="Arial"/>
                <a:cs typeface="Arial"/>
              </a:rPr>
              <a:t>se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30" dirty="0">
                <a:latin typeface="Arial"/>
                <a:cs typeface="Arial"/>
              </a:rPr>
              <a:t>pueden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40" dirty="0">
                <a:latin typeface="Arial"/>
                <a:cs typeface="Arial"/>
              </a:rPr>
              <a:t>repetir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60" dirty="0">
                <a:latin typeface="Arial"/>
                <a:cs typeface="Arial"/>
              </a:rPr>
              <a:t>atributos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en</a:t>
            </a:r>
            <a:endParaRPr sz="2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30052" y="3097275"/>
            <a:ext cx="186245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0" dirty="0">
                <a:latin typeface="Arial"/>
                <a:cs typeface="Arial"/>
              </a:rPr>
              <a:t>un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85" dirty="0">
                <a:latin typeface="Arial"/>
                <a:cs typeface="Arial"/>
              </a:rPr>
              <a:t>elemento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XML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987823" y="413989"/>
            <a:ext cx="6156325" cy="4730115"/>
            <a:chOff x="2987823" y="413989"/>
            <a:chExt cx="6156325" cy="4730115"/>
          </a:xfrm>
        </p:grpSpPr>
        <p:sp>
          <p:nvSpPr>
            <p:cNvPr id="4" name="object 4"/>
            <p:cNvSpPr/>
            <p:nvPr/>
          </p:nvSpPr>
          <p:spPr>
            <a:xfrm>
              <a:off x="8254885" y="3943583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987823" y="413989"/>
              <a:ext cx="6120765" cy="4318000"/>
            </a:xfrm>
            <a:custGeom>
              <a:avLst/>
              <a:gdLst/>
              <a:ahLst/>
              <a:cxnLst/>
              <a:rect l="l" t="t" r="r" b="b"/>
              <a:pathLst>
                <a:path w="6120765" h="4318000">
                  <a:moveTo>
                    <a:pt x="6120679" y="0"/>
                  </a:moveTo>
                  <a:lnTo>
                    <a:pt x="0" y="0"/>
                  </a:lnTo>
                  <a:lnTo>
                    <a:pt x="0" y="4318000"/>
                  </a:lnTo>
                  <a:lnTo>
                    <a:pt x="4741604" y="4318000"/>
                  </a:lnTo>
                  <a:lnTo>
                    <a:pt x="4723909" y="4292600"/>
                  </a:lnTo>
                  <a:lnTo>
                    <a:pt x="4710954" y="4267200"/>
                  </a:lnTo>
                  <a:lnTo>
                    <a:pt x="4702995" y="4241800"/>
                  </a:lnTo>
                  <a:lnTo>
                    <a:pt x="4700285" y="4216400"/>
                  </a:lnTo>
                  <a:lnTo>
                    <a:pt x="4701816" y="4191000"/>
                  </a:lnTo>
                  <a:lnTo>
                    <a:pt x="4706339" y="4165600"/>
                  </a:lnTo>
                  <a:lnTo>
                    <a:pt x="4713744" y="4152900"/>
                  </a:lnTo>
                  <a:lnTo>
                    <a:pt x="4723923" y="4127500"/>
                  </a:lnTo>
                  <a:lnTo>
                    <a:pt x="4695200" y="4089400"/>
                  </a:lnTo>
                  <a:lnTo>
                    <a:pt x="4668759" y="4051300"/>
                  </a:lnTo>
                  <a:lnTo>
                    <a:pt x="4644644" y="4013200"/>
                  </a:lnTo>
                  <a:lnTo>
                    <a:pt x="4622893" y="3962400"/>
                  </a:lnTo>
                  <a:lnTo>
                    <a:pt x="4603548" y="3924300"/>
                  </a:lnTo>
                  <a:lnTo>
                    <a:pt x="4586650" y="3873500"/>
                  </a:lnTo>
                  <a:lnTo>
                    <a:pt x="4572239" y="3835400"/>
                  </a:lnTo>
                  <a:lnTo>
                    <a:pt x="4560357" y="3784600"/>
                  </a:lnTo>
                  <a:lnTo>
                    <a:pt x="4551045" y="3733800"/>
                  </a:lnTo>
                  <a:lnTo>
                    <a:pt x="4544342" y="3695700"/>
                  </a:lnTo>
                  <a:lnTo>
                    <a:pt x="4540291" y="3644900"/>
                  </a:lnTo>
                  <a:lnTo>
                    <a:pt x="4538931" y="3594100"/>
                  </a:lnTo>
                  <a:lnTo>
                    <a:pt x="4540294" y="3543300"/>
                  </a:lnTo>
                  <a:lnTo>
                    <a:pt x="4544358" y="3492500"/>
                  </a:lnTo>
                  <a:lnTo>
                    <a:pt x="4551087" y="3441700"/>
                  </a:lnTo>
                  <a:lnTo>
                    <a:pt x="4560446" y="3403600"/>
                  </a:lnTo>
                  <a:lnTo>
                    <a:pt x="4572397" y="3352800"/>
                  </a:lnTo>
                  <a:lnTo>
                    <a:pt x="4586906" y="3302000"/>
                  </a:lnTo>
                  <a:lnTo>
                    <a:pt x="4603937" y="3263900"/>
                  </a:lnTo>
                  <a:lnTo>
                    <a:pt x="4623452" y="3213100"/>
                  </a:lnTo>
                  <a:lnTo>
                    <a:pt x="4645416" y="3175000"/>
                  </a:lnTo>
                  <a:lnTo>
                    <a:pt x="4669794" y="3124200"/>
                  </a:lnTo>
                  <a:lnTo>
                    <a:pt x="4696549" y="3086100"/>
                  </a:lnTo>
                  <a:lnTo>
                    <a:pt x="4725644" y="3048000"/>
                  </a:lnTo>
                  <a:lnTo>
                    <a:pt x="4757045" y="3009900"/>
                  </a:lnTo>
                  <a:lnTo>
                    <a:pt x="4790715" y="2971800"/>
                  </a:lnTo>
                  <a:lnTo>
                    <a:pt x="4826312" y="2946400"/>
                  </a:lnTo>
                  <a:lnTo>
                    <a:pt x="4863460" y="2908300"/>
                  </a:lnTo>
                  <a:lnTo>
                    <a:pt x="4902073" y="2882900"/>
                  </a:lnTo>
                  <a:lnTo>
                    <a:pt x="4942063" y="2857500"/>
                  </a:lnTo>
                  <a:lnTo>
                    <a:pt x="4983343" y="2832100"/>
                  </a:lnTo>
                  <a:lnTo>
                    <a:pt x="5025827" y="2806700"/>
                  </a:lnTo>
                  <a:lnTo>
                    <a:pt x="5069427" y="2781300"/>
                  </a:lnTo>
                  <a:lnTo>
                    <a:pt x="5253251" y="2730500"/>
                  </a:lnTo>
                  <a:lnTo>
                    <a:pt x="5301128" y="2730500"/>
                  </a:lnTo>
                  <a:lnTo>
                    <a:pt x="5349599" y="2717800"/>
                  </a:lnTo>
                  <a:lnTo>
                    <a:pt x="6120679" y="2717800"/>
                  </a:lnTo>
                  <a:lnTo>
                    <a:pt x="6120679" y="0"/>
                  </a:lnTo>
                  <a:close/>
                </a:path>
                <a:path w="6120765" h="4318000">
                  <a:moveTo>
                    <a:pt x="5003430" y="4064000"/>
                  </a:moveTo>
                  <a:lnTo>
                    <a:pt x="4841321" y="4064000"/>
                  </a:lnTo>
                  <a:lnTo>
                    <a:pt x="4869050" y="4076700"/>
                  </a:lnTo>
                  <a:lnTo>
                    <a:pt x="4895322" y="4076700"/>
                  </a:lnTo>
                  <a:lnTo>
                    <a:pt x="4919526" y="4089400"/>
                  </a:lnTo>
                  <a:lnTo>
                    <a:pt x="4941050" y="4114800"/>
                  </a:lnTo>
                  <a:lnTo>
                    <a:pt x="4958744" y="4127500"/>
                  </a:lnTo>
                  <a:lnTo>
                    <a:pt x="4971694" y="4152900"/>
                  </a:lnTo>
                  <a:lnTo>
                    <a:pt x="4979649" y="4178300"/>
                  </a:lnTo>
                  <a:lnTo>
                    <a:pt x="4982357" y="4216400"/>
                  </a:lnTo>
                  <a:lnTo>
                    <a:pt x="4979649" y="4241800"/>
                  </a:lnTo>
                  <a:lnTo>
                    <a:pt x="4971694" y="4267200"/>
                  </a:lnTo>
                  <a:lnTo>
                    <a:pt x="4958744" y="4292600"/>
                  </a:lnTo>
                  <a:lnTo>
                    <a:pt x="4941050" y="4318000"/>
                  </a:lnTo>
                  <a:lnTo>
                    <a:pt x="5721492" y="4318000"/>
                  </a:lnTo>
                  <a:lnTo>
                    <a:pt x="5841359" y="4254500"/>
                  </a:lnTo>
                  <a:lnTo>
                    <a:pt x="5882547" y="4229100"/>
                  </a:lnTo>
                  <a:lnTo>
                    <a:pt x="5895597" y="4216400"/>
                  </a:lnTo>
                  <a:lnTo>
                    <a:pt x="5293587" y="4216400"/>
                  </a:lnTo>
                  <a:lnTo>
                    <a:pt x="5280521" y="4203700"/>
                  </a:lnTo>
                  <a:lnTo>
                    <a:pt x="5269846" y="4203700"/>
                  </a:lnTo>
                  <a:lnTo>
                    <a:pt x="5262647" y="4191000"/>
                  </a:lnTo>
                  <a:lnTo>
                    <a:pt x="5260007" y="4178300"/>
                  </a:lnTo>
                  <a:lnTo>
                    <a:pt x="5260007" y="4114800"/>
                  </a:lnTo>
                  <a:lnTo>
                    <a:pt x="5045645" y="4114800"/>
                  </a:lnTo>
                  <a:lnTo>
                    <a:pt x="5040532" y="4102100"/>
                  </a:lnTo>
                  <a:lnTo>
                    <a:pt x="5003430" y="4064000"/>
                  </a:lnTo>
                  <a:close/>
                </a:path>
                <a:path w="6120765" h="4318000">
                  <a:moveTo>
                    <a:pt x="6120679" y="4064000"/>
                  </a:moveTo>
                  <a:lnTo>
                    <a:pt x="6114279" y="4076700"/>
                  </a:lnTo>
                  <a:lnTo>
                    <a:pt x="6089967" y="4114800"/>
                  </a:lnTo>
                  <a:lnTo>
                    <a:pt x="6063874" y="4140200"/>
                  </a:lnTo>
                  <a:lnTo>
                    <a:pt x="6036023" y="4178300"/>
                  </a:lnTo>
                  <a:lnTo>
                    <a:pt x="6006439" y="4203700"/>
                  </a:lnTo>
                  <a:lnTo>
                    <a:pt x="5975378" y="4241800"/>
                  </a:lnTo>
                  <a:lnTo>
                    <a:pt x="5943121" y="4267200"/>
                  </a:lnTo>
                  <a:lnTo>
                    <a:pt x="5909726" y="4292600"/>
                  </a:lnTo>
                  <a:lnTo>
                    <a:pt x="5875252" y="4318000"/>
                  </a:lnTo>
                  <a:lnTo>
                    <a:pt x="6120679" y="4318000"/>
                  </a:lnTo>
                  <a:lnTo>
                    <a:pt x="6120679" y="4064000"/>
                  </a:lnTo>
                  <a:close/>
                </a:path>
                <a:path w="6120765" h="4318000">
                  <a:moveTo>
                    <a:pt x="4855844" y="4279900"/>
                  </a:moveTo>
                  <a:lnTo>
                    <a:pt x="4826799" y="4279900"/>
                  </a:lnTo>
                  <a:lnTo>
                    <a:pt x="4841321" y="4292600"/>
                  </a:lnTo>
                  <a:lnTo>
                    <a:pt x="4855844" y="4279900"/>
                  </a:lnTo>
                  <a:close/>
                </a:path>
                <a:path w="6120765" h="4318000">
                  <a:moveTo>
                    <a:pt x="4893552" y="4152900"/>
                  </a:moveTo>
                  <a:lnTo>
                    <a:pt x="4789088" y="4152900"/>
                  </a:lnTo>
                  <a:lnTo>
                    <a:pt x="4779819" y="4165600"/>
                  </a:lnTo>
                  <a:lnTo>
                    <a:pt x="4773033" y="4178300"/>
                  </a:lnTo>
                  <a:lnTo>
                    <a:pt x="4768864" y="4191000"/>
                  </a:lnTo>
                  <a:lnTo>
                    <a:pt x="4767445" y="4216400"/>
                  </a:lnTo>
                  <a:lnTo>
                    <a:pt x="4768864" y="4229100"/>
                  </a:lnTo>
                  <a:lnTo>
                    <a:pt x="4773033" y="4241800"/>
                  </a:lnTo>
                  <a:lnTo>
                    <a:pt x="4779819" y="4254500"/>
                  </a:lnTo>
                  <a:lnTo>
                    <a:pt x="4789088" y="4267200"/>
                  </a:lnTo>
                  <a:lnTo>
                    <a:pt x="4800364" y="4279900"/>
                  </a:lnTo>
                  <a:lnTo>
                    <a:pt x="4882283" y="4279900"/>
                  </a:lnTo>
                  <a:lnTo>
                    <a:pt x="4909609" y="4241800"/>
                  </a:lnTo>
                  <a:lnTo>
                    <a:pt x="4915197" y="4216400"/>
                  </a:lnTo>
                  <a:lnTo>
                    <a:pt x="4913778" y="4191000"/>
                  </a:lnTo>
                  <a:lnTo>
                    <a:pt x="4909609" y="4178300"/>
                  </a:lnTo>
                  <a:lnTo>
                    <a:pt x="4902823" y="4165600"/>
                  </a:lnTo>
                  <a:lnTo>
                    <a:pt x="4893552" y="4152900"/>
                  </a:lnTo>
                  <a:close/>
                </a:path>
                <a:path w="6120765" h="4318000">
                  <a:moveTo>
                    <a:pt x="5663163" y="4064000"/>
                  </a:moveTo>
                  <a:lnTo>
                    <a:pt x="5632946" y="4076700"/>
                  </a:lnTo>
                  <a:lnTo>
                    <a:pt x="5601831" y="4089400"/>
                  </a:lnTo>
                  <a:lnTo>
                    <a:pt x="5537133" y="4114800"/>
                  </a:lnTo>
                  <a:lnTo>
                    <a:pt x="5537133" y="4178300"/>
                  </a:lnTo>
                  <a:lnTo>
                    <a:pt x="5534495" y="4191000"/>
                  </a:lnTo>
                  <a:lnTo>
                    <a:pt x="5527299" y="4203700"/>
                  </a:lnTo>
                  <a:lnTo>
                    <a:pt x="5516625" y="4203700"/>
                  </a:lnTo>
                  <a:lnTo>
                    <a:pt x="5503553" y="4216400"/>
                  </a:lnTo>
                  <a:lnTo>
                    <a:pt x="5895597" y="4216400"/>
                  </a:lnTo>
                  <a:lnTo>
                    <a:pt x="5921697" y="4191000"/>
                  </a:lnTo>
                  <a:lnTo>
                    <a:pt x="5958689" y="4165600"/>
                  </a:lnTo>
                  <a:lnTo>
                    <a:pt x="5993406" y="4127500"/>
                  </a:lnTo>
                  <a:lnTo>
                    <a:pt x="6004180" y="4114800"/>
                  </a:lnTo>
                  <a:lnTo>
                    <a:pt x="5714239" y="4114800"/>
                  </a:lnTo>
                  <a:lnTo>
                    <a:pt x="5709126" y="4102100"/>
                  </a:lnTo>
                  <a:lnTo>
                    <a:pt x="5663163" y="4064000"/>
                  </a:lnTo>
                  <a:close/>
                </a:path>
                <a:path w="6120765" h="4318000">
                  <a:moveTo>
                    <a:pt x="4869601" y="4140200"/>
                  </a:moveTo>
                  <a:lnTo>
                    <a:pt x="4813035" y="4140200"/>
                  </a:lnTo>
                  <a:lnTo>
                    <a:pt x="4800358" y="4152900"/>
                  </a:lnTo>
                  <a:lnTo>
                    <a:pt x="4882278" y="4152900"/>
                  </a:lnTo>
                  <a:lnTo>
                    <a:pt x="4869601" y="4140200"/>
                  </a:lnTo>
                  <a:close/>
                </a:path>
                <a:path w="6120765" h="4318000">
                  <a:moveTo>
                    <a:pt x="5485822" y="4051300"/>
                  </a:moveTo>
                  <a:lnTo>
                    <a:pt x="5311313" y="4051300"/>
                  </a:lnTo>
                  <a:lnTo>
                    <a:pt x="5319705" y="4064000"/>
                  </a:lnTo>
                  <a:lnTo>
                    <a:pt x="5325199" y="4076700"/>
                  </a:lnTo>
                  <a:lnTo>
                    <a:pt x="5327168" y="4089400"/>
                  </a:lnTo>
                  <a:lnTo>
                    <a:pt x="5327168" y="4140200"/>
                  </a:lnTo>
                  <a:lnTo>
                    <a:pt x="5469973" y="4140200"/>
                  </a:lnTo>
                  <a:lnTo>
                    <a:pt x="5469973" y="4089400"/>
                  </a:lnTo>
                  <a:lnTo>
                    <a:pt x="5471941" y="4076700"/>
                  </a:lnTo>
                  <a:lnTo>
                    <a:pt x="5477431" y="4064000"/>
                  </a:lnTo>
                  <a:lnTo>
                    <a:pt x="5485822" y="4051300"/>
                  </a:lnTo>
                  <a:close/>
                </a:path>
                <a:path w="6120765" h="4318000">
                  <a:moveTo>
                    <a:pt x="5133977" y="4064000"/>
                  </a:moveTo>
                  <a:lnTo>
                    <a:pt x="5088028" y="4102100"/>
                  </a:lnTo>
                  <a:lnTo>
                    <a:pt x="5082915" y="4114800"/>
                  </a:lnTo>
                  <a:lnTo>
                    <a:pt x="5260007" y="4114800"/>
                  </a:lnTo>
                  <a:lnTo>
                    <a:pt x="5195320" y="4089400"/>
                  </a:lnTo>
                  <a:lnTo>
                    <a:pt x="5164202" y="4076700"/>
                  </a:lnTo>
                  <a:lnTo>
                    <a:pt x="5133977" y="4064000"/>
                  </a:lnTo>
                  <a:close/>
                </a:path>
                <a:path w="6120765" h="4318000">
                  <a:moveTo>
                    <a:pt x="5856103" y="3073400"/>
                  </a:moveTo>
                  <a:lnTo>
                    <a:pt x="5756243" y="3073400"/>
                  </a:lnTo>
                  <a:lnTo>
                    <a:pt x="5904768" y="3225800"/>
                  </a:lnTo>
                  <a:lnTo>
                    <a:pt x="5908962" y="3238500"/>
                  </a:lnTo>
                  <a:lnTo>
                    <a:pt x="5912050" y="3238500"/>
                  </a:lnTo>
                  <a:lnTo>
                    <a:pt x="5913960" y="3251200"/>
                  </a:lnTo>
                  <a:lnTo>
                    <a:pt x="5914618" y="3251200"/>
                  </a:lnTo>
                  <a:lnTo>
                    <a:pt x="5913966" y="3263900"/>
                  </a:lnTo>
                  <a:lnTo>
                    <a:pt x="5912061" y="3263900"/>
                  </a:lnTo>
                  <a:lnTo>
                    <a:pt x="5908975" y="3276600"/>
                  </a:lnTo>
                  <a:lnTo>
                    <a:pt x="5904782" y="3276600"/>
                  </a:lnTo>
                  <a:lnTo>
                    <a:pt x="5859120" y="3327400"/>
                  </a:lnTo>
                  <a:lnTo>
                    <a:pt x="5875248" y="3352800"/>
                  </a:lnTo>
                  <a:lnTo>
                    <a:pt x="5889342" y="3390900"/>
                  </a:lnTo>
                  <a:lnTo>
                    <a:pt x="5901380" y="3416300"/>
                  </a:lnTo>
                  <a:lnTo>
                    <a:pt x="5911340" y="3454400"/>
                  </a:lnTo>
                  <a:lnTo>
                    <a:pt x="5989276" y="3454400"/>
                  </a:lnTo>
                  <a:lnTo>
                    <a:pt x="5999949" y="3467100"/>
                  </a:lnTo>
                  <a:lnTo>
                    <a:pt x="6007146" y="3467100"/>
                  </a:lnTo>
                  <a:lnTo>
                    <a:pt x="6009784" y="3479800"/>
                  </a:lnTo>
                  <a:lnTo>
                    <a:pt x="6009784" y="3695700"/>
                  </a:lnTo>
                  <a:lnTo>
                    <a:pt x="6007146" y="3708400"/>
                  </a:lnTo>
                  <a:lnTo>
                    <a:pt x="5999949" y="3721100"/>
                  </a:lnTo>
                  <a:lnTo>
                    <a:pt x="5989276" y="3733800"/>
                  </a:lnTo>
                  <a:lnTo>
                    <a:pt x="5911352" y="3733800"/>
                  </a:lnTo>
                  <a:lnTo>
                    <a:pt x="5901390" y="3771900"/>
                  </a:lnTo>
                  <a:lnTo>
                    <a:pt x="5889348" y="3797300"/>
                  </a:lnTo>
                  <a:lnTo>
                    <a:pt x="5875250" y="3835400"/>
                  </a:lnTo>
                  <a:lnTo>
                    <a:pt x="5859120" y="3860800"/>
                  </a:lnTo>
                  <a:lnTo>
                    <a:pt x="5905030" y="3911600"/>
                  </a:lnTo>
                  <a:lnTo>
                    <a:pt x="5912401" y="3924300"/>
                  </a:lnTo>
                  <a:lnTo>
                    <a:pt x="5914858" y="3937000"/>
                  </a:lnTo>
                  <a:lnTo>
                    <a:pt x="5912401" y="3949700"/>
                  </a:lnTo>
                  <a:lnTo>
                    <a:pt x="5905030" y="3949700"/>
                  </a:lnTo>
                  <a:lnTo>
                    <a:pt x="5756622" y="4102100"/>
                  </a:lnTo>
                  <a:lnTo>
                    <a:pt x="5751507" y="4114800"/>
                  </a:lnTo>
                  <a:lnTo>
                    <a:pt x="6004180" y="4114800"/>
                  </a:lnTo>
                  <a:lnTo>
                    <a:pt x="6025728" y="4089400"/>
                  </a:lnTo>
                  <a:lnTo>
                    <a:pt x="6055536" y="4038600"/>
                  </a:lnTo>
                  <a:lnTo>
                    <a:pt x="6120679" y="3924300"/>
                  </a:lnTo>
                  <a:lnTo>
                    <a:pt x="6120679" y="3263900"/>
                  </a:lnTo>
                  <a:lnTo>
                    <a:pt x="6095361" y="3213100"/>
                  </a:lnTo>
                  <a:lnTo>
                    <a:pt x="6079182" y="3187700"/>
                  </a:lnTo>
                  <a:lnTo>
                    <a:pt x="6061814" y="3149600"/>
                  </a:lnTo>
                  <a:lnTo>
                    <a:pt x="6043272" y="3124200"/>
                  </a:lnTo>
                  <a:lnTo>
                    <a:pt x="6033421" y="3111500"/>
                  </a:lnTo>
                  <a:lnTo>
                    <a:pt x="5901831" y="3111500"/>
                  </a:lnTo>
                  <a:lnTo>
                    <a:pt x="5877627" y="3098800"/>
                  </a:lnTo>
                  <a:lnTo>
                    <a:pt x="5856103" y="3073400"/>
                  </a:lnTo>
                  <a:close/>
                </a:path>
                <a:path w="6120765" h="4318000">
                  <a:moveTo>
                    <a:pt x="5674852" y="2806700"/>
                  </a:moveTo>
                  <a:lnTo>
                    <a:pt x="5210618" y="2806700"/>
                  </a:lnTo>
                  <a:lnTo>
                    <a:pt x="5165931" y="2819400"/>
                  </a:lnTo>
                  <a:lnTo>
                    <a:pt x="5122333" y="2844800"/>
                  </a:lnTo>
                  <a:lnTo>
                    <a:pt x="5079906" y="2857500"/>
                  </a:lnTo>
                  <a:lnTo>
                    <a:pt x="5038735" y="2882900"/>
                  </a:lnTo>
                  <a:lnTo>
                    <a:pt x="4998902" y="2895600"/>
                  </a:lnTo>
                  <a:lnTo>
                    <a:pt x="4960492" y="2921000"/>
                  </a:lnTo>
                  <a:lnTo>
                    <a:pt x="4923588" y="2946400"/>
                  </a:lnTo>
                  <a:lnTo>
                    <a:pt x="4888273" y="2984500"/>
                  </a:lnTo>
                  <a:lnTo>
                    <a:pt x="4854632" y="3009900"/>
                  </a:lnTo>
                  <a:lnTo>
                    <a:pt x="4822747" y="3035300"/>
                  </a:lnTo>
                  <a:lnTo>
                    <a:pt x="4792702" y="3073400"/>
                  </a:lnTo>
                  <a:lnTo>
                    <a:pt x="4764580" y="3111500"/>
                  </a:lnTo>
                  <a:lnTo>
                    <a:pt x="4738466" y="3149600"/>
                  </a:lnTo>
                  <a:lnTo>
                    <a:pt x="4714442" y="3187700"/>
                  </a:lnTo>
                  <a:lnTo>
                    <a:pt x="4692592" y="3225800"/>
                  </a:lnTo>
                  <a:lnTo>
                    <a:pt x="4673001" y="3263900"/>
                  </a:lnTo>
                  <a:lnTo>
                    <a:pt x="4655750" y="3314700"/>
                  </a:lnTo>
                  <a:lnTo>
                    <a:pt x="4640924" y="3352800"/>
                  </a:lnTo>
                  <a:lnTo>
                    <a:pt x="4628607" y="3403600"/>
                  </a:lnTo>
                  <a:lnTo>
                    <a:pt x="4618881" y="3454400"/>
                  </a:lnTo>
                  <a:lnTo>
                    <a:pt x="4611831" y="3492500"/>
                  </a:lnTo>
                  <a:lnTo>
                    <a:pt x="4607539" y="3543300"/>
                  </a:lnTo>
                  <a:lnTo>
                    <a:pt x="4606090" y="3594100"/>
                  </a:lnTo>
                  <a:lnTo>
                    <a:pt x="4607554" y="3644900"/>
                  </a:lnTo>
                  <a:lnTo>
                    <a:pt x="4611913" y="3695700"/>
                  </a:lnTo>
                  <a:lnTo>
                    <a:pt x="4619120" y="3733800"/>
                  </a:lnTo>
                  <a:lnTo>
                    <a:pt x="4629128" y="3784600"/>
                  </a:lnTo>
                  <a:lnTo>
                    <a:pt x="4641888" y="3835400"/>
                  </a:lnTo>
                  <a:lnTo>
                    <a:pt x="4657353" y="3873500"/>
                  </a:lnTo>
                  <a:lnTo>
                    <a:pt x="4675475" y="3924300"/>
                  </a:lnTo>
                  <a:lnTo>
                    <a:pt x="4696207" y="3962400"/>
                  </a:lnTo>
                  <a:lnTo>
                    <a:pt x="4719501" y="4000500"/>
                  </a:lnTo>
                  <a:lnTo>
                    <a:pt x="4745309" y="4051300"/>
                  </a:lnTo>
                  <a:lnTo>
                    <a:pt x="4773584" y="4089400"/>
                  </a:lnTo>
                  <a:lnTo>
                    <a:pt x="4789443" y="4076700"/>
                  </a:lnTo>
                  <a:lnTo>
                    <a:pt x="4806124" y="4076700"/>
                  </a:lnTo>
                  <a:lnTo>
                    <a:pt x="4823469" y="4064000"/>
                  </a:lnTo>
                  <a:lnTo>
                    <a:pt x="5003430" y="4064000"/>
                  </a:lnTo>
                  <a:lnTo>
                    <a:pt x="4892123" y="3949700"/>
                  </a:lnTo>
                  <a:lnTo>
                    <a:pt x="4884747" y="3949700"/>
                  </a:lnTo>
                  <a:lnTo>
                    <a:pt x="4882291" y="3937000"/>
                  </a:lnTo>
                  <a:lnTo>
                    <a:pt x="4884751" y="3924300"/>
                  </a:lnTo>
                  <a:lnTo>
                    <a:pt x="4892123" y="3911600"/>
                  </a:lnTo>
                  <a:lnTo>
                    <a:pt x="4938034" y="3860800"/>
                  </a:lnTo>
                  <a:lnTo>
                    <a:pt x="4921903" y="3835400"/>
                  </a:lnTo>
                  <a:lnTo>
                    <a:pt x="4907805" y="3797300"/>
                  </a:lnTo>
                  <a:lnTo>
                    <a:pt x="4895762" y="3771900"/>
                  </a:lnTo>
                  <a:lnTo>
                    <a:pt x="4885801" y="3733800"/>
                  </a:lnTo>
                  <a:lnTo>
                    <a:pt x="4808089" y="3733800"/>
                  </a:lnTo>
                  <a:lnTo>
                    <a:pt x="4802309" y="3721100"/>
                  </a:lnTo>
                  <a:lnTo>
                    <a:pt x="4793002" y="3721100"/>
                  </a:lnTo>
                  <a:lnTo>
                    <a:pt x="4789916" y="3708400"/>
                  </a:lnTo>
                  <a:lnTo>
                    <a:pt x="4788014" y="3708400"/>
                  </a:lnTo>
                  <a:lnTo>
                    <a:pt x="4787370" y="3695700"/>
                  </a:lnTo>
                  <a:lnTo>
                    <a:pt x="4787488" y="3479800"/>
                  </a:lnTo>
                  <a:lnTo>
                    <a:pt x="4790127" y="3467100"/>
                  </a:lnTo>
                  <a:lnTo>
                    <a:pt x="4797322" y="3467100"/>
                  </a:lnTo>
                  <a:lnTo>
                    <a:pt x="4807996" y="3454400"/>
                  </a:lnTo>
                  <a:lnTo>
                    <a:pt x="4885801" y="3454400"/>
                  </a:lnTo>
                  <a:lnTo>
                    <a:pt x="4895762" y="3416300"/>
                  </a:lnTo>
                  <a:lnTo>
                    <a:pt x="4907805" y="3390900"/>
                  </a:lnTo>
                  <a:lnTo>
                    <a:pt x="4921903" y="3352800"/>
                  </a:lnTo>
                  <a:lnTo>
                    <a:pt x="4938034" y="3327400"/>
                  </a:lnTo>
                  <a:lnTo>
                    <a:pt x="4892372" y="3276600"/>
                  </a:lnTo>
                  <a:lnTo>
                    <a:pt x="4888179" y="3276600"/>
                  </a:lnTo>
                  <a:lnTo>
                    <a:pt x="4885092" y="3263900"/>
                  </a:lnTo>
                  <a:lnTo>
                    <a:pt x="4883186" y="3263900"/>
                  </a:lnTo>
                  <a:lnTo>
                    <a:pt x="4882534" y="3251200"/>
                  </a:lnTo>
                  <a:lnTo>
                    <a:pt x="4883186" y="3251200"/>
                  </a:lnTo>
                  <a:lnTo>
                    <a:pt x="4885094" y="3238500"/>
                  </a:lnTo>
                  <a:lnTo>
                    <a:pt x="4888185" y="3238500"/>
                  </a:lnTo>
                  <a:lnTo>
                    <a:pt x="4892386" y="3225800"/>
                  </a:lnTo>
                  <a:lnTo>
                    <a:pt x="5040899" y="3073400"/>
                  </a:lnTo>
                  <a:lnTo>
                    <a:pt x="5260007" y="3073400"/>
                  </a:lnTo>
                  <a:lnTo>
                    <a:pt x="5260007" y="3009900"/>
                  </a:lnTo>
                  <a:lnTo>
                    <a:pt x="5262647" y="2997200"/>
                  </a:lnTo>
                  <a:lnTo>
                    <a:pt x="5269846" y="2984500"/>
                  </a:lnTo>
                  <a:lnTo>
                    <a:pt x="5280521" y="2971800"/>
                  </a:lnTo>
                  <a:lnTo>
                    <a:pt x="5814797" y="2971800"/>
                  </a:lnTo>
                  <a:lnTo>
                    <a:pt x="5817505" y="2946400"/>
                  </a:lnTo>
                  <a:lnTo>
                    <a:pt x="5838410" y="2895600"/>
                  </a:lnTo>
                  <a:lnTo>
                    <a:pt x="5877627" y="2857500"/>
                  </a:lnTo>
                  <a:lnTo>
                    <a:pt x="5901831" y="2844800"/>
                  </a:lnTo>
                  <a:lnTo>
                    <a:pt x="5684045" y="2844800"/>
                  </a:lnTo>
                  <a:lnTo>
                    <a:pt x="5679865" y="2832100"/>
                  </a:lnTo>
                  <a:lnTo>
                    <a:pt x="5676772" y="2832100"/>
                  </a:lnTo>
                  <a:lnTo>
                    <a:pt x="5674852" y="2819400"/>
                  </a:lnTo>
                  <a:lnTo>
                    <a:pt x="5674193" y="2819400"/>
                  </a:lnTo>
                  <a:lnTo>
                    <a:pt x="5674852" y="2806700"/>
                  </a:lnTo>
                  <a:close/>
                </a:path>
                <a:path w="6120765" h="4318000">
                  <a:moveTo>
                    <a:pt x="5649993" y="3987800"/>
                  </a:moveTo>
                  <a:lnTo>
                    <a:pt x="5147147" y="3987800"/>
                  </a:lnTo>
                  <a:lnTo>
                    <a:pt x="5183311" y="4013200"/>
                  </a:lnTo>
                  <a:lnTo>
                    <a:pt x="5221038" y="4025900"/>
                  </a:lnTo>
                  <a:lnTo>
                    <a:pt x="5260194" y="4038600"/>
                  </a:lnTo>
                  <a:lnTo>
                    <a:pt x="5300644" y="4051300"/>
                  </a:lnTo>
                  <a:lnTo>
                    <a:pt x="5496496" y="4051300"/>
                  </a:lnTo>
                  <a:lnTo>
                    <a:pt x="5536947" y="4038600"/>
                  </a:lnTo>
                  <a:lnTo>
                    <a:pt x="5576103" y="4025900"/>
                  </a:lnTo>
                  <a:lnTo>
                    <a:pt x="5613829" y="4013200"/>
                  </a:lnTo>
                  <a:lnTo>
                    <a:pt x="5649993" y="3987800"/>
                  </a:lnTo>
                  <a:close/>
                </a:path>
                <a:path w="6120765" h="4318000">
                  <a:moveTo>
                    <a:pt x="5792944" y="3886200"/>
                  </a:moveTo>
                  <a:lnTo>
                    <a:pt x="5004196" y="3886200"/>
                  </a:lnTo>
                  <a:lnTo>
                    <a:pt x="4963349" y="3937000"/>
                  </a:lnTo>
                  <a:lnTo>
                    <a:pt x="5064286" y="4038600"/>
                  </a:lnTo>
                  <a:lnTo>
                    <a:pt x="5105172" y="3987800"/>
                  </a:lnTo>
                  <a:lnTo>
                    <a:pt x="5783323" y="3987800"/>
                  </a:lnTo>
                  <a:lnTo>
                    <a:pt x="5833791" y="3937000"/>
                  </a:lnTo>
                  <a:lnTo>
                    <a:pt x="5792944" y="3886200"/>
                  </a:lnTo>
                  <a:close/>
                </a:path>
                <a:path w="6120765" h="4318000">
                  <a:moveTo>
                    <a:pt x="5783323" y="3987800"/>
                  </a:moveTo>
                  <a:lnTo>
                    <a:pt x="5691968" y="3987800"/>
                  </a:lnTo>
                  <a:lnTo>
                    <a:pt x="5732854" y="4038600"/>
                  </a:lnTo>
                  <a:lnTo>
                    <a:pt x="5783323" y="3987800"/>
                  </a:lnTo>
                  <a:close/>
                </a:path>
                <a:path w="6120765" h="4318000">
                  <a:moveTo>
                    <a:pt x="5064627" y="3149600"/>
                  </a:moveTo>
                  <a:lnTo>
                    <a:pt x="4963612" y="3251200"/>
                  </a:lnTo>
                  <a:lnTo>
                    <a:pt x="5004196" y="3289300"/>
                  </a:lnTo>
                  <a:lnTo>
                    <a:pt x="5010822" y="3302000"/>
                  </a:lnTo>
                  <a:lnTo>
                    <a:pt x="5013844" y="3314700"/>
                  </a:lnTo>
                  <a:lnTo>
                    <a:pt x="5013157" y="3327400"/>
                  </a:lnTo>
                  <a:lnTo>
                    <a:pt x="5008656" y="3340100"/>
                  </a:lnTo>
                  <a:lnTo>
                    <a:pt x="4987526" y="3378200"/>
                  </a:lnTo>
                  <a:lnTo>
                    <a:pt x="4969844" y="3416300"/>
                  </a:lnTo>
                  <a:lnTo>
                    <a:pt x="4955666" y="3454400"/>
                  </a:lnTo>
                  <a:lnTo>
                    <a:pt x="4945051" y="3492500"/>
                  </a:lnTo>
                  <a:lnTo>
                    <a:pt x="4940742" y="3505200"/>
                  </a:lnTo>
                  <a:lnTo>
                    <a:pt x="4933323" y="3517900"/>
                  </a:lnTo>
                  <a:lnTo>
                    <a:pt x="4854620" y="3517900"/>
                  </a:lnTo>
                  <a:lnTo>
                    <a:pt x="4854543" y="3670300"/>
                  </a:lnTo>
                  <a:lnTo>
                    <a:pt x="4933323" y="3670300"/>
                  </a:lnTo>
                  <a:lnTo>
                    <a:pt x="4940742" y="3683000"/>
                  </a:lnTo>
                  <a:lnTo>
                    <a:pt x="4945051" y="3695700"/>
                  </a:lnTo>
                  <a:lnTo>
                    <a:pt x="4955666" y="3733800"/>
                  </a:lnTo>
                  <a:lnTo>
                    <a:pt x="4969844" y="3771900"/>
                  </a:lnTo>
                  <a:lnTo>
                    <a:pt x="4987526" y="3810000"/>
                  </a:lnTo>
                  <a:lnTo>
                    <a:pt x="5008656" y="3848100"/>
                  </a:lnTo>
                  <a:lnTo>
                    <a:pt x="5013157" y="3860800"/>
                  </a:lnTo>
                  <a:lnTo>
                    <a:pt x="5013844" y="3873500"/>
                  </a:lnTo>
                  <a:lnTo>
                    <a:pt x="5010822" y="3886200"/>
                  </a:lnTo>
                  <a:lnTo>
                    <a:pt x="5786319" y="3886200"/>
                  </a:lnTo>
                  <a:lnTo>
                    <a:pt x="5783296" y="3873500"/>
                  </a:lnTo>
                  <a:lnTo>
                    <a:pt x="5353630" y="3873500"/>
                  </a:lnTo>
                  <a:lnTo>
                    <a:pt x="5310969" y="3860800"/>
                  </a:lnTo>
                  <a:lnTo>
                    <a:pt x="5271172" y="3848100"/>
                  </a:lnTo>
                  <a:lnTo>
                    <a:pt x="5234813" y="3822700"/>
                  </a:lnTo>
                  <a:lnTo>
                    <a:pt x="5202469" y="3797300"/>
                  </a:lnTo>
                  <a:lnTo>
                    <a:pt x="5174714" y="3759200"/>
                  </a:lnTo>
                  <a:lnTo>
                    <a:pt x="5152126" y="3721100"/>
                  </a:lnTo>
                  <a:lnTo>
                    <a:pt x="5135278" y="3683000"/>
                  </a:lnTo>
                  <a:lnTo>
                    <a:pt x="5124748" y="3632200"/>
                  </a:lnTo>
                  <a:lnTo>
                    <a:pt x="5121109" y="3594100"/>
                  </a:lnTo>
                  <a:lnTo>
                    <a:pt x="5124748" y="3543300"/>
                  </a:lnTo>
                  <a:lnTo>
                    <a:pt x="5135278" y="3505200"/>
                  </a:lnTo>
                  <a:lnTo>
                    <a:pt x="5152126" y="3467100"/>
                  </a:lnTo>
                  <a:lnTo>
                    <a:pt x="5174714" y="3429000"/>
                  </a:lnTo>
                  <a:lnTo>
                    <a:pt x="5202469" y="3390900"/>
                  </a:lnTo>
                  <a:lnTo>
                    <a:pt x="5234813" y="3365500"/>
                  </a:lnTo>
                  <a:lnTo>
                    <a:pt x="5271172" y="3340100"/>
                  </a:lnTo>
                  <a:lnTo>
                    <a:pt x="5310969" y="3327400"/>
                  </a:lnTo>
                  <a:lnTo>
                    <a:pt x="5353630" y="3314700"/>
                  </a:lnTo>
                  <a:lnTo>
                    <a:pt x="5783292" y="3314700"/>
                  </a:lnTo>
                  <a:lnTo>
                    <a:pt x="5786313" y="3302000"/>
                  </a:lnTo>
                  <a:lnTo>
                    <a:pt x="5792944" y="3289300"/>
                  </a:lnTo>
                  <a:lnTo>
                    <a:pt x="5833529" y="3251200"/>
                  </a:lnTo>
                  <a:lnTo>
                    <a:pt x="5783021" y="3200400"/>
                  </a:lnTo>
                  <a:lnTo>
                    <a:pt x="5114586" y="3200400"/>
                  </a:lnTo>
                  <a:lnTo>
                    <a:pt x="5105172" y="3187700"/>
                  </a:lnTo>
                  <a:lnTo>
                    <a:pt x="5064627" y="3149600"/>
                  </a:lnTo>
                  <a:close/>
                </a:path>
                <a:path w="6120765" h="4318000">
                  <a:moveTo>
                    <a:pt x="5783292" y="3314700"/>
                  </a:moveTo>
                  <a:lnTo>
                    <a:pt x="5443525" y="3314700"/>
                  </a:lnTo>
                  <a:lnTo>
                    <a:pt x="5486185" y="3327400"/>
                  </a:lnTo>
                  <a:lnTo>
                    <a:pt x="5525982" y="3340100"/>
                  </a:lnTo>
                  <a:lnTo>
                    <a:pt x="5562340" y="3365500"/>
                  </a:lnTo>
                  <a:lnTo>
                    <a:pt x="5594684" y="3390900"/>
                  </a:lnTo>
                  <a:lnTo>
                    <a:pt x="5622439" y="3429000"/>
                  </a:lnTo>
                  <a:lnTo>
                    <a:pt x="5645027" y="3467100"/>
                  </a:lnTo>
                  <a:lnTo>
                    <a:pt x="5661875" y="3505200"/>
                  </a:lnTo>
                  <a:lnTo>
                    <a:pt x="5672405" y="3543300"/>
                  </a:lnTo>
                  <a:lnTo>
                    <a:pt x="5676044" y="3594100"/>
                  </a:lnTo>
                  <a:lnTo>
                    <a:pt x="5672405" y="3632200"/>
                  </a:lnTo>
                  <a:lnTo>
                    <a:pt x="5661875" y="3683000"/>
                  </a:lnTo>
                  <a:lnTo>
                    <a:pt x="5645027" y="3721100"/>
                  </a:lnTo>
                  <a:lnTo>
                    <a:pt x="5622439" y="3759200"/>
                  </a:lnTo>
                  <a:lnTo>
                    <a:pt x="5594684" y="3797300"/>
                  </a:lnTo>
                  <a:lnTo>
                    <a:pt x="5562340" y="3822700"/>
                  </a:lnTo>
                  <a:lnTo>
                    <a:pt x="5525982" y="3848100"/>
                  </a:lnTo>
                  <a:lnTo>
                    <a:pt x="5486185" y="3860800"/>
                  </a:lnTo>
                  <a:lnTo>
                    <a:pt x="5443525" y="3873500"/>
                  </a:lnTo>
                  <a:lnTo>
                    <a:pt x="5783296" y="3873500"/>
                  </a:lnTo>
                  <a:lnTo>
                    <a:pt x="5783983" y="3860800"/>
                  </a:lnTo>
                  <a:lnTo>
                    <a:pt x="5788484" y="3848100"/>
                  </a:lnTo>
                  <a:lnTo>
                    <a:pt x="5809614" y="3810000"/>
                  </a:lnTo>
                  <a:lnTo>
                    <a:pt x="5827296" y="3771900"/>
                  </a:lnTo>
                  <a:lnTo>
                    <a:pt x="5841474" y="3733800"/>
                  </a:lnTo>
                  <a:lnTo>
                    <a:pt x="5852090" y="3695700"/>
                  </a:lnTo>
                  <a:lnTo>
                    <a:pt x="5856398" y="3683000"/>
                  </a:lnTo>
                  <a:lnTo>
                    <a:pt x="5863817" y="3670300"/>
                  </a:lnTo>
                  <a:lnTo>
                    <a:pt x="5942624" y="3670300"/>
                  </a:lnTo>
                  <a:lnTo>
                    <a:pt x="5942624" y="3517900"/>
                  </a:lnTo>
                  <a:lnTo>
                    <a:pt x="5863813" y="3517900"/>
                  </a:lnTo>
                  <a:lnTo>
                    <a:pt x="5856393" y="3505200"/>
                  </a:lnTo>
                  <a:lnTo>
                    <a:pt x="5852090" y="3492500"/>
                  </a:lnTo>
                  <a:lnTo>
                    <a:pt x="5841469" y="3454400"/>
                  </a:lnTo>
                  <a:lnTo>
                    <a:pt x="5827292" y="3416300"/>
                  </a:lnTo>
                  <a:lnTo>
                    <a:pt x="5809612" y="3378200"/>
                  </a:lnTo>
                  <a:lnTo>
                    <a:pt x="5788484" y="3340100"/>
                  </a:lnTo>
                  <a:lnTo>
                    <a:pt x="5783981" y="3327400"/>
                  </a:lnTo>
                  <a:lnTo>
                    <a:pt x="5783292" y="3314700"/>
                  </a:lnTo>
                  <a:close/>
                </a:path>
                <a:path w="6120765" h="4318000">
                  <a:moveTo>
                    <a:pt x="5398578" y="3378200"/>
                  </a:moveTo>
                  <a:lnTo>
                    <a:pt x="5350413" y="3390900"/>
                  </a:lnTo>
                  <a:lnTo>
                    <a:pt x="5306168" y="3403600"/>
                  </a:lnTo>
                  <a:lnTo>
                    <a:pt x="5267116" y="3429000"/>
                  </a:lnTo>
                  <a:lnTo>
                    <a:pt x="5234528" y="3454400"/>
                  </a:lnTo>
                  <a:lnTo>
                    <a:pt x="5209676" y="3505200"/>
                  </a:lnTo>
                  <a:lnTo>
                    <a:pt x="5193832" y="3543300"/>
                  </a:lnTo>
                  <a:lnTo>
                    <a:pt x="5188268" y="3594100"/>
                  </a:lnTo>
                  <a:lnTo>
                    <a:pt x="5193832" y="3644900"/>
                  </a:lnTo>
                  <a:lnTo>
                    <a:pt x="5209676" y="3683000"/>
                  </a:lnTo>
                  <a:lnTo>
                    <a:pt x="5234528" y="3721100"/>
                  </a:lnTo>
                  <a:lnTo>
                    <a:pt x="5267116" y="3759200"/>
                  </a:lnTo>
                  <a:lnTo>
                    <a:pt x="5306168" y="3784600"/>
                  </a:lnTo>
                  <a:lnTo>
                    <a:pt x="5350413" y="3797300"/>
                  </a:lnTo>
                  <a:lnTo>
                    <a:pt x="5398578" y="3810000"/>
                  </a:lnTo>
                  <a:lnTo>
                    <a:pt x="5446742" y="3797300"/>
                  </a:lnTo>
                  <a:lnTo>
                    <a:pt x="5490986" y="3784600"/>
                  </a:lnTo>
                  <a:lnTo>
                    <a:pt x="5530038" y="3759200"/>
                  </a:lnTo>
                  <a:lnTo>
                    <a:pt x="5562625" y="3721100"/>
                  </a:lnTo>
                  <a:lnTo>
                    <a:pt x="5587477" y="3683000"/>
                  </a:lnTo>
                  <a:lnTo>
                    <a:pt x="5603321" y="3644900"/>
                  </a:lnTo>
                  <a:lnTo>
                    <a:pt x="5608885" y="3594100"/>
                  </a:lnTo>
                  <a:lnTo>
                    <a:pt x="5603321" y="3543300"/>
                  </a:lnTo>
                  <a:lnTo>
                    <a:pt x="5587477" y="3505200"/>
                  </a:lnTo>
                  <a:lnTo>
                    <a:pt x="5562625" y="3454400"/>
                  </a:lnTo>
                  <a:lnTo>
                    <a:pt x="5530038" y="3429000"/>
                  </a:lnTo>
                  <a:lnTo>
                    <a:pt x="5490986" y="3403600"/>
                  </a:lnTo>
                  <a:lnTo>
                    <a:pt x="5446742" y="3390900"/>
                  </a:lnTo>
                  <a:lnTo>
                    <a:pt x="5398578" y="3378200"/>
                  </a:lnTo>
                  <a:close/>
                </a:path>
                <a:path w="6120765" h="4318000">
                  <a:moveTo>
                    <a:pt x="5485822" y="3124200"/>
                  </a:moveTo>
                  <a:lnTo>
                    <a:pt x="5311313" y="3124200"/>
                  </a:lnTo>
                  <a:lnTo>
                    <a:pt x="5300644" y="3136900"/>
                  </a:lnTo>
                  <a:lnTo>
                    <a:pt x="5260186" y="3149600"/>
                  </a:lnTo>
                  <a:lnTo>
                    <a:pt x="5221028" y="3162300"/>
                  </a:lnTo>
                  <a:lnTo>
                    <a:pt x="5183304" y="3175000"/>
                  </a:lnTo>
                  <a:lnTo>
                    <a:pt x="5147147" y="3200400"/>
                  </a:lnTo>
                  <a:lnTo>
                    <a:pt x="5649993" y="3200400"/>
                  </a:lnTo>
                  <a:lnTo>
                    <a:pt x="5613835" y="3175000"/>
                  </a:lnTo>
                  <a:lnTo>
                    <a:pt x="5576107" y="3162300"/>
                  </a:lnTo>
                  <a:lnTo>
                    <a:pt x="5536949" y="3149600"/>
                  </a:lnTo>
                  <a:lnTo>
                    <a:pt x="5496496" y="3136900"/>
                  </a:lnTo>
                  <a:lnTo>
                    <a:pt x="5485822" y="3124200"/>
                  </a:lnTo>
                  <a:close/>
                </a:path>
                <a:path w="6120765" h="4318000">
                  <a:moveTo>
                    <a:pt x="5732513" y="3149600"/>
                  </a:moveTo>
                  <a:lnTo>
                    <a:pt x="5691955" y="3187700"/>
                  </a:lnTo>
                  <a:lnTo>
                    <a:pt x="5682547" y="3200400"/>
                  </a:lnTo>
                  <a:lnTo>
                    <a:pt x="5783021" y="3200400"/>
                  </a:lnTo>
                  <a:lnTo>
                    <a:pt x="5732513" y="3149600"/>
                  </a:lnTo>
                  <a:close/>
                </a:path>
                <a:path w="6120765" h="4318000">
                  <a:moveTo>
                    <a:pt x="5260007" y="3073400"/>
                  </a:moveTo>
                  <a:lnTo>
                    <a:pt x="5088383" y="3073400"/>
                  </a:lnTo>
                  <a:lnTo>
                    <a:pt x="5133991" y="3124200"/>
                  </a:lnTo>
                  <a:lnTo>
                    <a:pt x="5164208" y="3111500"/>
                  </a:lnTo>
                  <a:lnTo>
                    <a:pt x="5195322" y="3098800"/>
                  </a:lnTo>
                  <a:lnTo>
                    <a:pt x="5260007" y="3073400"/>
                  </a:lnTo>
                  <a:close/>
                </a:path>
                <a:path w="6120765" h="4318000">
                  <a:moveTo>
                    <a:pt x="5469973" y="3035300"/>
                  </a:moveTo>
                  <a:lnTo>
                    <a:pt x="5327168" y="3035300"/>
                  </a:lnTo>
                  <a:lnTo>
                    <a:pt x="5327168" y="3098800"/>
                  </a:lnTo>
                  <a:lnTo>
                    <a:pt x="5325199" y="3111500"/>
                  </a:lnTo>
                  <a:lnTo>
                    <a:pt x="5319705" y="3124200"/>
                  </a:lnTo>
                  <a:lnTo>
                    <a:pt x="5477431" y="3124200"/>
                  </a:lnTo>
                  <a:lnTo>
                    <a:pt x="5471941" y="3111500"/>
                  </a:lnTo>
                  <a:lnTo>
                    <a:pt x="5469973" y="3098800"/>
                  </a:lnTo>
                  <a:lnTo>
                    <a:pt x="5469973" y="3035300"/>
                  </a:lnTo>
                  <a:close/>
                </a:path>
                <a:path w="6120765" h="4318000">
                  <a:moveTo>
                    <a:pt x="5814797" y="2971800"/>
                  </a:moveTo>
                  <a:lnTo>
                    <a:pt x="5516625" y="2971800"/>
                  </a:lnTo>
                  <a:lnTo>
                    <a:pt x="5527299" y="2984500"/>
                  </a:lnTo>
                  <a:lnTo>
                    <a:pt x="5534495" y="2997200"/>
                  </a:lnTo>
                  <a:lnTo>
                    <a:pt x="5537133" y="3009900"/>
                  </a:lnTo>
                  <a:lnTo>
                    <a:pt x="5537133" y="3073400"/>
                  </a:lnTo>
                  <a:lnTo>
                    <a:pt x="5601831" y="3098800"/>
                  </a:lnTo>
                  <a:lnTo>
                    <a:pt x="5632946" y="3111500"/>
                  </a:lnTo>
                  <a:lnTo>
                    <a:pt x="5663163" y="3124200"/>
                  </a:lnTo>
                  <a:lnTo>
                    <a:pt x="5708759" y="3073400"/>
                  </a:lnTo>
                  <a:lnTo>
                    <a:pt x="5856103" y="3073400"/>
                  </a:lnTo>
                  <a:lnTo>
                    <a:pt x="5838410" y="3048000"/>
                  </a:lnTo>
                  <a:lnTo>
                    <a:pt x="5825460" y="3022600"/>
                  </a:lnTo>
                  <a:lnTo>
                    <a:pt x="5817505" y="2997200"/>
                  </a:lnTo>
                  <a:lnTo>
                    <a:pt x="5814797" y="2971800"/>
                  </a:lnTo>
                  <a:close/>
                </a:path>
                <a:path w="6120765" h="4318000">
                  <a:moveTo>
                    <a:pt x="6120679" y="2781300"/>
                  </a:moveTo>
                  <a:lnTo>
                    <a:pt x="5720619" y="2781300"/>
                  </a:lnTo>
                  <a:lnTo>
                    <a:pt x="5726415" y="2794000"/>
                  </a:lnTo>
                  <a:lnTo>
                    <a:pt x="5735692" y="2794000"/>
                  </a:lnTo>
                  <a:lnTo>
                    <a:pt x="5738781" y="2806700"/>
                  </a:lnTo>
                  <a:lnTo>
                    <a:pt x="5740696" y="2806700"/>
                  </a:lnTo>
                  <a:lnTo>
                    <a:pt x="5741353" y="2819400"/>
                  </a:lnTo>
                  <a:lnTo>
                    <a:pt x="5740694" y="2819400"/>
                  </a:lnTo>
                  <a:lnTo>
                    <a:pt x="5738776" y="2832100"/>
                  </a:lnTo>
                  <a:lnTo>
                    <a:pt x="5983563" y="2832100"/>
                  </a:lnTo>
                  <a:lnTo>
                    <a:pt x="6009835" y="2844800"/>
                  </a:lnTo>
                  <a:lnTo>
                    <a:pt x="6034039" y="2857500"/>
                  </a:lnTo>
                  <a:lnTo>
                    <a:pt x="6055563" y="2870200"/>
                  </a:lnTo>
                  <a:lnTo>
                    <a:pt x="6083823" y="2908300"/>
                  </a:lnTo>
                  <a:lnTo>
                    <a:pt x="6096179" y="2959100"/>
                  </a:lnTo>
                  <a:lnTo>
                    <a:pt x="6092638" y="3009900"/>
                  </a:lnTo>
                  <a:lnTo>
                    <a:pt x="6073204" y="3048000"/>
                  </a:lnTo>
                  <a:lnTo>
                    <a:pt x="6120679" y="3124200"/>
                  </a:lnTo>
                  <a:lnTo>
                    <a:pt x="6120679" y="2781300"/>
                  </a:lnTo>
                  <a:close/>
                </a:path>
                <a:path w="6120765" h="4318000">
                  <a:moveTo>
                    <a:pt x="6023570" y="3098800"/>
                  </a:moveTo>
                  <a:lnTo>
                    <a:pt x="6007711" y="3111500"/>
                  </a:lnTo>
                  <a:lnTo>
                    <a:pt x="6033421" y="3111500"/>
                  </a:lnTo>
                  <a:lnTo>
                    <a:pt x="6023570" y="3098800"/>
                  </a:lnTo>
                  <a:close/>
                </a:path>
                <a:path w="6120765" h="4318000">
                  <a:moveTo>
                    <a:pt x="5996801" y="2908300"/>
                  </a:moveTo>
                  <a:lnTo>
                    <a:pt x="5914870" y="2908300"/>
                  </a:lnTo>
                  <a:lnTo>
                    <a:pt x="5903600" y="2921000"/>
                  </a:lnTo>
                  <a:lnTo>
                    <a:pt x="5894330" y="2933700"/>
                  </a:lnTo>
                  <a:lnTo>
                    <a:pt x="5887544" y="2946400"/>
                  </a:lnTo>
                  <a:lnTo>
                    <a:pt x="5883375" y="2959100"/>
                  </a:lnTo>
                  <a:lnTo>
                    <a:pt x="5881956" y="2971800"/>
                  </a:lnTo>
                  <a:lnTo>
                    <a:pt x="5883375" y="2984500"/>
                  </a:lnTo>
                  <a:lnTo>
                    <a:pt x="5903600" y="3022600"/>
                  </a:lnTo>
                  <a:lnTo>
                    <a:pt x="5927542" y="3048000"/>
                  </a:lnTo>
                  <a:lnTo>
                    <a:pt x="5984120" y="3048000"/>
                  </a:lnTo>
                  <a:lnTo>
                    <a:pt x="5996801" y="3035300"/>
                  </a:lnTo>
                  <a:lnTo>
                    <a:pt x="6008079" y="3022600"/>
                  </a:lnTo>
                  <a:lnTo>
                    <a:pt x="6024274" y="2997200"/>
                  </a:lnTo>
                  <a:lnTo>
                    <a:pt x="6029673" y="2971800"/>
                  </a:lnTo>
                  <a:lnTo>
                    <a:pt x="6024274" y="2946400"/>
                  </a:lnTo>
                  <a:lnTo>
                    <a:pt x="6008079" y="2921000"/>
                  </a:lnTo>
                  <a:lnTo>
                    <a:pt x="5996801" y="2908300"/>
                  </a:lnTo>
                  <a:close/>
                </a:path>
                <a:path w="6120765" h="4318000">
                  <a:moveTo>
                    <a:pt x="5970356" y="2895600"/>
                  </a:moveTo>
                  <a:lnTo>
                    <a:pt x="5941310" y="2895600"/>
                  </a:lnTo>
                  <a:lnTo>
                    <a:pt x="5927548" y="2908300"/>
                  </a:lnTo>
                  <a:lnTo>
                    <a:pt x="5984120" y="2908300"/>
                  </a:lnTo>
                  <a:lnTo>
                    <a:pt x="5970356" y="2895600"/>
                  </a:lnTo>
                  <a:close/>
                </a:path>
                <a:path w="6120765" h="4318000">
                  <a:moveTo>
                    <a:pt x="5928103" y="2832100"/>
                  </a:moveTo>
                  <a:lnTo>
                    <a:pt x="5735686" y="2832100"/>
                  </a:lnTo>
                  <a:lnTo>
                    <a:pt x="5731515" y="2844800"/>
                  </a:lnTo>
                  <a:lnTo>
                    <a:pt x="5901831" y="2844800"/>
                  </a:lnTo>
                  <a:lnTo>
                    <a:pt x="5928103" y="2832100"/>
                  </a:lnTo>
                  <a:close/>
                </a:path>
                <a:path w="6120765" h="4318000">
                  <a:moveTo>
                    <a:pt x="5517443" y="2794000"/>
                  </a:moveTo>
                  <a:lnTo>
                    <a:pt x="5302923" y="2794000"/>
                  </a:lnTo>
                  <a:lnTo>
                    <a:pt x="5256310" y="2806700"/>
                  </a:lnTo>
                  <a:lnTo>
                    <a:pt x="5556403" y="2806700"/>
                  </a:lnTo>
                  <a:lnTo>
                    <a:pt x="5517443" y="2794000"/>
                  </a:lnTo>
                  <a:close/>
                </a:path>
                <a:path w="6120765" h="4318000">
                  <a:moveTo>
                    <a:pt x="6120679" y="2717800"/>
                  </a:moveTo>
                  <a:lnTo>
                    <a:pt x="5441738" y="2717800"/>
                  </a:lnTo>
                  <a:lnTo>
                    <a:pt x="5484745" y="2730500"/>
                  </a:lnTo>
                  <a:lnTo>
                    <a:pt x="5527450" y="2730500"/>
                  </a:lnTo>
                  <a:lnTo>
                    <a:pt x="5569704" y="2743200"/>
                  </a:lnTo>
                  <a:lnTo>
                    <a:pt x="5581993" y="2743200"/>
                  </a:lnTo>
                  <a:lnTo>
                    <a:pt x="5591029" y="2755900"/>
                  </a:lnTo>
                  <a:lnTo>
                    <a:pt x="5595967" y="2768600"/>
                  </a:lnTo>
                  <a:lnTo>
                    <a:pt x="5595964" y="2781300"/>
                  </a:lnTo>
                  <a:lnTo>
                    <a:pt x="5590786" y="2794000"/>
                  </a:lnTo>
                  <a:lnTo>
                    <a:pt x="5581614" y="2806700"/>
                  </a:lnTo>
                  <a:lnTo>
                    <a:pt x="5676772" y="2806700"/>
                  </a:lnTo>
                  <a:lnTo>
                    <a:pt x="5679865" y="2794000"/>
                  </a:lnTo>
                  <a:lnTo>
                    <a:pt x="5689139" y="2794000"/>
                  </a:lnTo>
                  <a:lnTo>
                    <a:pt x="5694925" y="2781300"/>
                  </a:lnTo>
                  <a:lnTo>
                    <a:pt x="6120679" y="2781300"/>
                  </a:lnTo>
                  <a:lnTo>
                    <a:pt x="6120679" y="271780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09225" y="1326387"/>
            <a:ext cx="2127885" cy="74485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 marR="5080" indent="337820">
              <a:lnSpc>
                <a:spcPct val="68600"/>
              </a:lnSpc>
              <a:spcBef>
                <a:spcPts val="1155"/>
              </a:spcBef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Documentos </a:t>
            </a: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bien</a:t>
            </a:r>
            <a:r>
              <a:rPr sz="2800" b="1" spc="-20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formados: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47131" y="639571"/>
            <a:ext cx="6032500" cy="37534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75"/>
              </a:lnSpc>
              <a:spcBef>
                <a:spcPts val="100"/>
              </a:spcBef>
            </a:pPr>
            <a:r>
              <a:rPr sz="1800" b="1" dirty="0">
                <a:latin typeface="Courier New"/>
                <a:cs typeface="Courier New"/>
              </a:rPr>
              <a:t>&lt;?xml</a:t>
            </a:r>
            <a:r>
              <a:rPr sz="1800" b="1" spc="-10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version="1.0"</a:t>
            </a:r>
            <a:r>
              <a:rPr sz="1800" b="1" spc="-8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encoding="UTF-</a:t>
            </a:r>
            <a:r>
              <a:rPr sz="1800" b="1" spc="-20" dirty="0">
                <a:latin typeface="Courier New"/>
                <a:cs typeface="Courier New"/>
              </a:rPr>
              <a:t>8"?&gt;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ts val="1945"/>
              </a:lnSpc>
            </a:pPr>
            <a:r>
              <a:rPr sz="1800" b="1" spc="-10" dirty="0">
                <a:latin typeface="Courier New"/>
                <a:cs typeface="Courier New"/>
              </a:rPr>
              <a:t>&lt;Tabla_Peliculas&gt;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ts val="1945"/>
              </a:lnSpc>
            </a:pPr>
            <a:r>
              <a:rPr sz="1800" b="1" dirty="0">
                <a:latin typeface="Courier New"/>
                <a:cs typeface="Courier New"/>
              </a:rPr>
              <a:t>&lt;Pelicula</a:t>
            </a:r>
            <a:r>
              <a:rPr sz="1800" b="1" spc="-5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id</a:t>
            </a:r>
            <a:r>
              <a:rPr sz="1800" b="1" spc="-4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45" dirty="0">
                <a:latin typeface="Courier New"/>
                <a:cs typeface="Courier New"/>
              </a:rPr>
              <a:t> </a:t>
            </a:r>
            <a:r>
              <a:rPr sz="1800" b="1" spc="-20" dirty="0">
                <a:latin typeface="Courier New"/>
                <a:cs typeface="Courier New"/>
              </a:rPr>
              <a:t>“1”&gt;</a:t>
            </a:r>
            <a:endParaRPr sz="1800">
              <a:latin typeface="Courier New"/>
              <a:cs typeface="Courier New"/>
            </a:endParaRPr>
          </a:p>
          <a:p>
            <a:pPr marL="831850">
              <a:lnSpc>
                <a:spcPts val="1955"/>
              </a:lnSpc>
            </a:pPr>
            <a:r>
              <a:rPr sz="1800" b="1" spc="-10" dirty="0">
                <a:latin typeface="Courier New"/>
                <a:cs typeface="Courier New"/>
              </a:rPr>
              <a:t>&lt;titulo&gt;Octopussy</a:t>
            </a:r>
            <a:endParaRPr sz="1800">
              <a:latin typeface="Courier New"/>
              <a:cs typeface="Courier New"/>
            </a:endParaRPr>
          </a:p>
          <a:p>
            <a:pPr marL="831850">
              <a:lnSpc>
                <a:spcPts val="1910"/>
              </a:lnSpc>
            </a:pPr>
            <a:r>
              <a:rPr sz="1800" b="1" spc="-10" dirty="0">
                <a:latin typeface="Courier New"/>
                <a:cs typeface="Courier New"/>
              </a:rPr>
              <a:t>&lt;año&gt;1983&lt;/año&gt;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ts val="1945"/>
              </a:lnSpc>
            </a:pPr>
            <a:r>
              <a:rPr sz="1800" b="1" spc="-10" dirty="0">
                <a:latin typeface="Courier New"/>
                <a:cs typeface="Courier New"/>
              </a:rPr>
              <a:t>&lt;/Pelicula&gt;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ts val="1945"/>
              </a:lnSpc>
            </a:pPr>
            <a:r>
              <a:rPr sz="1800" b="1" dirty="0">
                <a:latin typeface="Courier New"/>
                <a:cs typeface="Courier New"/>
              </a:rPr>
              <a:t>&lt;Pelicula</a:t>
            </a:r>
            <a:r>
              <a:rPr sz="1800" b="1" spc="-5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id</a:t>
            </a:r>
            <a:r>
              <a:rPr sz="1800" b="1" spc="-4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45" dirty="0">
                <a:latin typeface="Courier New"/>
                <a:cs typeface="Courier New"/>
              </a:rPr>
              <a:t> </a:t>
            </a:r>
            <a:r>
              <a:rPr sz="1800" b="1" spc="-20" dirty="0">
                <a:latin typeface="Courier New"/>
                <a:cs typeface="Courier New"/>
              </a:rPr>
              <a:t>”2”&gt;</a:t>
            </a:r>
            <a:endParaRPr sz="1800">
              <a:latin typeface="Courier New"/>
              <a:cs typeface="Courier New"/>
            </a:endParaRPr>
          </a:p>
          <a:p>
            <a:pPr marL="831850">
              <a:lnSpc>
                <a:spcPts val="1955"/>
              </a:lnSpc>
            </a:pPr>
            <a:r>
              <a:rPr sz="1800" b="1" dirty="0">
                <a:latin typeface="Courier New"/>
                <a:cs typeface="Courier New"/>
              </a:rPr>
              <a:t>&lt;titulo&gt;Hable</a:t>
            </a:r>
            <a:r>
              <a:rPr sz="1800" b="1" spc="-8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con</a:t>
            </a:r>
            <a:r>
              <a:rPr sz="1800" b="1" spc="-8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ella&lt;/titulo&gt;</a:t>
            </a:r>
            <a:endParaRPr sz="1800">
              <a:latin typeface="Courier New"/>
              <a:cs typeface="Courier New"/>
            </a:endParaRPr>
          </a:p>
          <a:p>
            <a:pPr marL="831850">
              <a:lnSpc>
                <a:spcPts val="1955"/>
              </a:lnSpc>
            </a:pPr>
            <a:r>
              <a:rPr sz="1800" b="1" spc="-10" dirty="0">
                <a:latin typeface="Courier New"/>
                <a:cs typeface="Courier New"/>
              </a:rPr>
              <a:t>&lt;año&gt;2002&lt;/año&gt;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ts val="1945"/>
              </a:lnSpc>
            </a:pPr>
            <a:r>
              <a:rPr sz="1800" b="1" spc="-10" dirty="0">
                <a:latin typeface="Courier New"/>
                <a:cs typeface="Courier New"/>
              </a:rPr>
              <a:t>&lt;/Pelicula&gt;</a:t>
            </a:r>
            <a:r>
              <a:rPr sz="1800" b="1" spc="-10" dirty="0">
                <a:solidFill>
                  <a:srgbClr val="FF0000"/>
                </a:solidFill>
                <a:latin typeface="Courier New"/>
                <a:cs typeface="Courier New"/>
              </a:rPr>
              <a:t>&gt;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ts val="1945"/>
              </a:lnSpc>
            </a:pPr>
            <a:r>
              <a:rPr sz="1800" b="1" dirty="0">
                <a:latin typeface="Courier New"/>
                <a:cs typeface="Courier New"/>
              </a:rPr>
              <a:t>&lt;</a:t>
            </a:r>
            <a:r>
              <a:rPr sz="1800" b="1" dirty="0">
                <a:solidFill>
                  <a:srgbClr val="FF0000"/>
                </a:solidFill>
                <a:latin typeface="Courier New"/>
                <a:cs typeface="Courier New"/>
              </a:rPr>
              <a:t>/</a:t>
            </a:r>
            <a:r>
              <a:rPr sz="1800" b="1" dirty="0">
                <a:latin typeface="Courier New"/>
                <a:cs typeface="Courier New"/>
              </a:rPr>
              <a:t>Pelicula</a:t>
            </a:r>
            <a:r>
              <a:rPr sz="1800" b="1" spc="-6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id</a:t>
            </a:r>
            <a:r>
              <a:rPr sz="1800" b="1" spc="-5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45" dirty="0">
                <a:latin typeface="Courier New"/>
                <a:cs typeface="Courier New"/>
              </a:rPr>
              <a:t> </a:t>
            </a:r>
            <a:r>
              <a:rPr sz="1800" b="1" spc="-20" dirty="0">
                <a:latin typeface="Courier New"/>
                <a:cs typeface="Courier New"/>
              </a:rPr>
              <a:t>”3”&gt;</a:t>
            </a:r>
            <a:endParaRPr sz="1800">
              <a:latin typeface="Courier New"/>
              <a:cs typeface="Courier New"/>
            </a:endParaRPr>
          </a:p>
          <a:p>
            <a:pPr marL="831850">
              <a:lnSpc>
                <a:spcPts val="1955"/>
              </a:lnSpc>
            </a:pPr>
            <a:r>
              <a:rPr sz="1800" b="1" dirty="0">
                <a:latin typeface="Courier New"/>
                <a:cs typeface="Courier New"/>
              </a:rPr>
              <a:t>&lt;titulo&gt;Ocho</a:t>
            </a:r>
            <a:r>
              <a:rPr sz="1800" b="1" spc="-11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apellidos</a:t>
            </a:r>
            <a:r>
              <a:rPr sz="1800" b="1" spc="-11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vascos&lt;/titulo&gt;</a:t>
            </a:r>
            <a:endParaRPr sz="1800">
              <a:latin typeface="Courier New"/>
              <a:cs typeface="Courier New"/>
            </a:endParaRPr>
          </a:p>
          <a:p>
            <a:pPr marL="831850">
              <a:lnSpc>
                <a:spcPts val="1955"/>
              </a:lnSpc>
            </a:pPr>
            <a:r>
              <a:rPr sz="1800" b="1" spc="-10" dirty="0">
                <a:latin typeface="Courier New"/>
                <a:cs typeface="Courier New"/>
              </a:rPr>
              <a:t>&lt;año&gt;1983&lt;/año&gt;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ts val="1895"/>
              </a:lnSpc>
            </a:pPr>
            <a:r>
              <a:rPr sz="1800" b="1" spc="-10" dirty="0">
                <a:latin typeface="Courier New"/>
                <a:cs typeface="Courier New"/>
              </a:rPr>
              <a:t>&lt;/Pelicula&gt;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ts val="2030"/>
              </a:lnSpc>
            </a:pPr>
            <a:r>
              <a:rPr sz="1800" b="1" spc="-10" dirty="0">
                <a:latin typeface="Courier New"/>
                <a:cs typeface="Courier New"/>
              </a:rPr>
              <a:t>&lt;/Tabla_Peliculas&gt;</a:t>
            </a:r>
            <a:endParaRPr sz="1800">
              <a:latin typeface="Courier New"/>
              <a:cs typeface="Courier New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60431" y="159481"/>
            <a:ext cx="648071" cy="648071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XML</a:t>
            </a:r>
          </a:p>
        </p:txBody>
      </p:sp>
      <p:sp>
        <p:nvSpPr>
          <p:cNvPr id="3" name="object 3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76077" y="1326387"/>
            <a:ext cx="1661160" cy="744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30"/>
              </a:lnSpc>
              <a:spcBef>
                <a:spcPts val="100"/>
              </a:spcBef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Validadores</a:t>
            </a:r>
            <a:endParaRPr sz="2800">
              <a:latin typeface="Arial Narrow"/>
              <a:cs typeface="Arial Narrow"/>
            </a:endParaRPr>
          </a:p>
          <a:p>
            <a:pPr marL="934719">
              <a:lnSpc>
                <a:spcPts val="2830"/>
              </a:lnSpc>
            </a:pPr>
            <a:r>
              <a:rPr sz="2800" b="1" spc="-20" dirty="0">
                <a:solidFill>
                  <a:srgbClr val="FF0000"/>
                </a:solidFill>
                <a:latin typeface="Arial Narrow"/>
                <a:cs typeface="Arial Narrow"/>
              </a:rPr>
              <a:t>XML: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44302" y="142974"/>
            <a:ext cx="4270375" cy="1349375"/>
          </a:xfrm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944"/>
              </a:spcBef>
              <a:buChar char="■"/>
              <a:tabLst>
                <a:tab pos="297815" algn="l"/>
              </a:tabLst>
            </a:pPr>
            <a:r>
              <a:rPr sz="2800" spc="-260" dirty="0">
                <a:latin typeface="Arial"/>
                <a:cs typeface="Arial"/>
              </a:rPr>
              <a:t>XML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Validation</a:t>
            </a:r>
            <a:endParaRPr sz="28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545"/>
              </a:spcBef>
              <a:buClr>
                <a:srgbClr val="000000"/>
              </a:buClr>
              <a:buFont typeface="Arial"/>
              <a:buChar char="■"/>
              <a:tabLst>
                <a:tab pos="297815" algn="l"/>
              </a:tabLst>
            </a:pPr>
            <a:r>
              <a:rPr sz="18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urier New"/>
                <a:cs typeface="Courier New"/>
                <a:hlinkClick r:id="rId2"/>
              </a:rPr>
              <a:t>https://www.xmlvalidation.com</a:t>
            </a:r>
            <a:endParaRPr sz="1800">
              <a:latin typeface="Courier New"/>
              <a:cs typeface="Courier New"/>
            </a:endParaRPr>
          </a:p>
          <a:p>
            <a:pPr marL="297815" indent="-285115">
              <a:lnSpc>
                <a:spcPct val="100000"/>
              </a:lnSpc>
              <a:spcBef>
                <a:spcPts val="150"/>
              </a:spcBef>
              <a:buChar char="■"/>
              <a:tabLst>
                <a:tab pos="297815" algn="l"/>
              </a:tabLst>
            </a:pPr>
            <a:r>
              <a:rPr sz="2800" spc="-20" dirty="0">
                <a:latin typeface="Arial"/>
                <a:cs typeface="Arial"/>
              </a:rPr>
              <a:t>W3school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44302" y="1535684"/>
            <a:ext cx="52260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Font typeface="Arial"/>
              <a:buChar char="■"/>
              <a:tabLst>
                <a:tab pos="297815" algn="l"/>
              </a:tabLst>
            </a:pPr>
            <a:r>
              <a:rPr sz="18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urier New"/>
                <a:cs typeface="Courier New"/>
                <a:hlinkClick r:id="rId3"/>
              </a:rPr>
              <a:t>https://www.w3schools.com/xml/xml_va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30052" y="1724660"/>
            <a:ext cx="152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urier New"/>
                <a:cs typeface="Courier New"/>
              </a:rPr>
              <a:t>lidator.asp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44302" y="2030475"/>
            <a:ext cx="442785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har char="■"/>
              <a:tabLst>
                <a:tab pos="297815" algn="l"/>
              </a:tabLst>
            </a:pPr>
            <a:r>
              <a:rPr sz="2800" spc="-150" dirty="0">
                <a:latin typeface="Arial"/>
                <a:cs typeface="Arial"/>
              </a:rPr>
              <a:t>Notepad++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spc="-150" dirty="0">
                <a:latin typeface="Arial"/>
                <a:cs typeface="Arial"/>
              </a:rPr>
              <a:t>Plugin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spc="-260" dirty="0">
                <a:latin typeface="Arial"/>
                <a:cs typeface="Arial"/>
              </a:rPr>
              <a:t>XML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spc="-180" dirty="0">
                <a:latin typeface="Arial"/>
                <a:cs typeface="Arial"/>
              </a:rPr>
              <a:t>Tools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" y="0"/>
            <a:ext cx="5002530" cy="3938270"/>
          </a:xfrm>
          <a:custGeom>
            <a:avLst/>
            <a:gdLst/>
            <a:ahLst/>
            <a:cxnLst/>
            <a:rect l="l" t="t" r="r" b="b"/>
            <a:pathLst>
              <a:path w="5002530" h="3938270">
                <a:moveTo>
                  <a:pt x="0" y="1704928"/>
                </a:moveTo>
                <a:lnTo>
                  <a:pt x="0" y="3856309"/>
                </a:lnTo>
                <a:lnTo>
                  <a:pt x="579720" y="3937783"/>
                </a:lnTo>
                <a:lnTo>
                  <a:pt x="1255398" y="2957054"/>
                </a:lnTo>
                <a:lnTo>
                  <a:pt x="876220" y="1828073"/>
                </a:lnTo>
                <a:lnTo>
                  <a:pt x="0" y="1704928"/>
                </a:lnTo>
                <a:close/>
              </a:path>
              <a:path w="5002530" h="3938270">
                <a:moveTo>
                  <a:pt x="1716059" y="768286"/>
                </a:moveTo>
                <a:lnTo>
                  <a:pt x="1040381" y="1749016"/>
                </a:lnTo>
                <a:lnTo>
                  <a:pt x="1419558" y="2877996"/>
                </a:lnTo>
                <a:lnTo>
                  <a:pt x="2811966" y="3073687"/>
                </a:lnTo>
                <a:lnTo>
                  <a:pt x="3487644" y="2092957"/>
                </a:lnTo>
                <a:lnTo>
                  <a:pt x="3108467" y="963976"/>
                </a:lnTo>
                <a:lnTo>
                  <a:pt x="1716059" y="768286"/>
                </a:lnTo>
                <a:close/>
              </a:path>
              <a:path w="5002530" h="3938270">
                <a:moveTo>
                  <a:pt x="1331643" y="0"/>
                </a:moveTo>
                <a:lnTo>
                  <a:pt x="0" y="0"/>
                </a:lnTo>
                <a:lnTo>
                  <a:pt x="0" y="1510524"/>
                </a:lnTo>
                <a:lnTo>
                  <a:pt x="875213" y="1633527"/>
                </a:lnTo>
                <a:lnTo>
                  <a:pt x="1550890" y="652797"/>
                </a:lnTo>
                <a:lnTo>
                  <a:pt x="1331643" y="0"/>
                </a:lnTo>
                <a:close/>
              </a:path>
              <a:path w="5002530" h="3938270">
                <a:moveTo>
                  <a:pt x="3995936" y="267493"/>
                </a:moveTo>
                <a:lnTo>
                  <a:pt x="3948860" y="270028"/>
                </a:lnTo>
                <a:lnTo>
                  <a:pt x="3903251" y="277458"/>
                </a:lnTo>
                <a:lnTo>
                  <a:pt x="3859375" y="289519"/>
                </a:lnTo>
                <a:lnTo>
                  <a:pt x="3817494" y="305948"/>
                </a:lnTo>
                <a:lnTo>
                  <a:pt x="3777872" y="326480"/>
                </a:lnTo>
                <a:lnTo>
                  <a:pt x="3740773" y="350853"/>
                </a:lnTo>
                <a:lnTo>
                  <a:pt x="3706460" y="378803"/>
                </a:lnTo>
                <a:lnTo>
                  <a:pt x="3675197" y="410066"/>
                </a:lnTo>
                <a:lnTo>
                  <a:pt x="3647247" y="444379"/>
                </a:lnTo>
                <a:lnTo>
                  <a:pt x="3622874" y="481478"/>
                </a:lnTo>
                <a:lnTo>
                  <a:pt x="3602342" y="521100"/>
                </a:lnTo>
                <a:lnTo>
                  <a:pt x="3585913" y="562980"/>
                </a:lnTo>
                <a:lnTo>
                  <a:pt x="3573852" y="606856"/>
                </a:lnTo>
                <a:lnTo>
                  <a:pt x="3566423" y="652464"/>
                </a:lnTo>
                <a:lnTo>
                  <a:pt x="3563887" y="699541"/>
                </a:lnTo>
                <a:lnTo>
                  <a:pt x="3566423" y="746617"/>
                </a:lnTo>
                <a:lnTo>
                  <a:pt x="3573852" y="792225"/>
                </a:lnTo>
                <a:lnTo>
                  <a:pt x="3585913" y="836102"/>
                </a:lnTo>
                <a:lnTo>
                  <a:pt x="3602342" y="877982"/>
                </a:lnTo>
                <a:lnTo>
                  <a:pt x="3622874" y="917604"/>
                </a:lnTo>
                <a:lnTo>
                  <a:pt x="3647247" y="954703"/>
                </a:lnTo>
                <a:lnTo>
                  <a:pt x="3675197" y="989016"/>
                </a:lnTo>
                <a:lnTo>
                  <a:pt x="3706460" y="1020279"/>
                </a:lnTo>
                <a:lnTo>
                  <a:pt x="3740773" y="1048229"/>
                </a:lnTo>
                <a:lnTo>
                  <a:pt x="3777872" y="1072602"/>
                </a:lnTo>
                <a:lnTo>
                  <a:pt x="3817494" y="1093134"/>
                </a:lnTo>
                <a:lnTo>
                  <a:pt x="3859375" y="1109563"/>
                </a:lnTo>
                <a:lnTo>
                  <a:pt x="3903251" y="1121624"/>
                </a:lnTo>
                <a:lnTo>
                  <a:pt x="3948860" y="1129053"/>
                </a:lnTo>
                <a:lnTo>
                  <a:pt x="3995936" y="1131589"/>
                </a:lnTo>
                <a:lnTo>
                  <a:pt x="4043013" y="1129053"/>
                </a:lnTo>
                <a:lnTo>
                  <a:pt x="4088620" y="1121624"/>
                </a:lnTo>
                <a:lnTo>
                  <a:pt x="4132496" y="1109563"/>
                </a:lnTo>
                <a:lnTo>
                  <a:pt x="4174377" y="1093134"/>
                </a:lnTo>
                <a:lnTo>
                  <a:pt x="4213998" y="1072602"/>
                </a:lnTo>
                <a:lnTo>
                  <a:pt x="4251097" y="1048229"/>
                </a:lnTo>
                <a:lnTo>
                  <a:pt x="4285410" y="1020279"/>
                </a:lnTo>
                <a:lnTo>
                  <a:pt x="4316673" y="989016"/>
                </a:lnTo>
                <a:lnTo>
                  <a:pt x="4344623" y="954703"/>
                </a:lnTo>
                <a:lnTo>
                  <a:pt x="4368996" y="917604"/>
                </a:lnTo>
                <a:lnTo>
                  <a:pt x="4389528" y="877982"/>
                </a:lnTo>
                <a:lnTo>
                  <a:pt x="4405957" y="836102"/>
                </a:lnTo>
                <a:lnTo>
                  <a:pt x="4418018" y="792225"/>
                </a:lnTo>
                <a:lnTo>
                  <a:pt x="4425447" y="746617"/>
                </a:lnTo>
                <a:lnTo>
                  <a:pt x="4427983" y="699541"/>
                </a:lnTo>
                <a:lnTo>
                  <a:pt x="4425466" y="652797"/>
                </a:lnTo>
                <a:lnTo>
                  <a:pt x="4418018" y="606856"/>
                </a:lnTo>
                <a:lnTo>
                  <a:pt x="4405957" y="562980"/>
                </a:lnTo>
                <a:lnTo>
                  <a:pt x="4389529" y="521100"/>
                </a:lnTo>
                <a:lnTo>
                  <a:pt x="4368996" y="481478"/>
                </a:lnTo>
                <a:lnTo>
                  <a:pt x="4344624" y="444379"/>
                </a:lnTo>
                <a:lnTo>
                  <a:pt x="4316674" y="410066"/>
                </a:lnTo>
                <a:lnTo>
                  <a:pt x="4285411" y="378803"/>
                </a:lnTo>
                <a:lnTo>
                  <a:pt x="4251098" y="350853"/>
                </a:lnTo>
                <a:lnTo>
                  <a:pt x="4214000" y="326480"/>
                </a:lnTo>
                <a:lnTo>
                  <a:pt x="4174378" y="305948"/>
                </a:lnTo>
                <a:lnTo>
                  <a:pt x="4132498" y="289519"/>
                </a:lnTo>
                <a:lnTo>
                  <a:pt x="4088622" y="277458"/>
                </a:lnTo>
                <a:lnTo>
                  <a:pt x="4043014" y="270028"/>
                </a:lnTo>
                <a:lnTo>
                  <a:pt x="3995936" y="267493"/>
                </a:lnTo>
                <a:close/>
              </a:path>
              <a:path w="5002530" h="3938270">
                <a:moveTo>
                  <a:pt x="3641270" y="0"/>
                </a:moveTo>
                <a:lnTo>
                  <a:pt x="1520549" y="0"/>
                </a:lnTo>
                <a:lnTo>
                  <a:pt x="1715051" y="579121"/>
                </a:lnTo>
                <a:lnTo>
                  <a:pt x="3107460" y="774811"/>
                </a:lnTo>
                <a:lnTo>
                  <a:pt x="3641270" y="0"/>
                </a:lnTo>
                <a:close/>
              </a:path>
              <a:path w="5002530" h="3938270">
                <a:moveTo>
                  <a:pt x="5001954" y="0"/>
                </a:moveTo>
                <a:lnTo>
                  <a:pt x="4158813" y="0"/>
                </a:lnTo>
                <a:lnTo>
                  <a:pt x="4182288" y="75625"/>
                </a:lnTo>
                <a:lnTo>
                  <a:pt x="4202310" y="116723"/>
                </a:lnTo>
                <a:lnTo>
                  <a:pt x="4226411" y="155244"/>
                </a:lnTo>
                <a:lnTo>
                  <a:pt x="4254310" y="190908"/>
                </a:lnTo>
                <a:lnTo>
                  <a:pt x="4285724" y="223432"/>
                </a:lnTo>
                <a:lnTo>
                  <a:pt x="4320373" y="252534"/>
                </a:lnTo>
                <a:lnTo>
                  <a:pt x="4357973" y="277932"/>
                </a:lnTo>
                <a:lnTo>
                  <a:pt x="4398243" y="299345"/>
                </a:lnTo>
                <a:lnTo>
                  <a:pt x="4440901" y="316490"/>
                </a:lnTo>
                <a:lnTo>
                  <a:pt x="4485665" y="329086"/>
                </a:lnTo>
                <a:lnTo>
                  <a:pt x="4532253" y="336850"/>
                </a:lnTo>
                <a:lnTo>
                  <a:pt x="4580383" y="339501"/>
                </a:lnTo>
                <a:lnTo>
                  <a:pt x="4628513" y="336850"/>
                </a:lnTo>
                <a:lnTo>
                  <a:pt x="4675101" y="329086"/>
                </a:lnTo>
                <a:lnTo>
                  <a:pt x="4719866" y="316490"/>
                </a:lnTo>
                <a:lnTo>
                  <a:pt x="4762524" y="299345"/>
                </a:lnTo>
                <a:lnTo>
                  <a:pt x="4802794" y="277932"/>
                </a:lnTo>
                <a:lnTo>
                  <a:pt x="4840394" y="252534"/>
                </a:lnTo>
                <a:lnTo>
                  <a:pt x="4875043" y="223432"/>
                </a:lnTo>
                <a:lnTo>
                  <a:pt x="4906457" y="190908"/>
                </a:lnTo>
                <a:lnTo>
                  <a:pt x="4934356" y="155244"/>
                </a:lnTo>
                <a:lnTo>
                  <a:pt x="4958458" y="116723"/>
                </a:lnTo>
                <a:lnTo>
                  <a:pt x="4978479" y="75625"/>
                </a:lnTo>
                <a:lnTo>
                  <a:pt x="5001954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146683" y="3165348"/>
            <a:ext cx="2453005" cy="946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DEA4"/>
                </a:solidFill>
                <a:latin typeface="Arial"/>
                <a:cs typeface="Arial"/>
              </a:rPr>
              <a:t>Big</a:t>
            </a:r>
            <a:r>
              <a:rPr sz="2000" b="1" spc="-40" dirty="0">
                <a:solidFill>
                  <a:srgbClr val="00DEA4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DEA4"/>
                </a:solidFill>
                <a:latin typeface="Arial"/>
                <a:cs typeface="Arial"/>
              </a:rPr>
              <a:t>Data</a:t>
            </a:r>
            <a:r>
              <a:rPr sz="2000" b="1" spc="-105" dirty="0">
                <a:solidFill>
                  <a:srgbClr val="00DEA4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0DEA4"/>
                </a:solidFill>
                <a:latin typeface="Arial"/>
                <a:cs typeface="Arial"/>
              </a:rPr>
              <a:t>Aplicado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ts val="1760"/>
              </a:lnSpc>
              <a:spcBef>
                <a:spcPts val="1695"/>
              </a:spcBef>
            </a:pPr>
            <a:r>
              <a:rPr sz="1600" spc="-10" dirty="0">
                <a:latin typeface="Arial"/>
                <a:cs typeface="Arial"/>
              </a:rPr>
              <a:t>Julio</a:t>
            </a:r>
            <a:r>
              <a:rPr sz="1600" spc="-10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Alberto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López </a:t>
            </a:r>
            <a:r>
              <a:rPr sz="1600" spc="-20" dirty="0">
                <a:latin typeface="Arial"/>
                <a:cs typeface="Arial"/>
              </a:rPr>
              <a:t>Gómez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ts val="1400"/>
              </a:lnSpc>
            </a:pPr>
            <a:r>
              <a:rPr sz="1300" spc="-10" dirty="0">
                <a:solidFill>
                  <a:srgbClr val="404040"/>
                </a:solidFill>
                <a:latin typeface="Arial"/>
                <a:cs typeface="Arial"/>
                <a:hlinkClick r:id="rId2"/>
              </a:rPr>
              <a:t>JulioAlberto.Lopez@uclm.es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12700" marR="5080">
              <a:lnSpc>
                <a:spcPct val="79300"/>
              </a:lnSpc>
              <a:spcBef>
                <a:spcPts val="1090"/>
              </a:spcBef>
            </a:pPr>
            <a:r>
              <a:rPr spc="-10" dirty="0"/>
              <a:t>JAVASCRIPT </a:t>
            </a:r>
            <a:r>
              <a:rPr dirty="0"/>
              <a:t>OBJECT</a:t>
            </a:r>
            <a:r>
              <a:rPr spc="-55" dirty="0"/>
              <a:t> </a:t>
            </a:r>
            <a:r>
              <a:rPr spc="-65" dirty="0"/>
              <a:t>NOTATION </a:t>
            </a:r>
            <a:r>
              <a:rPr spc="-10" dirty="0"/>
              <a:t>(JSON)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6797040" y="3943584"/>
            <a:ext cx="2346960" cy="1200150"/>
            <a:chOff x="6797040" y="3943584"/>
            <a:chExt cx="2346960" cy="1200150"/>
          </a:xfrm>
        </p:grpSpPr>
        <p:sp>
          <p:nvSpPr>
            <p:cNvPr id="6" name="object 6"/>
            <p:cNvSpPr/>
            <p:nvPr/>
          </p:nvSpPr>
          <p:spPr>
            <a:xfrm>
              <a:off x="8254885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97040" y="4373880"/>
              <a:ext cx="1459992" cy="344423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46790" y="4373843"/>
            <a:ext cx="749345" cy="365309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4210564" y="4381676"/>
            <a:ext cx="653415" cy="325755"/>
            <a:chOff x="4210564" y="4381676"/>
            <a:chExt cx="653415" cy="325755"/>
          </a:xfrm>
        </p:grpSpPr>
        <p:sp>
          <p:nvSpPr>
            <p:cNvPr id="10" name="object 10"/>
            <p:cNvSpPr/>
            <p:nvPr/>
          </p:nvSpPr>
          <p:spPr>
            <a:xfrm>
              <a:off x="4372655" y="4519010"/>
              <a:ext cx="109220" cy="46990"/>
            </a:xfrm>
            <a:custGeom>
              <a:avLst/>
              <a:gdLst/>
              <a:ahLst/>
              <a:cxnLst/>
              <a:rect l="l" t="t" r="r" b="b"/>
              <a:pathLst>
                <a:path w="109220" h="46989">
                  <a:moveTo>
                    <a:pt x="109052" y="0"/>
                  </a:moveTo>
                  <a:lnTo>
                    <a:pt x="0" y="0"/>
                  </a:lnTo>
                  <a:lnTo>
                    <a:pt x="0" y="46456"/>
                  </a:lnTo>
                  <a:lnTo>
                    <a:pt x="109052" y="46456"/>
                  </a:lnTo>
                  <a:lnTo>
                    <a:pt x="109052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309590" y="4502793"/>
              <a:ext cx="76200" cy="76835"/>
            </a:xfrm>
            <a:custGeom>
              <a:avLst/>
              <a:gdLst/>
              <a:ahLst/>
              <a:cxnLst/>
              <a:rect l="l" t="t" r="r" b="b"/>
              <a:pathLst>
                <a:path w="76200" h="76835">
                  <a:moveTo>
                    <a:pt x="37682" y="0"/>
                  </a:moveTo>
                  <a:lnTo>
                    <a:pt x="2554" y="23467"/>
                  </a:lnTo>
                  <a:lnTo>
                    <a:pt x="0" y="38074"/>
                  </a:lnTo>
                  <a:lnTo>
                    <a:pt x="535" y="45564"/>
                  </a:lnTo>
                  <a:lnTo>
                    <a:pt x="30171" y="75625"/>
                  </a:lnTo>
                  <a:lnTo>
                    <a:pt x="37682" y="76227"/>
                  </a:lnTo>
                  <a:lnTo>
                    <a:pt x="53179" y="73081"/>
                  </a:lnTo>
                  <a:lnTo>
                    <a:pt x="65054" y="64856"/>
                  </a:lnTo>
                  <a:lnTo>
                    <a:pt x="72979" y="52778"/>
                  </a:lnTo>
                  <a:lnTo>
                    <a:pt x="75756" y="38074"/>
                  </a:lnTo>
                  <a:lnTo>
                    <a:pt x="72642" y="22651"/>
                  </a:lnTo>
                  <a:lnTo>
                    <a:pt x="64442" y="10758"/>
                  </a:lnTo>
                  <a:lnTo>
                    <a:pt x="52380" y="2808"/>
                  </a:lnTo>
                  <a:lnTo>
                    <a:pt x="37682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45192" y="4397737"/>
              <a:ext cx="236854" cy="46990"/>
            </a:xfrm>
            <a:custGeom>
              <a:avLst/>
              <a:gdLst/>
              <a:ahLst/>
              <a:cxnLst/>
              <a:rect l="l" t="t" r="r" b="b"/>
              <a:pathLst>
                <a:path w="236854" h="46989">
                  <a:moveTo>
                    <a:pt x="236515" y="0"/>
                  </a:moveTo>
                  <a:lnTo>
                    <a:pt x="0" y="0"/>
                  </a:lnTo>
                  <a:lnTo>
                    <a:pt x="0" y="46613"/>
                  </a:lnTo>
                  <a:lnTo>
                    <a:pt x="236515" y="46613"/>
                  </a:lnTo>
                  <a:lnTo>
                    <a:pt x="236515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210564" y="438167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7918" y="0"/>
                  </a:moveTo>
                  <a:lnTo>
                    <a:pt x="2654" y="23243"/>
                  </a:lnTo>
                  <a:lnTo>
                    <a:pt x="0" y="37917"/>
                  </a:lnTo>
                  <a:lnTo>
                    <a:pt x="588" y="45409"/>
                  </a:lnTo>
                  <a:lnTo>
                    <a:pt x="30407" y="75390"/>
                  </a:lnTo>
                  <a:lnTo>
                    <a:pt x="37918" y="75992"/>
                  </a:lnTo>
                  <a:lnTo>
                    <a:pt x="45429" y="75390"/>
                  </a:lnTo>
                  <a:lnTo>
                    <a:pt x="75380" y="45425"/>
                  </a:lnTo>
                  <a:lnTo>
                    <a:pt x="75992" y="37917"/>
                  </a:lnTo>
                  <a:lnTo>
                    <a:pt x="75382" y="30391"/>
                  </a:lnTo>
                  <a:lnTo>
                    <a:pt x="45408" y="551"/>
                  </a:lnTo>
                  <a:lnTo>
                    <a:pt x="37918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45192" y="4647022"/>
              <a:ext cx="236854" cy="46990"/>
            </a:xfrm>
            <a:custGeom>
              <a:avLst/>
              <a:gdLst/>
              <a:ahLst/>
              <a:cxnLst/>
              <a:rect l="l" t="t" r="r" b="b"/>
              <a:pathLst>
                <a:path w="236854" h="46989">
                  <a:moveTo>
                    <a:pt x="236515" y="0"/>
                  </a:moveTo>
                  <a:lnTo>
                    <a:pt x="0" y="0"/>
                  </a:lnTo>
                  <a:lnTo>
                    <a:pt x="0" y="46456"/>
                  </a:lnTo>
                  <a:lnTo>
                    <a:pt x="236515" y="46456"/>
                  </a:lnTo>
                  <a:lnTo>
                    <a:pt x="236515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10558" y="4390377"/>
              <a:ext cx="653415" cy="316865"/>
            </a:xfrm>
            <a:custGeom>
              <a:avLst/>
              <a:gdLst/>
              <a:ahLst/>
              <a:cxnLst/>
              <a:rect l="l" t="t" r="r" b="b"/>
              <a:pathLst>
                <a:path w="653414" h="316864">
                  <a:moveTo>
                    <a:pt x="75984" y="278549"/>
                  </a:moveTo>
                  <a:lnTo>
                    <a:pt x="52590" y="243141"/>
                  </a:lnTo>
                  <a:lnTo>
                    <a:pt x="37553" y="240423"/>
                  </a:lnTo>
                  <a:lnTo>
                    <a:pt x="22288" y="243624"/>
                  </a:lnTo>
                  <a:lnTo>
                    <a:pt x="10515" y="251853"/>
                  </a:lnTo>
                  <a:lnTo>
                    <a:pt x="2692" y="263880"/>
                  </a:lnTo>
                  <a:lnTo>
                    <a:pt x="0" y="278511"/>
                  </a:lnTo>
                  <a:lnTo>
                    <a:pt x="584" y="286016"/>
                  </a:lnTo>
                  <a:lnTo>
                    <a:pt x="30403" y="316064"/>
                  </a:lnTo>
                  <a:lnTo>
                    <a:pt x="37922" y="316661"/>
                  </a:lnTo>
                  <a:lnTo>
                    <a:pt x="45427" y="316064"/>
                  </a:lnTo>
                  <a:lnTo>
                    <a:pt x="75984" y="278549"/>
                  </a:lnTo>
                  <a:close/>
                </a:path>
                <a:path w="653414" h="316864">
                  <a:moveTo>
                    <a:pt x="653376" y="150495"/>
                  </a:moveTo>
                  <a:lnTo>
                    <a:pt x="566496" y="0"/>
                  </a:lnTo>
                  <a:lnTo>
                    <a:pt x="392734" y="0"/>
                  </a:lnTo>
                  <a:lnTo>
                    <a:pt x="305854" y="150495"/>
                  </a:lnTo>
                  <a:lnTo>
                    <a:pt x="392734" y="301066"/>
                  </a:lnTo>
                  <a:lnTo>
                    <a:pt x="566496" y="301066"/>
                  </a:lnTo>
                  <a:lnTo>
                    <a:pt x="653376" y="150495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6284" y="253491"/>
            <a:ext cx="2291715" cy="1525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JSON</a:t>
            </a:r>
            <a:endParaRPr sz="4000">
              <a:latin typeface="Arial Narrow"/>
              <a:cs typeface="Arial Narrow"/>
            </a:endParaRPr>
          </a:p>
          <a:p>
            <a:pPr marL="92710">
              <a:lnSpc>
                <a:spcPct val="100000"/>
              </a:lnSpc>
              <a:spcBef>
                <a:spcPts val="3645"/>
              </a:spcBef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Características: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344302" y="174243"/>
            <a:ext cx="5189220" cy="2253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har char="■"/>
              <a:tabLst>
                <a:tab pos="297815" algn="l"/>
              </a:tabLst>
            </a:pPr>
            <a:r>
              <a:rPr sz="2800" spc="-175" dirty="0">
                <a:latin typeface="Arial"/>
                <a:cs typeface="Arial"/>
              </a:rPr>
              <a:t>Lenguaje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90" dirty="0">
                <a:latin typeface="Arial"/>
                <a:cs typeface="Arial"/>
              </a:rPr>
              <a:t>intercambio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75" dirty="0">
                <a:latin typeface="Arial"/>
                <a:cs typeface="Arial"/>
              </a:rPr>
              <a:t>datos</a:t>
            </a:r>
            <a:endParaRPr sz="28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140"/>
              </a:spcBef>
              <a:buChar char="■"/>
              <a:tabLst>
                <a:tab pos="297815" algn="l"/>
              </a:tabLst>
            </a:pPr>
            <a:r>
              <a:rPr sz="2800" spc="-145" dirty="0">
                <a:latin typeface="Arial"/>
                <a:cs typeface="Arial"/>
              </a:rPr>
              <a:t>Derivado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95" dirty="0">
                <a:latin typeface="Arial"/>
                <a:cs typeface="Arial"/>
              </a:rPr>
              <a:t>JavaScript</a:t>
            </a:r>
            <a:endParaRPr sz="28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244"/>
              </a:spcBef>
              <a:buChar char="■"/>
              <a:tabLst>
                <a:tab pos="297815" algn="l"/>
              </a:tabLst>
            </a:pPr>
            <a:r>
              <a:rPr sz="2800" spc="-175" dirty="0">
                <a:latin typeface="Arial"/>
                <a:cs typeface="Arial"/>
              </a:rPr>
              <a:t>Sintaxis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ligera</a:t>
            </a:r>
            <a:endParaRPr sz="28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120"/>
              </a:spcBef>
              <a:buChar char="■"/>
              <a:tabLst>
                <a:tab pos="297815" algn="l"/>
              </a:tabLst>
            </a:pPr>
            <a:r>
              <a:rPr sz="2800" spc="-130" dirty="0">
                <a:latin typeface="Arial"/>
                <a:cs typeface="Arial"/>
              </a:rPr>
              <a:t>Soporte </a:t>
            </a:r>
            <a:r>
              <a:rPr sz="2800" spc="-240" dirty="0">
                <a:latin typeface="Arial"/>
                <a:cs typeface="Arial"/>
              </a:rPr>
              <a:t>a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75" dirty="0">
                <a:latin typeface="Arial"/>
                <a:cs typeface="Arial"/>
              </a:rPr>
              <a:t>tipos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datos</a:t>
            </a:r>
            <a:endParaRPr sz="28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240"/>
              </a:spcBef>
              <a:buChar char="■"/>
              <a:tabLst>
                <a:tab pos="297815" algn="l"/>
              </a:tabLst>
            </a:pPr>
            <a:r>
              <a:rPr sz="2800" spc="-75" dirty="0">
                <a:latin typeface="Arial"/>
                <a:cs typeface="Arial"/>
              </a:rPr>
              <a:t>Comunicación/Integración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0" y="2859782"/>
            <a:ext cx="2179960" cy="2179959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6284" y="253491"/>
            <a:ext cx="2291080" cy="1525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JSON</a:t>
            </a:r>
            <a:endParaRPr sz="4000">
              <a:latin typeface="Arial Narrow"/>
              <a:cs typeface="Arial Narrow"/>
            </a:endParaRPr>
          </a:p>
          <a:p>
            <a:pPr marL="283210">
              <a:lnSpc>
                <a:spcPct val="100000"/>
              </a:lnSpc>
              <a:spcBef>
                <a:spcPts val="3645"/>
              </a:spcBef>
            </a:pP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JSON</a:t>
            </a:r>
            <a:r>
              <a:rPr sz="2800" b="1" spc="-30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vs</a:t>
            </a:r>
            <a:r>
              <a:rPr sz="2800" b="1" spc="-30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spc="-20" dirty="0">
                <a:solidFill>
                  <a:srgbClr val="FF0000"/>
                </a:solidFill>
                <a:latin typeface="Arial Narrow"/>
                <a:cs typeface="Arial Narrow"/>
              </a:rPr>
              <a:t>XML:</a:t>
            </a:r>
            <a:endParaRPr sz="2800">
              <a:latin typeface="Arial Narrow"/>
              <a:cs typeface="Arial Narrow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516216" y="2836129"/>
            <a:ext cx="2628265" cy="2307590"/>
            <a:chOff x="6516216" y="2836129"/>
            <a:chExt cx="2628265" cy="2307590"/>
          </a:xfrm>
        </p:grpSpPr>
        <p:sp>
          <p:nvSpPr>
            <p:cNvPr id="4" name="object 4"/>
            <p:cNvSpPr/>
            <p:nvPr/>
          </p:nvSpPr>
          <p:spPr>
            <a:xfrm>
              <a:off x="8254885" y="3943583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16216" y="2836129"/>
              <a:ext cx="1844962" cy="1844962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3344302" y="174243"/>
            <a:ext cx="4884420" cy="2101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har char="■"/>
              <a:tabLst>
                <a:tab pos="297815" algn="l"/>
              </a:tabLst>
            </a:pPr>
            <a:r>
              <a:rPr sz="2800" spc="-160" dirty="0">
                <a:latin typeface="Arial"/>
                <a:cs typeface="Arial"/>
              </a:rPr>
              <a:t>Accesible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180" dirty="0">
                <a:latin typeface="Arial"/>
                <a:cs typeface="Arial"/>
              </a:rPr>
              <a:t>desde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90" dirty="0">
                <a:latin typeface="Arial"/>
                <a:cs typeface="Arial"/>
              </a:rPr>
              <a:t>JavaScript</a:t>
            </a:r>
            <a:endParaRPr sz="2800">
              <a:latin typeface="Arial"/>
              <a:cs typeface="Arial"/>
            </a:endParaRPr>
          </a:p>
          <a:p>
            <a:pPr marL="298450" marR="254635" indent="-285750">
              <a:lnSpc>
                <a:spcPct val="71400"/>
              </a:lnSpc>
              <a:spcBef>
                <a:spcPts val="1105"/>
              </a:spcBef>
              <a:buChar char="■"/>
              <a:tabLst>
                <a:tab pos="298450" algn="l"/>
              </a:tabLst>
            </a:pPr>
            <a:r>
              <a:rPr sz="2800" spc="-114" dirty="0">
                <a:latin typeface="Arial"/>
                <a:cs typeface="Arial"/>
              </a:rPr>
              <a:t>Permite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75" dirty="0">
                <a:latin typeface="Arial"/>
                <a:cs typeface="Arial"/>
              </a:rPr>
              <a:t>tipos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y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105" dirty="0">
                <a:latin typeface="Arial"/>
                <a:cs typeface="Arial"/>
              </a:rPr>
              <a:t>estructuras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60" dirty="0">
                <a:latin typeface="Arial"/>
                <a:cs typeface="Arial"/>
              </a:rPr>
              <a:t>de </a:t>
            </a:r>
            <a:r>
              <a:rPr sz="2800" spc="-10" dirty="0">
                <a:latin typeface="Arial"/>
                <a:cs typeface="Arial"/>
              </a:rPr>
              <a:t>datos</a:t>
            </a:r>
            <a:endParaRPr sz="28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120"/>
              </a:spcBef>
              <a:buChar char="■"/>
              <a:tabLst>
                <a:tab pos="297815" algn="l"/>
              </a:tabLst>
            </a:pPr>
            <a:r>
              <a:rPr sz="2800" spc="-170" dirty="0">
                <a:latin typeface="Arial"/>
                <a:cs typeface="Arial"/>
              </a:rPr>
              <a:t>No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215" dirty="0">
                <a:latin typeface="Arial"/>
                <a:cs typeface="Arial"/>
              </a:rPr>
              <a:t>usa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95" dirty="0">
                <a:latin typeface="Arial"/>
                <a:cs typeface="Arial"/>
              </a:rPr>
              <a:t>etiquetas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cierre</a:t>
            </a:r>
            <a:endParaRPr sz="28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240"/>
              </a:spcBef>
              <a:buChar char="■"/>
              <a:tabLst>
                <a:tab pos="297815" algn="l"/>
              </a:tabLst>
            </a:pPr>
            <a:r>
              <a:rPr sz="2800" spc="-175" dirty="0">
                <a:latin typeface="Arial"/>
                <a:cs typeface="Arial"/>
              </a:rPr>
              <a:t>Sintaxis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125" dirty="0">
                <a:latin typeface="Arial"/>
                <a:cs typeface="Arial"/>
              </a:rPr>
              <a:t>ligera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y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105" dirty="0">
                <a:latin typeface="Arial"/>
                <a:cs typeface="Arial"/>
              </a:rPr>
              <a:t>codificación </a:t>
            </a:r>
            <a:r>
              <a:rPr sz="2800" spc="-50" dirty="0">
                <a:latin typeface="Arial"/>
                <a:cs typeface="Arial"/>
              </a:rPr>
              <a:t>ágil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47863" y="2740638"/>
            <a:ext cx="2035944" cy="203594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21235" y="3253071"/>
            <a:ext cx="584662" cy="1188231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JSON</a:t>
            </a:r>
          </a:p>
        </p:txBody>
      </p:sp>
      <p:sp>
        <p:nvSpPr>
          <p:cNvPr id="3" name="object 3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07638" y="1326387"/>
            <a:ext cx="2129790" cy="74485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 marR="5080" indent="657860">
              <a:lnSpc>
                <a:spcPct val="68600"/>
              </a:lnSpc>
              <a:spcBef>
                <a:spcPts val="1155"/>
              </a:spcBef>
            </a:pP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A</a:t>
            </a:r>
            <a:r>
              <a:rPr sz="2800" b="1" spc="-105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partir</a:t>
            </a:r>
            <a:r>
              <a:rPr sz="2800" b="1" spc="-35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spc="-25" dirty="0">
                <a:solidFill>
                  <a:srgbClr val="FF0000"/>
                </a:solidFill>
                <a:latin typeface="Arial Narrow"/>
                <a:cs typeface="Arial Narrow"/>
              </a:rPr>
              <a:t>de </a:t>
            </a: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especificación: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89640" y="274827"/>
            <a:ext cx="4699000" cy="34366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332740" algn="r">
              <a:lnSpc>
                <a:spcPct val="100200"/>
              </a:lnSpc>
              <a:spcBef>
                <a:spcPts val="90"/>
              </a:spcBef>
              <a:buChar char="■"/>
              <a:tabLst>
                <a:tab pos="345440" algn="l"/>
              </a:tabLst>
            </a:pPr>
            <a:r>
              <a:rPr sz="2800" spc="-195" dirty="0">
                <a:latin typeface="Arial"/>
                <a:cs typeface="Arial"/>
              </a:rPr>
              <a:t>Nueva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130" dirty="0">
                <a:latin typeface="Arial"/>
                <a:cs typeface="Arial"/>
              </a:rPr>
              <a:t>suscripción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spc="-240" dirty="0">
                <a:latin typeface="Arial"/>
                <a:cs typeface="Arial"/>
              </a:rPr>
              <a:t>a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spc="-65" dirty="0">
                <a:latin typeface="Arial"/>
                <a:cs typeface="Arial"/>
              </a:rPr>
              <a:t>Netflix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spc="-45" dirty="0">
                <a:latin typeface="Arial"/>
                <a:cs typeface="Arial"/>
              </a:rPr>
              <a:t>de </a:t>
            </a:r>
            <a:r>
              <a:rPr sz="2800" spc="-114" dirty="0">
                <a:latin typeface="Arial"/>
                <a:cs typeface="Arial"/>
              </a:rPr>
              <a:t>María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spc="-225" dirty="0">
                <a:latin typeface="Arial"/>
                <a:cs typeface="Arial"/>
              </a:rPr>
              <a:t>Ramírez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Izquierdo. </a:t>
            </a:r>
            <a:r>
              <a:rPr sz="2800" spc="-110" dirty="0">
                <a:latin typeface="Arial"/>
                <a:cs typeface="Arial"/>
              </a:rPr>
              <a:t>Inscripción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155" dirty="0">
                <a:latin typeface="Arial"/>
                <a:cs typeface="Arial"/>
              </a:rPr>
              <a:t>estándar.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Coste </a:t>
            </a:r>
            <a:r>
              <a:rPr sz="2800" spc="-155" dirty="0">
                <a:latin typeface="Arial"/>
                <a:cs typeface="Arial"/>
              </a:rPr>
              <a:t>mensual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30" dirty="0">
                <a:latin typeface="Arial"/>
                <a:cs typeface="Arial"/>
              </a:rPr>
              <a:t>11,99€.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120" dirty="0">
                <a:latin typeface="Arial"/>
                <a:cs typeface="Arial"/>
              </a:rPr>
              <a:t>Incluye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la </a:t>
            </a:r>
            <a:r>
              <a:rPr sz="2800" spc="-95" dirty="0">
                <a:latin typeface="Arial"/>
                <a:cs typeface="Arial"/>
              </a:rPr>
              <a:t>posibilidad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145" dirty="0">
                <a:latin typeface="Arial"/>
                <a:cs typeface="Arial"/>
              </a:rPr>
              <a:t>de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10" dirty="0">
                <a:latin typeface="Arial"/>
                <a:cs typeface="Arial"/>
              </a:rPr>
              <a:t>ver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14" dirty="0">
                <a:latin typeface="Arial"/>
                <a:cs typeface="Arial"/>
              </a:rPr>
              <a:t>contenidos </a:t>
            </a:r>
            <a:r>
              <a:rPr sz="2800" spc="-35" dirty="0">
                <a:latin typeface="Arial"/>
                <a:cs typeface="Arial"/>
              </a:rPr>
              <a:t>en </a:t>
            </a:r>
            <a:r>
              <a:rPr sz="2800" spc="-175" dirty="0">
                <a:latin typeface="Arial"/>
                <a:cs typeface="Arial"/>
              </a:rPr>
              <a:t>dos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25" dirty="0">
                <a:latin typeface="Arial"/>
                <a:cs typeface="Arial"/>
              </a:rPr>
              <a:t>pantallas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120" dirty="0">
                <a:latin typeface="Arial"/>
                <a:cs typeface="Arial"/>
              </a:rPr>
              <a:t>al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30" dirty="0">
                <a:latin typeface="Arial"/>
                <a:cs typeface="Arial"/>
              </a:rPr>
              <a:t>mismo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tiempo, </a:t>
            </a:r>
            <a:r>
              <a:rPr sz="2800" spc="-235" dirty="0">
                <a:latin typeface="Arial"/>
                <a:cs typeface="Arial"/>
              </a:rPr>
              <a:t>así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145" dirty="0">
                <a:latin typeface="Arial"/>
                <a:cs typeface="Arial"/>
              </a:rPr>
              <a:t>como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65" dirty="0">
                <a:latin typeface="Arial"/>
                <a:cs typeface="Arial"/>
              </a:rPr>
              <a:t>tener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215" dirty="0">
                <a:latin typeface="Arial"/>
                <a:cs typeface="Arial"/>
              </a:rPr>
              <a:t>descargas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45" dirty="0">
                <a:latin typeface="Arial"/>
                <a:cs typeface="Arial"/>
              </a:rPr>
              <a:t>en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100" dirty="0">
                <a:latin typeface="Arial"/>
                <a:cs typeface="Arial"/>
              </a:rPr>
              <a:t>dos</a:t>
            </a:r>
            <a:endParaRPr sz="2800">
              <a:latin typeface="Arial"/>
              <a:cs typeface="Arial"/>
            </a:endParaRPr>
          </a:p>
          <a:p>
            <a:pPr marR="5715" algn="r">
              <a:lnSpc>
                <a:spcPts val="3290"/>
              </a:lnSpc>
            </a:pPr>
            <a:r>
              <a:rPr sz="2800" spc="-95" dirty="0">
                <a:latin typeface="Arial"/>
                <a:cs typeface="Arial"/>
              </a:rPr>
              <a:t>teléfonos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100" dirty="0">
                <a:latin typeface="Arial"/>
                <a:cs typeface="Arial"/>
              </a:rPr>
              <a:t>o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tabletas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JSON</a:t>
            </a:r>
          </a:p>
        </p:txBody>
      </p:sp>
      <p:sp>
        <p:nvSpPr>
          <p:cNvPr id="3" name="object 3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07638" y="1326387"/>
            <a:ext cx="2129790" cy="74485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 marR="5080" indent="657860">
              <a:lnSpc>
                <a:spcPct val="68600"/>
              </a:lnSpc>
              <a:spcBef>
                <a:spcPts val="1155"/>
              </a:spcBef>
            </a:pP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A</a:t>
            </a:r>
            <a:r>
              <a:rPr sz="2800" b="1" spc="-105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partir</a:t>
            </a:r>
            <a:r>
              <a:rPr sz="2800" b="1" spc="-35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spc="-25" dirty="0">
                <a:solidFill>
                  <a:srgbClr val="FF0000"/>
                </a:solidFill>
                <a:latin typeface="Arial Narrow"/>
                <a:cs typeface="Arial Narrow"/>
              </a:rPr>
              <a:t>de </a:t>
            </a: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especificación: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419872" y="421119"/>
            <a:ext cx="5544820" cy="2946400"/>
          </a:xfrm>
          <a:custGeom>
            <a:avLst/>
            <a:gdLst/>
            <a:ahLst/>
            <a:cxnLst/>
            <a:rect l="l" t="t" r="r" b="b"/>
            <a:pathLst>
              <a:path w="5544820" h="2946400">
                <a:moveTo>
                  <a:pt x="5544615" y="0"/>
                </a:moveTo>
                <a:lnTo>
                  <a:pt x="0" y="0"/>
                </a:lnTo>
                <a:lnTo>
                  <a:pt x="0" y="2946400"/>
                </a:lnTo>
                <a:lnTo>
                  <a:pt x="4295335" y="2946400"/>
                </a:lnTo>
                <a:lnTo>
                  <a:pt x="4279305" y="2933700"/>
                </a:lnTo>
                <a:lnTo>
                  <a:pt x="4267570" y="2908300"/>
                </a:lnTo>
                <a:lnTo>
                  <a:pt x="4260359" y="2895600"/>
                </a:lnTo>
                <a:lnTo>
                  <a:pt x="4257904" y="2870200"/>
                </a:lnTo>
                <a:lnTo>
                  <a:pt x="4259292" y="2857500"/>
                </a:lnTo>
                <a:lnTo>
                  <a:pt x="4263388" y="2844800"/>
                </a:lnTo>
                <a:lnTo>
                  <a:pt x="4270096" y="2832100"/>
                </a:lnTo>
                <a:lnTo>
                  <a:pt x="4279318" y="2819400"/>
                </a:lnTo>
                <a:lnTo>
                  <a:pt x="4241061" y="2781300"/>
                </a:lnTo>
                <a:lnTo>
                  <a:pt x="4207500" y="2743200"/>
                </a:lnTo>
                <a:lnTo>
                  <a:pt x="4178759" y="2692400"/>
                </a:lnTo>
                <a:lnTo>
                  <a:pt x="4154964" y="2641600"/>
                </a:lnTo>
                <a:lnTo>
                  <a:pt x="4136239" y="2603500"/>
                </a:lnTo>
                <a:lnTo>
                  <a:pt x="4122710" y="2552700"/>
                </a:lnTo>
                <a:lnTo>
                  <a:pt x="4114500" y="2501900"/>
                </a:lnTo>
                <a:lnTo>
                  <a:pt x="4111736" y="2451100"/>
                </a:lnTo>
                <a:lnTo>
                  <a:pt x="4114151" y="2400300"/>
                </a:lnTo>
                <a:lnTo>
                  <a:pt x="4121337" y="2362200"/>
                </a:lnTo>
                <a:lnTo>
                  <a:pt x="4133204" y="2311400"/>
                </a:lnTo>
                <a:lnTo>
                  <a:pt x="4149663" y="2273300"/>
                </a:lnTo>
                <a:lnTo>
                  <a:pt x="4170624" y="2222500"/>
                </a:lnTo>
                <a:lnTo>
                  <a:pt x="4195997" y="2184400"/>
                </a:lnTo>
                <a:lnTo>
                  <a:pt x="4225693" y="2146300"/>
                </a:lnTo>
                <a:lnTo>
                  <a:pt x="4259622" y="2108200"/>
                </a:lnTo>
                <a:lnTo>
                  <a:pt x="4297696" y="2070100"/>
                </a:lnTo>
                <a:lnTo>
                  <a:pt x="4339823" y="2032000"/>
                </a:lnTo>
                <a:lnTo>
                  <a:pt x="4377583" y="2006600"/>
                </a:lnTo>
                <a:lnTo>
                  <a:pt x="4417238" y="1981200"/>
                </a:lnTo>
                <a:lnTo>
                  <a:pt x="4458662" y="1955800"/>
                </a:lnTo>
                <a:lnTo>
                  <a:pt x="4501731" y="1930400"/>
                </a:lnTo>
                <a:lnTo>
                  <a:pt x="4592303" y="1905000"/>
                </a:lnTo>
                <a:lnTo>
                  <a:pt x="4737367" y="1866900"/>
                </a:lnTo>
                <a:lnTo>
                  <a:pt x="4787676" y="1866900"/>
                </a:lnTo>
                <a:lnTo>
                  <a:pt x="4838754" y="1854200"/>
                </a:lnTo>
                <a:lnTo>
                  <a:pt x="5544615" y="1854200"/>
                </a:lnTo>
                <a:lnTo>
                  <a:pt x="5544615" y="0"/>
                </a:lnTo>
                <a:close/>
              </a:path>
              <a:path w="5544820" h="2946400">
                <a:moveTo>
                  <a:pt x="4536795" y="2781300"/>
                </a:moveTo>
                <a:lnTo>
                  <a:pt x="4434585" y="2781300"/>
                </a:lnTo>
                <a:lnTo>
                  <a:pt x="4456511" y="2794000"/>
                </a:lnTo>
                <a:lnTo>
                  <a:pt x="4476010" y="2806700"/>
                </a:lnTo>
                <a:lnTo>
                  <a:pt x="4492038" y="2819400"/>
                </a:lnTo>
                <a:lnTo>
                  <a:pt x="4503769" y="2832100"/>
                </a:lnTo>
                <a:lnTo>
                  <a:pt x="4510975" y="2857500"/>
                </a:lnTo>
                <a:lnTo>
                  <a:pt x="4513428" y="2870200"/>
                </a:lnTo>
                <a:lnTo>
                  <a:pt x="4510975" y="2895600"/>
                </a:lnTo>
                <a:lnTo>
                  <a:pt x="4503769" y="2908300"/>
                </a:lnTo>
                <a:lnTo>
                  <a:pt x="4492038" y="2933700"/>
                </a:lnTo>
                <a:lnTo>
                  <a:pt x="4476010" y="2946400"/>
                </a:lnTo>
                <a:lnTo>
                  <a:pt x="5182998" y="2946400"/>
                </a:lnTo>
                <a:lnTo>
                  <a:pt x="5291583" y="2908300"/>
                </a:lnTo>
                <a:lnTo>
                  <a:pt x="5336139" y="2882900"/>
                </a:lnTo>
                <a:lnTo>
                  <a:pt x="5357072" y="2870200"/>
                </a:lnTo>
                <a:lnTo>
                  <a:pt x="4773860" y="2870200"/>
                </a:lnTo>
                <a:lnTo>
                  <a:pt x="4767339" y="2857500"/>
                </a:lnTo>
                <a:lnTo>
                  <a:pt x="4764947" y="2857500"/>
                </a:lnTo>
                <a:lnTo>
                  <a:pt x="4764947" y="2806700"/>
                </a:lnTo>
                <a:lnTo>
                  <a:pt x="4571831" y="2806700"/>
                </a:lnTo>
                <a:lnTo>
                  <a:pt x="4536795" y="2781300"/>
                </a:lnTo>
                <a:close/>
              </a:path>
              <a:path w="5544820" h="2946400">
                <a:moveTo>
                  <a:pt x="5544615" y="2768600"/>
                </a:moveTo>
                <a:lnTo>
                  <a:pt x="5516793" y="2806700"/>
                </a:lnTo>
                <a:lnTo>
                  <a:pt x="5467926" y="2857500"/>
                </a:lnTo>
                <a:lnTo>
                  <a:pt x="5441125" y="2870200"/>
                </a:lnTo>
                <a:lnTo>
                  <a:pt x="5412988" y="2895600"/>
                </a:lnTo>
                <a:lnTo>
                  <a:pt x="5383767" y="2908300"/>
                </a:lnTo>
                <a:lnTo>
                  <a:pt x="5353516" y="2933700"/>
                </a:lnTo>
                <a:lnTo>
                  <a:pt x="5322286" y="2946400"/>
                </a:lnTo>
                <a:lnTo>
                  <a:pt x="5544615" y="2946400"/>
                </a:lnTo>
                <a:lnTo>
                  <a:pt x="5544615" y="2768600"/>
                </a:lnTo>
                <a:close/>
              </a:path>
              <a:path w="5544820" h="2946400">
                <a:moveTo>
                  <a:pt x="4432983" y="2908300"/>
                </a:moveTo>
                <a:lnTo>
                  <a:pt x="4338349" y="2908300"/>
                </a:lnTo>
                <a:lnTo>
                  <a:pt x="4348563" y="2921000"/>
                </a:lnTo>
                <a:lnTo>
                  <a:pt x="4422774" y="2921000"/>
                </a:lnTo>
                <a:lnTo>
                  <a:pt x="4432983" y="2908300"/>
                </a:lnTo>
                <a:close/>
              </a:path>
              <a:path w="5544820" h="2946400">
                <a:moveTo>
                  <a:pt x="4452589" y="2870200"/>
                </a:moveTo>
                <a:lnTo>
                  <a:pt x="4318744" y="2870200"/>
                </a:lnTo>
                <a:lnTo>
                  <a:pt x="4320029" y="2882900"/>
                </a:lnTo>
                <a:lnTo>
                  <a:pt x="4323805" y="2895600"/>
                </a:lnTo>
                <a:lnTo>
                  <a:pt x="4329952" y="2908300"/>
                </a:lnTo>
                <a:lnTo>
                  <a:pt x="4441380" y="2908300"/>
                </a:lnTo>
                <a:lnTo>
                  <a:pt x="4447527" y="2895600"/>
                </a:lnTo>
                <a:lnTo>
                  <a:pt x="4451303" y="2882900"/>
                </a:lnTo>
                <a:lnTo>
                  <a:pt x="4452589" y="2870200"/>
                </a:lnTo>
                <a:close/>
              </a:path>
              <a:path w="5544820" h="2946400">
                <a:moveTo>
                  <a:pt x="4441380" y="2844800"/>
                </a:moveTo>
                <a:lnTo>
                  <a:pt x="4329952" y="2844800"/>
                </a:lnTo>
                <a:lnTo>
                  <a:pt x="4323805" y="2857500"/>
                </a:lnTo>
                <a:lnTo>
                  <a:pt x="4320029" y="2870200"/>
                </a:lnTo>
                <a:lnTo>
                  <a:pt x="4451303" y="2870200"/>
                </a:lnTo>
                <a:lnTo>
                  <a:pt x="4447527" y="2857500"/>
                </a:lnTo>
                <a:lnTo>
                  <a:pt x="4441380" y="2844800"/>
                </a:lnTo>
                <a:close/>
              </a:path>
              <a:path w="5544820" h="2946400">
                <a:moveTo>
                  <a:pt x="5304939" y="2095500"/>
                </a:moveTo>
                <a:lnTo>
                  <a:pt x="5214477" y="2095500"/>
                </a:lnTo>
                <a:lnTo>
                  <a:pt x="5354727" y="2209800"/>
                </a:lnTo>
                <a:lnTo>
                  <a:pt x="5357936" y="2209800"/>
                </a:lnTo>
                <a:lnTo>
                  <a:pt x="5357948" y="2222500"/>
                </a:lnTo>
                <a:lnTo>
                  <a:pt x="5354740" y="2235200"/>
                </a:lnTo>
                <a:lnTo>
                  <a:pt x="5307672" y="2273300"/>
                </a:lnTo>
                <a:lnTo>
                  <a:pt x="5322283" y="2286000"/>
                </a:lnTo>
                <a:lnTo>
                  <a:pt x="5335050" y="2311400"/>
                </a:lnTo>
                <a:lnTo>
                  <a:pt x="5345955" y="2336800"/>
                </a:lnTo>
                <a:lnTo>
                  <a:pt x="5354977" y="2362200"/>
                </a:lnTo>
                <a:lnTo>
                  <a:pt x="5435248" y="2362200"/>
                </a:lnTo>
                <a:lnTo>
                  <a:pt x="5441766" y="2374900"/>
                </a:lnTo>
                <a:lnTo>
                  <a:pt x="5444157" y="2374900"/>
                </a:lnTo>
                <a:lnTo>
                  <a:pt x="5444157" y="2527300"/>
                </a:lnTo>
                <a:lnTo>
                  <a:pt x="5441766" y="2540000"/>
                </a:lnTo>
                <a:lnTo>
                  <a:pt x="5425579" y="2540000"/>
                </a:lnTo>
                <a:lnTo>
                  <a:pt x="5413738" y="2552700"/>
                </a:lnTo>
                <a:lnTo>
                  <a:pt x="5354989" y="2552700"/>
                </a:lnTo>
                <a:lnTo>
                  <a:pt x="5345965" y="2565400"/>
                </a:lnTo>
                <a:lnTo>
                  <a:pt x="5335056" y="2590800"/>
                </a:lnTo>
                <a:lnTo>
                  <a:pt x="5322285" y="2616200"/>
                </a:lnTo>
                <a:lnTo>
                  <a:pt x="5307672" y="2641600"/>
                </a:lnTo>
                <a:lnTo>
                  <a:pt x="5349261" y="2667000"/>
                </a:lnTo>
                <a:lnTo>
                  <a:pt x="5355938" y="2679700"/>
                </a:lnTo>
                <a:lnTo>
                  <a:pt x="5358164" y="2679700"/>
                </a:lnTo>
                <a:lnTo>
                  <a:pt x="5355938" y="2692400"/>
                </a:lnTo>
                <a:lnTo>
                  <a:pt x="5349261" y="2705100"/>
                </a:lnTo>
                <a:lnTo>
                  <a:pt x="5209118" y="2806700"/>
                </a:lnTo>
                <a:lnTo>
                  <a:pt x="5015990" y="2806700"/>
                </a:lnTo>
                <a:lnTo>
                  <a:pt x="5015990" y="2857500"/>
                </a:lnTo>
                <a:lnTo>
                  <a:pt x="5013600" y="2857500"/>
                </a:lnTo>
                <a:lnTo>
                  <a:pt x="5007081" y="2870200"/>
                </a:lnTo>
                <a:lnTo>
                  <a:pt x="5357072" y="2870200"/>
                </a:lnTo>
                <a:lnTo>
                  <a:pt x="5378005" y="2857500"/>
                </a:lnTo>
                <a:lnTo>
                  <a:pt x="5416994" y="2819400"/>
                </a:lnTo>
                <a:lnTo>
                  <a:pt x="5452922" y="2794000"/>
                </a:lnTo>
                <a:lnTo>
                  <a:pt x="5485602" y="2755900"/>
                </a:lnTo>
                <a:lnTo>
                  <a:pt x="5544615" y="2679700"/>
                </a:lnTo>
                <a:lnTo>
                  <a:pt x="5544615" y="2235200"/>
                </a:lnTo>
                <a:lnTo>
                  <a:pt x="5521679" y="2184400"/>
                </a:lnTo>
                <a:lnTo>
                  <a:pt x="5507023" y="2171700"/>
                </a:lnTo>
                <a:lnTo>
                  <a:pt x="5491290" y="2146300"/>
                </a:lnTo>
                <a:lnTo>
                  <a:pt x="5474492" y="2133600"/>
                </a:lnTo>
                <a:lnTo>
                  <a:pt x="5465568" y="2120900"/>
                </a:lnTo>
                <a:lnTo>
                  <a:pt x="5346364" y="2120900"/>
                </a:lnTo>
                <a:lnTo>
                  <a:pt x="5324438" y="2108200"/>
                </a:lnTo>
                <a:lnTo>
                  <a:pt x="5304939" y="2095500"/>
                </a:lnTo>
                <a:close/>
              </a:path>
              <a:path w="5544820" h="2946400">
                <a:moveTo>
                  <a:pt x="4422769" y="2832100"/>
                </a:moveTo>
                <a:lnTo>
                  <a:pt x="4348558" y="2832100"/>
                </a:lnTo>
                <a:lnTo>
                  <a:pt x="4338349" y="2844800"/>
                </a:lnTo>
                <a:lnTo>
                  <a:pt x="4432983" y="2844800"/>
                </a:lnTo>
                <a:lnTo>
                  <a:pt x="4422769" y="2832100"/>
                </a:lnTo>
                <a:close/>
              </a:path>
              <a:path w="5544820" h="2946400">
                <a:moveTo>
                  <a:pt x="4398821" y="2819400"/>
                </a:moveTo>
                <a:lnTo>
                  <a:pt x="4372510" y="2819400"/>
                </a:lnTo>
                <a:lnTo>
                  <a:pt x="4360043" y="2832100"/>
                </a:lnTo>
                <a:lnTo>
                  <a:pt x="4411285" y="2832100"/>
                </a:lnTo>
                <a:lnTo>
                  <a:pt x="4398821" y="2819400"/>
                </a:lnTo>
                <a:close/>
              </a:path>
              <a:path w="5544820" h="2946400">
                <a:moveTo>
                  <a:pt x="4961907" y="2768600"/>
                </a:moveTo>
                <a:lnTo>
                  <a:pt x="4819026" y="2768600"/>
                </a:lnTo>
                <a:lnTo>
                  <a:pt x="4824002" y="2781300"/>
                </a:lnTo>
                <a:lnTo>
                  <a:pt x="4825786" y="2794000"/>
                </a:lnTo>
                <a:lnTo>
                  <a:pt x="4825786" y="2832100"/>
                </a:lnTo>
                <a:lnTo>
                  <a:pt x="4955151" y="2832100"/>
                </a:lnTo>
                <a:lnTo>
                  <a:pt x="4955151" y="2794000"/>
                </a:lnTo>
                <a:lnTo>
                  <a:pt x="4956933" y="2781300"/>
                </a:lnTo>
                <a:lnTo>
                  <a:pt x="4961907" y="2768600"/>
                </a:lnTo>
                <a:close/>
              </a:path>
              <a:path w="5544820" h="2946400">
                <a:moveTo>
                  <a:pt x="4650779" y="2768600"/>
                </a:moveTo>
                <a:lnTo>
                  <a:pt x="4603451" y="2806700"/>
                </a:lnTo>
                <a:lnTo>
                  <a:pt x="4735294" y="2806700"/>
                </a:lnTo>
                <a:lnTo>
                  <a:pt x="4706348" y="2794000"/>
                </a:lnTo>
                <a:lnTo>
                  <a:pt x="4678159" y="2781300"/>
                </a:lnTo>
                <a:lnTo>
                  <a:pt x="4650779" y="2768600"/>
                </a:lnTo>
                <a:close/>
              </a:path>
              <a:path w="5544820" h="2946400">
                <a:moveTo>
                  <a:pt x="5130158" y="2768600"/>
                </a:moveTo>
                <a:lnTo>
                  <a:pt x="5102785" y="2781300"/>
                </a:lnTo>
                <a:lnTo>
                  <a:pt x="5074598" y="2794000"/>
                </a:lnTo>
                <a:lnTo>
                  <a:pt x="5045650" y="2806700"/>
                </a:lnTo>
                <a:lnTo>
                  <a:pt x="5177499" y="2806700"/>
                </a:lnTo>
                <a:lnTo>
                  <a:pt x="5130158" y="2768600"/>
                </a:lnTo>
                <a:close/>
              </a:path>
              <a:path w="5544820" h="2946400">
                <a:moveTo>
                  <a:pt x="4998153" y="1905000"/>
                </a:moveTo>
                <a:lnTo>
                  <a:pt x="4784531" y="1905000"/>
                </a:lnTo>
                <a:lnTo>
                  <a:pt x="4683366" y="1930400"/>
                </a:lnTo>
                <a:lnTo>
                  <a:pt x="4588099" y="1955800"/>
                </a:lnTo>
                <a:lnTo>
                  <a:pt x="4543027" y="1968500"/>
                </a:lnTo>
                <a:lnTo>
                  <a:pt x="4499849" y="1993900"/>
                </a:lnTo>
                <a:lnTo>
                  <a:pt x="4458705" y="2019300"/>
                </a:lnTo>
                <a:lnTo>
                  <a:pt x="4419735" y="2032000"/>
                </a:lnTo>
                <a:lnTo>
                  <a:pt x="4383079" y="2070100"/>
                </a:lnTo>
                <a:lnTo>
                  <a:pt x="4348877" y="2095500"/>
                </a:lnTo>
                <a:lnTo>
                  <a:pt x="4317268" y="2120900"/>
                </a:lnTo>
                <a:lnTo>
                  <a:pt x="4288392" y="2159000"/>
                </a:lnTo>
                <a:lnTo>
                  <a:pt x="4262390" y="2184400"/>
                </a:lnTo>
                <a:lnTo>
                  <a:pt x="4239401" y="2222500"/>
                </a:lnTo>
                <a:lnTo>
                  <a:pt x="4219565" y="2260600"/>
                </a:lnTo>
                <a:lnTo>
                  <a:pt x="4203022" y="2298700"/>
                </a:lnTo>
                <a:lnTo>
                  <a:pt x="4189911" y="2336800"/>
                </a:lnTo>
                <a:lnTo>
                  <a:pt x="4180374" y="2374900"/>
                </a:lnTo>
                <a:lnTo>
                  <a:pt x="4174548" y="2413000"/>
                </a:lnTo>
                <a:lnTo>
                  <a:pt x="4172576" y="2451100"/>
                </a:lnTo>
                <a:lnTo>
                  <a:pt x="4175077" y="2501900"/>
                </a:lnTo>
                <a:lnTo>
                  <a:pt x="4182508" y="2540000"/>
                </a:lnTo>
                <a:lnTo>
                  <a:pt x="4194754" y="2590800"/>
                </a:lnTo>
                <a:lnTo>
                  <a:pt x="4211705" y="2628900"/>
                </a:lnTo>
                <a:lnTo>
                  <a:pt x="4233248" y="2667000"/>
                </a:lnTo>
                <a:lnTo>
                  <a:pt x="4259270" y="2717800"/>
                </a:lnTo>
                <a:lnTo>
                  <a:pt x="4289659" y="2755900"/>
                </a:lnTo>
                <a:lnTo>
                  <a:pt x="4324304" y="2794000"/>
                </a:lnTo>
                <a:lnTo>
                  <a:pt x="4338671" y="2781300"/>
                </a:lnTo>
                <a:lnTo>
                  <a:pt x="4536795" y="2781300"/>
                </a:lnTo>
                <a:lnTo>
                  <a:pt x="4431687" y="2705100"/>
                </a:lnTo>
                <a:lnTo>
                  <a:pt x="4425005" y="2692400"/>
                </a:lnTo>
                <a:lnTo>
                  <a:pt x="4422780" y="2679700"/>
                </a:lnTo>
                <a:lnTo>
                  <a:pt x="4425008" y="2679700"/>
                </a:lnTo>
                <a:lnTo>
                  <a:pt x="4431687" y="2667000"/>
                </a:lnTo>
                <a:lnTo>
                  <a:pt x="4473277" y="2641600"/>
                </a:lnTo>
                <a:lnTo>
                  <a:pt x="4458665" y="2616200"/>
                </a:lnTo>
                <a:lnTo>
                  <a:pt x="4445893" y="2590800"/>
                </a:lnTo>
                <a:lnTo>
                  <a:pt x="4434984" y="2565400"/>
                </a:lnTo>
                <a:lnTo>
                  <a:pt x="4425960" y="2552700"/>
                </a:lnTo>
                <a:lnTo>
                  <a:pt x="4359132" y="2552700"/>
                </a:lnTo>
                <a:lnTo>
                  <a:pt x="4351397" y="2540000"/>
                </a:lnTo>
                <a:lnTo>
                  <a:pt x="4339990" y="2540000"/>
                </a:lnTo>
                <a:lnTo>
                  <a:pt x="4336780" y="2527300"/>
                </a:lnTo>
                <a:lnTo>
                  <a:pt x="4336901" y="2374900"/>
                </a:lnTo>
                <a:lnTo>
                  <a:pt x="4339291" y="2374900"/>
                </a:lnTo>
                <a:lnTo>
                  <a:pt x="4345809" y="2362200"/>
                </a:lnTo>
                <a:lnTo>
                  <a:pt x="4425960" y="2362200"/>
                </a:lnTo>
                <a:lnTo>
                  <a:pt x="4434984" y="2336800"/>
                </a:lnTo>
                <a:lnTo>
                  <a:pt x="4445893" y="2311400"/>
                </a:lnTo>
                <a:lnTo>
                  <a:pt x="4458665" y="2286000"/>
                </a:lnTo>
                <a:lnTo>
                  <a:pt x="4473277" y="2273300"/>
                </a:lnTo>
                <a:lnTo>
                  <a:pt x="4426210" y="2235200"/>
                </a:lnTo>
                <a:lnTo>
                  <a:pt x="4423001" y="2222500"/>
                </a:lnTo>
                <a:lnTo>
                  <a:pt x="4423001" y="2209800"/>
                </a:lnTo>
                <a:lnTo>
                  <a:pt x="4426210" y="2209800"/>
                </a:lnTo>
                <a:lnTo>
                  <a:pt x="4566460" y="2095500"/>
                </a:lnTo>
                <a:lnTo>
                  <a:pt x="4764947" y="2095500"/>
                </a:lnTo>
                <a:lnTo>
                  <a:pt x="4764947" y="2057400"/>
                </a:lnTo>
                <a:lnTo>
                  <a:pt x="4767339" y="2044700"/>
                </a:lnTo>
                <a:lnTo>
                  <a:pt x="4773860" y="2032000"/>
                </a:lnTo>
                <a:lnTo>
                  <a:pt x="5267521" y="2032000"/>
                </a:lnTo>
                <a:lnTo>
                  <a:pt x="5269974" y="2006600"/>
                </a:lnTo>
                <a:lnTo>
                  <a:pt x="5277180" y="1993900"/>
                </a:lnTo>
                <a:lnTo>
                  <a:pt x="5288911" y="1968500"/>
                </a:lnTo>
                <a:lnTo>
                  <a:pt x="5304939" y="1955800"/>
                </a:lnTo>
                <a:lnTo>
                  <a:pt x="5324438" y="1943100"/>
                </a:lnTo>
                <a:lnTo>
                  <a:pt x="5154731" y="1943100"/>
                </a:lnTo>
                <a:lnTo>
                  <a:pt x="5143407" y="1930400"/>
                </a:lnTo>
                <a:lnTo>
                  <a:pt x="5140152" y="1930400"/>
                </a:lnTo>
                <a:lnTo>
                  <a:pt x="5140152" y="1917700"/>
                </a:lnTo>
                <a:lnTo>
                  <a:pt x="5033446" y="1917700"/>
                </a:lnTo>
                <a:lnTo>
                  <a:pt x="4998153" y="1905000"/>
                </a:lnTo>
                <a:close/>
              </a:path>
              <a:path w="5544820" h="2946400">
                <a:moveTo>
                  <a:pt x="5051292" y="2743200"/>
                </a:moveTo>
                <a:lnTo>
                  <a:pt x="4729645" y="2743200"/>
                </a:lnTo>
                <a:lnTo>
                  <a:pt x="4765116" y="2755900"/>
                </a:lnTo>
                <a:lnTo>
                  <a:pt x="4801759" y="2768600"/>
                </a:lnTo>
                <a:lnTo>
                  <a:pt x="4979178" y="2768600"/>
                </a:lnTo>
                <a:lnTo>
                  <a:pt x="5015822" y="2755900"/>
                </a:lnTo>
                <a:lnTo>
                  <a:pt x="5051292" y="2743200"/>
                </a:lnTo>
                <a:close/>
              </a:path>
              <a:path w="5544820" h="2946400">
                <a:moveTo>
                  <a:pt x="5247726" y="2654300"/>
                </a:moveTo>
                <a:lnTo>
                  <a:pt x="4533211" y="2654300"/>
                </a:lnTo>
                <a:lnTo>
                  <a:pt x="4496210" y="2679700"/>
                </a:lnTo>
                <a:lnTo>
                  <a:pt x="4587647" y="2755900"/>
                </a:lnTo>
                <a:lnTo>
                  <a:pt x="4624684" y="2730500"/>
                </a:lnTo>
                <a:lnTo>
                  <a:pt x="4633214" y="2717800"/>
                </a:lnTo>
                <a:lnTo>
                  <a:pt x="5239009" y="2717800"/>
                </a:lnTo>
                <a:lnTo>
                  <a:pt x="5284727" y="2679700"/>
                </a:lnTo>
                <a:lnTo>
                  <a:pt x="5247726" y="2654300"/>
                </a:lnTo>
                <a:close/>
              </a:path>
              <a:path w="5544820" h="2946400">
                <a:moveTo>
                  <a:pt x="5239009" y="2717800"/>
                </a:moveTo>
                <a:lnTo>
                  <a:pt x="5147723" y="2717800"/>
                </a:lnTo>
                <a:lnTo>
                  <a:pt x="5156253" y="2730500"/>
                </a:lnTo>
                <a:lnTo>
                  <a:pt x="5193291" y="2755900"/>
                </a:lnTo>
                <a:lnTo>
                  <a:pt x="5239009" y="2717800"/>
                </a:lnTo>
                <a:close/>
              </a:path>
              <a:path w="5544820" h="2946400">
                <a:moveTo>
                  <a:pt x="5118229" y="2717800"/>
                </a:moveTo>
                <a:lnTo>
                  <a:pt x="4662709" y="2717800"/>
                </a:lnTo>
                <a:lnTo>
                  <a:pt x="4695469" y="2743200"/>
                </a:lnTo>
                <a:lnTo>
                  <a:pt x="5085469" y="2743200"/>
                </a:lnTo>
                <a:lnTo>
                  <a:pt x="5118229" y="2717800"/>
                </a:lnTo>
                <a:close/>
              </a:path>
              <a:path w="5544820" h="2946400">
                <a:moveTo>
                  <a:pt x="4839881" y="2260600"/>
                </a:moveTo>
                <a:lnTo>
                  <a:pt x="4541952" y="2260600"/>
                </a:lnTo>
                <a:lnTo>
                  <a:pt x="4541330" y="2273300"/>
                </a:lnTo>
                <a:lnTo>
                  <a:pt x="4537252" y="2273300"/>
                </a:lnTo>
                <a:lnTo>
                  <a:pt x="4518111" y="2298700"/>
                </a:lnTo>
                <a:lnTo>
                  <a:pt x="4502093" y="2324100"/>
                </a:lnTo>
                <a:lnTo>
                  <a:pt x="4489250" y="2362200"/>
                </a:lnTo>
                <a:lnTo>
                  <a:pt x="4479634" y="2387600"/>
                </a:lnTo>
                <a:lnTo>
                  <a:pt x="4475730" y="2387600"/>
                </a:lnTo>
                <a:lnTo>
                  <a:pt x="4469009" y="2400300"/>
                </a:lnTo>
                <a:lnTo>
                  <a:pt x="4397715" y="2400300"/>
                </a:lnTo>
                <a:lnTo>
                  <a:pt x="4397644" y="2501900"/>
                </a:lnTo>
                <a:lnTo>
                  <a:pt x="4469009" y="2501900"/>
                </a:lnTo>
                <a:lnTo>
                  <a:pt x="4475730" y="2514600"/>
                </a:lnTo>
                <a:lnTo>
                  <a:pt x="4479634" y="2514600"/>
                </a:lnTo>
                <a:lnTo>
                  <a:pt x="4489250" y="2552700"/>
                </a:lnTo>
                <a:lnTo>
                  <a:pt x="4502093" y="2578100"/>
                </a:lnTo>
                <a:lnTo>
                  <a:pt x="4518111" y="2603500"/>
                </a:lnTo>
                <a:lnTo>
                  <a:pt x="4537252" y="2628900"/>
                </a:lnTo>
                <a:lnTo>
                  <a:pt x="4541330" y="2628900"/>
                </a:lnTo>
                <a:lnTo>
                  <a:pt x="4541952" y="2641600"/>
                </a:lnTo>
                <a:lnTo>
                  <a:pt x="4539214" y="2654300"/>
                </a:lnTo>
                <a:lnTo>
                  <a:pt x="5241723" y="2654300"/>
                </a:lnTo>
                <a:lnTo>
                  <a:pt x="5238985" y="2641600"/>
                </a:lnTo>
                <a:lnTo>
                  <a:pt x="4839881" y="2641600"/>
                </a:lnTo>
                <a:lnTo>
                  <a:pt x="4792729" y="2628900"/>
                </a:lnTo>
                <a:lnTo>
                  <a:pt x="4750037" y="2616200"/>
                </a:lnTo>
                <a:lnTo>
                  <a:pt x="4712824" y="2590800"/>
                </a:lnTo>
                <a:lnTo>
                  <a:pt x="4682107" y="2565400"/>
                </a:lnTo>
                <a:lnTo>
                  <a:pt x="4658905" y="2527300"/>
                </a:lnTo>
                <a:lnTo>
                  <a:pt x="4644237" y="2489200"/>
                </a:lnTo>
                <a:lnTo>
                  <a:pt x="4639122" y="2451100"/>
                </a:lnTo>
                <a:lnTo>
                  <a:pt x="4644237" y="2413000"/>
                </a:lnTo>
                <a:lnTo>
                  <a:pt x="4658905" y="2374900"/>
                </a:lnTo>
                <a:lnTo>
                  <a:pt x="4682107" y="2349500"/>
                </a:lnTo>
                <a:lnTo>
                  <a:pt x="4712824" y="2311400"/>
                </a:lnTo>
                <a:lnTo>
                  <a:pt x="4750037" y="2298700"/>
                </a:lnTo>
                <a:lnTo>
                  <a:pt x="4792729" y="2273300"/>
                </a:lnTo>
                <a:lnTo>
                  <a:pt x="4839881" y="2260600"/>
                </a:lnTo>
                <a:close/>
              </a:path>
              <a:path w="5544820" h="2946400">
                <a:moveTo>
                  <a:pt x="5238981" y="2260600"/>
                </a:moveTo>
                <a:lnTo>
                  <a:pt x="4941068" y="2260600"/>
                </a:lnTo>
                <a:lnTo>
                  <a:pt x="4988219" y="2273300"/>
                </a:lnTo>
                <a:lnTo>
                  <a:pt x="5030911" y="2298700"/>
                </a:lnTo>
                <a:lnTo>
                  <a:pt x="5068125" y="2311400"/>
                </a:lnTo>
                <a:lnTo>
                  <a:pt x="5098842" y="2349500"/>
                </a:lnTo>
                <a:lnTo>
                  <a:pt x="5122043" y="2374900"/>
                </a:lnTo>
                <a:lnTo>
                  <a:pt x="5136711" y="2413000"/>
                </a:lnTo>
                <a:lnTo>
                  <a:pt x="5141827" y="2451100"/>
                </a:lnTo>
                <a:lnTo>
                  <a:pt x="5136711" y="2489200"/>
                </a:lnTo>
                <a:lnTo>
                  <a:pt x="5122043" y="2527300"/>
                </a:lnTo>
                <a:lnTo>
                  <a:pt x="5098842" y="2565400"/>
                </a:lnTo>
                <a:lnTo>
                  <a:pt x="5068125" y="2590800"/>
                </a:lnTo>
                <a:lnTo>
                  <a:pt x="5030911" y="2616200"/>
                </a:lnTo>
                <a:lnTo>
                  <a:pt x="4988219" y="2628900"/>
                </a:lnTo>
                <a:lnTo>
                  <a:pt x="4941068" y="2641600"/>
                </a:lnTo>
                <a:lnTo>
                  <a:pt x="5238985" y="2641600"/>
                </a:lnTo>
                <a:lnTo>
                  <a:pt x="5239607" y="2628900"/>
                </a:lnTo>
                <a:lnTo>
                  <a:pt x="5243685" y="2628900"/>
                </a:lnTo>
                <a:lnTo>
                  <a:pt x="5262826" y="2603500"/>
                </a:lnTo>
                <a:lnTo>
                  <a:pt x="5278844" y="2578100"/>
                </a:lnTo>
                <a:lnTo>
                  <a:pt x="5291688" y="2552700"/>
                </a:lnTo>
                <a:lnTo>
                  <a:pt x="5301303" y="2514600"/>
                </a:lnTo>
                <a:lnTo>
                  <a:pt x="5305207" y="2514600"/>
                </a:lnTo>
                <a:lnTo>
                  <a:pt x="5311928" y="2501900"/>
                </a:lnTo>
                <a:lnTo>
                  <a:pt x="5383317" y="2501900"/>
                </a:lnTo>
                <a:lnTo>
                  <a:pt x="5383317" y="2400300"/>
                </a:lnTo>
                <a:lnTo>
                  <a:pt x="5311924" y="2400300"/>
                </a:lnTo>
                <a:lnTo>
                  <a:pt x="5305202" y="2387600"/>
                </a:lnTo>
                <a:lnTo>
                  <a:pt x="5301303" y="2387600"/>
                </a:lnTo>
                <a:lnTo>
                  <a:pt x="5291682" y="2362200"/>
                </a:lnTo>
                <a:lnTo>
                  <a:pt x="5278840" y="2324100"/>
                </a:lnTo>
                <a:lnTo>
                  <a:pt x="5262824" y="2298700"/>
                </a:lnTo>
                <a:lnTo>
                  <a:pt x="5243685" y="2273300"/>
                </a:lnTo>
                <a:lnTo>
                  <a:pt x="5239606" y="2273300"/>
                </a:lnTo>
                <a:lnTo>
                  <a:pt x="5238981" y="2260600"/>
                </a:lnTo>
                <a:close/>
              </a:path>
              <a:path w="5544820" h="2946400">
                <a:moveTo>
                  <a:pt x="4941064" y="2311400"/>
                </a:moveTo>
                <a:lnTo>
                  <a:pt x="4839885" y="2311400"/>
                </a:lnTo>
                <a:lnTo>
                  <a:pt x="4794391" y="2324100"/>
                </a:lnTo>
                <a:lnTo>
                  <a:pt x="4755822" y="2349500"/>
                </a:lnTo>
                <a:lnTo>
                  <a:pt x="4726008" y="2374900"/>
                </a:lnTo>
                <a:lnTo>
                  <a:pt x="4706778" y="2413000"/>
                </a:lnTo>
                <a:lnTo>
                  <a:pt x="4699961" y="2451100"/>
                </a:lnTo>
                <a:lnTo>
                  <a:pt x="4706778" y="2489200"/>
                </a:lnTo>
                <a:lnTo>
                  <a:pt x="4726008" y="2527300"/>
                </a:lnTo>
                <a:lnTo>
                  <a:pt x="4755822" y="2552700"/>
                </a:lnTo>
                <a:lnTo>
                  <a:pt x="4794391" y="2578100"/>
                </a:lnTo>
                <a:lnTo>
                  <a:pt x="4839885" y="2590800"/>
                </a:lnTo>
                <a:lnTo>
                  <a:pt x="4890475" y="2603500"/>
                </a:lnTo>
                <a:lnTo>
                  <a:pt x="4941064" y="2590800"/>
                </a:lnTo>
                <a:lnTo>
                  <a:pt x="4986558" y="2578100"/>
                </a:lnTo>
                <a:lnTo>
                  <a:pt x="5025127" y="2552700"/>
                </a:lnTo>
                <a:lnTo>
                  <a:pt x="5054942" y="2527300"/>
                </a:lnTo>
                <a:lnTo>
                  <a:pt x="5074172" y="2489200"/>
                </a:lnTo>
                <a:lnTo>
                  <a:pt x="5080989" y="2451100"/>
                </a:lnTo>
                <a:lnTo>
                  <a:pt x="5074172" y="2413000"/>
                </a:lnTo>
                <a:lnTo>
                  <a:pt x="5054942" y="2374900"/>
                </a:lnTo>
                <a:lnTo>
                  <a:pt x="5025127" y="2349500"/>
                </a:lnTo>
                <a:lnTo>
                  <a:pt x="4986558" y="2324100"/>
                </a:lnTo>
                <a:lnTo>
                  <a:pt x="4941064" y="2311400"/>
                </a:lnTo>
                <a:close/>
              </a:path>
              <a:path w="5544820" h="2946400">
                <a:moveTo>
                  <a:pt x="4587956" y="2146300"/>
                </a:moveTo>
                <a:lnTo>
                  <a:pt x="4496447" y="2222500"/>
                </a:lnTo>
                <a:lnTo>
                  <a:pt x="4533211" y="2247900"/>
                </a:lnTo>
                <a:lnTo>
                  <a:pt x="4539214" y="2260600"/>
                </a:lnTo>
                <a:lnTo>
                  <a:pt x="5241719" y="2260600"/>
                </a:lnTo>
                <a:lnTo>
                  <a:pt x="5247726" y="2247900"/>
                </a:lnTo>
                <a:lnTo>
                  <a:pt x="5284490" y="2222500"/>
                </a:lnTo>
                <a:lnTo>
                  <a:pt x="5238736" y="2184400"/>
                </a:lnTo>
                <a:lnTo>
                  <a:pt x="4624684" y="2184400"/>
                </a:lnTo>
                <a:lnTo>
                  <a:pt x="4587956" y="2146300"/>
                </a:lnTo>
                <a:close/>
              </a:path>
              <a:path w="5544820" h="2946400">
                <a:moveTo>
                  <a:pt x="4979178" y="2133600"/>
                </a:moveTo>
                <a:lnTo>
                  <a:pt x="4801759" y="2133600"/>
                </a:lnTo>
                <a:lnTo>
                  <a:pt x="4765109" y="2146300"/>
                </a:lnTo>
                <a:lnTo>
                  <a:pt x="4729637" y="2159000"/>
                </a:lnTo>
                <a:lnTo>
                  <a:pt x="4695463" y="2171700"/>
                </a:lnTo>
                <a:lnTo>
                  <a:pt x="4662709" y="2184400"/>
                </a:lnTo>
                <a:lnTo>
                  <a:pt x="5118229" y="2184400"/>
                </a:lnTo>
                <a:lnTo>
                  <a:pt x="5085474" y="2171700"/>
                </a:lnTo>
                <a:lnTo>
                  <a:pt x="5051297" y="2159000"/>
                </a:lnTo>
                <a:lnTo>
                  <a:pt x="5015823" y="2146300"/>
                </a:lnTo>
                <a:lnTo>
                  <a:pt x="4979178" y="2133600"/>
                </a:lnTo>
                <a:close/>
              </a:path>
              <a:path w="5544820" h="2946400">
                <a:moveTo>
                  <a:pt x="5192981" y="2146300"/>
                </a:moveTo>
                <a:lnTo>
                  <a:pt x="5156241" y="2184400"/>
                </a:lnTo>
                <a:lnTo>
                  <a:pt x="5238736" y="2184400"/>
                </a:lnTo>
                <a:lnTo>
                  <a:pt x="5192981" y="2146300"/>
                </a:lnTo>
                <a:close/>
              </a:path>
              <a:path w="5544820" h="2946400">
                <a:moveTo>
                  <a:pt x="4764947" y="2095500"/>
                </a:moveTo>
                <a:lnTo>
                  <a:pt x="4609475" y="2095500"/>
                </a:lnTo>
                <a:lnTo>
                  <a:pt x="4650790" y="2133600"/>
                </a:lnTo>
                <a:lnTo>
                  <a:pt x="4678164" y="2120900"/>
                </a:lnTo>
                <a:lnTo>
                  <a:pt x="4706349" y="2108200"/>
                </a:lnTo>
                <a:lnTo>
                  <a:pt x="4735294" y="2108200"/>
                </a:lnTo>
                <a:lnTo>
                  <a:pt x="4764947" y="2095500"/>
                </a:lnTo>
                <a:close/>
              </a:path>
              <a:path w="5544820" h="2946400">
                <a:moveTo>
                  <a:pt x="4956933" y="2120900"/>
                </a:moveTo>
                <a:lnTo>
                  <a:pt x="4824002" y="2120900"/>
                </a:lnTo>
                <a:lnTo>
                  <a:pt x="4819026" y="2133600"/>
                </a:lnTo>
                <a:lnTo>
                  <a:pt x="4961907" y="2133600"/>
                </a:lnTo>
                <a:lnTo>
                  <a:pt x="4956933" y="2120900"/>
                </a:lnTo>
                <a:close/>
              </a:path>
              <a:path w="5544820" h="2946400">
                <a:moveTo>
                  <a:pt x="5267521" y="2032000"/>
                </a:moveTo>
                <a:lnTo>
                  <a:pt x="5007081" y="2032000"/>
                </a:lnTo>
                <a:lnTo>
                  <a:pt x="5013600" y="2044700"/>
                </a:lnTo>
                <a:lnTo>
                  <a:pt x="5015990" y="2057400"/>
                </a:lnTo>
                <a:lnTo>
                  <a:pt x="5015990" y="2095500"/>
                </a:lnTo>
                <a:lnTo>
                  <a:pt x="5045650" y="2108200"/>
                </a:lnTo>
                <a:lnTo>
                  <a:pt x="5074598" y="2108200"/>
                </a:lnTo>
                <a:lnTo>
                  <a:pt x="5102785" y="2120900"/>
                </a:lnTo>
                <a:lnTo>
                  <a:pt x="5130158" y="2133600"/>
                </a:lnTo>
                <a:lnTo>
                  <a:pt x="5171462" y="2095500"/>
                </a:lnTo>
                <a:lnTo>
                  <a:pt x="5304939" y="2095500"/>
                </a:lnTo>
                <a:lnTo>
                  <a:pt x="5288911" y="2082800"/>
                </a:lnTo>
                <a:lnTo>
                  <a:pt x="5277180" y="2070100"/>
                </a:lnTo>
                <a:lnTo>
                  <a:pt x="5269974" y="2044700"/>
                </a:lnTo>
                <a:lnTo>
                  <a:pt x="5267521" y="2032000"/>
                </a:lnTo>
                <a:close/>
              </a:path>
              <a:path w="5544820" h="2946400">
                <a:moveTo>
                  <a:pt x="5544615" y="1892300"/>
                </a:moveTo>
                <a:lnTo>
                  <a:pt x="5178579" y="1892300"/>
                </a:lnTo>
                <a:lnTo>
                  <a:pt x="5186422" y="1905000"/>
                </a:lnTo>
                <a:lnTo>
                  <a:pt x="5197746" y="1905000"/>
                </a:lnTo>
                <a:lnTo>
                  <a:pt x="5200990" y="1917700"/>
                </a:lnTo>
                <a:lnTo>
                  <a:pt x="5200990" y="1930400"/>
                </a:lnTo>
                <a:lnTo>
                  <a:pt x="5420403" y="1930400"/>
                </a:lnTo>
                <a:lnTo>
                  <a:pt x="5444202" y="1943100"/>
                </a:lnTo>
                <a:lnTo>
                  <a:pt x="5466128" y="1943100"/>
                </a:lnTo>
                <a:lnTo>
                  <a:pt x="5485627" y="1955800"/>
                </a:lnTo>
                <a:lnTo>
                  <a:pt x="5511227" y="1981200"/>
                </a:lnTo>
                <a:lnTo>
                  <a:pt x="5522421" y="2019300"/>
                </a:lnTo>
                <a:lnTo>
                  <a:pt x="5519213" y="2057400"/>
                </a:lnTo>
                <a:lnTo>
                  <a:pt x="5501608" y="2082800"/>
                </a:lnTo>
                <a:lnTo>
                  <a:pt x="5544615" y="2133600"/>
                </a:lnTo>
                <a:lnTo>
                  <a:pt x="5544615" y="1892300"/>
                </a:lnTo>
                <a:close/>
              </a:path>
              <a:path w="5544820" h="2946400">
                <a:moveTo>
                  <a:pt x="4955151" y="2070100"/>
                </a:moveTo>
                <a:lnTo>
                  <a:pt x="4825786" y="2070100"/>
                </a:lnTo>
                <a:lnTo>
                  <a:pt x="4825786" y="2120900"/>
                </a:lnTo>
                <a:lnTo>
                  <a:pt x="4955151" y="2120900"/>
                </a:lnTo>
                <a:lnTo>
                  <a:pt x="4955151" y="2070100"/>
                </a:lnTo>
                <a:close/>
              </a:path>
              <a:path w="5544820" h="2946400">
                <a:moveTo>
                  <a:pt x="5456645" y="2108200"/>
                </a:moveTo>
                <a:lnTo>
                  <a:pt x="5442278" y="2120900"/>
                </a:lnTo>
                <a:lnTo>
                  <a:pt x="5465568" y="2120900"/>
                </a:lnTo>
                <a:lnTo>
                  <a:pt x="5456645" y="2108200"/>
                </a:lnTo>
                <a:close/>
              </a:path>
              <a:path w="5544820" h="2946400">
                <a:moveTo>
                  <a:pt x="5420908" y="2070100"/>
                </a:moveTo>
                <a:lnTo>
                  <a:pt x="5369655" y="2070100"/>
                </a:lnTo>
                <a:lnTo>
                  <a:pt x="5382122" y="2082800"/>
                </a:lnTo>
                <a:lnTo>
                  <a:pt x="5408440" y="2082800"/>
                </a:lnTo>
                <a:lnTo>
                  <a:pt x="5420908" y="2070100"/>
                </a:lnTo>
                <a:close/>
              </a:path>
              <a:path w="5544820" h="2946400">
                <a:moveTo>
                  <a:pt x="5432396" y="1981200"/>
                </a:moveTo>
                <a:lnTo>
                  <a:pt x="5358175" y="1981200"/>
                </a:lnTo>
                <a:lnTo>
                  <a:pt x="5347966" y="1993900"/>
                </a:lnTo>
                <a:lnTo>
                  <a:pt x="5339569" y="1993900"/>
                </a:lnTo>
                <a:lnTo>
                  <a:pt x="5333422" y="2006600"/>
                </a:lnTo>
                <a:lnTo>
                  <a:pt x="5329645" y="2019300"/>
                </a:lnTo>
                <a:lnTo>
                  <a:pt x="5328359" y="2032000"/>
                </a:lnTo>
                <a:lnTo>
                  <a:pt x="5329645" y="2044700"/>
                </a:lnTo>
                <a:lnTo>
                  <a:pt x="5333422" y="2044700"/>
                </a:lnTo>
                <a:lnTo>
                  <a:pt x="5339569" y="2057400"/>
                </a:lnTo>
                <a:lnTo>
                  <a:pt x="5347966" y="2070100"/>
                </a:lnTo>
                <a:lnTo>
                  <a:pt x="5442611" y="2070100"/>
                </a:lnTo>
                <a:lnTo>
                  <a:pt x="5457282" y="2044700"/>
                </a:lnTo>
                <a:lnTo>
                  <a:pt x="5462173" y="2032000"/>
                </a:lnTo>
                <a:lnTo>
                  <a:pt x="5457282" y="2006600"/>
                </a:lnTo>
                <a:lnTo>
                  <a:pt x="5442611" y="1993900"/>
                </a:lnTo>
                <a:lnTo>
                  <a:pt x="5432396" y="1981200"/>
                </a:lnTo>
                <a:close/>
              </a:path>
              <a:path w="5544820" h="2946400">
                <a:moveTo>
                  <a:pt x="5370163" y="1930400"/>
                </a:moveTo>
                <a:lnTo>
                  <a:pt x="5197735" y="1930400"/>
                </a:lnTo>
                <a:lnTo>
                  <a:pt x="5186422" y="1943100"/>
                </a:lnTo>
                <a:lnTo>
                  <a:pt x="5346364" y="1943100"/>
                </a:lnTo>
                <a:lnTo>
                  <a:pt x="5370163" y="1930400"/>
                </a:lnTo>
                <a:close/>
              </a:path>
              <a:path w="5544820" h="2946400">
                <a:moveTo>
                  <a:pt x="5143407" y="1905000"/>
                </a:moveTo>
                <a:lnTo>
                  <a:pt x="5056285" y="1905000"/>
                </a:lnTo>
                <a:lnTo>
                  <a:pt x="5045516" y="1917700"/>
                </a:lnTo>
                <a:lnTo>
                  <a:pt x="5140152" y="1917700"/>
                </a:lnTo>
                <a:lnTo>
                  <a:pt x="5143407" y="1905000"/>
                </a:lnTo>
                <a:close/>
              </a:path>
              <a:path w="5544820" h="2946400">
                <a:moveTo>
                  <a:pt x="5544615" y="1854200"/>
                </a:moveTo>
                <a:lnTo>
                  <a:pt x="4968533" y="1854200"/>
                </a:lnTo>
                <a:lnTo>
                  <a:pt x="5007219" y="1866900"/>
                </a:lnTo>
                <a:lnTo>
                  <a:pt x="5056628" y="1866900"/>
                </a:lnTo>
                <a:lnTo>
                  <a:pt x="5064813" y="1879600"/>
                </a:lnTo>
                <a:lnTo>
                  <a:pt x="5069287" y="1892300"/>
                </a:lnTo>
                <a:lnTo>
                  <a:pt x="5064594" y="1905000"/>
                </a:lnTo>
                <a:lnTo>
                  <a:pt x="5154731" y="1905000"/>
                </a:lnTo>
                <a:lnTo>
                  <a:pt x="5162538" y="1892300"/>
                </a:lnTo>
                <a:lnTo>
                  <a:pt x="5544615" y="1892300"/>
                </a:lnTo>
                <a:lnTo>
                  <a:pt x="5544615" y="185420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479180" y="563371"/>
            <a:ext cx="1631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52230" y="819403"/>
            <a:ext cx="4941570" cy="541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30"/>
              </a:lnSpc>
              <a:spcBef>
                <a:spcPts val="100"/>
              </a:spcBef>
            </a:pPr>
            <a:r>
              <a:rPr sz="1800" b="1" dirty="0">
                <a:latin typeface="Courier New"/>
                <a:cs typeface="Courier New"/>
              </a:rPr>
              <a:t>"SUSCRIPCION_NETFLIX":</a:t>
            </a:r>
            <a:r>
              <a:rPr sz="1800" b="1" spc="-225" dirty="0">
                <a:latin typeface="Courier New"/>
                <a:cs typeface="Courier New"/>
              </a:rPr>
              <a:t> </a:t>
            </a:r>
            <a:r>
              <a:rPr sz="1800" b="1" spc="-50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285750">
              <a:lnSpc>
                <a:spcPts val="2030"/>
              </a:lnSpc>
              <a:tabLst>
                <a:tab pos="4653915" algn="l"/>
              </a:tabLst>
            </a:pPr>
            <a:r>
              <a:rPr sz="1800" b="1" dirty="0">
                <a:latin typeface="Courier New"/>
                <a:cs typeface="Courier New"/>
              </a:rPr>
              <a:t>"Beneficiario":</a:t>
            </a:r>
            <a:r>
              <a:rPr sz="1800" b="1" spc="-11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"María</a:t>
            </a:r>
            <a:r>
              <a:rPr sz="1800" b="1" spc="-11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Ramírez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25" dirty="0">
                <a:latin typeface="Courier New"/>
                <a:cs typeface="Courier New"/>
              </a:rPr>
              <a:t>\n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79180" y="1313179"/>
            <a:ext cx="152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ourier New"/>
                <a:cs typeface="Courier New"/>
              </a:rPr>
              <a:t>Izquierdo",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25280" y="1553971"/>
            <a:ext cx="3711575" cy="103759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>
              <a:lnSpc>
                <a:spcPct val="90600"/>
              </a:lnSpc>
              <a:spcBef>
                <a:spcPts val="300"/>
              </a:spcBef>
            </a:pPr>
            <a:r>
              <a:rPr sz="1800" b="1" dirty="0">
                <a:latin typeface="Courier New"/>
                <a:cs typeface="Courier New"/>
              </a:rPr>
              <a:t>"Tipo":</a:t>
            </a:r>
            <a:r>
              <a:rPr sz="1800" b="1" spc="-7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"Estándar", </a:t>
            </a:r>
            <a:r>
              <a:rPr sz="1800" b="1" dirty="0">
                <a:latin typeface="Courier New"/>
                <a:cs typeface="Courier New"/>
              </a:rPr>
              <a:t>"Precio_mensual":</a:t>
            </a:r>
            <a:r>
              <a:rPr sz="1800" b="1" spc="-17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"11,99€", </a:t>
            </a:r>
            <a:r>
              <a:rPr sz="1800" b="1" dirty="0">
                <a:latin typeface="Courier New"/>
                <a:cs typeface="Courier New"/>
              </a:rPr>
              <a:t>"Pantallas":</a:t>
            </a:r>
            <a:r>
              <a:rPr sz="1800" b="1" spc="-125" dirty="0">
                <a:latin typeface="Courier New"/>
                <a:cs typeface="Courier New"/>
              </a:rPr>
              <a:t> </a:t>
            </a:r>
            <a:r>
              <a:rPr sz="1800" b="1" spc="-25" dirty="0">
                <a:latin typeface="Courier New"/>
                <a:cs typeface="Courier New"/>
              </a:rPr>
              <a:t>2,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ts val="1895"/>
              </a:lnSpc>
            </a:pPr>
            <a:r>
              <a:rPr sz="1800" b="1" dirty="0">
                <a:latin typeface="Courier New"/>
                <a:cs typeface="Courier New"/>
              </a:rPr>
              <a:t>"Disp_Descargas":</a:t>
            </a:r>
            <a:r>
              <a:rPr sz="1800" b="1" spc="-170" dirty="0">
                <a:latin typeface="Courier New"/>
                <a:cs typeface="Courier New"/>
              </a:rPr>
              <a:t> </a:t>
            </a:r>
            <a:r>
              <a:rPr sz="1800" b="1" spc="-50" dirty="0">
                <a:latin typeface="Courier New"/>
                <a:cs typeface="Courier New"/>
              </a:rPr>
              <a:t>2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79180" y="2544572"/>
            <a:ext cx="436245" cy="541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0">
              <a:lnSpc>
                <a:spcPts val="2030"/>
              </a:lnSpc>
              <a:spcBef>
                <a:spcPts val="100"/>
              </a:spcBef>
            </a:pPr>
            <a:r>
              <a:rPr sz="1800" b="1" spc="-50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ts val="2030"/>
              </a:lnSpc>
            </a:pPr>
            <a:r>
              <a:rPr sz="1800" b="1" spc="-50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60431" y="195486"/>
            <a:ext cx="576063" cy="576063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XML</a:t>
            </a:r>
          </a:p>
        </p:txBody>
      </p:sp>
      <p:sp>
        <p:nvSpPr>
          <p:cNvPr id="3" name="object 3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67455" y="1326387"/>
            <a:ext cx="2070100" cy="1049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ts val="2830"/>
              </a:lnSpc>
              <a:spcBef>
                <a:spcPts val="100"/>
              </a:spcBef>
            </a:pP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A</a:t>
            </a:r>
            <a:r>
              <a:rPr sz="2800" b="1" spc="-100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partir</a:t>
            </a:r>
            <a:r>
              <a:rPr sz="2800" b="1" spc="-25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de</a:t>
            </a:r>
            <a:r>
              <a:rPr sz="2800" b="1" spc="-25" dirty="0">
                <a:solidFill>
                  <a:srgbClr val="FF0000"/>
                </a:solidFill>
                <a:latin typeface="Arial Narrow"/>
                <a:cs typeface="Arial Narrow"/>
              </a:rPr>
              <a:t> una</a:t>
            </a:r>
            <a:endParaRPr sz="2800">
              <a:latin typeface="Arial Narrow"/>
              <a:cs typeface="Arial Narrow"/>
            </a:endParaRPr>
          </a:p>
          <a:p>
            <a:pPr marR="5715" algn="r">
              <a:lnSpc>
                <a:spcPts val="2350"/>
              </a:lnSpc>
            </a:pP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tabla</a:t>
            </a:r>
            <a:r>
              <a:rPr sz="2800" b="1" spc="-20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de</a:t>
            </a:r>
            <a:r>
              <a:rPr sz="2800" b="1" spc="-15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spc="-25" dirty="0">
                <a:solidFill>
                  <a:srgbClr val="FF0000"/>
                </a:solidFill>
                <a:latin typeface="Arial Narrow"/>
                <a:cs typeface="Arial Narrow"/>
              </a:rPr>
              <a:t>una</a:t>
            </a:r>
            <a:endParaRPr sz="2800">
              <a:latin typeface="Arial Narrow"/>
              <a:cs typeface="Arial Narrow"/>
            </a:endParaRPr>
          </a:p>
          <a:p>
            <a:pPr marL="1114425">
              <a:lnSpc>
                <a:spcPts val="2880"/>
              </a:lnSpc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BBDD:</a:t>
            </a:r>
            <a:endParaRPr sz="2800">
              <a:latin typeface="Arial Narrow"/>
              <a:cs typeface="Arial Narrow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269504" y="693191"/>
          <a:ext cx="5472430" cy="28790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62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95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284"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2400" b="1" spc="-360" dirty="0">
                          <a:latin typeface="Arial"/>
                          <a:cs typeface="Arial"/>
                        </a:rPr>
                        <a:t>PELÍCULAS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9BBB59"/>
                      </a:solidFill>
                      <a:prstDash val="solid"/>
                    </a:lnL>
                    <a:lnR w="12700">
                      <a:solidFill>
                        <a:srgbClr val="9BBB59"/>
                      </a:solidFill>
                      <a:prstDash val="solid"/>
                    </a:lnR>
                    <a:lnT w="12700">
                      <a:solidFill>
                        <a:srgbClr val="9BBB59"/>
                      </a:solidFill>
                      <a:prstDash val="solid"/>
                    </a:lnT>
                    <a:lnB w="12700">
                      <a:solidFill>
                        <a:srgbClr val="9BBB59"/>
                      </a:solidFill>
                      <a:prstDash val="solid"/>
                    </a:lnB>
                    <a:solidFill>
                      <a:srgbClr val="EFF3E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R="87630" algn="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65" dirty="0">
                          <a:latin typeface="Arial"/>
                          <a:cs typeface="Arial"/>
                        </a:rPr>
                        <a:t>Id_Pelicula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9BBB59"/>
                      </a:solidFill>
                      <a:prstDash val="solid"/>
                    </a:lnL>
                    <a:lnR w="12700">
                      <a:solidFill>
                        <a:srgbClr val="9BBB59"/>
                      </a:solidFill>
                      <a:prstDash val="solid"/>
                    </a:lnR>
                    <a:lnT w="12700">
                      <a:solidFill>
                        <a:srgbClr val="9BBB59"/>
                      </a:solidFill>
                      <a:prstDash val="solid"/>
                    </a:lnT>
                    <a:lnB w="12700">
                      <a:solidFill>
                        <a:srgbClr val="9BBB59"/>
                      </a:solidFill>
                      <a:prstDash val="solid"/>
                    </a:lnB>
                    <a:solidFill>
                      <a:srgbClr val="DEE7D1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10" dirty="0">
                          <a:latin typeface="Arial"/>
                          <a:cs typeface="Arial"/>
                        </a:rPr>
                        <a:t>Título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9BBB59"/>
                      </a:solidFill>
                      <a:prstDash val="solid"/>
                    </a:lnL>
                    <a:lnR w="12700">
                      <a:solidFill>
                        <a:srgbClr val="9BBB59"/>
                      </a:solidFill>
                      <a:prstDash val="solid"/>
                    </a:lnR>
                    <a:lnT w="12700">
                      <a:solidFill>
                        <a:srgbClr val="9BBB59"/>
                      </a:solidFill>
                      <a:prstDash val="solid"/>
                    </a:lnT>
                    <a:lnB w="12700">
                      <a:solidFill>
                        <a:srgbClr val="9BBB59"/>
                      </a:solidFill>
                      <a:prstDash val="solid"/>
                    </a:lnB>
                    <a:solidFill>
                      <a:srgbClr val="DEE7D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25" dirty="0">
                          <a:latin typeface="Arial"/>
                          <a:cs typeface="Arial"/>
                        </a:rPr>
                        <a:t>Año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9BBB59"/>
                      </a:solidFill>
                      <a:prstDash val="solid"/>
                    </a:lnL>
                    <a:lnR w="12700">
                      <a:solidFill>
                        <a:srgbClr val="9BBB59"/>
                      </a:solidFill>
                      <a:prstDash val="solid"/>
                    </a:lnR>
                    <a:lnT w="12700">
                      <a:solidFill>
                        <a:srgbClr val="9BBB59"/>
                      </a:solidFill>
                      <a:prstDash val="solid"/>
                    </a:lnT>
                    <a:lnB w="12700">
                      <a:solidFill>
                        <a:srgbClr val="9BBB59"/>
                      </a:solidFill>
                      <a:prstDash val="solid"/>
                    </a:lnB>
                    <a:solidFill>
                      <a:srgbClr val="DEE7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9BBB59"/>
                      </a:solidFill>
                      <a:prstDash val="solid"/>
                    </a:lnL>
                    <a:lnR w="12700">
                      <a:solidFill>
                        <a:srgbClr val="9BBB59"/>
                      </a:solidFill>
                      <a:prstDash val="solid"/>
                    </a:lnR>
                    <a:lnT w="12700">
                      <a:solidFill>
                        <a:srgbClr val="9BBB59"/>
                      </a:solidFill>
                      <a:prstDash val="solid"/>
                    </a:lnT>
                    <a:lnB w="12700">
                      <a:solidFill>
                        <a:srgbClr val="9BBB59"/>
                      </a:solidFill>
                      <a:prstDash val="solid"/>
                    </a:lnB>
                    <a:solidFill>
                      <a:srgbClr val="EFF3EA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Octopussy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9BBB59"/>
                      </a:solidFill>
                      <a:prstDash val="solid"/>
                    </a:lnL>
                    <a:lnR w="12700">
                      <a:solidFill>
                        <a:srgbClr val="9BBB59"/>
                      </a:solidFill>
                      <a:prstDash val="solid"/>
                    </a:lnR>
                    <a:lnT w="12700">
                      <a:solidFill>
                        <a:srgbClr val="9BBB59"/>
                      </a:solidFill>
                      <a:prstDash val="solid"/>
                    </a:lnT>
                    <a:lnB w="12700">
                      <a:solidFill>
                        <a:srgbClr val="9BBB59"/>
                      </a:solidFill>
                      <a:prstDash val="solid"/>
                    </a:lnB>
                    <a:solidFill>
                      <a:srgbClr val="EFF3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1983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9BBB59"/>
                      </a:solidFill>
                      <a:prstDash val="solid"/>
                    </a:lnL>
                    <a:lnR w="12700">
                      <a:solidFill>
                        <a:srgbClr val="9BBB59"/>
                      </a:solidFill>
                      <a:prstDash val="solid"/>
                    </a:lnR>
                    <a:lnT w="12700">
                      <a:solidFill>
                        <a:srgbClr val="9BBB59"/>
                      </a:solidFill>
                      <a:prstDash val="solid"/>
                    </a:lnT>
                    <a:lnB w="12700">
                      <a:solidFill>
                        <a:srgbClr val="9BBB59"/>
                      </a:solidFill>
                      <a:prstDash val="solid"/>
                    </a:lnB>
                    <a:solidFill>
                      <a:srgbClr val="EF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5805"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167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12090" marB="0">
                    <a:lnL w="12700">
                      <a:solidFill>
                        <a:srgbClr val="9BBB59"/>
                      </a:solidFill>
                      <a:prstDash val="solid"/>
                    </a:lnL>
                    <a:lnR w="12700">
                      <a:solidFill>
                        <a:srgbClr val="9BBB59"/>
                      </a:solidFill>
                      <a:prstDash val="solid"/>
                    </a:lnR>
                    <a:lnT w="12700">
                      <a:solidFill>
                        <a:srgbClr val="9BBB59"/>
                      </a:solidFill>
                      <a:prstDash val="solid"/>
                    </a:lnT>
                    <a:lnB w="12700">
                      <a:solidFill>
                        <a:srgbClr val="9BBB59"/>
                      </a:solidFill>
                      <a:prstDash val="solid"/>
                    </a:lnB>
                    <a:solidFill>
                      <a:srgbClr val="DEE7D1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670"/>
                        </a:spcBef>
                      </a:pPr>
                      <a:r>
                        <a:rPr sz="1800" spc="-105" dirty="0">
                          <a:latin typeface="Arial"/>
                          <a:cs typeface="Arial"/>
                        </a:rPr>
                        <a:t>Hable</a:t>
                      </a:r>
                      <a:r>
                        <a:rPr sz="18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0" dirty="0">
                          <a:latin typeface="Arial"/>
                          <a:cs typeface="Arial"/>
                        </a:rPr>
                        <a:t>con</a:t>
                      </a:r>
                      <a:r>
                        <a:rPr sz="18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ella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12090" marB="0">
                    <a:lnL w="12700">
                      <a:solidFill>
                        <a:srgbClr val="9BBB59"/>
                      </a:solidFill>
                      <a:prstDash val="solid"/>
                    </a:lnL>
                    <a:lnR w="12700">
                      <a:solidFill>
                        <a:srgbClr val="9BBB59"/>
                      </a:solidFill>
                      <a:prstDash val="solid"/>
                    </a:lnR>
                    <a:lnT w="12700">
                      <a:solidFill>
                        <a:srgbClr val="9BBB59"/>
                      </a:solidFill>
                      <a:prstDash val="solid"/>
                    </a:lnT>
                    <a:lnB w="12700">
                      <a:solidFill>
                        <a:srgbClr val="9BBB59"/>
                      </a:solidFill>
                      <a:prstDash val="solid"/>
                    </a:lnB>
                    <a:solidFill>
                      <a:srgbClr val="DEE7D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70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2002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12090" marB="0">
                    <a:lnL w="12700">
                      <a:solidFill>
                        <a:srgbClr val="9BBB59"/>
                      </a:solidFill>
                      <a:prstDash val="solid"/>
                    </a:lnL>
                    <a:lnR w="12700">
                      <a:solidFill>
                        <a:srgbClr val="9BBB59"/>
                      </a:solidFill>
                      <a:prstDash val="solid"/>
                    </a:lnR>
                    <a:lnT w="12700">
                      <a:solidFill>
                        <a:srgbClr val="9BBB59"/>
                      </a:solidFill>
                      <a:prstDash val="solid"/>
                    </a:lnT>
                    <a:lnB w="12700">
                      <a:solidFill>
                        <a:srgbClr val="9BBB59"/>
                      </a:solidFill>
                      <a:prstDash val="solid"/>
                    </a:lnB>
                    <a:solidFill>
                      <a:srgbClr val="DEE7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176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23520" marB="0">
                    <a:lnL w="12700">
                      <a:solidFill>
                        <a:srgbClr val="9BBB59"/>
                      </a:solidFill>
                      <a:prstDash val="solid"/>
                    </a:lnL>
                    <a:lnR w="12700">
                      <a:solidFill>
                        <a:srgbClr val="9BBB59"/>
                      </a:solidFill>
                      <a:prstDash val="solid"/>
                    </a:lnR>
                    <a:lnT w="12700">
                      <a:solidFill>
                        <a:srgbClr val="9BBB59"/>
                      </a:solidFill>
                      <a:prstDash val="solid"/>
                    </a:lnT>
                    <a:lnB w="12700">
                      <a:solidFill>
                        <a:srgbClr val="9BBB59"/>
                      </a:solidFill>
                      <a:prstDash val="solid"/>
                    </a:lnB>
                    <a:solidFill>
                      <a:srgbClr val="EFF3EA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760"/>
                        </a:spcBef>
                      </a:pPr>
                      <a:r>
                        <a:rPr sz="1800" spc="-130" dirty="0">
                          <a:latin typeface="Arial"/>
                          <a:cs typeface="Arial"/>
                        </a:rPr>
                        <a:t>Ocho</a:t>
                      </a:r>
                      <a:r>
                        <a:rPr sz="18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70" dirty="0">
                          <a:latin typeface="Arial"/>
                          <a:cs typeface="Arial"/>
                        </a:rPr>
                        <a:t>apellidos</a:t>
                      </a:r>
                      <a:r>
                        <a:rPr sz="18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vascos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23520" marB="0">
                    <a:lnL w="12700">
                      <a:solidFill>
                        <a:srgbClr val="9BBB59"/>
                      </a:solidFill>
                      <a:prstDash val="solid"/>
                    </a:lnL>
                    <a:lnR w="12700">
                      <a:solidFill>
                        <a:srgbClr val="9BBB59"/>
                      </a:solidFill>
                      <a:prstDash val="solid"/>
                    </a:lnR>
                    <a:lnT w="12700">
                      <a:solidFill>
                        <a:srgbClr val="9BBB59"/>
                      </a:solidFill>
                      <a:prstDash val="solid"/>
                    </a:lnT>
                    <a:lnB w="12700">
                      <a:solidFill>
                        <a:srgbClr val="9BBB59"/>
                      </a:solidFill>
                      <a:prstDash val="solid"/>
                    </a:lnB>
                    <a:solidFill>
                      <a:srgbClr val="EFF3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60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2014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23520" marB="0">
                    <a:lnL w="12700">
                      <a:solidFill>
                        <a:srgbClr val="9BBB59"/>
                      </a:solidFill>
                      <a:prstDash val="solid"/>
                    </a:lnL>
                    <a:lnR w="12700">
                      <a:solidFill>
                        <a:srgbClr val="9BBB59"/>
                      </a:solidFill>
                      <a:prstDash val="solid"/>
                    </a:lnR>
                    <a:lnT w="12700">
                      <a:solidFill>
                        <a:srgbClr val="9BBB59"/>
                      </a:solidFill>
                      <a:prstDash val="solid"/>
                    </a:lnT>
                    <a:lnB w="12700">
                      <a:solidFill>
                        <a:srgbClr val="9BBB59"/>
                      </a:solidFill>
                      <a:prstDash val="solid"/>
                    </a:lnB>
                    <a:solidFill>
                      <a:srgbClr val="EF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XML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987823" y="129983"/>
            <a:ext cx="6156325" cy="5013960"/>
            <a:chOff x="2987823" y="129983"/>
            <a:chExt cx="6156325" cy="5013960"/>
          </a:xfrm>
        </p:grpSpPr>
        <p:sp>
          <p:nvSpPr>
            <p:cNvPr id="4" name="object 4"/>
            <p:cNvSpPr/>
            <p:nvPr/>
          </p:nvSpPr>
          <p:spPr>
            <a:xfrm>
              <a:off x="8254885" y="3943585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987823" y="129983"/>
              <a:ext cx="6120765" cy="4737100"/>
            </a:xfrm>
            <a:custGeom>
              <a:avLst/>
              <a:gdLst/>
              <a:ahLst/>
              <a:cxnLst/>
              <a:rect l="l" t="t" r="r" b="b"/>
              <a:pathLst>
                <a:path w="6120765" h="4737100">
                  <a:moveTo>
                    <a:pt x="6120679" y="0"/>
                  </a:moveTo>
                  <a:lnTo>
                    <a:pt x="0" y="0"/>
                  </a:lnTo>
                  <a:lnTo>
                    <a:pt x="0" y="4737100"/>
                  </a:lnTo>
                  <a:lnTo>
                    <a:pt x="4741604" y="4737100"/>
                  </a:lnTo>
                  <a:lnTo>
                    <a:pt x="4723909" y="4711700"/>
                  </a:lnTo>
                  <a:lnTo>
                    <a:pt x="4710954" y="4673600"/>
                  </a:lnTo>
                  <a:lnTo>
                    <a:pt x="4702995" y="4648200"/>
                  </a:lnTo>
                  <a:lnTo>
                    <a:pt x="4700285" y="4622800"/>
                  </a:lnTo>
                  <a:lnTo>
                    <a:pt x="4701816" y="4597400"/>
                  </a:lnTo>
                  <a:lnTo>
                    <a:pt x="4706339" y="4572000"/>
                  </a:lnTo>
                  <a:lnTo>
                    <a:pt x="4713744" y="4546600"/>
                  </a:lnTo>
                  <a:lnTo>
                    <a:pt x="4723923" y="4533900"/>
                  </a:lnTo>
                  <a:lnTo>
                    <a:pt x="4697329" y="4495800"/>
                  </a:lnTo>
                  <a:lnTo>
                    <a:pt x="4672677" y="4457700"/>
                  </a:lnTo>
                  <a:lnTo>
                    <a:pt x="4650000" y="4406900"/>
                  </a:lnTo>
                  <a:lnTo>
                    <a:pt x="4629331" y="4368800"/>
                  </a:lnTo>
                  <a:lnTo>
                    <a:pt x="4610701" y="4318000"/>
                  </a:lnTo>
                  <a:lnTo>
                    <a:pt x="4594142" y="4279900"/>
                  </a:lnTo>
                  <a:lnTo>
                    <a:pt x="4579687" y="4229100"/>
                  </a:lnTo>
                  <a:lnTo>
                    <a:pt x="4567368" y="4178300"/>
                  </a:lnTo>
                  <a:lnTo>
                    <a:pt x="4557216" y="4140200"/>
                  </a:lnTo>
                  <a:lnTo>
                    <a:pt x="4549265" y="4089400"/>
                  </a:lnTo>
                  <a:lnTo>
                    <a:pt x="4543545" y="4038600"/>
                  </a:lnTo>
                  <a:lnTo>
                    <a:pt x="4540090" y="3987800"/>
                  </a:lnTo>
                  <a:lnTo>
                    <a:pt x="4538931" y="3937000"/>
                  </a:lnTo>
                  <a:lnTo>
                    <a:pt x="4540119" y="3886200"/>
                  </a:lnTo>
                  <a:lnTo>
                    <a:pt x="4543661" y="3835400"/>
                  </a:lnTo>
                  <a:lnTo>
                    <a:pt x="4549530" y="3784600"/>
                  </a:lnTo>
                  <a:lnTo>
                    <a:pt x="4557695" y="3733800"/>
                  </a:lnTo>
                  <a:lnTo>
                    <a:pt x="4568128" y="3695700"/>
                  </a:lnTo>
                  <a:lnTo>
                    <a:pt x="4580798" y="3644900"/>
                  </a:lnTo>
                  <a:lnTo>
                    <a:pt x="4595678" y="3594100"/>
                  </a:lnTo>
                  <a:lnTo>
                    <a:pt x="4612737" y="3556000"/>
                  </a:lnTo>
                  <a:lnTo>
                    <a:pt x="4631946" y="3505200"/>
                  </a:lnTo>
                  <a:lnTo>
                    <a:pt x="4653276" y="3467100"/>
                  </a:lnTo>
                  <a:lnTo>
                    <a:pt x="4676698" y="3416300"/>
                  </a:lnTo>
                  <a:lnTo>
                    <a:pt x="4702182" y="3378200"/>
                  </a:lnTo>
                  <a:lnTo>
                    <a:pt x="4729699" y="3340100"/>
                  </a:lnTo>
                  <a:lnTo>
                    <a:pt x="4759220" y="3302000"/>
                  </a:lnTo>
                  <a:lnTo>
                    <a:pt x="4790715" y="3263900"/>
                  </a:lnTo>
                  <a:lnTo>
                    <a:pt x="4826312" y="3225799"/>
                  </a:lnTo>
                  <a:lnTo>
                    <a:pt x="4863460" y="3187699"/>
                  </a:lnTo>
                  <a:lnTo>
                    <a:pt x="4902073" y="3162299"/>
                  </a:lnTo>
                  <a:lnTo>
                    <a:pt x="4942063" y="3124199"/>
                  </a:lnTo>
                  <a:lnTo>
                    <a:pt x="4983343" y="3098799"/>
                  </a:lnTo>
                  <a:lnTo>
                    <a:pt x="5025827" y="3073399"/>
                  </a:lnTo>
                  <a:lnTo>
                    <a:pt x="5069427" y="3060699"/>
                  </a:lnTo>
                  <a:lnTo>
                    <a:pt x="5114056" y="3035299"/>
                  </a:lnTo>
                  <a:lnTo>
                    <a:pt x="5301128" y="2984499"/>
                  </a:lnTo>
                  <a:lnTo>
                    <a:pt x="6120679" y="2984500"/>
                  </a:lnTo>
                  <a:lnTo>
                    <a:pt x="6120679" y="0"/>
                  </a:lnTo>
                  <a:close/>
                </a:path>
                <a:path w="6120765" h="4737100">
                  <a:moveTo>
                    <a:pt x="4994868" y="4457700"/>
                  </a:moveTo>
                  <a:lnTo>
                    <a:pt x="4841321" y="4457700"/>
                  </a:lnTo>
                  <a:lnTo>
                    <a:pt x="4869050" y="4470400"/>
                  </a:lnTo>
                  <a:lnTo>
                    <a:pt x="4895322" y="4470400"/>
                  </a:lnTo>
                  <a:lnTo>
                    <a:pt x="4919526" y="4483100"/>
                  </a:lnTo>
                  <a:lnTo>
                    <a:pt x="4958744" y="4533900"/>
                  </a:lnTo>
                  <a:lnTo>
                    <a:pt x="4979649" y="4584700"/>
                  </a:lnTo>
                  <a:lnTo>
                    <a:pt x="4982357" y="4622800"/>
                  </a:lnTo>
                  <a:lnTo>
                    <a:pt x="4979649" y="4648200"/>
                  </a:lnTo>
                  <a:lnTo>
                    <a:pt x="4971694" y="4673600"/>
                  </a:lnTo>
                  <a:lnTo>
                    <a:pt x="4958744" y="4711700"/>
                  </a:lnTo>
                  <a:lnTo>
                    <a:pt x="4941050" y="4737100"/>
                  </a:lnTo>
                  <a:lnTo>
                    <a:pt x="5721492" y="4737100"/>
                  </a:lnTo>
                  <a:lnTo>
                    <a:pt x="5841359" y="4673600"/>
                  </a:lnTo>
                  <a:lnTo>
                    <a:pt x="5882547" y="4635500"/>
                  </a:lnTo>
                  <a:lnTo>
                    <a:pt x="5895597" y="4622800"/>
                  </a:lnTo>
                  <a:lnTo>
                    <a:pt x="5280521" y="4622800"/>
                  </a:lnTo>
                  <a:lnTo>
                    <a:pt x="5269846" y="4610100"/>
                  </a:lnTo>
                  <a:lnTo>
                    <a:pt x="5262647" y="4597400"/>
                  </a:lnTo>
                  <a:lnTo>
                    <a:pt x="5260007" y="4584700"/>
                  </a:lnTo>
                  <a:lnTo>
                    <a:pt x="5260007" y="4508500"/>
                  </a:lnTo>
                  <a:lnTo>
                    <a:pt x="5040532" y="4508500"/>
                  </a:lnTo>
                  <a:lnTo>
                    <a:pt x="4994868" y="4457700"/>
                  </a:lnTo>
                  <a:close/>
                </a:path>
                <a:path w="6120765" h="4737100">
                  <a:moveTo>
                    <a:pt x="6120679" y="4457700"/>
                  </a:moveTo>
                  <a:lnTo>
                    <a:pt x="6089967" y="4508500"/>
                  </a:lnTo>
                  <a:lnTo>
                    <a:pt x="6063874" y="4546600"/>
                  </a:lnTo>
                  <a:lnTo>
                    <a:pt x="6036023" y="4584700"/>
                  </a:lnTo>
                  <a:lnTo>
                    <a:pt x="6006439" y="4610100"/>
                  </a:lnTo>
                  <a:lnTo>
                    <a:pt x="5975378" y="4648200"/>
                  </a:lnTo>
                  <a:lnTo>
                    <a:pt x="5943121" y="4686300"/>
                  </a:lnTo>
                  <a:lnTo>
                    <a:pt x="5909726" y="4711700"/>
                  </a:lnTo>
                  <a:lnTo>
                    <a:pt x="5875252" y="4737100"/>
                  </a:lnTo>
                  <a:lnTo>
                    <a:pt x="6120679" y="4737100"/>
                  </a:lnTo>
                  <a:lnTo>
                    <a:pt x="6120679" y="4457700"/>
                  </a:lnTo>
                  <a:close/>
                </a:path>
                <a:path w="6120765" h="4737100">
                  <a:moveTo>
                    <a:pt x="4882278" y="4546600"/>
                  </a:moveTo>
                  <a:lnTo>
                    <a:pt x="4800358" y="4546600"/>
                  </a:lnTo>
                  <a:lnTo>
                    <a:pt x="4789088" y="4559300"/>
                  </a:lnTo>
                  <a:lnTo>
                    <a:pt x="4779819" y="4572000"/>
                  </a:lnTo>
                  <a:lnTo>
                    <a:pt x="4773033" y="4584700"/>
                  </a:lnTo>
                  <a:lnTo>
                    <a:pt x="4768864" y="4597400"/>
                  </a:lnTo>
                  <a:lnTo>
                    <a:pt x="4767445" y="4622800"/>
                  </a:lnTo>
                  <a:lnTo>
                    <a:pt x="4768864" y="4635500"/>
                  </a:lnTo>
                  <a:lnTo>
                    <a:pt x="4789088" y="4673600"/>
                  </a:lnTo>
                  <a:lnTo>
                    <a:pt x="4813040" y="4699000"/>
                  </a:lnTo>
                  <a:lnTo>
                    <a:pt x="4869606" y="4699000"/>
                  </a:lnTo>
                  <a:lnTo>
                    <a:pt x="4902823" y="4660900"/>
                  </a:lnTo>
                  <a:lnTo>
                    <a:pt x="4915197" y="4622800"/>
                  </a:lnTo>
                  <a:lnTo>
                    <a:pt x="4913778" y="4597400"/>
                  </a:lnTo>
                  <a:lnTo>
                    <a:pt x="4909609" y="4584700"/>
                  </a:lnTo>
                  <a:lnTo>
                    <a:pt x="4902823" y="4572000"/>
                  </a:lnTo>
                  <a:lnTo>
                    <a:pt x="4893552" y="4559300"/>
                  </a:lnTo>
                  <a:lnTo>
                    <a:pt x="4882278" y="4546600"/>
                  </a:lnTo>
                  <a:close/>
                </a:path>
                <a:path w="6120765" h="4737100">
                  <a:moveTo>
                    <a:pt x="5663163" y="4457700"/>
                  </a:moveTo>
                  <a:lnTo>
                    <a:pt x="5632946" y="4470400"/>
                  </a:lnTo>
                  <a:lnTo>
                    <a:pt x="5601831" y="4483100"/>
                  </a:lnTo>
                  <a:lnTo>
                    <a:pt x="5537133" y="4508500"/>
                  </a:lnTo>
                  <a:lnTo>
                    <a:pt x="5537133" y="4584700"/>
                  </a:lnTo>
                  <a:lnTo>
                    <a:pt x="5534495" y="4597400"/>
                  </a:lnTo>
                  <a:lnTo>
                    <a:pt x="5527299" y="4610100"/>
                  </a:lnTo>
                  <a:lnTo>
                    <a:pt x="5516625" y="4622800"/>
                  </a:lnTo>
                  <a:lnTo>
                    <a:pt x="5895597" y="4622800"/>
                  </a:lnTo>
                  <a:lnTo>
                    <a:pt x="5921697" y="4597400"/>
                  </a:lnTo>
                  <a:lnTo>
                    <a:pt x="5958689" y="4559300"/>
                  </a:lnTo>
                  <a:lnTo>
                    <a:pt x="5993406" y="4521200"/>
                  </a:lnTo>
                  <a:lnTo>
                    <a:pt x="6004180" y="4508500"/>
                  </a:lnTo>
                  <a:lnTo>
                    <a:pt x="5709126" y="4508500"/>
                  </a:lnTo>
                  <a:lnTo>
                    <a:pt x="5663163" y="4457700"/>
                  </a:lnTo>
                  <a:close/>
                </a:path>
                <a:path w="6120765" h="4737100">
                  <a:moveTo>
                    <a:pt x="4855842" y="4533900"/>
                  </a:moveTo>
                  <a:lnTo>
                    <a:pt x="4826797" y="4533900"/>
                  </a:lnTo>
                  <a:lnTo>
                    <a:pt x="4813035" y="4546600"/>
                  </a:lnTo>
                  <a:lnTo>
                    <a:pt x="4869601" y="4546600"/>
                  </a:lnTo>
                  <a:lnTo>
                    <a:pt x="4855842" y="4533900"/>
                  </a:lnTo>
                  <a:close/>
                </a:path>
                <a:path w="6120765" h="4737100">
                  <a:moveTo>
                    <a:pt x="5485822" y="4445000"/>
                  </a:moveTo>
                  <a:lnTo>
                    <a:pt x="5311313" y="4445000"/>
                  </a:lnTo>
                  <a:lnTo>
                    <a:pt x="5319705" y="4457700"/>
                  </a:lnTo>
                  <a:lnTo>
                    <a:pt x="5325199" y="4470400"/>
                  </a:lnTo>
                  <a:lnTo>
                    <a:pt x="5327168" y="4483100"/>
                  </a:lnTo>
                  <a:lnTo>
                    <a:pt x="5327168" y="4546600"/>
                  </a:lnTo>
                  <a:lnTo>
                    <a:pt x="5469973" y="4546600"/>
                  </a:lnTo>
                  <a:lnTo>
                    <a:pt x="5469973" y="4483100"/>
                  </a:lnTo>
                  <a:lnTo>
                    <a:pt x="5471941" y="4470400"/>
                  </a:lnTo>
                  <a:lnTo>
                    <a:pt x="5477431" y="4457700"/>
                  </a:lnTo>
                  <a:lnTo>
                    <a:pt x="5485822" y="4445000"/>
                  </a:lnTo>
                  <a:close/>
                </a:path>
                <a:path w="6120765" h="4737100">
                  <a:moveTo>
                    <a:pt x="5133977" y="4457700"/>
                  </a:moveTo>
                  <a:lnTo>
                    <a:pt x="5088028" y="4508500"/>
                  </a:lnTo>
                  <a:lnTo>
                    <a:pt x="5260007" y="4508500"/>
                  </a:lnTo>
                  <a:lnTo>
                    <a:pt x="5195320" y="4483100"/>
                  </a:lnTo>
                  <a:lnTo>
                    <a:pt x="5164202" y="4470400"/>
                  </a:lnTo>
                  <a:lnTo>
                    <a:pt x="5133977" y="4457700"/>
                  </a:lnTo>
                  <a:close/>
                </a:path>
                <a:path w="6120765" h="4737100">
                  <a:moveTo>
                    <a:pt x="5856103" y="3365500"/>
                  </a:moveTo>
                  <a:lnTo>
                    <a:pt x="5745139" y="3365500"/>
                  </a:lnTo>
                  <a:lnTo>
                    <a:pt x="5756243" y="3378200"/>
                  </a:lnTo>
                  <a:lnTo>
                    <a:pt x="5904768" y="3543300"/>
                  </a:lnTo>
                  <a:lnTo>
                    <a:pt x="5908962" y="3543300"/>
                  </a:lnTo>
                  <a:lnTo>
                    <a:pt x="5912050" y="3556000"/>
                  </a:lnTo>
                  <a:lnTo>
                    <a:pt x="5913960" y="3556000"/>
                  </a:lnTo>
                  <a:lnTo>
                    <a:pt x="5914618" y="3568700"/>
                  </a:lnTo>
                  <a:lnTo>
                    <a:pt x="5913966" y="3581400"/>
                  </a:lnTo>
                  <a:lnTo>
                    <a:pt x="5912061" y="3581400"/>
                  </a:lnTo>
                  <a:lnTo>
                    <a:pt x="5908975" y="3594100"/>
                  </a:lnTo>
                  <a:lnTo>
                    <a:pt x="5904782" y="3594100"/>
                  </a:lnTo>
                  <a:lnTo>
                    <a:pt x="5859120" y="3644900"/>
                  </a:lnTo>
                  <a:lnTo>
                    <a:pt x="5875248" y="3683000"/>
                  </a:lnTo>
                  <a:lnTo>
                    <a:pt x="5889342" y="3708400"/>
                  </a:lnTo>
                  <a:lnTo>
                    <a:pt x="5901380" y="3746500"/>
                  </a:lnTo>
                  <a:lnTo>
                    <a:pt x="5911340" y="3784600"/>
                  </a:lnTo>
                  <a:lnTo>
                    <a:pt x="5989276" y="3784600"/>
                  </a:lnTo>
                  <a:lnTo>
                    <a:pt x="5999949" y="3797300"/>
                  </a:lnTo>
                  <a:lnTo>
                    <a:pt x="6007146" y="3810000"/>
                  </a:lnTo>
                  <a:lnTo>
                    <a:pt x="6009784" y="3822700"/>
                  </a:lnTo>
                  <a:lnTo>
                    <a:pt x="6009784" y="4051300"/>
                  </a:lnTo>
                  <a:lnTo>
                    <a:pt x="6007146" y="4076700"/>
                  </a:lnTo>
                  <a:lnTo>
                    <a:pt x="5999949" y="4076700"/>
                  </a:lnTo>
                  <a:lnTo>
                    <a:pt x="5989276" y="4089400"/>
                  </a:lnTo>
                  <a:lnTo>
                    <a:pt x="5911352" y="4089400"/>
                  </a:lnTo>
                  <a:lnTo>
                    <a:pt x="5901390" y="4127500"/>
                  </a:lnTo>
                  <a:lnTo>
                    <a:pt x="5889348" y="4165600"/>
                  </a:lnTo>
                  <a:lnTo>
                    <a:pt x="5875250" y="4203700"/>
                  </a:lnTo>
                  <a:lnTo>
                    <a:pt x="5859120" y="4229100"/>
                  </a:lnTo>
                  <a:lnTo>
                    <a:pt x="5905030" y="4279900"/>
                  </a:lnTo>
                  <a:lnTo>
                    <a:pt x="5912401" y="4292600"/>
                  </a:lnTo>
                  <a:lnTo>
                    <a:pt x="5914858" y="4305300"/>
                  </a:lnTo>
                  <a:lnTo>
                    <a:pt x="5912401" y="4330700"/>
                  </a:lnTo>
                  <a:lnTo>
                    <a:pt x="5905030" y="4343400"/>
                  </a:lnTo>
                  <a:lnTo>
                    <a:pt x="5756622" y="4508500"/>
                  </a:lnTo>
                  <a:lnTo>
                    <a:pt x="6004180" y="4508500"/>
                  </a:lnTo>
                  <a:lnTo>
                    <a:pt x="6025728" y="4483100"/>
                  </a:lnTo>
                  <a:lnTo>
                    <a:pt x="6055536" y="4432300"/>
                  </a:lnTo>
                  <a:lnTo>
                    <a:pt x="6120679" y="4305300"/>
                  </a:lnTo>
                  <a:lnTo>
                    <a:pt x="6120679" y="3581400"/>
                  </a:lnTo>
                  <a:lnTo>
                    <a:pt x="6095361" y="3517900"/>
                  </a:lnTo>
                  <a:lnTo>
                    <a:pt x="6079182" y="3492500"/>
                  </a:lnTo>
                  <a:lnTo>
                    <a:pt x="6061814" y="3454400"/>
                  </a:lnTo>
                  <a:lnTo>
                    <a:pt x="6043272" y="3429000"/>
                  </a:lnTo>
                  <a:lnTo>
                    <a:pt x="6033421" y="3416300"/>
                  </a:lnTo>
                  <a:lnTo>
                    <a:pt x="5928103" y="3416300"/>
                  </a:lnTo>
                  <a:lnTo>
                    <a:pt x="5901831" y="3403600"/>
                  </a:lnTo>
                  <a:lnTo>
                    <a:pt x="5877627" y="3390900"/>
                  </a:lnTo>
                  <a:lnTo>
                    <a:pt x="5856103" y="3365500"/>
                  </a:lnTo>
                  <a:close/>
                </a:path>
                <a:path w="6120765" h="4737100">
                  <a:moveTo>
                    <a:pt x="5674193" y="3086099"/>
                  </a:moveTo>
                  <a:lnTo>
                    <a:pt x="5181222" y="3086099"/>
                  </a:lnTo>
                  <a:lnTo>
                    <a:pt x="5140236" y="3111499"/>
                  </a:lnTo>
                  <a:lnTo>
                    <a:pt x="5061290" y="3136899"/>
                  </a:lnTo>
                  <a:lnTo>
                    <a:pt x="5023464" y="3162299"/>
                  </a:lnTo>
                  <a:lnTo>
                    <a:pt x="4986826" y="3187699"/>
                  </a:lnTo>
                  <a:lnTo>
                    <a:pt x="4951443" y="3213099"/>
                  </a:lnTo>
                  <a:lnTo>
                    <a:pt x="4917384" y="3238499"/>
                  </a:lnTo>
                  <a:lnTo>
                    <a:pt x="4884714" y="3263900"/>
                  </a:lnTo>
                  <a:lnTo>
                    <a:pt x="4853503" y="3302000"/>
                  </a:lnTo>
                  <a:lnTo>
                    <a:pt x="4823816" y="3327400"/>
                  </a:lnTo>
                  <a:lnTo>
                    <a:pt x="4795722" y="3365500"/>
                  </a:lnTo>
                  <a:lnTo>
                    <a:pt x="4769288" y="3403600"/>
                  </a:lnTo>
                  <a:lnTo>
                    <a:pt x="4744581" y="3441700"/>
                  </a:lnTo>
                  <a:lnTo>
                    <a:pt x="4721669" y="3479800"/>
                  </a:lnTo>
                  <a:lnTo>
                    <a:pt x="4700619" y="3517900"/>
                  </a:lnTo>
                  <a:lnTo>
                    <a:pt x="4681499" y="3568700"/>
                  </a:lnTo>
                  <a:lnTo>
                    <a:pt x="4664375" y="3606800"/>
                  </a:lnTo>
                  <a:lnTo>
                    <a:pt x="4649316" y="3657600"/>
                  </a:lnTo>
                  <a:lnTo>
                    <a:pt x="4636389" y="3695700"/>
                  </a:lnTo>
                  <a:lnTo>
                    <a:pt x="4625661" y="3746500"/>
                  </a:lnTo>
                  <a:lnTo>
                    <a:pt x="4617200" y="3797300"/>
                  </a:lnTo>
                  <a:lnTo>
                    <a:pt x="4611073" y="3835400"/>
                  </a:lnTo>
                  <a:lnTo>
                    <a:pt x="4607347" y="3886200"/>
                  </a:lnTo>
                  <a:lnTo>
                    <a:pt x="4606090" y="3937000"/>
                  </a:lnTo>
                  <a:lnTo>
                    <a:pt x="4607321" y="3987800"/>
                  </a:lnTo>
                  <a:lnTo>
                    <a:pt x="4610987" y="4038600"/>
                  </a:lnTo>
                  <a:lnTo>
                    <a:pt x="4617054" y="4089400"/>
                  </a:lnTo>
                  <a:lnTo>
                    <a:pt x="4625484" y="4127500"/>
                  </a:lnTo>
                  <a:lnTo>
                    <a:pt x="4636240" y="4178300"/>
                  </a:lnTo>
                  <a:lnTo>
                    <a:pt x="4649285" y="4229100"/>
                  </a:lnTo>
                  <a:lnTo>
                    <a:pt x="4664584" y="4267200"/>
                  </a:lnTo>
                  <a:lnTo>
                    <a:pt x="4682098" y="4318000"/>
                  </a:lnTo>
                  <a:lnTo>
                    <a:pt x="4701792" y="4356100"/>
                  </a:lnTo>
                  <a:lnTo>
                    <a:pt x="4723629" y="4406900"/>
                  </a:lnTo>
                  <a:lnTo>
                    <a:pt x="4747572" y="4445000"/>
                  </a:lnTo>
                  <a:lnTo>
                    <a:pt x="4773584" y="4483100"/>
                  </a:lnTo>
                  <a:lnTo>
                    <a:pt x="4789443" y="4470400"/>
                  </a:lnTo>
                  <a:lnTo>
                    <a:pt x="4823469" y="4470400"/>
                  </a:lnTo>
                  <a:lnTo>
                    <a:pt x="4841321" y="4457700"/>
                  </a:lnTo>
                  <a:lnTo>
                    <a:pt x="4994868" y="4457700"/>
                  </a:lnTo>
                  <a:lnTo>
                    <a:pt x="4892123" y="4343400"/>
                  </a:lnTo>
                  <a:lnTo>
                    <a:pt x="4884747" y="4330700"/>
                  </a:lnTo>
                  <a:lnTo>
                    <a:pt x="4882291" y="4305300"/>
                  </a:lnTo>
                  <a:lnTo>
                    <a:pt x="4884751" y="4292600"/>
                  </a:lnTo>
                  <a:lnTo>
                    <a:pt x="4892123" y="4279900"/>
                  </a:lnTo>
                  <a:lnTo>
                    <a:pt x="4938034" y="4229100"/>
                  </a:lnTo>
                  <a:lnTo>
                    <a:pt x="4921903" y="4203700"/>
                  </a:lnTo>
                  <a:lnTo>
                    <a:pt x="4907805" y="4165600"/>
                  </a:lnTo>
                  <a:lnTo>
                    <a:pt x="4895762" y="4127500"/>
                  </a:lnTo>
                  <a:lnTo>
                    <a:pt x="4885801" y="4089400"/>
                  </a:lnTo>
                  <a:lnTo>
                    <a:pt x="4802309" y="4089400"/>
                  </a:lnTo>
                  <a:lnTo>
                    <a:pt x="4797195" y="4076700"/>
                  </a:lnTo>
                  <a:lnTo>
                    <a:pt x="4789916" y="4076700"/>
                  </a:lnTo>
                  <a:lnTo>
                    <a:pt x="4788014" y="4064000"/>
                  </a:lnTo>
                  <a:lnTo>
                    <a:pt x="4787370" y="4051300"/>
                  </a:lnTo>
                  <a:lnTo>
                    <a:pt x="4787488" y="3822700"/>
                  </a:lnTo>
                  <a:lnTo>
                    <a:pt x="4790127" y="3810000"/>
                  </a:lnTo>
                  <a:lnTo>
                    <a:pt x="4797322" y="3797300"/>
                  </a:lnTo>
                  <a:lnTo>
                    <a:pt x="4807996" y="3784600"/>
                  </a:lnTo>
                  <a:lnTo>
                    <a:pt x="4885801" y="3784600"/>
                  </a:lnTo>
                  <a:lnTo>
                    <a:pt x="4895762" y="3746500"/>
                  </a:lnTo>
                  <a:lnTo>
                    <a:pt x="4907805" y="3708400"/>
                  </a:lnTo>
                  <a:lnTo>
                    <a:pt x="4921903" y="3683000"/>
                  </a:lnTo>
                  <a:lnTo>
                    <a:pt x="4938034" y="3644900"/>
                  </a:lnTo>
                  <a:lnTo>
                    <a:pt x="4892372" y="3594100"/>
                  </a:lnTo>
                  <a:lnTo>
                    <a:pt x="4888179" y="3594100"/>
                  </a:lnTo>
                  <a:lnTo>
                    <a:pt x="4885092" y="3581400"/>
                  </a:lnTo>
                  <a:lnTo>
                    <a:pt x="4883186" y="3581400"/>
                  </a:lnTo>
                  <a:lnTo>
                    <a:pt x="4882534" y="3568700"/>
                  </a:lnTo>
                  <a:lnTo>
                    <a:pt x="4883186" y="3556000"/>
                  </a:lnTo>
                  <a:lnTo>
                    <a:pt x="4885094" y="3556000"/>
                  </a:lnTo>
                  <a:lnTo>
                    <a:pt x="4888185" y="3543300"/>
                  </a:lnTo>
                  <a:lnTo>
                    <a:pt x="4892386" y="3543300"/>
                  </a:lnTo>
                  <a:lnTo>
                    <a:pt x="5040899" y="3378200"/>
                  </a:lnTo>
                  <a:lnTo>
                    <a:pt x="5052009" y="3365500"/>
                  </a:lnTo>
                  <a:lnTo>
                    <a:pt x="5260007" y="3365500"/>
                  </a:lnTo>
                  <a:lnTo>
                    <a:pt x="5260007" y="3302000"/>
                  </a:lnTo>
                  <a:lnTo>
                    <a:pt x="5262647" y="3289300"/>
                  </a:lnTo>
                  <a:lnTo>
                    <a:pt x="5269846" y="3276600"/>
                  </a:lnTo>
                  <a:lnTo>
                    <a:pt x="5280521" y="3263900"/>
                  </a:lnTo>
                  <a:lnTo>
                    <a:pt x="5814797" y="3263900"/>
                  </a:lnTo>
                  <a:lnTo>
                    <a:pt x="5817505" y="3225799"/>
                  </a:lnTo>
                  <a:lnTo>
                    <a:pt x="5825460" y="3200399"/>
                  </a:lnTo>
                  <a:lnTo>
                    <a:pt x="5838410" y="3174999"/>
                  </a:lnTo>
                  <a:lnTo>
                    <a:pt x="5856103" y="3149599"/>
                  </a:lnTo>
                  <a:lnTo>
                    <a:pt x="5877627" y="3124199"/>
                  </a:lnTo>
                  <a:lnTo>
                    <a:pt x="5689139" y="3124199"/>
                  </a:lnTo>
                  <a:lnTo>
                    <a:pt x="5684045" y="3111499"/>
                  </a:lnTo>
                  <a:lnTo>
                    <a:pt x="5679865" y="3111499"/>
                  </a:lnTo>
                  <a:lnTo>
                    <a:pt x="5676772" y="3098799"/>
                  </a:lnTo>
                  <a:lnTo>
                    <a:pt x="5674852" y="3098799"/>
                  </a:lnTo>
                  <a:lnTo>
                    <a:pt x="5674193" y="3086099"/>
                  </a:lnTo>
                  <a:close/>
                </a:path>
                <a:path w="6120765" h="4737100">
                  <a:moveTo>
                    <a:pt x="5649993" y="4368800"/>
                  </a:moveTo>
                  <a:lnTo>
                    <a:pt x="5147147" y="4368800"/>
                  </a:lnTo>
                  <a:lnTo>
                    <a:pt x="5183311" y="4394200"/>
                  </a:lnTo>
                  <a:lnTo>
                    <a:pt x="5221038" y="4419600"/>
                  </a:lnTo>
                  <a:lnTo>
                    <a:pt x="5260194" y="4432300"/>
                  </a:lnTo>
                  <a:lnTo>
                    <a:pt x="5300644" y="4445000"/>
                  </a:lnTo>
                  <a:lnTo>
                    <a:pt x="5496496" y="4445000"/>
                  </a:lnTo>
                  <a:lnTo>
                    <a:pt x="5536947" y="4432300"/>
                  </a:lnTo>
                  <a:lnTo>
                    <a:pt x="5576103" y="4419600"/>
                  </a:lnTo>
                  <a:lnTo>
                    <a:pt x="5613829" y="4394200"/>
                  </a:lnTo>
                  <a:lnTo>
                    <a:pt x="5649993" y="4368800"/>
                  </a:lnTo>
                  <a:close/>
                </a:path>
                <a:path w="6120765" h="4737100">
                  <a:moveTo>
                    <a:pt x="5786313" y="3619500"/>
                  </a:moveTo>
                  <a:lnTo>
                    <a:pt x="5010822" y="3619500"/>
                  </a:lnTo>
                  <a:lnTo>
                    <a:pt x="5013844" y="3632200"/>
                  </a:lnTo>
                  <a:lnTo>
                    <a:pt x="5013157" y="3644900"/>
                  </a:lnTo>
                  <a:lnTo>
                    <a:pt x="5008656" y="3657600"/>
                  </a:lnTo>
                  <a:lnTo>
                    <a:pt x="4987526" y="3695700"/>
                  </a:lnTo>
                  <a:lnTo>
                    <a:pt x="4969844" y="3746500"/>
                  </a:lnTo>
                  <a:lnTo>
                    <a:pt x="4955666" y="3784600"/>
                  </a:lnTo>
                  <a:lnTo>
                    <a:pt x="4945051" y="3835400"/>
                  </a:lnTo>
                  <a:lnTo>
                    <a:pt x="4940742" y="3848100"/>
                  </a:lnTo>
                  <a:lnTo>
                    <a:pt x="4933323" y="3848100"/>
                  </a:lnTo>
                  <a:lnTo>
                    <a:pt x="4923560" y="3860800"/>
                  </a:lnTo>
                  <a:lnTo>
                    <a:pt x="4854620" y="3860800"/>
                  </a:lnTo>
                  <a:lnTo>
                    <a:pt x="4854543" y="4013200"/>
                  </a:lnTo>
                  <a:lnTo>
                    <a:pt x="4912219" y="4013200"/>
                  </a:lnTo>
                  <a:lnTo>
                    <a:pt x="4923560" y="4025900"/>
                  </a:lnTo>
                  <a:lnTo>
                    <a:pt x="4933323" y="4025900"/>
                  </a:lnTo>
                  <a:lnTo>
                    <a:pt x="4940742" y="4038600"/>
                  </a:lnTo>
                  <a:lnTo>
                    <a:pt x="4945051" y="4051300"/>
                  </a:lnTo>
                  <a:lnTo>
                    <a:pt x="4969844" y="4140200"/>
                  </a:lnTo>
                  <a:lnTo>
                    <a:pt x="4987526" y="4178300"/>
                  </a:lnTo>
                  <a:lnTo>
                    <a:pt x="5008656" y="4216400"/>
                  </a:lnTo>
                  <a:lnTo>
                    <a:pt x="5013157" y="4229100"/>
                  </a:lnTo>
                  <a:lnTo>
                    <a:pt x="5013844" y="4241800"/>
                  </a:lnTo>
                  <a:lnTo>
                    <a:pt x="5010822" y="4254500"/>
                  </a:lnTo>
                  <a:lnTo>
                    <a:pt x="5004196" y="4267200"/>
                  </a:lnTo>
                  <a:lnTo>
                    <a:pt x="4963349" y="4305300"/>
                  </a:lnTo>
                  <a:lnTo>
                    <a:pt x="5064286" y="4419600"/>
                  </a:lnTo>
                  <a:lnTo>
                    <a:pt x="5105172" y="4381500"/>
                  </a:lnTo>
                  <a:lnTo>
                    <a:pt x="5114588" y="4368800"/>
                  </a:lnTo>
                  <a:lnTo>
                    <a:pt x="5777715" y="4368800"/>
                  </a:lnTo>
                  <a:lnTo>
                    <a:pt x="5833791" y="4305300"/>
                  </a:lnTo>
                  <a:lnTo>
                    <a:pt x="5792944" y="4267200"/>
                  </a:lnTo>
                  <a:lnTo>
                    <a:pt x="5786319" y="4254500"/>
                  </a:lnTo>
                  <a:lnTo>
                    <a:pt x="5398578" y="4254500"/>
                  </a:lnTo>
                  <a:lnTo>
                    <a:pt x="5353630" y="4241800"/>
                  </a:lnTo>
                  <a:lnTo>
                    <a:pt x="5310969" y="4229100"/>
                  </a:lnTo>
                  <a:lnTo>
                    <a:pt x="5271172" y="4216400"/>
                  </a:lnTo>
                  <a:lnTo>
                    <a:pt x="5234813" y="4191000"/>
                  </a:lnTo>
                  <a:lnTo>
                    <a:pt x="5202469" y="4152900"/>
                  </a:lnTo>
                  <a:lnTo>
                    <a:pt x="5174714" y="4127500"/>
                  </a:lnTo>
                  <a:lnTo>
                    <a:pt x="5152126" y="4076700"/>
                  </a:lnTo>
                  <a:lnTo>
                    <a:pt x="5135278" y="4038600"/>
                  </a:lnTo>
                  <a:lnTo>
                    <a:pt x="5124748" y="3987800"/>
                  </a:lnTo>
                  <a:lnTo>
                    <a:pt x="5121109" y="3937000"/>
                  </a:lnTo>
                  <a:lnTo>
                    <a:pt x="5124748" y="3886200"/>
                  </a:lnTo>
                  <a:lnTo>
                    <a:pt x="5135278" y="3848100"/>
                  </a:lnTo>
                  <a:lnTo>
                    <a:pt x="5152126" y="3797300"/>
                  </a:lnTo>
                  <a:lnTo>
                    <a:pt x="5174714" y="3759200"/>
                  </a:lnTo>
                  <a:lnTo>
                    <a:pt x="5202469" y="3721100"/>
                  </a:lnTo>
                  <a:lnTo>
                    <a:pt x="5234813" y="3695700"/>
                  </a:lnTo>
                  <a:lnTo>
                    <a:pt x="5271172" y="3670300"/>
                  </a:lnTo>
                  <a:lnTo>
                    <a:pt x="5310969" y="3644900"/>
                  </a:lnTo>
                  <a:lnTo>
                    <a:pt x="5353630" y="3632200"/>
                  </a:lnTo>
                  <a:lnTo>
                    <a:pt x="5783292" y="3632200"/>
                  </a:lnTo>
                  <a:lnTo>
                    <a:pt x="5786313" y="3619500"/>
                  </a:lnTo>
                  <a:close/>
                </a:path>
                <a:path w="6120765" h="4737100">
                  <a:moveTo>
                    <a:pt x="5777715" y="4368800"/>
                  </a:moveTo>
                  <a:lnTo>
                    <a:pt x="5682553" y="4368800"/>
                  </a:lnTo>
                  <a:lnTo>
                    <a:pt x="5691968" y="4381500"/>
                  </a:lnTo>
                  <a:lnTo>
                    <a:pt x="5732854" y="4419600"/>
                  </a:lnTo>
                  <a:lnTo>
                    <a:pt x="5777715" y="4368800"/>
                  </a:lnTo>
                  <a:close/>
                </a:path>
                <a:path w="6120765" h="4737100">
                  <a:moveTo>
                    <a:pt x="5783292" y="3632200"/>
                  </a:moveTo>
                  <a:lnTo>
                    <a:pt x="5443525" y="3632200"/>
                  </a:lnTo>
                  <a:lnTo>
                    <a:pt x="5486185" y="3644900"/>
                  </a:lnTo>
                  <a:lnTo>
                    <a:pt x="5525982" y="3670300"/>
                  </a:lnTo>
                  <a:lnTo>
                    <a:pt x="5562340" y="3695700"/>
                  </a:lnTo>
                  <a:lnTo>
                    <a:pt x="5594684" y="3721100"/>
                  </a:lnTo>
                  <a:lnTo>
                    <a:pt x="5622439" y="3759200"/>
                  </a:lnTo>
                  <a:lnTo>
                    <a:pt x="5645027" y="3797300"/>
                  </a:lnTo>
                  <a:lnTo>
                    <a:pt x="5661875" y="3848100"/>
                  </a:lnTo>
                  <a:lnTo>
                    <a:pt x="5672405" y="3886200"/>
                  </a:lnTo>
                  <a:lnTo>
                    <a:pt x="5676044" y="3937000"/>
                  </a:lnTo>
                  <a:lnTo>
                    <a:pt x="5672405" y="3987800"/>
                  </a:lnTo>
                  <a:lnTo>
                    <a:pt x="5661875" y="4038600"/>
                  </a:lnTo>
                  <a:lnTo>
                    <a:pt x="5645027" y="4076700"/>
                  </a:lnTo>
                  <a:lnTo>
                    <a:pt x="5622439" y="4127500"/>
                  </a:lnTo>
                  <a:lnTo>
                    <a:pt x="5594684" y="4152900"/>
                  </a:lnTo>
                  <a:lnTo>
                    <a:pt x="5562340" y="4191000"/>
                  </a:lnTo>
                  <a:lnTo>
                    <a:pt x="5525982" y="4216400"/>
                  </a:lnTo>
                  <a:lnTo>
                    <a:pt x="5486185" y="4229100"/>
                  </a:lnTo>
                  <a:lnTo>
                    <a:pt x="5443525" y="4241800"/>
                  </a:lnTo>
                  <a:lnTo>
                    <a:pt x="5398578" y="4254500"/>
                  </a:lnTo>
                  <a:lnTo>
                    <a:pt x="5786319" y="4254500"/>
                  </a:lnTo>
                  <a:lnTo>
                    <a:pt x="5783296" y="4241800"/>
                  </a:lnTo>
                  <a:lnTo>
                    <a:pt x="5783983" y="4229100"/>
                  </a:lnTo>
                  <a:lnTo>
                    <a:pt x="5788484" y="4216400"/>
                  </a:lnTo>
                  <a:lnTo>
                    <a:pt x="5809614" y="4178300"/>
                  </a:lnTo>
                  <a:lnTo>
                    <a:pt x="5827296" y="4140200"/>
                  </a:lnTo>
                  <a:lnTo>
                    <a:pt x="5852090" y="4051300"/>
                  </a:lnTo>
                  <a:lnTo>
                    <a:pt x="5856398" y="4038600"/>
                  </a:lnTo>
                  <a:lnTo>
                    <a:pt x="5863817" y="4025900"/>
                  </a:lnTo>
                  <a:lnTo>
                    <a:pt x="5873581" y="4025900"/>
                  </a:lnTo>
                  <a:lnTo>
                    <a:pt x="5884922" y="4013200"/>
                  </a:lnTo>
                  <a:lnTo>
                    <a:pt x="5942624" y="4013200"/>
                  </a:lnTo>
                  <a:lnTo>
                    <a:pt x="5942624" y="3860800"/>
                  </a:lnTo>
                  <a:lnTo>
                    <a:pt x="5873579" y="3860800"/>
                  </a:lnTo>
                  <a:lnTo>
                    <a:pt x="5863813" y="3848100"/>
                  </a:lnTo>
                  <a:lnTo>
                    <a:pt x="5856393" y="3848100"/>
                  </a:lnTo>
                  <a:lnTo>
                    <a:pt x="5852090" y="3835400"/>
                  </a:lnTo>
                  <a:lnTo>
                    <a:pt x="5841469" y="3784600"/>
                  </a:lnTo>
                  <a:lnTo>
                    <a:pt x="5827292" y="3746500"/>
                  </a:lnTo>
                  <a:lnTo>
                    <a:pt x="5809612" y="3695700"/>
                  </a:lnTo>
                  <a:lnTo>
                    <a:pt x="5788484" y="3657600"/>
                  </a:lnTo>
                  <a:lnTo>
                    <a:pt x="5783981" y="3644900"/>
                  </a:lnTo>
                  <a:lnTo>
                    <a:pt x="5783292" y="3632200"/>
                  </a:lnTo>
                  <a:close/>
                </a:path>
                <a:path w="6120765" h="4737100">
                  <a:moveTo>
                    <a:pt x="5440910" y="3708400"/>
                  </a:moveTo>
                  <a:lnTo>
                    <a:pt x="5356245" y="3708400"/>
                  </a:lnTo>
                  <a:lnTo>
                    <a:pt x="5316792" y="3721100"/>
                  </a:lnTo>
                  <a:lnTo>
                    <a:pt x="5281071" y="3746500"/>
                  </a:lnTo>
                  <a:lnTo>
                    <a:pt x="5249934" y="3771900"/>
                  </a:lnTo>
                  <a:lnTo>
                    <a:pt x="5224233" y="3810000"/>
                  </a:lnTo>
                  <a:lnTo>
                    <a:pt x="5204821" y="3848100"/>
                  </a:lnTo>
                  <a:lnTo>
                    <a:pt x="5192548" y="3898900"/>
                  </a:lnTo>
                  <a:lnTo>
                    <a:pt x="5188268" y="3937000"/>
                  </a:lnTo>
                  <a:lnTo>
                    <a:pt x="5192548" y="3987800"/>
                  </a:lnTo>
                  <a:lnTo>
                    <a:pt x="5204821" y="4025900"/>
                  </a:lnTo>
                  <a:lnTo>
                    <a:pt x="5224233" y="4076700"/>
                  </a:lnTo>
                  <a:lnTo>
                    <a:pt x="5249934" y="4102100"/>
                  </a:lnTo>
                  <a:lnTo>
                    <a:pt x="5281071" y="4140200"/>
                  </a:lnTo>
                  <a:lnTo>
                    <a:pt x="5316792" y="4152900"/>
                  </a:lnTo>
                  <a:lnTo>
                    <a:pt x="5356245" y="4165600"/>
                  </a:lnTo>
                  <a:lnTo>
                    <a:pt x="5398578" y="4178300"/>
                  </a:lnTo>
                  <a:lnTo>
                    <a:pt x="5440910" y="4165600"/>
                  </a:lnTo>
                  <a:lnTo>
                    <a:pt x="5480362" y="4152900"/>
                  </a:lnTo>
                  <a:lnTo>
                    <a:pt x="5516082" y="4140200"/>
                  </a:lnTo>
                  <a:lnTo>
                    <a:pt x="5547219" y="4102100"/>
                  </a:lnTo>
                  <a:lnTo>
                    <a:pt x="5572920" y="4076700"/>
                  </a:lnTo>
                  <a:lnTo>
                    <a:pt x="5592332" y="4025900"/>
                  </a:lnTo>
                  <a:lnTo>
                    <a:pt x="5604605" y="3987800"/>
                  </a:lnTo>
                  <a:lnTo>
                    <a:pt x="5608885" y="3937000"/>
                  </a:lnTo>
                  <a:lnTo>
                    <a:pt x="5604605" y="3898900"/>
                  </a:lnTo>
                  <a:lnTo>
                    <a:pt x="5592332" y="3848100"/>
                  </a:lnTo>
                  <a:lnTo>
                    <a:pt x="5572920" y="3810000"/>
                  </a:lnTo>
                  <a:lnTo>
                    <a:pt x="5547219" y="3771900"/>
                  </a:lnTo>
                  <a:lnTo>
                    <a:pt x="5516082" y="3746500"/>
                  </a:lnTo>
                  <a:lnTo>
                    <a:pt x="5480362" y="3721100"/>
                  </a:lnTo>
                  <a:lnTo>
                    <a:pt x="5440910" y="3708400"/>
                  </a:lnTo>
                  <a:close/>
                </a:path>
                <a:path w="6120765" h="4737100">
                  <a:moveTo>
                    <a:pt x="5064627" y="3454400"/>
                  </a:moveTo>
                  <a:lnTo>
                    <a:pt x="4963612" y="3568700"/>
                  </a:lnTo>
                  <a:lnTo>
                    <a:pt x="5004196" y="3619500"/>
                  </a:lnTo>
                  <a:lnTo>
                    <a:pt x="5792944" y="3619500"/>
                  </a:lnTo>
                  <a:lnTo>
                    <a:pt x="5833529" y="3568700"/>
                  </a:lnTo>
                  <a:lnTo>
                    <a:pt x="5788633" y="3517900"/>
                  </a:lnTo>
                  <a:lnTo>
                    <a:pt x="5125372" y="3517900"/>
                  </a:lnTo>
                  <a:lnTo>
                    <a:pt x="5114586" y="3505200"/>
                  </a:lnTo>
                  <a:lnTo>
                    <a:pt x="5105172" y="3505200"/>
                  </a:lnTo>
                  <a:lnTo>
                    <a:pt x="5064627" y="3454400"/>
                  </a:lnTo>
                  <a:close/>
                </a:path>
                <a:path w="6120765" h="4737100">
                  <a:moveTo>
                    <a:pt x="5660582" y="3505200"/>
                  </a:moveTo>
                  <a:lnTo>
                    <a:pt x="5136552" y="3505200"/>
                  </a:lnTo>
                  <a:lnTo>
                    <a:pt x="5125372" y="3517900"/>
                  </a:lnTo>
                  <a:lnTo>
                    <a:pt x="5671762" y="3517900"/>
                  </a:lnTo>
                  <a:lnTo>
                    <a:pt x="5660582" y="3505200"/>
                  </a:lnTo>
                  <a:close/>
                </a:path>
                <a:path w="6120765" h="4737100">
                  <a:moveTo>
                    <a:pt x="5732513" y="3454400"/>
                  </a:moveTo>
                  <a:lnTo>
                    <a:pt x="5691955" y="3505200"/>
                  </a:lnTo>
                  <a:lnTo>
                    <a:pt x="5682547" y="3505200"/>
                  </a:lnTo>
                  <a:lnTo>
                    <a:pt x="5671762" y="3517900"/>
                  </a:lnTo>
                  <a:lnTo>
                    <a:pt x="5788633" y="3517900"/>
                  </a:lnTo>
                  <a:lnTo>
                    <a:pt x="5732513" y="3454400"/>
                  </a:lnTo>
                  <a:close/>
                </a:path>
                <a:path w="6120765" h="4737100">
                  <a:moveTo>
                    <a:pt x="5496496" y="3429000"/>
                  </a:moveTo>
                  <a:lnTo>
                    <a:pt x="5300644" y="3429000"/>
                  </a:lnTo>
                  <a:lnTo>
                    <a:pt x="5260186" y="3441700"/>
                  </a:lnTo>
                  <a:lnTo>
                    <a:pt x="5221028" y="3467100"/>
                  </a:lnTo>
                  <a:lnTo>
                    <a:pt x="5183304" y="3479800"/>
                  </a:lnTo>
                  <a:lnTo>
                    <a:pt x="5147147" y="3505200"/>
                  </a:lnTo>
                  <a:lnTo>
                    <a:pt x="5649993" y="3505200"/>
                  </a:lnTo>
                  <a:lnTo>
                    <a:pt x="5613835" y="3479800"/>
                  </a:lnTo>
                  <a:lnTo>
                    <a:pt x="5576107" y="3467100"/>
                  </a:lnTo>
                  <a:lnTo>
                    <a:pt x="5536949" y="3441700"/>
                  </a:lnTo>
                  <a:lnTo>
                    <a:pt x="5496496" y="3429000"/>
                  </a:lnTo>
                  <a:close/>
                </a:path>
                <a:path w="6120765" h="4737100">
                  <a:moveTo>
                    <a:pt x="5260007" y="3365500"/>
                  </a:moveTo>
                  <a:lnTo>
                    <a:pt x="5077279" y="3365500"/>
                  </a:lnTo>
                  <a:lnTo>
                    <a:pt x="5088383" y="3378200"/>
                  </a:lnTo>
                  <a:lnTo>
                    <a:pt x="5133991" y="3429000"/>
                  </a:lnTo>
                  <a:lnTo>
                    <a:pt x="5164208" y="3403600"/>
                  </a:lnTo>
                  <a:lnTo>
                    <a:pt x="5195322" y="3390900"/>
                  </a:lnTo>
                  <a:lnTo>
                    <a:pt x="5260007" y="3365500"/>
                  </a:lnTo>
                  <a:close/>
                </a:path>
                <a:path w="6120765" h="4737100">
                  <a:moveTo>
                    <a:pt x="5477431" y="3416300"/>
                  </a:moveTo>
                  <a:lnTo>
                    <a:pt x="5319705" y="3416300"/>
                  </a:lnTo>
                  <a:lnTo>
                    <a:pt x="5311313" y="3429000"/>
                  </a:lnTo>
                  <a:lnTo>
                    <a:pt x="5485822" y="3429000"/>
                  </a:lnTo>
                  <a:lnTo>
                    <a:pt x="5477431" y="3416300"/>
                  </a:lnTo>
                  <a:close/>
                </a:path>
                <a:path w="6120765" h="4737100">
                  <a:moveTo>
                    <a:pt x="5814797" y="3263900"/>
                  </a:moveTo>
                  <a:lnTo>
                    <a:pt x="5516625" y="3263900"/>
                  </a:lnTo>
                  <a:lnTo>
                    <a:pt x="5527299" y="3276600"/>
                  </a:lnTo>
                  <a:lnTo>
                    <a:pt x="5534495" y="3289300"/>
                  </a:lnTo>
                  <a:lnTo>
                    <a:pt x="5537133" y="3302000"/>
                  </a:lnTo>
                  <a:lnTo>
                    <a:pt x="5537133" y="3365500"/>
                  </a:lnTo>
                  <a:lnTo>
                    <a:pt x="5601831" y="3390900"/>
                  </a:lnTo>
                  <a:lnTo>
                    <a:pt x="5632946" y="3403600"/>
                  </a:lnTo>
                  <a:lnTo>
                    <a:pt x="5663163" y="3429000"/>
                  </a:lnTo>
                  <a:lnTo>
                    <a:pt x="5708759" y="3378200"/>
                  </a:lnTo>
                  <a:lnTo>
                    <a:pt x="5719869" y="3365500"/>
                  </a:lnTo>
                  <a:lnTo>
                    <a:pt x="5856103" y="3365500"/>
                  </a:lnTo>
                  <a:lnTo>
                    <a:pt x="5838410" y="3352800"/>
                  </a:lnTo>
                  <a:lnTo>
                    <a:pt x="5825460" y="3314700"/>
                  </a:lnTo>
                  <a:lnTo>
                    <a:pt x="5817505" y="3289300"/>
                  </a:lnTo>
                  <a:lnTo>
                    <a:pt x="5814797" y="3263900"/>
                  </a:lnTo>
                  <a:close/>
                </a:path>
                <a:path w="6120765" h="4737100">
                  <a:moveTo>
                    <a:pt x="6120679" y="3048000"/>
                  </a:moveTo>
                  <a:lnTo>
                    <a:pt x="5720619" y="3047999"/>
                  </a:lnTo>
                  <a:lnTo>
                    <a:pt x="5726415" y="3060699"/>
                  </a:lnTo>
                  <a:lnTo>
                    <a:pt x="5735692" y="3060699"/>
                  </a:lnTo>
                  <a:lnTo>
                    <a:pt x="5738781" y="3073399"/>
                  </a:lnTo>
                  <a:lnTo>
                    <a:pt x="5740696" y="3086099"/>
                  </a:lnTo>
                  <a:lnTo>
                    <a:pt x="5741353" y="3086099"/>
                  </a:lnTo>
                  <a:lnTo>
                    <a:pt x="5740694" y="3098799"/>
                  </a:lnTo>
                  <a:lnTo>
                    <a:pt x="5955833" y="3098799"/>
                  </a:lnTo>
                  <a:lnTo>
                    <a:pt x="5983563" y="3111499"/>
                  </a:lnTo>
                  <a:lnTo>
                    <a:pt x="6009835" y="3111499"/>
                  </a:lnTo>
                  <a:lnTo>
                    <a:pt x="6034039" y="3124199"/>
                  </a:lnTo>
                  <a:lnTo>
                    <a:pt x="6055563" y="3149599"/>
                  </a:lnTo>
                  <a:lnTo>
                    <a:pt x="6083823" y="3200399"/>
                  </a:lnTo>
                  <a:lnTo>
                    <a:pt x="6096179" y="3251199"/>
                  </a:lnTo>
                  <a:lnTo>
                    <a:pt x="6092638" y="3302000"/>
                  </a:lnTo>
                  <a:lnTo>
                    <a:pt x="6073204" y="3352800"/>
                  </a:lnTo>
                  <a:lnTo>
                    <a:pt x="6120679" y="3429000"/>
                  </a:lnTo>
                  <a:lnTo>
                    <a:pt x="6120679" y="3048000"/>
                  </a:lnTo>
                  <a:close/>
                </a:path>
                <a:path w="6120765" h="4737100">
                  <a:moveTo>
                    <a:pt x="5469973" y="3340100"/>
                  </a:moveTo>
                  <a:lnTo>
                    <a:pt x="5327168" y="3340100"/>
                  </a:lnTo>
                  <a:lnTo>
                    <a:pt x="5327168" y="3403600"/>
                  </a:lnTo>
                  <a:lnTo>
                    <a:pt x="5325199" y="3416300"/>
                  </a:lnTo>
                  <a:lnTo>
                    <a:pt x="5471941" y="3416300"/>
                  </a:lnTo>
                  <a:lnTo>
                    <a:pt x="5469973" y="3403600"/>
                  </a:lnTo>
                  <a:lnTo>
                    <a:pt x="5469973" y="3340100"/>
                  </a:lnTo>
                  <a:close/>
                </a:path>
                <a:path w="6120765" h="4737100">
                  <a:moveTo>
                    <a:pt x="6023570" y="3403600"/>
                  </a:moveTo>
                  <a:lnTo>
                    <a:pt x="6007711" y="3403600"/>
                  </a:lnTo>
                  <a:lnTo>
                    <a:pt x="5991030" y="3416300"/>
                  </a:lnTo>
                  <a:lnTo>
                    <a:pt x="6033421" y="3416300"/>
                  </a:lnTo>
                  <a:lnTo>
                    <a:pt x="6023570" y="3403600"/>
                  </a:lnTo>
                  <a:close/>
                </a:path>
                <a:path w="6120765" h="4737100">
                  <a:moveTo>
                    <a:pt x="5996801" y="3187699"/>
                  </a:moveTo>
                  <a:lnTo>
                    <a:pt x="5914870" y="3187699"/>
                  </a:lnTo>
                  <a:lnTo>
                    <a:pt x="5903600" y="3200399"/>
                  </a:lnTo>
                  <a:lnTo>
                    <a:pt x="5894330" y="3213099"/>
                  </a:lnTo>
                  <a:lnTo>
                    <a:pt x="5887544" y="3225799"/>
                  </a:lnTo>
                  <a:lnTo>
                    <a:pt x="5883375" y="3238499"/>
                  </a:lnTo>
                  <a:lnTo>
                    <a:pt x="5881956" y="3263900"/>
                  </a:lnTo>
                  <a:lnTo>
                    <a:pt x="5883375" y="3276600"/>
                  </a:lnTo>
                  <a:lnTo>
                    <a:pt x="5903600" y="3314700"/>
                  </a:lnTo>
                  <a:lnTo>
                    <a:pt x="5927542" y="3340100"/>
                  </a:lnTo>
                  <a:lnTo>
                    <a:pt x="5984120" y="3340100"/>
                  </a:lnTo>
                  <a:lnTo>
                    <a:pt x="5996801" y="3327400"/>
                  </a:lnTo>
                  <a:lnTo>
                    <a:pt x="6008079" y="3314700"/>
                  </a:lnTo>
                  <a:lnTo>
                    <a:pt x="6024274" y="3289300"/>
                  </a:lnTo>
                  <a:lnTo>
                    <a:pt x="6029673" y="3263900"/>
                  </a:lnTo>
                  <a:lnTo>
                    <a:pt x="6024274" y="3225799"/>
                  </a:lnTo>
                  <a:lnTo>
                    <a:pt x="6008079" y="3200399"/>
                  </a:lnTo>
                  <a:lnTo>
                    <a:pt x="5996801" y="3187699"/>
                  </a:lnTo>
                  <a:close/>
                </a:path>
                <a:path w="6120765" h="4737100">
                  <a:moveTo>
                    <a:pt x="5970356" y="3174999"/>
                  </a:moveTo>
                  <a:lnTo>
                    <a:pt x="5941310" y="3174999"/>
                  </a:lnTo>
                  <a:lnTo>
                    <a:pt x="5927548" y="3187699"/>
                  </a:lnTo>
                  <a:lnTo>
                    <a:pt x="5984120" y="3187699"/>
                  </a:lnTo>
                  <a:lnTo>
                    <a:pt x="5970356" y="3174999"/>
                  </a:lnTo>
                  <a:close/>
                </a:path>
                <a:path w="6120765" h="4737100">
                  <a:moveTo>
                    <a:pt x="5901831" y="3111499"/>
                  </a:moveTo>
                  <a:lnTo>
                    <a:pt x="5731515" y="3111499"/>
                  </a:lnTo>
                  <a:lnTo>
                    <a:pt x="5726415" y="3124199"/>
                  </a:lnTo>
                  <a:lnTo>
                    <a:pt x="5877627" y="3124199"/>
                  </a:lnTo>
                  <a:lnTo>
                    <a:pt x="5901831" y="3111499"/>
                  </a:lnTo>
                  <a:close/>
                </a:path>
                <a:path w="6120765" h="4737100">
                  <a:moveTo>
                    <a:pt x="5955833" y="3098799"/>
                  </a:moveTo>
                  <a:lnTo>
                    <a:pt x="5738776" y="3098799"/>
                  </a:lnTo>
                  <a:lnTo>
                    <a:pt x="5735686" y="3111499"/>
                  </a:lnTo>
                  <a:lnTo>
                    <a:pt x="5928103" y="3111499"/>
                  </a:lnTo>
                  <a:lnTo>
                    <a:pt x="5955833" y="3098799"/>
                  </a:lnTo>
                  <a:close/>
                </a:path>
                <a:path w="6120765" h="4737100">
                  <a:moveTo>
                    <a:pt x="5478060" y="3060699"/>
                  </a:moveTo>
                  <a:lnTo>
                    <a:pt x="5309419" y="3060699"/>
                  </a:lnTo>
                  <a:lnTo>
                    <a:pt x="5223126" y="3086099"/>
                  </a:lnTo>
                  <a:lnTo>
                    <a:pt x="5674852" y="3086099"/>
                  </a:lnTo>
                  <a:lnTo>
                    <a:pt x="5676772" y="3073399"/>
                  </a:lnTo>
                  <a:lnTo>
                    <a:pt x="5517443" y="3073399"/>
                  </a:lnTo>
                  <a:lnTo>
                    <a:pt x="5478060" y="3060699"/>
                  </a:lnTo>
                  <a:close/>
                </a:path>
                <a:path w="6120765" h="4737100">
                  <a:moveTo>
                    <a:pt x="6120679" y="2984500"/>
                  </a:moveTo>
                  <a:lnTo>
                    <a:pt x="5484745" y="2984499"/>
                  </a:lnTo>
                  <a:lnTo>
                    <a:pt x="5527450" y="2997199"/>
                  </a:lnTo>
                  <a:lnTo>
                    <a:pt x="5569704" y="2997199"/>
                  </a:lnTo>
                  <a:lnTo>
                    <a:pt x="5581993" y="3009899"/>
                  </a:lnTo>
                  <a:lnTo>
                    <a:pt x="5591029" y="3022599"/>
                  </a:lnTo>
                  <a:lnTo>
                    <a:pt x="5595967" y="3035299"/>
                  </a:lnTo>
                  <a:lnTo>
                    <a:pt x="5595964" y="3047999"/>
                  </a:lnTo>
                  <a:lnTo>
                    <a:pt x="5590786" y="3060699"/>
                  </a:lnTo>
                  <a:lnTo>
                    <a:pt x="5581614" y="3073399"/>
                  </a:lnTo>
                  <a:lnTo>
                    <a:pt x="5676772" y="3073399"/>
                  </a:lnTo>
                  <a:lnTo>
                    <a:pt x="5679865" y="3060699"/>
                  </a:lnTo>
                  <a:lnTo>
                    <a:pt x="5689139" y="3060699"/>
                  </a:lnTo>
                  <a:lnTo>
                    <a:pt x="5694925" y="3047999"/>
                  </a:lnTo>
                  <a:lnTo>
                    <a:pt x="6120679" y="3048000"/>
                  </a:lnTo>
                  <a:lnTo>
                    <a:pt x="6120679" y="298450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67455" y="1326387"/>
            <a:ext cx="2070100" cy="1049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ts val="2830"/>
              </a:lnSpc>
              <a:spcBef>
                <a:spcPts val="100"/>
              </a:spcBef>
            </a:pP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A</a:t>
            </a:r>
            <a:r>
              <a:rPr sz="2800" b="1" spc="-100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partir</a:t>
            </a:r>
            <a:r>
              <a:rPr sz="2800" b="1" spc="-25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de</a:t>
            </a:r>
            <a:r>
              <a:rPr sz="2800" b="1" spc="-25" dirty="0">
                <a:solidFill>
                  <a:srgbClr val="FF0000"/>
                </a:solidFill>
                <a:latin typeface="Arial Narrow"/>
                <a:cs typeface="Arial Narrow"/>
              </a:rPr>
              <a:t> una</a:t>
            </a:r>
            <a:endParaRPr sz="2800">
              <a:latin typeface="Arial Narrow"/>
              <a:cs typeface="Arial Narrow"/>
            </a:endParaRPr>
          </a:p>
          <a:p>
            <a:pPr marR="5715" algn="r">
              <a:lnSpc>
                <a:spcPts val="2350"/>
              </a:lnSpc>
            </a:pP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tabla</a:t>
            </a:r>
            <a:r>
              <a:rPr sz="2800" b="1" spc="-20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de</a:t>
            </a:r>
            <a:r>
              <a:rPr sz="2800" b="1" spc="-15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spc="-25" dirty="0">
                <a:solidFill>
                  <a:srgbClr val="FF0000"/>
                </a:solidFill>
                <a:latin typeface="Arial Narrow"/>
                <a:cs typeface="Arial Narrow"/>
              </a:rPr>
              <a:t>una</a:t>
            </a:r>
            <a:endParaRPr sz="2800">
              <a:latin typeface="Arial Narrow"/>
              <a:cs typeface="Arial Narrow"/>
            </a:endParaRPr>
          </a:p>
          <a:p>
            <a:pPr marL="1114425">
              <a:lnSpc>
                <a:spcPts val="2880"/>
              </a:lnSpc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BBDD: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34777" y="100076"/>
            <a:ext cx="1631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07827" y="353059"/>
            <a:ext cx="5486400" cy="449072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85750" marR="2734310" indent="-273050">
              <a:lnSpc>
                <a:spcPts val="1900"/>
              </a:lnSpc>
              <a:spcBef>
                <a:spcPts val="380"/>
              </a:spcBef>
            </a:pPr>
            <a:r>
              <a:rPr sz="1800" b="1" dirty="0">
                <a:latin typeface="Courier New"/>
                <a:cs typeface="Courier New"/>
              </a:rPr>
              <a:t>"Tabla_Peliculas":</a:t>
            </a:r>
            <a:r>
              <a:rPr sz="1800" b="1" spc="-180" dirty="0">
                <a:latin typeface="Courier New"/>
                <a:cs typeface="Courier New"/>
              </a:rPr>
              <a:t> </a:t>
            </a:r>
            <a:r>
              <a:rPr sz="1800" b="1" spc="-50" dirty="0">
                <a:latin typeface="Courier New"/>
                <a:cs typeface="Courier New"/>
              </a:rPr>
              <a:t>{ </a:t>
            </a:r>
            <a:r>
              <a:rPr sz="1800" b="1" dirty="0">
                <a:latin typeface="Courier New"/>
                <a:cs typeface="Courier New"/>
              </a:rPr>
              <a:t>"Pelicula":</a:t>
            </a:r>
            <a:r>
              <a:rPr sz="1800" b="1" spc="-110" dirty="0">
                <a:latin typeface="Courier New"/>
                <a:cs typeface="Courier New"/>
              </a:rPr>
              <a:t> </a:t>
            </a:r>
            <a:r>
              <a:rPr sz="1800" b="1" spc="-50" dirty="0">
                <a:latin typeface="Courier New"/>
                <a:cs typeface="Courier New"/>
              </a:rPr>
              <a:t>[</a:t>
            </a:r>
            <a:endParaRPr sz="1800">
              <a:latin typeface="Courier New"/>
              <a:cs typeface="Courier New"/>
            </a:endParaRPr>
          </a:p>
          <a:p>
            <a:pPr marL="558800">
              <a:lnSpc>
                <a:spcPts val="1860"/>
              </a:lnSpc>
            </a:pPr>
            <a:r>
              <a:rPr sz="1800" b="1" spc="-50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831850">
              <a:lnSpc>
                <a:spcPts val="1895"/>
              </a:lnSpc>
            </a:pPr>
            <a:r>
              <a:rPr sz="1800" b="1" dirty="0">
                <a:latin typeface="Courier New"/>
                <a:cs typeface="Courier New"/>
              </a:rPr>
              <a:t>"id":</a:t>
            </a:r>
            <a:r>
              <a:rPr sz="1800" b="1" spc="-55" dirty="0">
                <a:latin typeface="Courier New"/>
                <a:cs typeface="Courier New"/>
              </a:rPr>
              <a:t> </a:t>
            </a:r>
            <a:r>
              <a:rPr sz="1800" b="1" spc="-25" dirty="0">
                <a:latin typeface="Courier New"/>
                <a:cs typeface="Courier New"/>
              </a:rPr>
              <a:t>1,</a:t>
            </a:r>
            <a:endParaRPr sz="1800">
              <a:latin typeface="Courier New"/>
              <a:cs typeface="Courier New"/>
            </a:endParaRPr>
          </a:p>
          <a:p>
            <a:pPr marL="831850" marR="1642745">
              <a:lnSpc>
                <a:spcPts val="1989"/>
              </a:lnSpc>
              <a:spcBef>
                <a:spcPts val="75"/>
              </a:spcBef>
            </a:pPr>
            <a:r>
              <a:rPr sz="1800" b="1" dirty="0">
                <a:latin typeface="Courier New"/>
                <a:cs typeface="Courier New"/>
              </a:rPr>
              <a:t>"titulo":</a:t>
            </a:r>
            <a:r>
              <a:rPr sz="1800" b="1" spc="-9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"Octopussy", </a:t>
            </a:r>
            <a:r>
              <a:rPr sz="1800" b="1" dirty="0">
                <a:latin typeface="Courier New"/>
                <a:cs typeface="Courier New"/>
              </a:rPr>
              <a:t>"año":</a:t>
            </a:r>
            <a:r>
              <a:rPr sz="1800" b="1" spc="-65" dirty="0">
                <a:latin typeface="Courier New"/>
                <a:cs typeface="Courier New"/>
              </a:rPr>
              <a:t> </a:t>
            </a:r>
            <a:r>
              <a:rPr sz="1800" b="1" spc="-20" dirty="0">
                <a:latin typeface="Courier New"/>
                <a:cs typeface="Courier New"/>
              </a:rPr>
              <a:t>1983</a:t>
            </a:r>
            <a:endParaRPr sz="1800">
              <a:latin typeface="Courier New"/>
              <a:cs typeface="Courier New"/>
            </a:endParaRPr>
          </a:p>
          <a:p>
            <a:pPr marL="558800">
              <a:lnSpc>
                <a:spcPts val="1800"/>
              </a:lnSpc>
            </a:pPr>
            <a:r>
              <a:rPr sz="1800" b="1" spc="-25" dirty="0">
                <a:latin typeface="Courier New"/>
                <a:cs typeface="Courier New"/>
              </a:rPr>
              <a:t>},</a:t>
            </a:r>
            <a:endParaRPr sz="1800">
              <a:latin typeface="Courier New"/>
              <a:cs typeface="Courier New"/>
            </a:endParaRPr>
          </a:p>
          <a:p>
            <a:pPr marL="558800">
              <a:lnSpc>
                <a:spcPts val="1945"/>
              </a:lnSpc>
            </a:pPr>
            <a:r>
              <a:rPr sz="1800" b="1" spc="-50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831850">
              <a:lnSpc>
                <a:spcPts val="1945"/>
              </a:lnSpc>
            </a:pPr>
            <a:r>
              <a:rPr sz="1800" b="1" dirty="0">
                <a:latin typeface="Courier New"/>
                <a:cs typeface="Courier New"/>
              </a:rPr>
              <a:t>"id":</a:t>
            </a:r>
            <a:r>
              <a:rPr sz="1800" b="1" spc="-55" dirty="0">
                <a:latin typeface="Courier New"/>
                <a:cs typeface="Courier New"/>
              </a:rPr>
              <a:t> </a:t>
            </a:r>
            <a:r>
              <a:rPr sz="1800" b="1" spc="-25" dirty="0">
                <a:latin typeface="Courier New"/>
                <a:cs typeface="Courier New"/>
              </a:rPr>
              <a:t>2,</a:t>
            </a:r>
            <a:endParaRPr sz="1800">
              <a:latin typeface="Courier New"/>
              <a:cs typeface="Courier New"/>
            </a:endParaRPr>
          </a:p>
          <a:p>
            <a:pPr marL="831850" marR="960119">
              <a:lnSpc>
                <a:spcPts val="1920"/>
              </a:lnSpc>
              <a:spcBef>
                <a:spcPts val="180"/>
              </a:spcBef>
            </a:pPr>
            <a:r>
              <a:rPr sz="1800" b="1" dirty="0">
                <a:latin typeface="Courier New"/>
                <a:cs typeface="Courier New"/>
              </a:rPr>
              <a:t>"titulo":</a:t>
            </a:r>
            <a:r>
              <a:rPr sz="1800" b="1" spc="-6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"Hable</a:t>
            </a:r>
            <a:r>
              <a:rPr sz="1800" b="1" spc="-6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con</a:t>
            </a:r>
            <a:r>
              <a:rPr sz="1800" b="1" spc="-6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ella", </a:t>
            </a:r>
            <a:r>
              <a:rPr sz="1800" b="1" dirty="0">
                <a:latin typeface="Courier New"/>
                <a:cs typeface="Courier New"/>
              </a:rPr>
              <a:t>"año":</a:t>
            </a:r>
            <a:r>
              <a:rPr sz="1800" b="1" spc="-65" dirty="0">
                <a:latin typeface="Courier New"/>
                <a:cs typeface="Courier New"/>
              </a:rPr>
              <a:t> </a:t>
            </a:r>
            <a:r>
              <a:rPr sz="1800" b="1" spc="-20" dirty="0">
                <a:latin typeface="Courier New"/>
                <a:cs typeface="Courier New"/>
              </a:rPr>
              <a:t>2002</a:t>
            </a:r>
            <a:endParaRPr sz="1800">
              <a:latin typeface="Courier New"/>
              <a:cs typeface="Courier New"/>
            </a:endParaRPr>
          </a:p>
          <a:p>
            <a:pPr marL="558800">
              <a:lnSpc>
                <a:spcPts val="1835"/>
              </a:lnSpc>
            </a:pPr>
            <a:r>
              <a:rPr sz="1800" b="1" spc="-25" dirty="0">
                <a:latin typeface="Courier New"/>
                <a:cs typeface="Courier New"/>
              </a:rPr>
              <a:t>},</a:t>
            </a:r>
            <a:endParaRPr sz="1800">
              <a:latin typeface="Courier New"/>
              <a:cs typeface="Courier New"/>
            </a:endParaRPr>
          </a:p>
          <a:p>
            <a:pPr marL="558800">
              <a:lnSpc>
                <a:spcPts val="1895"/>
              </a:lnSpc>
            </a:pPr>
            <a:r>
              <a:rPr sz="1800" b="1" spc="-50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831850">
              <a:lnSpc>
                <a:spcPts val="1955"/>
              </a:lnSpc>
            </a:pPr>
            <a:r>
              <a:rPr sz="1800" b="1" dirty="0">
                <a:latin typeface="Courier New"/>
                <a:cs typeface="Courier New"/>
              </a:rPr>
              <a:t>"id":</a:t>
            </a:r>
            <a:r>
              <a:rPr sz="1800" b="1" spc="-55" dirty="0">
                <a:latin typeface="Courier New"/>
                <a:cs typeface="Courier New"/>
              </a:rPr>
              <a:t> </a:t>
            </a:r>
            <a:r>
              <a:rPr sz="1800" b="1" spc="-25" dirty="0">
                <a:latin typeface="Courier New"/>
                <a:cs typeface="Courier New"/>
              </a:rPr>
              <a:t>3,</a:t>
            </a:r>
            <a:endParaRPr sz="1800">
              <a:latin typeface="Courier New"/>
              <a:cs typeface="Courier New"/>
            </a:endParaRPr>
          </a:p>
          <a:p>
            <a:pPr marL="831850" marR="5080">
              <a:lnSpc>
                <a:spcPts val="1900"/>
              </a:lnSpc>
              <a:spcBef>
                <a:spcPts val="204"/>
              </a:spcBef>
            </a:pPr>
            <a:r>
              <a:rPr sz="1800" b="1" dirty="0">
                <a:latin typeface="Courier New"/>
                <a:cs typeface="Courier New"/>
              </a:rPr>
              <a:t>"titulo":</a:t>
            </a:r>
            <a:r>
              <a:rPr sz="1800" b="1" spc="-8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"Ocho</a:t>
            </a:r>
            <a:r>
              <a:rPr sz="1800" b="1" spc="-8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apellidos</a:t>
            </a:r>
            <a:r>
              <a:rPr sz="1800" b="1" spc="-8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vascos", </a:t>
            </a:r>
            <a:r>
              <a:rPr sz="1800" b="1" dirty="0">
                <a:latin typeface="Courier New"/>
                <a:cs typeface="Courier New"/>
              </a:rPr>
              <a:t>"año":</a:t>
            </a:r>
            <a:r>
              <a:rPr sz="1800" b="1" spc="-65" dirty="0">
                <a:latin typeface="Courier New"/>
                <a:cs typeface="Courier New"/>
              </a:rPr>
              <a:t> </a:t>
            </a:r>
            <a:r>
              <a:rPr sz="1800" b="1" spc="-20" dirty="0">
                <a:latin typeface="Courier New"/>
                <a:cs typeface="Courier New"/>
              </a:rPr>
              <a:t>2014</a:t>
            </a:r>
            <a:endParaRPr sz="1800">
              <a:latin typeface="Courier New"/>
              <a:cs typeface="Courier New"/>
            </a:endParaRPr>
          </a:p>
          <a:p>
            <a:pPr marL="558800">
              <a:lnSpc>
                <a:spcPts val="1835"/>
              </a:lnSpc>
            </a:pPr>
            <a:r>
              <a:rPr sz="1800" b="1" spc="-50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 marL="654050">
              <a:lnSpc>
                <a:spcPts val="2030"/>
              </a:lnSpc>
            </a:pPr>
            <a:r>
              <a:rPr sz="1800" b="1" spc="-25" dirty="0">
                <a:latin typeface="Courier New"/>
                <a:cs typeface="Courier New"/>
              </a:rPr>
              <a:t>]}}</a:t>
            </a:r>
            <a:endParaRPr sz="1800">
              <a:latin typeface="Courier New"/>
              <a:cs typeface="Courier New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04448" y="94673"/>
            <a:ext cx="539551" cy="576063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JSON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980258" y="2327149"/>
            <a:ext cx="6163945" cy="2816860"/>
            <a:chOff x="2980258" y="2327149"/>
            <a:chExt cx="6163945" cy="2816860"/>
          </a:xfrm>
        </p:grpSpPr>
        <p:sp>
          <p:nvSpPr>
            <p:cNvPr id="4" name="object 4"/>
            <p:cNvSpPr/>
            <p:nvPr/>
          </p:nvSpPr>
          <p:spPr>
            <a:xfrm>
              <a:off x="8254885" y="3943583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992958" y="2339849"/>
              <a:ext cx="1602105" cy="801370"/>
            </a:xfrm>
            <a:custGeom>
              <a:avLst/>
              <a:gdLst/>
              <a:ahLst/>
              <a:cxnLst/>
              <a:rect l="l" t="t" r="r" b="b"/>
              <a:pathLst>
                <a:path w="1602104" h="801369">
                  <a:moveTo>
                    <a:pt x="1521430" y="0"/>
                  </a:moveTo>
                  <a:lnTo>
                    <a:pt x="80074" y="0"/>
                  </a:lnTo>
                  <a:lnTo>
                    <a:pt x="48906" y="6292"/>
                  </a:lnTo>
                  <a:lnTo>
                    <a:pt x="23453" y="23454"/>
                  </a:lnTo>
                  <a:lnTo>
                    <a:pt x="6292" y="48907"/>
                  </a:lnTo>
                  <a:lnTo>
                    <a:pt x="0" y="80076"/>
                  </a:lnTo>
                  <a:lnTo>
                    <a:pt x="0" y="720678"/>
                  </a:lnTo>
                  <a:lnTo>
                    <a:pt x="6292" y="751846"/>
                  </a:lnTo>
                  <a:lnTo>
                    <a:pt x="23453" y="777300"/>
                  </a:lnTo>
                  <a:lnTo>
                    <a:pt x="48906" y="794461"/>
                  </a:lnTo>
                  <a:lnTo>
                    <a:pt x="80074" y="800754"/>
                  </a:lnTo>
                  <a:lnTo>
                    <a:pt x="1521430" y="800754"/>
                  </a:lnTo>
                  <a:lnTo>
                    <a:pt x="1552600" y="794461"/>
                  </a:lnTo>
                  <a:lnTo>
                    <a:pt x="1578053" y="777300"/>
                  </a:lnTo>
                  <a:lnTo>
                    <a:pt x="1595214" y="751846"/>
                  </a:lnTo>
                  <a:lnTo>
                    <a:pt x="1601506" y="720678"/>
                  </a:lnTo>
                  <a:lnTo>
                    <a:pt x="1601506" y="80076"/>
                  </a:lnTo>
                  <a:lnTo>
                    <a:pt x="1595214" y="48907"/>
                  </a:lnTo>
                  <a:lnTo>
                    <a:pt x="1578053" y="23454"/>
                  </a:lnTo>
                  <a:lnTo>
                    <a:pt x="1552600" y="6292"/>
                  </a:lnTo>
                  <a:lnTo>
                    <a:pt x="1521430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992958" y="2339849"/>
              <a:ext cx="1602105" cy="801370"/>
            </a:xfrm>
            <a:custGeom>
              <a:avLst/>
              <a:gdLst/>
              <a:ahLst/>
              <a:cxnLst/>
              <a:rect l="l" t="t" r="r" b="b"/>
              <a:pathLst>
                <a:path w="1602104" h="801369">
                  <a:moveTo>
                    <a:pt x="0" y="80075"/>
                  </a:moveTo>
                  <a:lnTo>
                    <a:pt x="6292" y="48906"/>
                  </a:lnTo>
                  <a:lnTo>
                    <a:pt x="23453" y="23453"/>
                  </a:lnTo>
                  <a:lnTo>
                    <a:pt x="48906" y="6292"/>
                  </a:lnTo>
                  <a:lnTo>
                    <a:pt x="80075" y="0"/>
                  </a:lnTo>
                  <a:lnTo>
                    <a:pt x="1521432" y="0"/>
                  </a:lnTo>
                  <a:lnTo>
                    <a:pt x="1552600" y="6292"/>
                  </a:lnTo>
                  <a:lnTo>
                    <a:pt x="1578053" y="23453"/>
                  </a:lnTo>
                  <a:lnTo>
                    <a:pt x="1595214" y="48906"/>
                  </a:lnTo>
                  <a:lnTo>
                    <a:pt x="1601507" y="80075"/>
                  </a:lnTo>
                  <a:lnTo>
                    <a:pt x="1601507" y="720677"/>
                  </a:lnTo>
                  <a:lnTo>
                    <a:pt x="1595214" y="751846"/>
                  </a:lnTo>
                  <a:lnTo>
                    <a:pt x="1578053" y="777299"/>
                  </a:lnTo>
                  <a:lnTo>
                    <a:pt x="1552600" y="794460"/>
                  </a:lnTo>
                  <a:lnTo>
                    <a:pt x="1521432" y="800753"/>
                  </a:lnTo>
                  <a:lnTo>
                    <a:pt x="80075" y="800753"/>
                  </a:lnTo>
                  <a:lnTo>
                    <a:pt x="48906" y="794460"/>
                  </a:lnTo>
                  <a:lnTo>
                    <a:pt x="23453" y="777299"/>
                  </a:lnTo>
                  <a:lnTo>
                    <a:pt x="6292" y="751846"/>
                  </a:lnTo>
                  <a:lnTo>
                    <a:pt x="0" y="720677"/>
                  </a:lnTo>
                  <a:lnTo>
                    <a:pt x="0" y="80075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929380" y="1326387"/>
            <a:ext cx="1908175" cy="74485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503555" marR="5080" indent="-491490">
              <a:lnSpc>
                <a:spcPct val="68600"/>
              </a:lnSpc>
              <a:spcBef>
                <a:spcPts val="1155"/>
              </a:spcBef>
            </a:pP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A</a:t>
            </a:r>
            <a:r>
              <a:rPr sz="2800" b="1" spc="-100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partir</a:t>
            </a:r>
            <a:r>
              <a:rPr sz="2800" b="1" spc="-25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de</a:t>
            </a:r>
            <a:r>
              <a:rPr sz="2800" b="1" spc="-25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spc="-35" dirty="0">
                <a:solidFill>
                  <a:srgbClr val="FF0000"/>
                </a:solidFill>
                <a:latin typeface="Arial Narrow"/>
                <a:cs typeface="Arial Narrow"/>
              </a:rPr>
              <a:t>un </a:t>
            </a: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diagrama: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93197" y="2562860"/>
            <a:ext cx="6013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10" dirty="0">
                <a:solidFill>
                  <a:srgbClr val="FFFFFF"/>
                </a:solidFill>
                <a:latin typeface="Arial"/>
                <a:cs typeface="Arial"/>
              </a:rPr>
              <a:t>E-</a:t>
            </a:r>
            <a:r>
              <a:rPr sz="1800" spc="-35" dirty="0">
                <a:solidFill>
                  <a:srgbClr val="FFFFFF"/>
                </a:solidFill>
                <a:latin typeface="Arial"/>
                <a:cs typeface="Arial"/>
              </a:rPr>
              <a:t>mail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581765" y="485415"/>
            <a:ext cx="2267585" cy="2267585"/>
            <a:chOff x="4581765" y="485415"/>
            <a:chExt cx="2267585" cy="2267585"/>
          </a:xfrm>
        </p:grpSpPr>
        <p:sp>
          <p:nvSpPr>
            <p:cNvPr id="10" name="object 10"/>
            <p:cNvSpPr/>
            <p:nvPr/>
          </p:nvSpPr>
          <p:spPr>
            <a:xfrm>
              <a:off x="4594465" y="898492"/>
              <a:ext cx="640715" cy="1842135"/>
            </a:xfrm>
            <a:custGeom>
              <a:avLst/>
              <a:gdLst/>
              <a:ahLst/>
              <a:cxnLst/>
              <a:rect l="l" t="t" r="r" b="b"/>
              <a:pathLst>
                <a:path w="640714" h="1842135">
                  <a:moveTo>
                    <a:pt x="0" y="1841733"/>
                  </a:moveTo>
                  <a:lnTo>
                    <a:pt x="640602" y="0"/>
                  </a:lnTo>
                </a:path>
              </a:pathLst>
            </a:custGeom>
            <a:ln w="25400">
              <a:solidFill>
                <a:srgbClr val="3D669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235069" y="498115"/>
              <a:ext cx="1602105" cy="801370"/>
            </a:xfrm>
            <a:custGeom>
              <a:avLst/>
              <a:gdLst/>
              <a:ahLst/>
              <a:cxnLst/>
              <a:rect l="l" t="t" r="r" b="b"/>
              <a:pathLst>
                <a:path w="1602104" h="801369">
                  <a:moveTo>
                    <a:pt x="1521432" y="0"/>
                  </a:moveTo>
                  <a:lnTo>
                    <a:pt x="80076" y="0"/>
                  </a:lnTo>
                  <a:lnTo>
                    <a:pt x="48906" y="6292"/>
                  </a:lnTo>
                  <a:lnTo>
                    <a:pt x="23453" y="23453"/>
                  </a:lnTo>
                  <a:lnTo>
                    <a:pt x="6292" y="48906"/>
                  </a:lnTo>
                  <a:lnTo>
                    <a:pt x="0" y="80076"/>
                  </a:lnTo>
                  <a:lnTo>
                    <a:pt x="0" y="720678"/>
                  </a:lnTo>
                  <a:lnTo>
                    <a:pt x="6292" y="751846"/>
                  </a:lnTo>
                  <a:lnTo>
                    <a:pt x="23453" y="777299"/>
                  </a:lnTo>
                  <a:lnTo>
                    <a:pt x="48906" y="794460"/>
                  </a:lnTo>
                  <a:lnTo>
                    <a:pt x="80076" y="800752"/>
                  </a:lnTo>
                  <a:lnTo>
                    <a:pt x="1521432" y="800752"/>
                  </a:lnTo>
                  <a:lnTo>
                    <a:pt x="1552600" y="794460"/>
                  </a:lnTo>
                  <a:lnTo>
                    <a:pt x="1578053" y="777299"/>
                  </a:lnTo>
                  <a:lnTo>
                    <a:pt x="1595214" y="751846"/>
                  </a:lnTo>
                  <a:lnTo>
                    <a:pt x="1601506" y="720678"/>
                  </a:lnTo>
                  <a:lnTo>
                    <a:pt x="1601506" y="80076"/>
                  </a:lnTo>
                  <a:lnTo>
                    <a:pt x="1595214" y="48906"/>
                  </a:lnTo>
                  <a:lnTo>
                    <a:pt x="1578053" y="23453"/>
                  </a:lnTo>
                  <a:lnTo>
                    <a:pt x="1552600" y="6292"/>
                  </a:lnTo>
                  <a:lnTo>
                    <a:pt x="1521432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235069" y="498115"/>
              <a:ext cx="1602105" cy="801370"/>
            </a:xfrm>
            <a:custGeom>
              <a:avLst/>
              <a:gdLst/>
              <a:ahLst/>
              <a:cxnLst/>
              <a:rect l="l" t="t" r="r" b="b"/>
              <a:pathLst>
                <a:path w="1602104" h="801369">
                  <a:moveTo>
                    <a:pt x="0" y="80075"/>
                  </a:moveTo>
                  <a:lnTo>
                    <a:pt x="6292" y="48906"/>
                  </a:lnTo>
                  <a:lnTo>
                    <a:pt x="23453" y="23453"/>
                  </a:lnTo>
                  <a:lnTo>
                    <a:pt x="48906" y="6292"/>
                  </a:lnTo>
                  <a:lnTo>
                    <a:pt x="80075" y="0"/>
                  </a:lnTo>
                  <a:lnTo>
                    <a:pt x="1521432" y="0"/>
                  </a:lnTo>
                  <a:lnTo>
                    <a:pt x="1552600" y="6292"/>
                  </a:lnTo>
                  <a:lnTo>
                    <a:pt x="1578053" y="23453"/>
                  </a:lnTo>
                  <a:lnTo>
                    <a:pt x="1595214" y="48906"/>
                  </a:lnTo>
                  <a:lnTo>
                    <a:pt x="1601507" y="80075"/>
                  </a:lnTo>
                  <a:lnTo>
                    <a:pt x="1601507" y="720677"/>
                  </a:lnTo>
                  <a:lnTo>
                    <a:pt x="1595214" y="751846"/>
                  </a:lnTo>
                  <a:lnTo>
                    <a:pt x="1578053" y="777299"/>
                  </a:lnTo>
                  <a:lnTo>
                    <a:pt x="1552600" y="794460"/>
                  </a:lnTo>
                  <a:lnTo>
                    <a:pt x="1521432" y="800753"/>
                  </a:lnTo>
                  <a:lnTo>
                    <a:pt x="80075" y="800753"/>
                  </a:lnTo>
                  <a:lnTo>
                    <a:pt x="48906" y="794460"/>
                  </a:lnTo>
                  <a:lnTo>
                    <a:pt x="23453" y="777299"/>
                  </a:lnTo>
                  <a:lnTo>
                    <a:pt x="6292" y="751846"/>
                  </a:lnTo>
                  <a:lnTo>
                    <a:pt x="0" y="720677"/>
                  </a:lnTo>
                  <a:lnTo>
                    <a:pt x="0" y="80075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541825" y="721867"/>
            <a:ext cx="98869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0" dirty="0">
                <a:solidFill>
                  <a:srgbClr val="FFFFFF"/>
                </a:solidFill>
                <a:latin typeface="Arial"/>
                <a:cs typeface="Arial"/>
              </a:rPr>
              <a:t>Remitente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823876" y="24983"/>
            <a:ext cx="2267585" cy="886460"/>
            <a:chOff x="6823876" y="24983"/>
            <a:chExt cx="2267585" cy="886460"/>
          </a:xfrm>
        </p:grpSpPr>
        <p:sp>
          <p:nvSpPr>
            <p:cNvPr id="15" name="object 15"/>
            <p:cNvSpPr/>
            <p:nvPr/>
          </p:nvSpPr>
          <p:spPr>
            <a:xfrm>
              <a:off x="6836576" y="438059"/>
              <a:ext cx="640715" cy="461009"/>
            </a:xfrm>
            <a:custGeom>
              <a:avLst/>
              <a:gdLst/>
              <a:ahLst/>
              <a:cxnLst/>
              <a:rect l="l" t="t" r="r" b="b"/>
              <a:pathLst>
                <a:path w="640715" h="461009">
                  <a:moveTo>
                    <a:pt x="0" y="460433"/>
                  </a:moveTo>
                  <a:lnTo>
                    <a:pt x="640603" y="0"/>
                  </a:lnTo>
                </a:path>
              </a:pathLst>
            </a:custGeom>
            <a:ln w="25399">
              <a:solidFill>
                <a:srgbClr val="4774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477180" y="37683"/>
              <a:ext cx="1602105" cy="801370"/>
            </a:xfrm>
            <a:custGeom>
              <a:avLst/>
              <a:gdLst/>
              <a:ahLst/>
              <a:cxnLst/>
              <a:rect l="l" t="t" r="r" b="b"/>
              <a:pathLst>
                <a:path w="1602104" h="801369">
                  <a:moveTo>
                    <a:pt x="1521430" y="0"/>
                  </a:moveTo>
                  <a:lnTo>
                    <a:pt x="80074" y="0"/>
                  </a:lnTo>
                  <a:lnTo>
                    <a:pt x="48906" y="6292"/>
                  </a:lnTo>
                  <a:lnTo>
                    <a:pt x="23453" y="23453"/>
                  </a:lnTo>
                  <a:lnTo>
                    <a:pt x="6292" y="48906"/>
                  </a:lnTo>
                  <a:lnTo>
                    <a:pt x="0" y="80074"/>
                  </a:lnTo>
                  <a:lnTo>
                    <a:pt x="0" y="720676"/>
                  </a:lnTo>
                  <a:lnTo>
                    <a:pt x="6292" y="751846"/>
                  </a:lnTo>
                  <a:lnTo>
                    <a:pt x="23453" y="777299"/>
                  </a:lnTo>
                  <a:lnTo>
                    <a:pt x="48906" y="794460"/>
                  </a:lnTo>
                  <a:lnTo>
                    <a:pt x="80074" y="800752"/>
                  </a:lnTo>
                  <a:lnTo>
                    <a:pt x="1521430" y="800752"/>
                  </a:lnTo>
                  <a:lnTo>
                    <a:pt x="1552600" y="794460"/>
                  </a:lnTo>
                  <a:lnTo>
                    <a:pt x="1578053" y="777299"/>
                  </a:lnTo>
                  <a:lnTo>
                    <a:pt x="1595214" y="751846"/>
                  </a:lnTo>
                  <a:lnTo>
                    <a:pt x="1601506" y="720676"/>
                  </a:lnTo>
                  <a:lnTo>
                    <a:pt x="1601506" y="80074"/>
                  </a:lnTo>
                  <a:lnTo>
                    <a:pt x="1595214" y="48906"/>
                  </a:lnTo>
                  <a:lnTo>
                    <a:pt x="1578053" y="23453"/>
                  </a:lnTo>
                  <a:lnTo>
                    <a:pt x="1552600" y="6292"/>
                  </a:lnTo>
                  <a:lnTo>
                    <a:pt x="1521430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477180" y="37683"/>
              <a:ext cx="1602105" cy="801370"/>
            </a:xfrm>
            <a:custGeom>
              <a:avLst/>
              <a:gdLst/>
              <a:ahLst/>
              <a:cxnLst/>
              <a:rect l="l" t="t" r="r" b="b"/>
              <a:pathLst>
                <a:path w="1602104" h="801369">
                  <a:moveTo>
                    <a:pt x="0" y="80075"/>
                  </a:moveTo>
                  <a:lnTo>
                    <a:pt x="6292" y="48906"/>
                  </a:lnTo>
                  <a:lnTo>
                    <a:pt x="23453" y="23453"/>
                  </a:lnTo>
                  <a:lnTo>
                    <a:pt x="48906" y="6292"/>
                  </a:lnTo>
                  <a:lnTo>
                    <a:pt x="80075" y="0"/>
                  </a:lnTo>
                  <a:lnTo>
                    <a:pt x="1521432" y="0"/>
                  </a:lnTo>
                  <a:lnTo>
                    <a:pt x="1552600" y="6292"/>
                  </a:lnTo>
                  <a:lnTo>
                    <a:pt x="1578053" y="23453"/>
                  </a:lnTo>
                  <a:lnTo>
                    <a:pt x="1595214" y="48906"/>
                  </a:lnTo>
                  <a:lnTo>
                    <a:pt x="1601507" y="80075"/>
                  </a:lnTo>
                  <a:lnTo>
                    <a:pt x="1601507" y="720677"/>
                  </a:lnTo>
                  <a:lnTo>
                    <a:pt x="1595214" y="751846"/>
                  </a:lnTo>
                  <a:lnTo>
                    <a:pt x="1578053" y="777299"/>
                  </a:lnTo>
                  <a:lnTo>
                    <a:pt x="1552600" y="794460"/>
                  </a:lnTo>
                  <a:lnTo>
                    <a:pt x="1521432" y="800753"/>
                  </a:lnTo>
                  <a:lnTo>
                    <a:pt x="80075" y="800753"/>
                  </a:lnTo>
                  <a:lnTo>
                    <a:pt x="48906" y="794460"/>
                  </a:lnTo>
                  <a:lnTo>
                    <a:pt x="23453" y="777299"/>
                  </a:lnTo>
                  <a:lnTo>
                    <a:pt x="6292" y="751846"/>
                  </a:lnTo>
                  <a:lnTo>
                    <a:pt x="0" y="720677"/>
                  </a:lnTo>
                  <a:lnTo>
                    <a:pt x="0" y="80075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573560" y="136651"/>
            <a:ext cx="1409065" cy="55308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323850" marR="5080" indent="-311785">
              <a:lnSpc>
                <a:spcPts val="1989"/>
              </a:lnSpc>
              <a:spcBef>
                <a:spcPts val="305"/>
              </a:spcBef>
            </a:pPr>
            <a:r>
              <a:rPr sz="1800" spc="-70" dirty="0">
                <a:solidFill>
                  <a:srgbClr val="FFFFFF"/>
                </a:solidFill>
                <a:latin typeface="Arial"/>
                <a:cs typeface="Arial"/>
              </a:rPr>
              <a:t>Nombre: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60" dirty="0">
                <a:solidFill>
                  <a:srgbClr val="FFFFFF"/>
                </a:solidFill>
                <a:latin typeface="Arial"/>
                <a:cs typeface="Arial"/>
              </a:rPr>
              <a:t>Nuria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Delgado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823877" y="885793"/>
            <a:ext cx="2267585" cy="886460"/>
            <a:chOff x="6823877" y="885793"/>
            <a:chExt cx="2267585" cy="886460"/>
          </a:xfrm>
        </p:grpSpPr>
        <p:sp>
          <p:nvSpPr>
            <p:cNvPr id="20" name="object 20"/>
            <p:cNvSpPr/>
            <p:nvPr/>
          </p:nvSpPr>
          <p:spPr>
            <a:xfrm>
              <a:off x="6836577" y="898493"/>
              <a:ext cx="640715" cy="461009"/>
            </a:xfrm>
            <a:custGeom>
              <a:avLst/>
              <a:gdLst/>
              <a:ahLst/>
              <a:cxnLst/>
              <a:rect l="l" t="t" r="r" b="b"/>
              <a:pathLst>
                <a:path w="640715" h="461009">
                  <a:moveTo>
                    <a:pt x="0" y="0"/>
                  </a:moveTo>
                  <a:lnTo>
                    <a:pt x="640603" y="460433"/>
                  </a:lnTo>
                </a:path>
              </a:pathLst>
            </a:custGeom>
            <a:ln w="25399">
              <a:solidFill>
                <a:srgbClr val="4774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477181" y="958550"/>
              <a:ext cx="1602105" cy="801370"/>
            </a:xfrm>
            <a:custGeom>
              <a:avLst/>
              <a:gdLst/>
              <a:ahLst/>
              <a:cxnLst/>
              <a:rect l="l" t="t" r="r" b="b"/>
              <a:pathLst>
                <a:path w="1602104" h="801369">
                  <a:moveTo>
                    <a:pt x="1521430" y="0"/>
                  </a:moveTo>
                  <a:lnTo>
                    <a:pt x="80074" y="0"/>
                  </a:lnTo>
                  <a:lnTo>
                    <a:pt x="48906" y="6292"/>
                  </a:lnTo>
                  <a:lnTo>
                    <a:pt x="23453" y="23453"/>
                  </a:lnTo>
                  <a:lnTo>
                    <a:pt x="6292" y="48906"/>
                  </a:lnTo>
                  <a:lnTo>
                    <a:pt x="0" y="80074"/>
                  </a:lnTo>
                  <a:lnTo>
                    <a:pt x="0" y="720676"/>
                  </a:lnTo>
                  <a:lnTo>
                    <a:pt x="6292" y="751846"/>
                  </a:lnTo>
                  <a:lnTo>
                    <a:pt x="23453" y="777299"/>
                  </a:lnTo>
                  <a:lnTo>
                    <a:pt x="48906" y="794460"/>
                  </a:lnTo>
                  <a:lnTo>
                    <a:pt x="80074" y="800752"/>
                  </a:lnTo>
                  <a:lnTo>
                    <a:pt x="1521430" y="800752"/>
                  </a:lnTo>
                  <a:lnTo>
                    <a:pt x="1552600" y="794460"/>
                  </a:lnTo>
                  <a:lnTo>
                    <a:pt x="1578053" y="777299"/>
                  </a:lnTo>
                  <a:lnTo>
                    <a:pt x="1595214" y="751846"/>
                  </a:lnTo>
                  <a:lnTo>
                    <a:pt x="1601506" y="720676"/>
                  </a:lnTo>
                  <a:lnTo>
                    <a:pt x="1601506" y="80074"/>
                  </a:lnTo>
                  <a:lnTo>
                    <a:pt x="1595214" y="48906"/>
                  </a:lnTo>
                  <a:lnTo>
                    <a:pt x="1578053" y="23453"/>
                  </a:lnTo>
                  <a:lnTo>
                    <a:pt x="1552600" y="6292"/>
                  </a:lnTo>
                  <a:lnTo>
                    <a:pt x="1521430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477181" y="958550"/>
              <a:ext cx="1602105" cy="801370"/>
            </a:xfrm>
            <a:custGeom>
              <a:avLst/>
              <a:gdLst/>
              <a:ahLst/>
              <a:cxnLst/>
              <a:rect l="l" t="t" r="r" b="b"/>
              <a:pathLst>
                <a:path w="1602104" h="801369">
                  <a:moveTo>
                    <a:pt x="0" y="80075"/>
                  </a:moveTo>
                  <a:lnTo>
                    <a:pt x="6292" y="48906"/>
                  </a:lnTo>
                  <a:lnTo>
                    <a:pt x="23453" y="23453"/>
                  </a:lnTo>
                  <a:lnTo>
                    <a:pt x="48906" y="6292"/>
                  </a:lnTo>
                  <a:lnTo>
                    <a:pt x="80075" y="0"/>
                  </a:lnTo>
                  <a:lnTo>
                    <a:pt x="1521432" y="0"/>
                  </a:lnTo>
                  <a:lnTo>
                    <a:pt x="1552600" y="6292"/>
                  </a:lnTo>
                  <a:lnTo>
                    <a:pt x="1578053" y="23453"/>
                  </a:lnTo>
                  <a:lnTo>
                    <a:pt x="1595214" y="48906"/>
                  </a:lnTo>
                  <a:lnTo>
                    <a:pt x="1601507" y="80075"/>
                  </a:lnTo>
                  <a:lnTo>
                    <a:pt x="1601507" y="720677"/>
                  </a:lnTo>
                  <a:lnTo>
                    <a:pt x="1595214" y="751846"/>
                  </a:lnTo>
                  <a:lnTo>
                    <a:pt x="1578053" y="777299"/>
                  </a:lnTo>
                  <a:lnTo>
                    <a:pt x="1552600" y="794460"/>
                  </a:lnTo>
                  <a:lnTo>
                    <a:pt x="1521432" y="800753"/>
                  </a:lnTo>
                  <a:lnTo>
                    <a:pt x="80075" y="800753"/>
                  </a:lnTo>
                  <a:lnTo>
                    <a:pt x="48906" y="794460"/>
                  </a:lnTo>
                  <a:lnTo>
                    <a:pt x="23453" y="777299"/>
                  </a:lnTo>
                  <a:lnTo>
                    <a:pt x="6292" y="751846"/>
                  </a:lnTo>
                  <a:lnTo>
                    <a:pt x="0" y="720677"/>
                  </a:lnTo>
                  <a:lnTo>
                    <a:pt x="0" y="80075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7512949" y="932179"/>
            <a:ext cx="1529080" cy="79375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marR="5080" indent="1270" algn="ctr">
              <a:lnSpc>
                <a:spcPct val="90000"/>
              </a:lnSpc>
              <a:spcBef>
                <a:spcPts val="315"/>
              </a:spcBef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Dirección: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Nuriadel@gmail 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c.om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581766" y="2327149"/>
            <a:ext cx="2267585" cy="826769"/>
            <a:chOff x="4581766" y="2327149"/>
            <a:chExt cx="2267585" cy="826769"/>
          </a:xfrm>
        </p:grpSpPr>
        <p:sp>
          <p:nvSpPr>
            <p:cNvPr id="25" name="object 25"/>
            <p:cNvSpPr/>
            <p:nvPr/>
          </p:nvSpPr>
          <p:spPr>
            <a:xfrm>
              <a:off x="4594466" y="2740226"/>
              <a:ext cx="640715" cy="0"/>
            </a:xfrm>
            <a:custGeom>
              <a:avLst/>
              <a:gdLst/>
              <a:ahLst/>
              <a:cxnLst/>
              <a:rect l="l" t="t" r="r" b="b"/>
              <a:pathLst>
                <a:path w="640714">
                  <a:moveTo>
                    <a:pt x="0" y="0"/>
                  </a:moveTo>
                  <a:lnTo>
                    <a:pt x="640603" y="0"/>
                  </a:lnTo>
                </a:path>
              </a:pathLst>
            </a:custGeom>
            <a:ln w="25400">
              <a:solidFill>
                <a:srgbClr val="3D669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235069" y="2339849"/>
              <a:ext cx="1602105" cy="801370"/>
            </a:xfrm>
            <a:custGeom>
              <a:avLst/>
              <a:gdLst/>
              <a:ahLst/>
              <a:cxnLst/>
              <a:rect l="l" t="t" r="r" b="b"/>
              <a:pathLst>
                <a:path w="1602104" h="801369">
                  <a:moveTo>
                    <a:pt x="1521432" y="0"/>
                  </a:moveTo>
                  <a:lnTo>
                    <a:pt x="80076" y="0"/>
                  </a:lnTo>
                  <a:lnTo>
                    <a:pt x="48906" y="6292"/>
                  </a:lnTo>
                  <a:lnTo>
                    <a:pt x="23453" y="23454"/>
                  </a:lnTo>
                  <a:lnTo>
                    <a:pt x="6292" y="48907"/>
                  </a:lnTo>
                  <a:lnTo>
                    <a:pt x="0" y="80076"/>
                  </a:lnTo>
                  <a:lnTo>
                    <a:pt x="0" y="720678"/>
                  </a:lnTo>
                  <a:lnTo>
                    <a:pt x="6292" y="751846"/>
                  </a:lnTo>
                  <a:lnTo>
                    <a:pt x="23453" y="777300"/>
                  </a:lnTo>
                  <a:lnTo>
                    <a:pt x="48906" y="794461"/>
                  </a:lnTo>
                  <a:lnTo>
                    <a:pt x="80076" y="800754"/>
                  </a:lnTo>
                  <a:lnTo>
                    <a:pt x="1521432" y="800754"/>
                  </a:lnTo>
                  <a:lnTo>
                    <a:pt x="1552600" y="794461"/>
                  </a:lnTo>
                  <a:lnTo>
                    <a:pt x="1578053" y="777300"/>
                  </a:lnTo>
                  <a:lnTo>
                    <a:pt x="1595214" y="751846"/>
                  </a:lnTo>
                  <a:lnTo>
                    <a:pt x="1601506" y="720678"/>
                  </a:lnTo>
                  <a:lnTo>
                    <a:pt x="1601506" y="80076"/>
                  </a:lnTo>
                  <a:lnTo>
                    <a:pt x="1595214" y="48907"/>
                  </a:lnTo>
                  <a:lnTo>
                    <a:pt x="1578053" y="23454"/>
                  </a:lnTo>
                  <a:lnTo>
                    <a:pt x="1552600" y="6292"/>
                  </a:lnTo>
                  <a:lnTo>
                    <a:pt x="1521432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235069" y="2339849"/>
              <a:ext cx="1602105" cy="801370"/>
            </a:xfrm>
            <a:custGeom>
              <a:avLst/>
              <a:gdLst/>
              <a:ahLst/>
              <a:cxnLst/>
              <a:rect l="l" t="t" r="r" b="b"/>
              <a:pathLst>
                <a:path w="1602104" h="801369">
                  <a:moveTo>
                    <a:pt x="0" y="80075"/>
                  </a:moveTo>
                  <a:lnTo>
                    <a:pt x="6292" y="48906"/>
                  </a:lnTo>
                  <a:lnTo>
                    <a:pt x="23453" y="23453"/>
                  </a:lnTo>
                  <a:lnTo>
                    <a:pt x="48906" y="6292"/>
                  </a:lnTo>
                  <a:lnTo>
                    <a:pt x="80075" y="0"/>
                  </a:lnTo>
                  <a:lnTo>
                    <a:pt x="1521432" y="0"/>
                  </a:lnTo>
                  <a:lnTo>
                    <a:pt x="1552600" y="6292"/>
                  </a:lnTo>
                  <a:lnTo>
                    <a:pt x="1578053" y="23453"/>
                  </a:lnTo>
                  <a:lnTo>
                    <a:pt x="1595214" y="48906"/>
                  </a:lnTo>
                  <a:lnTo>
                    <a:pt x="1601507" y="80075"/>
                  </a:lnTo>
                  <a:lnTo>
                    <a:pt x="1601507" y="720677"/>
                  </a:lnTo>
                  <a:lnTo>
                    <a:pt x="1595214" y="751846"/>
                  </a:lnTo>
                  <a:lnTo>
                    <a:pt x="1578053" y="777299"/>
                  </a:lnTo>
                  <a:lnTo>
                    <a:pt x="1552600" y="794460"/>
                  </a:lnTo>
                  <a:lnTo>
                    <a:pt x="1521432" y="800753"/>
                  </a:lnTo>
                  <a:lnTo>
                    <a:pt x="80075" y="800753"/>
                  </a:lnTo>
                  <a:lnTo>
                    <a:pt x="48906" y="794460"/>
                  </a:lnTo>
                  <a:lnTo>
                    <a:pt x="23453" y="777299"/>
                  </a:lnTo>
                  <a:lnTo>
                    <a:pt x="6292" y="751846"/>
                  </a:lnTo>
                  <a:lnTo>
                    <a:pt x="0" y="720677"/>
                  </a:lnTo>
                  <a:lnTo>
                    <a:pt x="0" y="80075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5456290" y="2562860"/>
            <a:ext cx="11595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60" dirty="0">
                <a:solidFill>
                  <a:srgbClr val="FFFFFF"/>
                </a:solidFill>
                <a:latin typeface="Arial"/>
                <a:cs typeface="Arial"/>
              </a:rPr>
              <a:t>Destinatario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823876" y="1866717"/>
            <a:ext cx="2267585" cy="886460"/>
            <a:chOff x="6823876" y="1866717"/>
            <a:chExt cx="2267585" cy="886460"/>
          </a:xfrm>
        </p:grpSpPr>
        <p:sp>
          <p:nvSpPr>
            <p:cNvPr id="30" name="object 30"/>
            <p:cNvSpPr/>
            <p:nvPr/>
          </p:nvSpPr>
          <p:spPr>
            <a:xfrm>
              <a:off x="6836576" y="2279793"/>
              <a:ext cx="640715" cy="461009"/>
            </a:xfrm>
            <a:custGeom>
              <a:avLst/>
              <a:gdLst/>
              <a:ahLst/>
              <a:cxnLst/>
              <a:rect l="l" t="t" r="r" b="b"/>
              <a:pathLst>
                <a:path w="640715" h="461010">
                  <a:moveTo>
                    <a:pt x="0" y="460433"/>
                  </a:moveTo>
                  <a:lnTo>
                    <a:pt x="640603" y="0"/>
                  </a:lnTo>
                </a:path>
              </a:pathLst>
            </a:custGeom>
            <a:ln w="25399">
              <a:solidFill>
                <a:srgbClr val="4774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477180" y="1879417"/>
              <a:ext cx="1602105" cy="801370"/>
            </a:xfrm>
            <a:custGeom>
              <a:avLst/>
              <a:gdLst/>
              <a:ahLst/>
              <a:cxnLst/>
              <a:rect l="l" t="t" r="r" b="b"/>
              <a:pathLst>
                <a:path w="1602104" h="801369">
                  <a:moveTo>
                    <a:pt x="1521430" y="0"/>
                  </a:moveTo>
                  <a:lnTo>
                    <a:pt x="80074" y="0"/>
                  </a:lnTo>
                  <a:lnTo>
                    <a:pt x="48906" y="6292"/>
                  </a:lnTo>
                  <a:lnTo>
                    <a:pt x="23453" y="23453"/>
                  </a:lnTo>
                  <a:lnTo>
                    <a:pt x="6292" y="48906"/>
                  </a:lnTo>
                  <a:lnTo>
                    <a:pt x="0" y="80074"/>
                  </a:lnTo>
                  <a:lnTo>
                    <a:pt x="0" y="720676"/>
                  </a:lnTo>
                  <a:lnTo>
                    <a:pt x="6292" y="751846"/>
                  </a:lnTo>
                  <a:lnTo>
                    <a:pt x="23453" y="777299"/>
                  </a:lnTo>
                  <a:lnTo>
                    <a:pt x="48906" y="794460"/>
                  </a:lnTo>
                  <a:lnTo>
                    <a:pt x="80074" y="800752"/>
                  </a:lnTo>
                  <a:lnTo>
                    <a:pt x="1521430" y="800752"/>
                  </a:lnTo>
                  <a:lnTo>
                    <a:pt x="1552600" y="794460"/>
                  </a:lnTo>
                  <a:lnTo>
                    <a:pt x="1578053" y="777299"/>
                  </a:lnTo>
                  <a:lnTo>
                    <a:pt x="1595214" y="751846"/>
                  </a:lnTo>
                  <a:lnTo>
                    <a:pt x="1601506" y="720676"/>
                  </a:lnTo>
                  <a:lnTo>
                    <a:pt x="1601506" y="80074"/>
                  </a:lnTo>
                  <a:lnTo>
                    <a:pt x="1595214" y="48906"/>
                  </a:lnTo>
                  <a:lnTo>
                    <a:pt x="1578053" y="23453"/>
                  </a:lnTo>
                  <a:lnTo>
                    <a:pt x="1552600" y="6292"/>
                  </a:lnTo>
                  <a:lnTo>
                    <a:pt x="1521430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477180" y="1879417"/>
              <a:ext cx="1602105" cy="801370"/>
            </a:xfrm>
            <a:custGeom>
              <a:avLst/>
              <a:gdLst/>
              <a:ahLst/>
              <a:cxnLst/>
              <a:rect l="l" t="t" r="r" b="b"/>
              <a:pathLst>
                <a:path w="1602104" h="801369">
                  <a:moveTo>
                    <a:pt x="0" y="80075"/>
                  </a:moveTo>
                  <a:lnTo>
                    <a:pt x="6292" y="48906"/>
                  </a:lnTo>
                  <a:lnTo>
                    <a:pt x="23453" y="23453"/>
                  </a:lnTo>
                  <a:lnTo>
                    <a:pt x="48906" y="6292"/>
                  </a:lnTo>
                  <a:lnTo>
                    <a:pt x="80075" y="0"/>
                  </a:lnTo>
                  <a:lnTo>
                    <a:pt x="1521432" y="0"/>
                  </a:lnTo>
                  <a:lnTo>
                    <a:pt x="1552600" y="6292"/>
                  </a:lnTo>
                  <a:lnTo>
                    <a:pt x="1578053" y="23453"/>
                  </a:lnTo>
                  <a:lnTo>
                    <a:pt x="1595214" y="48906"/>
                  </a:lnTo>
                  <a:lnTo>
                    <a:pt x="1601507" y="80075"/>
                  </a:lnTo>
                  <a:lnTo>
                    <a:pt x="1601507" y="720677"/>
                  </a:lnTo>
                  <a:lnTo>
                    <a:pt x="1595214" y="751846"/>
                  </a:lnTo>
                  <a:lnTo>
                    <a:pt x="1578053" y="777299"/>
                  </a:lnTo>
                  <a:lnTo>
                    <a:pt x="1552600" y="794460"/>
                  </a:lnTo>
                  <a:lnTo>
                    <a:pt x="1521432" y="800753"/>
                  </a:lnTo>
                  <a:lnTo>
                    <a:pt x="80075" y="800753"/>
                  </a:lnTo>
                  <a:lnTo>
                    <a:pt x="48906" y="794460"/>
                  </a:lnTo>
                  <a:lnTo>
                    <a:pt x="23453" y="777299"/>
                  </a:lnTo>
                  <a:lnTo>
                    <a:pt x="6292" y="751846"/>
                  </a:lnTo>
                  <a:lnTo>
                    <a:pt x="0" y="720677"/>
                  </a:lnTo>
                  <a:lnTo>
                    <a:pt x="0" y="80075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7537207" y="1977644"/>
            <a:ext cx="1477645" cy="55308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5080" indent="316230">
              <a:lnSpc>
                <a:spcPts val="1989"/>
              </a:lnSpc>
              <a:spcBef>
                <a:spcPts val="305"/>
              </a:spcBef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Nombre: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Roberto</a:t>
            </a:r>
            <a:r>
              <a:rPr sz="18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30" dirty="0">
                <a:solidFill>
                  <a:srgbClr val="FFFFFF"/>
                </a:solidFill>
                <a:latin typeface="Arial"/>
                <a:cs typeface="Arial"/>
              </a:rPr>
              <a:t>Cuadra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6823877" y="2727526"/>
            <a:ext cx="2267585" cy="886460"/>
            <a:chOff x="6823877" y="2727526"/>
            <a:chExt cx="2267585" cy="886460"/>
          </a:xfrm>
        </p:grpSpPr>
        <p:sp>
          <p:nvSpPr>
            <p:cNvPr id="35" name="object 35"/>
            <p:cNvSpPr/>
            <p:nvPr/>
          </p:nvSpPr>
          <p:spPr>
            <a:xfrm>
              <a:off x="6836577" y="2740226"/>
              <a:ext cx="640715" cy="461009"/>
            </a:xfrm>
            <a:custGeom>
              <a:avLst/>
              <a:gdLst/>
              <a:ahLst/>
              <a:cxnLst/>
              <a:rect l="l" t="t" r="r" b="b"/>
              <a:pathLst>
                <a:path w="640715" h="461010">
                  <a:moveTo>
                    <a:pt x="0" y="0"/>
                  </a:moveTo>
                  <a:lnTo>
                    <a:pt x="640603" y="460433"/>
                  </a:lnTo>
                </a:path>
              </a:pathLst>
            </a:custGeom>
            <a:ln w="25399">
              <a:solidFill>
                <a:srgbClr val="4774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477181" y="2800283"/>
              <a:ext cx="1602105" cy="801370"/>
            </a:xfrm>
            <a:custGeom>
              <a:avLst/>
              <a:gdLst/>
              <a:ahLst/>
              <a:cxnLst/>
              <a:rect l="l" t="t" r="r" b="b"/>
              <a:pathLst>
                <a:path w="1602104" h="801370">
                  <a:moveTo>
                    <a:pt x="1521430" y="0"/>
                  </a:moveTo>
                  <a:lnTo>
                    <a:pt x="80074" y="0"/>
                  </a:lnTo>
                  <a:lnTo>
                    <a:pt x="48906" y="6292"/>
                  </a:lnTo>
                  <a:lnTo>
                    <a:pt x="23453" y="23453"/>
                  </a:lnTo>
                  <a:lnTo>
                    <a:pt x="6292" y="48906"/>
                  </a:lnTo>
                  <a:lnTo>
                    <a:pt x="0" y="80076"/>
                  </a:lnTo>
                  <a:lnTo>
                    <a:pt x="0" y="720678"/>
                  </a:lnTo>
                  <a:lnTo>
                    <a:pt x="6292" y="751846"/>
                  </a:lnTo>
                  <a:lnTo>
                    <a:pt x="23453" y="777299"/>
                  </a:lnTo>
                  <a:lnTo>
                    <a:pt x="48906" y="794460"/>
                  </a:lnTo>
                  <a:lnTo>
                    <a:pt x="80074" y="800752"/>
                  </a:lnTo>
                  <a:lnTo>
                    <a:pt x="1521430" y="800752"/>
                  </a:lnTo>
                  <a:lnTo>
                    <a:pt x="1552600" y="794460"/>
                  </a:lnTo>
                  <a:lnTo>
                    <a:pt x="1578053" y="777299"/>
                  </a:lnTo>
                  <a:lnTo>
                    <a:pt x="1595214" y="751846"/>
                  </a:lnTo>
                  <a:lnTo>
                    <a:pt x="1601506" y="720678"/>
                  </a:lnTo>
                  <a:lnTo>
                    <a:pt x="1601506" y="80076"/>
                  </a:lnTo>
                  <a:lnTo>
                    <a:pt x="1595214" y="48906"/>
                  </a:lnTo>
                  <a:lnTo>
                    <a:pt x="1578053" y="23453"/>
                  </a:lnTo>
                  <a:lnTo>
                    <a:pt x="1552600" y="6292"/>
                  </a:lnTo>
                  <a:lnTo>
                    <a:pt x="1521430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477181" y="2800283"/>
              <a:ext cx="1602105" cy="801370"/>
            </a:xfrm>
            <a:custGeom>
              <a:avLst/>
              <a:gdLst/>
              <a:ahLst/>
              <a:cxnLst/>
              <a:rect l="l" t="t" r="r" b="b"/>
              <a:pathLst>
                <a:path w="1602104" h="801370">
                  <a:moveTo>
                    <a:pt x="0" y="80075"/>
                  </a:moveTo>
                  <a:lnTo>
                    <a:pt x="6292" y="48906"/>
                  </a:lnTo>
                  <a:lnTo>
                    <a:pt x="23453" y="23453"/>
                  </a:lnTo>
                  <a:lnTo>
                    <a:pt x="48906" y="6292"/>
                  </a:lnTo>
                  <a:lnTo>
                    <a:pt x="80075" y="0"/>
                  </a:lnTo>
                  <a:lnTo>
                    <a:pt x="1521432" y="0"/>
                  </a:lnTo>
                  <a:lnTo>
                    <a:pt x="1552600" y="6292"/>
                  </a:lnTo>
                  <a:lnTo>
                    <a:pt x="1578053" y="23453"/>
                  </a:lnTo>
                  <a:lnTo>
                    <a:pt x="1595214" y="48906"/>
                  </a:lnTo>
                  <a:lnTo>
                    <a:pt x="1601507" y="80075"/>
                  </a:lnTo>
                  <a:lnTo>
                    <a:pt x="1601507" y="720677"/>
                  </a:lnTo>
                  <a:lnTo>
                    <a:pt x="1595214" y="751846"/>
                  </a:lnTo>
                  <a:lnTo>
                    <a:pt x="1578053" y="777299"/>
                  </a:lnTo>
                  <a:lnTo>
                    <a:pt x="1552600" y="794460"/>
                  </a:lnTo>
                  <a:lnTo>
                    <a:pt x="1521432" y="800753"/>
                  </a:lnTo>
                  <a:lnTo>
                    <a:pt x="80075" y="800753"/>
                  </a:lnTo>
                  <a:lnTo>
                    <a:pt x="48906" y="794460"/>
                  </a:lnTo>
                  <a:lnTo>
                    <a:pt x="23453" y="777299"/>
                  </a:lnTo>
                  <a:lnTo>
                    <a:pt x="6292" y="751846"/>
                  </a:lnTo>
                  <a:lnTo>
                    <a:pt x="0" y="720677"/>
                  </a:lnTo>
                  <a:lnTo>
                    <a:pt x="0" y="80075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7504472" y="2773172"/>
            <a:ext cx="1547495" cy="79692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 indent="635" algn="ctr">
              <a:lnSpc>
                <a:spcPct val="90600"/>
              </a:lnSpc>
              <a:spcBef>
                <a:spcPts val="300"/>
              </a:spcBef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Dirección: </a:t>
            </a:r>
            <a:r>
              <a:rPr sz="1800" spc="-135" dirty="0">
                <a:solidFill>
                  <a:srgbClr val="FFFFFF"/>
                </a:solidFill>
                <a:latin typeface="Arial"/>
                <a:cs typeface="Arial"/>
              </a:rPr>
              <a:t>RoberCuadra@g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mail.com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4581765" y="2727527"/>
            <a:ext cx="2267585" cy="1346835"/>
            <a:chOff x="4581765" y="2727527"/>
            <a:chExt cx="2267585" cy="1346835"/>
          </a:xfrm>
        </p:grpSpPr>
        <p:sp>
          <p:nvSpPr>
            <p:cNvPr id="40" name="object 40"/>
            <p:cNvSpPr/>
            <p:nvPr/>
          </p:nvSpPr>
          <p:spPr>
            <a:xfrm>
              <a:off x="4594465" y="2740227"/>
              <a:ext cx="640715" cy="921385"/>
            </a:xfrm>
            <a:custGeom>
              <a:avLst/>
              <a:gdLst/>
              <a:ahLst/>
              <a:cxnLst/>
              <a:rect l="l" t="t" r="r" b="b"/>
              <a:pathLst>
                <a:path w="640714" h="921385">
                  <a:moveTo>
                    <a:pt x="0" y="0"/>
                  </a:moveTo>
                  <a:lnTo>
                    <a:pt x="640602" y="920866"/>
                  </a:lnTo>
                </a:path>
              </a:pathLst>
            </a:custGeom>
            <a:ln w="25400">
              <a:solidFill>
                <a:srgbClr val="3D669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235069" y="3260717"/>
              <a:ext cx="1602105" cy="801370"/>
            </a:xfrm>
            <a:custGeom>
              <a:avLst/>
              <a:gdLst/>
              <a:ahLst/>
              <a:cxnLst/>
              <a:rect l="l" t="t" r="r" b="b"/>
              <a:pathLst>
                <a:path w="1602104" h="801370">
                  <a:moveTo>
                    <a:pt x="1521432" y="0"/>
                  </a:moveTo>
                  <a:lnTo>
                    <a:pt x="80076" y="0"/>
                  </a:lnTo>
                  <a:lnTo>
                    <a:pt x="48906" y="6292"/>
                  </a:lnTo>
                  <a:lnTo>
                    <a:pt x="23453" y="23453"/>
                  </a:lnTo>
                  <a:lnTo>
                    <a:pt x="6292" y="48906"/>
                  </a:lnTo>
                  <a:lnTo>
                    <a:pt x="0" y="80074"/>
                  </a:lnTo>
                  <a:lnTo>
                    <a:pt x="0" y="720677"/>
                  </a:lnTo>
                  <a:lnTo>
                    <a:pt x="6292" y="751846"/>
                  </a:lnTo>
                  <a:lnTo>
                    <a:pt x="23453" y="777298"/>
                  </a:lnTo>
                  <a:lnTo>
                    <a:pt x="48906" y="794459"/>
                  </a:lnTo>
                  <a:lnTo>
                    <a:pt x="80076" y="800752"/>
                  </a:lnTo>
                  <a:lnTo>
                    <a:pt x="1521432" y="800752"/>
                  </a:lnTo>
                  <a:lnTo>
                    <a:pt x="1552600" y="794459"/>
                  </a:lnTo>
                  <a:lnTo>
                    <a:pt x="1578053" y="777298"/>
                  </a:lnTo>
                  <a:lnTo>
                    <a:pt x="1595214" y="751846"/>
                  </a:lnTo>
                  <a:lnTo>
                    <a:pt x="1601506" y="720677"/>
                  </a:lnTo>
                  <a:lnTo>
                    <a:pt x="1601506" y="80074"/>
                  </a:lnTo>
                  <a:lnTo>
                    <a:pt x="1595214" y="48906"/>
                  </a:lnTo>
                  <a:lnTo>
                    <a:pt x="1578053" y="23453"/>
                  </a:lnTo>
                  <a:lnTo>
                    <a:pt x="1552600" y="6292"/>
                  </a:lnTo>
                  <a:lnTo>
                    <a:pt x="1521432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235069" y="3260717"/>
              <a:ext cx="1602105" cy="801370"/>
            </a:xfrm>
            <a:custGeom>
              <a:avLst/>
              <a:gdLst/>
              <a:ahLst/>
              <a:cxnLst/>
              <a:rect l="l" t="t" r="r" b="b"/>
              <a:pathLst>
                <a:path w="1602104" h="801370">
                  <a:moveTo>
                    <a:pt x="0" y="80075"/>
                  </a:moveTo>
                  <a:lnTo>
                    <a:pt x="6292" y="48906"/>
                  </a:lnTo>
                  <a:lnTo>
                    <a:pt x="23453" y="23453"/>
                  </a:lnTo>
                  <a:lnTo>
                    <a:pt x="48906" y="6292"/>
                  </a:lnTo>
                  <a:lnTo>
                    <a:pt x="80075" y="0"/>
                  </a:lnTo>
                  <a:lnTo>
                    <a:pt x="1521432" y="0"/>
                  </a:lnTo>
                  <a:lnTo>
                    <a:pt x="1552600" y="6292"/>
                  </a:lnTo>
                  <a:lnTo>
                    <a:pt x="1578053" y="23453"/>
                  </a:lnTo>
                  <a:lnTo>
                    <a:pt x="1595214" y="48906"/>
                  </a:lnTo>
                  <a:lnTo>
                    <a:pt x="1601507" y="80075"/>
                  </a:lnTo>
                  <a:lnTo>
                    <a:pt x="1601507" y="720677"/>
                  </a:lnTo>
                  <a:lnTo>
                    <a:pt x="1595214" y="751846"/>
                  </a:lnTo>
                  <a:lnTo>
                    <a:pt x="1578053" y="777299"/>
                  </a:lnTo>
                  <a:lnTo>
                    <a:pt x="1552600" y="794460"/>
                  </a:lnTo>
                  <a:lnTo>
                    <a:pt x="1521432" y="800753"/>
                  </a:lnTo>
                  <a:lnTo>
                    <a:pt x="80075" y="800753"/>
                  </a:lnTo>
                  <a:lnTo>
                    <a:pt x="48906" y="794460"/>
                  </a:lnTo>
                  <a:lnTo>
                    <a:pt x="23453" y="777299"/>
                  </a:lnTo>
                  <a:lnTo>
                    <a:pt x="6292" y="751846"/>
                  </a:lnTo>
                  <a:lnTo>
                    <a:pt x="0" y="720677"/>
                  </a:lnTo>
                  <a:lnTo>
                    <a:pt x="0" y="80075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5639583" y="3358388"/>
            <a:ext cx="793115" cy="556260"/>
          </a:xfrm>
          <a:prstGeom prst="rect">
            <a:avLst/>
          </a:prstGeom>
        </p:spPr>
        <p:txBody>
          <a:bodyPr vert="horz" wrap="square" lIns="0" tIns="36194" rIns="0" bIns="0" rtlCol="0">
            <a:spAutoFit/>
          </a:bodyPr>
          <a:lstStyle/>
          <a:p>
            <a:pPr marL="12700" marR="5080" indent="25400">
              <a:lnSpc>
                <a:spcPts val="2020"/>
              </a:lnSpc>
              <a:spcBef>
                <a:spcPts val="284"/>
              </a:spcBef>
            </a:pP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Asunto: </a:t>
            </a: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Reunión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4581765" y="2727526"/>
            <a:ext cx="2267585" cy="2267585"/>
            <a:chOff x="4581765" y="2727526"/>
            <a:chExt cx="2267585" cy="2267585"/>
          </a:xfrm>
        </p:grpSpPr>
        <p:sp>
          <p:nvSpPr>
            <p:cNvPr id="45" name="object 45"/>
            <p:cNvSpPr/>
            <p:nvPr/>
          </p:nvSpPr>
          <p:spPr>
            <a:xfrm>
              <a:off x="4594465" y="2740226"/>
              <a:ext cx="640715" cy="1842135"/>
            </a:xfrm>
            <a:custGeom>
              <a:avLst/>
              <a:gdLst/>
              <a:ahLst/>
              <a:cxnLst/>
              <a:rect l="l" t="t" r="r" b="b"/>
              <a:pathLst>
                <a:path w="640714" h="1842135">
                  <a:moveTo>
                    <a:pt x="0" y="0"/>
                  </a:moveTo>
                  <a:lnTo>
                    <a:pt x="640602" y="1841733"/>
                  </a:lnTo>
                </a:path>
              </a:pathLst>
            </a:custGeom>
            <a:ln w="25400">
              <a:solidFill>
                <a:srgbClr val="3D669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235069" y="4181583"/>
              <a:ext cx="1602105" cy="801370"/>
            </a:xfrm>
            <a:custGeom>
              <a:avLst/>
              <a:gdLst/>
              <a:ahLst/>
              <a:cxnLst/>
              <a:rect l="l" t="t" r="r" b="b"/>
              <a:pathLst>
                <a:path w="1602104" h="801370">
                  <a:moveTo>
                    <a:pt x="1521432" y="0"/>
                  </a:moveTo>
                  <a:lnTo>
                    <a:pt x="80076" y="0"/>
                  </a:lnTo>
                  <a:lnTo>
                    <a:pt x="48906" y="6292"/>
                  </a:lnTo>
                  <a:lnTo>
                    <a:pt x="23453" y="23453"/>
                  </a:lnTo>
                  <a:lnTo>
                    <a:pt x="6292" y="48906"/>
                  </a:lnTo>
                  <a:lnTo>
                    <a:pt x="0" y="80075"/>
                  </a:lnTo>
                  <a:lnTo>
                    <a:pt x="0" y="720677"/>
                  </a:lnTo>
                  <a:lnTo>
                    <a:pt x="6292" y="751846"/>
                  </a:lnTo>
                  <a:lnTo>
                    <a:pt x="23453" y="777299"/>
                  </a:lnTo>
                  <a:lnTo>
                    <a:pt x="48906" y="794460"/>
                  </a:lnTo>
                  <a:lnTo>
                    <a:pt x="80076" y="800752"/>
                  </a:lnTo>
                  <a:lnTo>
                    <a:pt x="1521432" y="800752"/>
                  </a:lnTo>
                  <a:lnTo>
                    <a:pt x="1552600" y="794460"/>
                  </a:lnTo>
                  <a:lnTo>
                    <a:pt x="1578053" y="777299"/>
                  </a:lnTo>
                  <a:lnTo>
                    <a:pt x="1595214" y="751846"/>
                  </a:lnTo>
                  <a:lnTo>
                    <a:pt x="1601506" y="720677"/>
                  </a:lnTo>
                  <a:lnTo>
                    <a:pt x="1601506" y="80075"/>
                  </a:lnTo>
                  <a:lnTo>
                    <a:pt x="1595214" y="48906"/>
                  </a:lnTo>
                  <a:lnTo>
                    <a:pt x="1578053" y="23453"/>
                  </a:lnTo>
                  <a:lnTo>
                    <a:pt x="1552600" y="6292"/>
                  </a:lnTo>
                  <a:lnTo>
                    <a:pt x="1521432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5235069" y="4181583"/>
              <a:ext cx="1602105" cy="801370"/>
            </a:xfrm>
            <a:custGeom>
              <a:avLst/>
              <a:gdLst/>
              <a:ahLst/>
              <a:cxnLst/>
              <a:rect l="l" t="t" r="r" b="b"/>
              <a:pathLst>
                <a:path w="1602104" h="801370">
                  <a:moveTo>
                    <a:pt x="0" y="80075"/>
                  </a:moveTo>
                  <a:lnTo>
                    <a:pt x="6292" y="48906"/>
                  </a:lnTo>
                  <a:lnTo>
                    <a:pt x="23453" y="23453"/>
                  </a:lnTo>
                  <a:lnTo>
                    <a:pt x="48906" y="6292"/>
                  </a:lnTo>
                  <a:lnTo>
                    <a:pt x="80075" y="0"/>
                  </a:lnTo>
                  <a:lnTo>
                    <a:pt x="1521432" y="0"/>
                  </a:lnTo>
                  <a:lnTo>
                    <a:pt x="1552600" y="6292"/>
                  </a:lnTo>
                  <a:lnTo>
                    <a:pt x="1578053" y="23453"/>
                  </a:lnTo>
                  <a:lnTo>
                    <a:pt x="1595214" y="48906"/>
                  </a:lnTo>
                  <a:lnTo>
                    <a:pt x="1601507" y="80075"/>
                  </a:lnTo>
                  <a:lnTo>
                    <a:pt x="1601507" y="720677"/>
                  </a:lnTo>
                  <a:lnTo>
                    <a:pt x="1595214" y="751846"/>
                  </a:lnTo>
                  <a:lnTo>
                    <a:pt x="1578053" y="777299"/>
                  </a:lnTo>
                  <a:lnTo>
                    <a:pt x="1552600" y="794460"/>
                  </a:lnTo>
                  <a:lnTo>
                    <a:pt x="1521432" y="800753"/>
                  </a:lnTo>
                  <a:lnTo>
                    <a:pt x="80075" y="800753"/>
                  </a:lnTo>
                  <a:lnTo>
                    <a:pt x="48906" y="794460"/>
                  </a:lnTo>
                  <a:lnTo>
                    <a:pt x="23453" y="777299"/>
                  </a:lnTo>
                  <a:lnTo>
                    <a:pt x="6292" y="751846"/>
                  </a:lnTo>
                  <a:lnTo>
                    <a:pt x="0" y="720677"/>
                  </a:lnTo>
                  <a:lnTo>
                    <a:pt x="0" y="80075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5775156" y="4406900"/>
            <a:ext cx="5219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14" dirty="0">
                <a:solidFill>
                  <a:srgbClr val="FFFFFF"/>
                </a:solidFill>
                <a:latin typeface="Arial"/>
                <a:cs typeface="Arial"/>
              </a:rPr>
              <a:t>Texto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6836576" y="4168883"/>
            <a:ext cx="2254885" cy="826769"/>
            <a:chOff x="6836576" y="4168883"/>
            <a:chExt cx="2254885" cy="826769"/>
          </a:xfrm>
        </p:grpSpPr>
        <p:sp>
          <p:nvSpPr>
            <p:cNvPr id="50" name="object 50"/>
            <p:cNvSpPr/>
            <p:nvPr/>
          </p:nvSpPr>
          <p:spPr>
            <a:xfrm>
              <a:off x="6836576" y="4581960"/>
              <a:ext cx="640715" cy="0"/>
            </a:xfrm>
            <a:custGeom>
              <a:avLst/>
              <a:gdLst/>
              <a:ahLst/>
              <a:cxnLst/>
              <a:rect l="l" t="t" r="r" b="b"/>
              <a:pathLst>
                <a:path w="640715">
                  <a:moveTo>
                    <a:pt x="0" y="0"/>
                  </a:moveTo>
                  <a:lnTo>
                    <a:pt x="640603" y="0"/>
                  </a:lnTo>
                </a:path>
              </a:pathLst>
            </a:custGeom>
            <a:ln w="25400">
              <a:solidFill>
                <a:srgbClr val="4774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477181" y="4181583"/>
              <a:ext cx="1602105" cy="801370"/>
            </a:xfrm>
            <a:custGeom>
              <a:avLst/>
              <a:gdLst/>
              <a:ahLst/>
              <a:cxnLst/>
              <a:rect l="l" t="t" r="r" b="b"/>
              <a:pathLst>
                <a:path w="1602104" h="801370">
                  <a:moveTo>
                    <a:pt x="1521430" y="0"/>
                  </a:moveTo>
                  <a:lnTo>
                    <a:pt x="80074" y="0"/>
                  </a:lnTo>
                  <a:lnTo>
                    <a:pt x="48906" y="6292"/>
                  </a:lnTo>
                  <a:lnTo>
                    <a:pt x="23453" y="23453"/>
                  </a:lnTo>
                  <a:lnTo>
                    <a:pt x="6292" y="48906"/>
                  </a:lnTo>
                  <a:lnTo>
                    <a:pt x="0" y="80075"/>
                  </a:lnTo>
                  <a:lnTo>
                    <a:pt x="0" y="720677"/>
                  </a:lnTo>
                  <a:lnTo>
                    <a:pt x="6292" y="751846"/>
                  </a:lnTo>
                  <a:lnTo>
                    <a:pt x="23453" y="777299"/>
                  </a:lnTo>
                  <a:lnTo>
                    <a:pt x="48906" y="794460"/>
                  </a:lnTo>
                  <a:lnTo>
                    <a:pt x="80074" y="800752"/>
                  </a:lnTo>
                  <a:lnTo>
                    <a:pt x="1521430" y="800752"/>
                  </a:lnTo>
                  <a:lnTo>
                    <a:pt x="1552600" y="794460"/>
                  </a:lnTo>
                  <a:lnTo>
                    <a:pt x="1578053" y="777299"/>
                  </a:lnTo>
                  <a:lnTo>
                    <a:pt x="1595214" y="751846"/>
                  </a:lnTo>
                  <a:lnTo>
                    <a:pt x="1601506" y="720677"/>
                  </a:lnTo>
                  <a:lnTo>
                    <a:pt x="1601506" y="80075"/>
                  </a:lnTo>
                  <a:lnTo>
                    <a:pt x="1595214" y="48906"/>
                  </a:lnTo>
                  <a:lnTo>
                    <a:pt x="1578053" y="23453"/>
                  </a:lnTo>
                  <a:lnTo>
                    <a:pt x="1552600" y="6292"/>
                  </a:lnTo>
                  <a:lnTo>
                    <a:pt x="1521430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7477181" y="4181583"/>
              <a:ext cx="1602105" cy="801370"/>
            </a:xfrm>
            <a:custGeom>
              <a:avLst/>
              <a:gdLst/>
              <a:ahLst/>
              <a:cxnLst/>
              <a:rect l="l" t="t" r="r" b="b"/>
              <a:pathLst>
                <a:path w="1602104" h="801370">
                  <a:moveTo>
                    <a:pt x="0" y="80075"/>
                  </a:moveTo>
                  <a:lnTo>
                    <a:pt x="6292" y="48906"/>
                  </a:lnTo>
                  <a:lnTo>
                    <a:pt x="23453" y="23453"/>
                  </a:lnTo>
                  <a:lnTo>
                    <a:pt x="48906" y="6292"/>
                  </a:lnTo>
                  <a:lnTo>
                    <a:pt x="80075" y="0"/>
                  </a:lnTo>
                  <a:lnTo>
                    <a:pt x="1521432" y="0"/>
                  </a:lnTo>
                  <a:lnTo>
                    <a:pt x="1552600" y="6292"/>
                  </a:lnTo>
                  <a:lnTo>
                    <a:pt x="1578053" y="23453"/>
                  </a:lnTo>
                  <a:lnTo>
                    <a:pt x="1595214" y="48906"/>
                  </a:lnTo>
                  <a:lnTo>
                    <a:pt x="1601507" y="80075"/>
                  </a:lnTo>
                  <a:lnTo>
                    <a:pt x="1601507" y="720677"/>
                  </a:lnTo>
                  <a:lnTo>
                    <a:pt x="1595214" y="751846"/>
                  </a:lnTo>
                  <a:lnTo>
                    <a:pt x="1578053" y="777299"/>
                  </a:lnTo>
                  <a:lnTo>
                    <a:pt x="1552600" y="794460"/>
                  </a:lnTo>
                  <a:lnTo>
                    <a:pt x="1521432" y="800753"/>
                  </a:lnTo>
                  <a:lnTo>
                    <a:pt x="80075" y="800753"/>
                  </a:lnTo>
                  <a:lnTo>
                    <a:pt x="48906" y="794460"/>
                  </a:lnTo>
                  <a:lnTo>
                    <a:pt x="23453" y="777299"/>
                  </a:lnTo>
                  <a:lnTo>
                    <a:pt x="6292" y="751846"/>
                  </a:lnTo>
                  <a:lnTo>
                    <a:pt x="0" y="720677"/>
                  </a:lnTo>
                  <a:lnTo>
                    <a:pt x="0" y="80075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7519172" y="4197603"/>
            <a:ext cx="1518285" cy="71120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 indent="-635" algn="ctr">
              <a:lnSpc>
                <a:spcPct val="90600"/>
              </a:lnSpc>
              <a:spcBef>
                <a:spcPts val="280"/>
              </a:spcBef>
            </a:pPr>
            <a:r>
              <a:rPr sz="1600" spc="-80" dirty="0">
                <a:solidFill>
                  <a:srgbClr val="FFFFFF"/>
                </a:solidFill>
                <a:latin typeface="Arial"/>
                <a:cs typeface="Arial"/>
              </a:rPr>
              <a:t>Párrafo:</a:t>
            </a:r>
            <a:r>
              <a:rPr sz="16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Arial"/>
                <a:cs typeface="Arial"/>
              </a:rPr>
              <a:t>¿Nos </a:t>
            </a:r>
            <a:r>
              <a:rPr sz="1600" spc="-65" dirty="0">
                <a:solidFill>
                  <a:srgbClr val="FFFFFF"/>
                </a:solidFill>
                <a:latin typeface="Arial"/>
                <a:cs typeface="Arial"/>
              </a:rPr>
              <a:t>reunimos</a:t>
            </a:r>
            <a:r>
              <a:rPr sz="16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95" dirty="0">
                <a:solidFill>
                  <a:srgbClr val="FFFFFF"/>
                </a:solidFill>
                <a:latin typeface="Arial"/>
                <a:cs typeface="Arial"/>
              </a:rPr>
              <a:t>mañana </a:t>
            </a:r>
            <a:r>
              <a:rPr sz="1600" spc="-13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6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105" dirty="0">
                <a:solidFill>
                  <a:srgbClr val="FFFFFF"/>
                </a:solidFill>
                <a:latin typeface="Arial"/>
                <a:cs typeface="Arial"/>
              </a:rPr>
              <a:t>las</a:t>
            </a:r>
            <a:r>
              <a:rPr sz="16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13:00?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JSON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419872" y="202281"/>
            <a:ext cx="5724525" cy="4941570"/>
            <a:chOff x="3419872" y="202281"/>
            <a:chExt cx="5724525" cy="4941570"/>
          </a:xfrm>
        </p:grpSpPr>
        <p:sp>
          <p:nvSpPr>
            <p:cNvPr id="4" name="object 4"/>
            <p:cNvSpPr/>
            <p:nvPr/>
          </p:nvSpPr>
          <p:spPr>
            <a:xfrm>
              <a:off x="8254885" y="3943583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419872" y="202281"/>
              <a:ext cx="5688965" cy="4457700"/>
            </a:xfrm>
            <a:custGeom>
              <a:avLst/>
              <a:gdLst/>
              <a:ahLst/>
              <a:cxnLst/>
              <a:rect l="l" t="t" r="r" b="b"/>
              <a:pathLst>
                <a:path w="5688965" h="4457700">
                  <a:moveTo>
                    <a:pt x="5688630" y="0"/>
                  </a:moveTo>
                  <a:lnTo>
                    <a:pt x="0" y="0"/>
                  </a:lnTo>
                  <a:lnTo>
                    <a:pt x="0" y="4457700"/>
                  </a:lnTo>
                  <a:lnTo>
                    <a:pt x="4406902" y="4457700"/>
                  </a:lnTo>
                  <a:lnTo>
                    <a:pt x="4390456" y="4432300"/>
                  </a:lnTo>
                  <a:lnTo>
                    <a:pt x="4378415" y="4406900"/>
                  </a:lnTo>
                  <a:lnTo>
                    <a:pt x="4371018" y="4381500"/>
                  </a:lnTo>
                  <a:lnTo>
                    <a:pt x="4368500" y="4343400"/>
                  </a:lnTo>
                  <a:lnTo>
                    <a:pt x="4369923" y="4330700"/>
                  </a:lnTo>
                  <a:lnTo>
                    <a:pt x="4374126" y="4305300"/>
                  </a:lnTo>
                  <a:lnTo>
                    <a:pt x="4381008" y="4279900"/>
                  </a:lnTo>
                  <a:lnTo>
                    <a:pt x="4390468" y="4267200"/>
                  </a:lnTo>
                  <a:lnTo>
                    <a:pt x="4363772" y="4229100"/>
                  </a:lnTo>
                  <a:lnTo>
                    <a:pt x="4339198" y="4178300"/>
                  </a:lnTo>
                  <a:lnTo>
                    <a:pt x="4316785" y="4140200"/>
                  </a:lnTo>
                  <a:lnTo>
                    <a:pt x="4296569" y="4102100"/>
                  </a:lnTo>
                  <a:lnTo>
                    <a:pt x="4278590" y="4051300"/>
                  </a:lnTo>
                  <a:lnTo>
                    <a:pt x="4262885" y="4000500"/>
                  </a:lnTo>
                  <a:lnTo>
                    <a:pt x="4249491" y="3949700"/>
                  </a:lnTo>
                  <a:lnTo>
                    <a:pt x="4238448" y="3911600"/>
                  </a:lnTo>
                  <a:lnTo>
                    <a:pt x="4229793" y="3860800"/>
                  </a:lnTo>
                  <a:lnTo>
                    <a:pt x="4223563" y="3810000"/>
                  </a:lnTo>
                  <a:lnTo>
                    <a:pt x="4219798" y="3759200"/>
                  </a:lnTo>
                  <a:lnTo>
                    <a:pt x="4218534" y="3708400"/>
                  </a:lnTo>
                  <a:lnTo>
                    <a:pt x="4219801" y="3657600"/>
                  </a:lnTo>
                  <a:lnTo>
                    <a:pt x="4223578" y="3606800"/>
                  </a:lnTo>
                  <a:lnTo>
                    <a:pt x="4229832" y="3556000"/>
                  </a:lnTo>
                  <a:lnTo>
                    <a:pt x="4238530" y="3505200"/>
                  </a:lnTo>
                  <a:lnTo>
                    <a:pt x="4249639" y="3454400"/>
                  </a:lnTo>
                  <a:lnTo>
                    <a:pt x="4263123" y="3416300"/>
                  </a:lnTo>
                  <a:lnTo>
                    <a:pt x="4278952" y="3365500"/>
                  </a:lnTo>
                  <a:lnTo>
                    <a:pt x="4297089" y="3314700"/>
                  </a:lnTo>
                  <a:lnTo>
                    <a:pt x="4317504" y="3276600"/>
                  </a:lnTo>
                  <a:lnTo>
                    <a:pt x="4340160" y="3225800"/>
                  </a:lnTo>
                  <a:lnTo>
                    <a:pt x="4365027" y="3187700"/>
                  </a:lnTo>
                  <a:lnTo>
                    <a:pt x="4392069" y="3149600"/>
                  </a:lnTo>
                  <a:lnTo>
                    <a:pt x="4421253" y="3111500"/>
                  </a:lnTo>
                  <a:lnTo>
                    <a:pt x="4452546" y="3073400"/>
                  </a:lnTo>
                  <a:lnTo>
                    <a:pt x="4488236" y="3035300"/>
                  </a:lnTo>
                  <a:lnTo>
                    <a:pt x="4525591" y="2997200"/>
                  </a:lnTo>
                  <a:lnTo>
                    <a:pt x="4564509" y="2971800"/>
                  </a:lnTo>
                  <a:lnTo>
                    <a:pt x="4604891" y="2933700"/>
                  </a:lnTo>
                  <a:lnTo>
                    <a:pt x="4646635" y="2908300"/>
                  </a:lnTo>
                  <a:lnTo>
                    <a:pt x="4689640" y="2882900"/>
                  </a:lnTo>
                  <a:lnTo>
                    <a:pt x="4733805" y="2870200"/>
                  </a:lnTo>
                  <a:lnTo>
                    <a:pt x="4779029" y="2844800"/>
                  </a:lnTo>
                  <a:lnTo>
                    <a:pt x="4872250" y="2819400"/>
                  </a:lnTo>
                  <a:lnTo>
                    <a:pt x="4920046" y="2819400"/>
                  </a:lnTo>
                  <a:lnTo>
                    <a:pt x="4968496" y="2806700"/>
                  </a:lnTo>
                  <a:lnTo>
                    <a:pt x="5688630" y="2806700"/>
                  </a:lnTo>
                  <a:lnTo>
                    <a:pt x="5688630" y="0"/>
                  </a:lnTo>
                  <a:close/>
                </a:path>
                <a:path w="5688965" h="4457700">
                  <a:moveTo>
                    <a:pt x="4657399" y="4203700"/>
                  </a:moveTo>
                  <a:lnTo>
                    <a:pt x="4525352" y="4203700"/>
                  </a:lnTo>
                  <a:lnTo>
                    <a:pt x="4549769" y="4216400"/>
                  </a:lnTo>
                  <a:lnTo>
                    <a:pt x="4572265" y="4229100"/>
                  </a:lnTo>
                  <a:lnTo>
                    <a:pt x="4608714" y="4267200"/>
                  </a:lnTo>
                  <a:lnTo>
                    <a:pt x="4628144" y="4318000"/>
                  </a:lnTo>
                  <a:lnTo>
                    <a:pt x="4630661" y="4343400"/>
                  </a:lnTo>
                  <a:lnTo>
                    <a:pt x="4628144" y="4381500"/>
                  </a:lnTo>
                  <a:lnTo>
                    <a:pt x="4620750" y="4406900"/>
                  </a:lnTo>
                  <a:lnTo>
                    <a:pt x="4608714" y="4432300"/>
                  </a:lnTo>
                  <a:lnTo>
                    <a:pt x="4592270" y="4457700"/>
                  </a:lnTo>
                  <a:lnTo>
                    <a:pt x="5317622" y="4457700"/>
                  </a:lnTo>
                  <a:lnTo>
                    <a:pt x="5429027" y="4394200"/>
                  </a:lnTo>
                  <a:lnTo>
                    <a:pt x="5467307" y="4368800"/>
                  </a:lnTo>
                  <a:lnTo>
                    <a:pt x="5491565" y="4343400"/>
                  </a:lnTo>
                  <a:lnTo>
                    <a:pt x="4897856" y="4343400"/>
                  </a:lnTo>
                  <a:lnTo>
                    <a:pt x="4891165" y="4330700"/>
                  </a:lnTo>
                  <a:lnTo>
                    <a:pt x="4888711" y="4318000"/>
                  </a:lnTo>
                  <a:lnTo>
                    <a:pt x="4888711" y="4254500"/>
                  </a:lnTo>
                  <a:lnTo>
                    <a:pt x="4698516" y="4254500"/>
                  </a:lnTo>
                  <a:lnTo>
                    <a:pt x="4690579" y="4241800"/>
                  </a:lnTo>
                  <a:lnTo>
                    <a:pt x="4657399" y="4203700"/>
                  </a:lnTo>
                  <a:close/>
                </a:path>
                <a:path w="5688965" h="4457700">
                  <a:moveTo>
                    <a:pt x="5688630" y="4191000"/>
                  </a:moveTo>
                  <a:lnTo>
                    <a:pt x="5660086" y="4241800"/>
                  </a:lnTo>
                  <a:lnTo>
                    <a:pt x="5635835" y="4279900"/>
                  </a:lnTo>
                  <a:lnTo>
                    <a:pt x="5609949" y="4318000"/>
                  </a:lnTo>
                  <a:lnTo>
                    <a:pt x="5582453" y="4343400"/>
                  </a:lnTo>
                  <a:lnTo>
                    <a:pt x="5553585" y="4381500"/>
                  </a:lnTo>
                  <a:lnTo>
                    <a:pt x="5523606" y="4406900"/>
                  </a:lnTo>
                  <a:lnTo>
                    <a:pt x="5492569" y="4432300"/>
                  </a:lnTo>
                  <a:lnTo>
                    <a:pt x="5460528" y="4457700"/>
                  </a:lnTo>
                  <a:lnTo>
                    <a:pt x="5688630" y="4457700"/>
                  </a:lnTo>
                  <a:lnTo>
                    <a:pt x="5688630" y="4191000"/>
                  </a:lnTo>
                  <a:close/>
                </a:path>
                <a:path w="5688965" h="4457700">
                  <a:moveTo>
                    <a:pt x="4537651" y="4406900"/>
                  </a:moveTo>
                  <a:lnTo>
                    <a:pt x="4461513" y="4406900"/>
                  </a:lnTo>
                  <a:lnTo>
                    <a:pt x="4473296" y="4419600"/>
                  </a:lnTo>
                  <a:lnTo>
                    <a:pt x="4525868" y="4419600"/>
                  </a:lnTo>
                  <a:lnTo>
                    <a:pt x="4537651" y="4406900"/>
                  </a:lnTo>
                  <a:close/>
                </a:path>
                <a:path w="5688965" h="4457700">
                  <a:moveTo>
                    <a:pt x="4537646" y="4279900"/>
                  </a:moveTo>
                  <a:lnTo>
                    <a:pt x="4461508" y="4279900"/>
                  </a:lnTo>
                  <a:lnTo>
                    <a:pt x="4451033" y="4292600"/>
                  </a:lnTo>
                  <a:lnTo>
                    <a:pt x="4442418" y="4305300"/>
                  </a:lnTo>
                  <a:lnTo>
                    <a:pt x="4436112" y="4318000"/>
                  </a:lnTo>
                  <a:lnTo>
                    <a:pt x="4432238" y="4330700"/>
                  </a:lnTo>
                  <a:lnTo>
                    <a:pt x="4430919" y="4343400"/>
                  </a:lnTo>
                  <a:lnTo>
                    <a:pt x="4432238" y="4368800"/>
                  </a:lnTo>
                  <a:lnTo>
                    <a:pt x="4436112" y="4381500"/>
                  </a:lnTo>
                  <a:lnTo>
                    <a:pt x="4442418" y="4394200"/>
                  </a:lnTo>
                  <a:lnTo>
                    <a:pt x="4451033" y="4406900"/>
                  </a:lnTo>
                  <a:lnTo>
                    <a:pt x="4548125" y="4406900"/>
                  </a:lnTo>
                  <a:lnTo>
                    <a:pt x="4556740" y="4394200"/>
                  </a:lnTo>
                  <a:lnTo>
                    <a:pt x="4563047" y="4381500"/>
                  </a:lnTo>
                  <a:lnTo>
                    <a:pt x="4566921" y="4368800"/>
                  </a:lnTo>
                  <a:lnTo>
                    <a:pt x="4568240" y="4343400"/>
                  </a:lnTo>
                  <a:lnTo>
                    <a:pt x="4566921" y="4330700"/>
                  </a:lnTo>
                  <a:lnTo>
                    <a:pt x="4563047" y="4318000"/>
                  </a:lnTo>
                  <a:lnTo>
                    <a:pt x="4556740" y="4305300"/>
                  </a:lnTo>
                  <a:lnTo>
                    <a:pt x="4548125" y="4292600"/>
                  </a:lnTo>
                  <a:lnTo>
                    <a:pt x="4537646" y="4279900"/>
                  </a:lnTo>
                  <a:close/>
                </a:path>
                <a:path w="5688965" h="4457700">
                  <a:moveTo>
                    <a:pt x="5263409" y="4191000"/>
                  </a:moveTo>
                  <a:lnTo>
                    <a:pt x="5235325" y="4203700"/>
                  </a:lnTo>
                  <a:lnTo>
                    <a:pt x="5206406" y="4216400"/>
                  </a:lnTo>
                  <a:lnTo>
                    <a:pt x="5176706" y="4229100"/>
                  </a:lnTo>
                  <a:lnTo>
                    <a:pt x="5146276" y="4241800"/>
                  </a:lnTo>
                  <a:lnTo>
                    <a:pt x="5146276" y="4318000"/>
                  </a:lnTo>
                  <a:lnTo>
                    <a:pt x="5143823" y="4330700"/>
                  </a:lnTo>
                  <a:lnTo>
                    <a:pt x="5137135" y="4343400"/>
                  </a:lnTo>
                  <a:lnTo>
                    <a:pt x="5491565" y="4343400"/>
                  </a:lnTo>
                  <a:lnTo>
                    <a:pt x="5503693" y="4330700"/>
                  </a:lnTo>
                  <a:lnTo>
                    <a:pt x="5538075" y="4292600"/>
                  </a:lnTo>
                  <a:lnTo>
                    <a:pt x="5570341" y="4254500"/>
                  </a:lnTo>
                  <a:lnTo>
                    <a:pt x="5319915" y="4254500"/>
                  </a:lnTo>
                  <a:lnTo>
                    <a:pt x="5311979" y="4241800"/>
                  </a:lnTo>
                  <a:lnTo>
                    <a:pt x="5263409" y="4191000"/>
                  </a:lnTo>
                  <a:close/>
                </a:path>
                <a:path w="5688965" h="4457700">
                  <a:moveTo>
                    <a:pt x="4513076" y="4267200"/>
                  </a:moveTo>
                  <a:lnTo>
                    <a:pt x="4486082" y="4267200"/>
                  </a:lnTo>
                  <a:lnTo>
                    <a:pt x="4473291" y="4279900"/>
                  </a:lnTo>
                  <a:lnTo>
                    <a:pt x="4525864" y="4279900"/>
                  </a:lnTo>
                  <a:lnTo>
                    <a:pt x="4513076" y="4267200"/>
                  </a:lnTo>
                  <a:close/>
                </a:path>
                <a:path w="5688965" h="4457700">
                  <a:moveTo>
                    <a:pt x="5090787" y="4191000"/>
                  </a:moveTo>
                  <a:lnTo>
                    <a:pt x="4944196" y="4191000"/>
                  </a:lnTo>
                  <a:lnTo>
                    <a:pt x="4949301" y="4203700"/>
                  </a:lnTo>
                  <a:lnTo>
                    <a:pt x="4951131" y="4216400"/>
                  </a:lnTo>
                  <a:lnTo>
                    <a:pt x="4951131" y="4279900"/>
                  </a:lnTo>
                  <a:lnTo>
                    <a:pt x="5083856" y="4279900"/>
                  </a:lnTo>
                  <a:lnTo>
                    <a:pt x="5083856" y="4216400"/>
                  </a:lnTo>
                  <a:lnTo>
                    <a:pt x="5085685" y="4203700"/>
                  </a:lnTo>
                  <a:lnTo>
                    <a:pt x="5090787" y="4191000"/>
                  </a:lnTo>
                  <a:close/>
                </a:path>
                <a:path w="5688965" h="4457700">
                  <a:moveTo>
                    <a:pt x="4771579" y="4191000"/>
                  </a:moveTo>
                  <a:lnTo>
                    <a:pt x="4723020" y="4241800"/>
                  </a:lnTo>
                  <a:lnTo>
                    <a:pt x="4715084" y="4254500"/>
                  </a:lnTo>
                  <a:lnTo>
                    <a:pt x="4888711" y="4254500"/>
                  </a:lnTo>
                  <a:lnTo>
                    <a:pt x="4888711" y="4241800"/>
                  </a:lnTo>
                  <a:lnTo>
                    <a:pt x="4858288" y="4229100"/>
                  </a:lnTo>
                  <a:lnTo>
                    <a:pt x="4828590" y="4216400"/>
                  </a:lnTo>
                  <a:lnTo>
                    <a:pt x="4799669" y="4203700"/>
                  </a:lnTo>
                  <a:lnTo>
                    <a:pt x="4771579" y="4191000"/>
                  </a:lnTo>
                  <a:close/>
                </a:path>
                <a:path w="5688965" h="4457700">
                  <a:moveTo>
                    <a:pt x="5434508" y="3162300"/>
                  </a:moveTo>
                  <a:lnTo>
                    <a:pt x="5327857" y="3162300"/>
                  </a:lnTo>
                  <a:lnTo>
                    <a:pt x="5339599" y="3175000"/>
                  </a:lnTo>
                  <a:lnTo>
                    <a:pt x="5349919" y="3175000"/>
                  </a:lnTo>
                  <a:lnTo>
                    <a:pt x="5487960" y="3327400"/>
                  </a:lnTo>
                  <a:lnTo>
                    <a:pt x="5491858" y="3340100"/>
                  </a:lnTo>
                  <a:lnTo>
                    <a:pt x="5494728" y="3340100"/>
                  </a:lnTo>
                  <a:lnTo>
                    <a:pt x="5496503" y="3352800"/>
                  </a:lnTo>
                  <a:lnTo>
                    <a:pt x="5497116" y="3352800"/>
                  </a:lnTo>
                  <a:lnTo>
                    <a:pt x="5496510" y="3365500"/>
                  </a:lnTo>
                  <a:lnTo>
                    <a:pt x="5494738" y="3365500"/>
                  </a:lnTo>
                  <a:lnTo>
                    <a:pt x="5491870" y="3378200"/>
                  </a:lnTo>
                  <a:lnTo>
                    <a:pt x="5487973" y="3378200"/>
                  </a:lnTo>
                  <a:lnTo>
                    <a:pt x="5445535" y="3429000"/>
                  </a:lnTo>
                  <a:lnTo>
                    <a:pt x="5460524" y="3467100"/>
                  </a:lnTo>
                  <a:lnTo>
                    <a:pt x="5473623" y="3492500"/>
                  </a:lnTo>
                  <a:lnTo>
                    <a:pt x="5484811" y="3530600"/>
                  </a:lnTo>
                  <a:lnTo>
                    <a:pt x="5494068" y="3568700"/>
                  </a:lnTo>
                  <a:lnTo>
                    <a:pt x="5576423" y="3568700"/>
                  </a:lnTo>
                  <a:lnTo>
                    <a:pt x="5583111" y="3581400"/>
                  </a:lnTo>
                  <a:lnTo>
                    <a:pt x="5585564" y="3594100"/>
                  </a:lnTo>
                  <a:lnTo>
                    <a:pt x="5585564" y="3822700"/>
                  </a:lnTo>
                  <a:lnTo>
                    <a:pt x="5583111" y="3835400"/>
                  </a:lnTo>
                  <a:lnTo>
                    <a:pt x="5576423" y="3848100"/>
                  </a:lnTo>
                  <a:lnTo>
                    <a:pt x="5494079" y="3848100"/>
                  </a:lnTo>
                  <a:lnTo>
                    <a:pt x="5484821" y="3886200"/>
                  </a:lnTo>
                  <a:lnTo>
                    <a:pt x="5473629" y="3924300"/>
                  </a:lnTo>
                  <a:lnTo>
                    <a:pt x="5460526" y="3949700"/>
                  </a:lnTo>
                  <a:lnTo>
                    <a:pt x="5445535" y="3987800"/>
                  </a:lnTo>
                  <a:lnTo>
                    <a:pt x="5488203" y="4038600"/>
                  </a:lnTo>
                  <a:lnTo>
                    <a:pt x="5495054" y="4038600"/>
                  </a:lnTo>
                  <a:lnTo>
                    <a:pt x="5497337" y="4051300"/>
                  </a:lnTo>
                  <a:lnTo>
                    <a:pt x="5495054" y="4076700"/>
                  </a:lnTo>
                  <a:lnTo>
                    <a:pt x="5488203" y="4076700"/>
                  </a:lnTo>
                  <a:lnTo>
                    <a:pt x="5344420" y="4241800"/>
                  </a:lnTo>
                  <a:lnTo>
                    <a:pt x="5336472" y="4254500"/>
                  </a:lnTo>
                  <a:lnTo>
                    <a:pt x="5570341" y="4254500"/>
                  </a:lnTo>
                  <a:lnTo>
                    <a:pt x="5600382" y="4216400"/>
                  </a:lnTo>
                  <a:lnTo>
                    <a:pt x="5628086" y="4165600"/>
                  </a:lnTo>
                  <a:lnTo>
                    <a:pt x="5688630" y="4051300"/>
                  </a:lnTo>
                  <a:lnTo>
                    <a:pt x="5688630" y="3378200"/>
                  </a:lnTo>
                  <a:lnTo>
                    <a:pt x="5665099" y="3314700"/>
                  </a:lnTo>
                  <a:lnTo>
                    <a:pt x="5650063" y="3289300"/>
                  </a:lnTo>
                  <a:lnTo>
                    <a:pt x="5633921" y="3251200"/>
                  </a:lnTo>
                  <a:lnTo>
                    <a:pt x="5616687" y="3225800"/>
                  </a:lnTo>
                  <a:lnTo>
                    <a:pt x="5607531" y="3213100"/>
                  </a:lnTo>
                  <a:lnTo>
                    <a:pt x="5509648" y="3213100"/>
                  </a:lnTo>
                  <a:lnTo>
                    <a:pt x="5485230" y="3200400"/>
                  </a:lnTo>
                  <a:lnTo>
                    <a:pt x="5462735" y="3187700"/>
                  </a:lnTo>
                  <a:lnTo>
                    <a:pt x="5442731" y="3175000"/>
                  </a:lnTo>
                  <a:lnTo>
                    <a:pt x="5434508" y="3162300"/>
                  </a:lnTo>
                  <a:close/>
                </a:path>
                <a:path w="5688965" h="4457700">
                  <a:moveTo>
                    <a:pt x="5274275" y="2895600"/>
                  </a:moveTo>
                  <a:lnTo>
                    <a:pt x="4842809" y="2895600"/>
                  </a:lnTo>
                  <a:lnTo>
                    <a:pt x="4801276" y="2921000"/>
                  </a:lnTo>
                  <a:lnTo>
                    <a:pt x="4721324" y="2946400"/>
                  </a:lnTo>
                  <a:lnTo>
                    <a:pt x="4683059" y="2971800"/>
                  </a:lnTo>
                  <a:lnTo>
                    <a:pt x="4646038" y="2997200"/>
                  </a:lnTo>
                  <a:lnTo>
                    <a:pt x="4610339" y="3022600"/>
                  </a:lnTo>
                  <a:lnTo>
                    <a:pt x="4576040" y="3048000"/>
                  </a:lnTo>
                  <a:lnTo>
                    <a:pt x="4543218" y="3073400"/>
                  </a:lnTo>
                  <a:lnTo>
                    <a:pt x="4511951" y="3098800"/>
                  </a:lnTo>
                  <a:lnTo>
                    <a:pt x="4482317" y="3136900"/>
                  </a:lnTo>
                  <a:lnTo>
                    <a:pt x="4454393" y="3175000"/>
                  </a:lnTo>
                  <a:lnTo>
                    <a:pt x="4428256" y="3213100"/>
                  </a:lnTo>
                  <a:lnTo>
                    <a:pt x="4403985" y="3251200"/>
                  </a:lnTo>
                  <a:lnTo>
                    <a:pt x="4381657" y="3289300"/>
                  </a:lnTo>
                  <a:lnTo>
                    <a:pt x="4361350" y="3327400"/>
                  </a:lnTo>
                  <a:lnTo>
                    <a:pt x="4343141" y="3378200"/>
                  </a:lnTo>
                  <a:lnTo>
                    <a:pt x="4327108" y="3416300"/>
                  </a:lnTo>
                  <a:lnTo>
                    <a:pt x="4313329" y="3467100"/>
                  </a:lnTo>
                  <a:lnTo>
                    <a:pt x="4301881" y="3505200"/>
                  </a:lnTo>
                  <a:lnTo>
                    <a:pt x="4292842" y="3556000"/>
                  </a:lnTo>
                  <a:lnTo>
                    <a:pt x="4286289" y="3606800"/>
                  </a:lnTo>
                  <a:lnTo>
                    <a:pt x="4282300" y="3657600"/>
                  </a:lnTo>
                  <a:lnTo>
                    <a:pt x="4280954" y="3708400"/>
                  </a:lnTo>
                  <a:lnTo>
                    <a:pt x="4282314" y="3759200"/>
                  </a:lnTo>
                  <a:lnTo>
                    <a:pt x="4286366" y="3810000"/>
                  </a:lnTo>
                  <a:lnTo>
                    <a:pt x="4293064" y="3860800"/>
                  </a:lnTo>
                  <a:lnTo>
                    <a:pt x="4302365" y="3911600"/>
                  </a:lnTo>
                  <a:lnTo>
                    <a:pt x="4314225" y="3949700"/>
                  </a:lnTo>
                  <a:lnTo>
                    <a:pt x="4328598" y="4000500"/>
                  </a:lnTo>
                  <a:lnTo>
                    <a:pt x="4345441" y="4051300"/>
                  </a:lnTo>
                  <a:lnTo>
                    <a:pt x="4364709" y="4089400"/>
                  </a:lnTo>
                  <a:lnTo>
                    <a:pt x="4386359" y="4140200"/>
                  </a:lnTo>
                  <a:lnTo>
                    <a:pt x="4410345" y="4178300"/>
                  </a:lnTo>
                  <a:lnTo>
                    <a:pt x="4436624" y="4216400"/>
                  </a:lnTo>
                  <a:lnTo>
                    <a:pt x="4451364" y="4216400"/>
                  </a:lnTo>
                  <a:lnTo>
                    <a:pt x="4466867" y="4203700"/>
                  </a:lnTo>
                  <a:lnTo>
                    <a:pt x="4657399" y="4203700"/>
                  </a:lnTo>
                  <a:lnTo>
                    <a:pt x="4546796" y="4076700"/>
                  </a:lnTo>
                  <a:lnTo>
                    <a:pt x="4539940" y="4076700"/>
                  </a:lnTo>
                  <a:lnTo>
                    <a:pt x="4537657" y="4051300"/>
                  </a:lnTo>
                  <a:lnTo>
                    <a:pt x="4539944" y="4038600"/>
                  </a:lnTo>
                  <a:lnTo>
                    <a:pt x="4546796" y="4038600"/>
                  </a:lnTo>
                  <a:lnTo>
                    <a:pt x="4589466" y="3987800"/>
                  </a:lnTo>
                  <a:lnTo>
                    <a:pt x="4574474" y="3949700"/>
                  </a:lnTo>
                  <a:lnTo>
                    <a:pt x="4561371" y="3924300"/>
                  </a:lnTo>
                  <a:lnTo>
                    <a:pt x="4550178" y="3886200"/>
                  </a:lnTo>
                  <a:lnTo>
                    <a:pt x="4540920" y="3848100"/>
                  </a:lnTo>
                  <a:lnTo>
                    <a:pt x="4458568" y="3848100"/>
                  </a:lnTo>
                  <a:lnTo>
                    <a:pt x="4454671" y="3835400"/>
                  </a:lnTo>
                  <a:lnTo>
                    <a:pt x="4451804" y="3835400"/>
                  </a:lnTo>
                  <a:lnTo>
                    <a:pt x="4450036" y="3822700"/>
                  </a:lnTo>
                  <a:lnTo>
                    <a:pt x="4449437" y="3822700"/>
                  </a:lnTo>
                  <a:lnTo>
                    <a:pt x="4449547" y="3594100"/>
                  </a:lnTo>
                  <a:lnTo>
                    <a:pt x="4452000" y="3581400"/>
                  </a:lnTo>
                  <a:lnTo>
                    <a:pt x="4458687" y="3568700"/>
                  </a:lnTo>
                  <a:lnTo>
                    <a:pt x="4540920" y="3568700"/>
                  </a:lnTo>
                  <a:lnTo>
                    <a:pt x="4550178" y="3530600"/>
                  </a:lnTo>
                  <a:lnTo>
                    <a:pt x="4561371" y="3492500"/>
                  </a:lnTo>
                  <a:lnTo>
                    <a:pt x="4574474" y="3467100"/>
                  </a:lnTo>
                  <a:lnTo>
                    <a:pt x="4589466" y="3429000"/>
                  </a:lnTo>
                  <a:lnTo>
                    <a:pt x="4547027" y="3378200"/>
                  </a:lnTo>
                  <a:lnTo>
                    <a:pt x="4543130" y="3378200"/>
                  </a:lnTo>
                  <a:lnTo>
                    <a:pt x="4540261" y="3365500"/>
                  </a:lnTo>
                  <a:lnTo>
                    <a:pt x="4538489" y="3365500"/>
                  </a:lnTo>
                  <a:lnTo>
                    <a:pt x="4537883" y="3352800"/>
                  </a:lnTo>
                  <a:lnTo>
                    <a:pt x="4538490" y="3352800"/>
                  </a:lnTo>
                  <a:lnTo>
                    <a:pt x="4540263" y="3340100"/>
                  </a:lnTo>
                  <a:lnTo>
                    <a:pt x="4543136" y="3340100"/>
                  </a:lnTo>
                  <a:lnTo>
                    <a:pt x="4547040" y="3327400"/>
                  </a:lnTo>
                  <a:lnTo>
                    <a:pt x="4685069" y="3175000"/>
                  </a:lnTo>
                  <a:lnTo>
                    <a:pt x="4695395" y="3175000"/>
                  </a:lnTo>
                  <a:lnTo>
                    <a:pt x="4707140" y="3162300"/>
                  </a:lnTo>
                  <a:lnTo>
                    <a:pt x="4888711" y="3162300"/>
                  </a:lnTo>
                  <a:lnTo>
                    <a:pt x="4888711" y="3098800"/>
                  </a:lnTo>
                  <a:lnTo>
                    <a:pt x="4891165" y="3086100"/>
                  </a:lnTo>
                  <a:lnTo>
                    <a:pt x="4897856" y="3073400"/>
                  </a:lnTo>
                  <a:lnTo>
                    <a:pt x="5404340" y="3073400"/>
                  </a:lnTo>
                  <a:lnTo>
                    <a:pt x="5406856" y="3035300"/>
                  </a:lnTo>
                  <a:lnTo>
                    <a:pt x="5414250" y="3009900"/>
                  </a:lnTo>
                  <a:lnTo>
                    <a:pt x="5426286" y="2984500"/>
                  </a:lnTo>
                  <a:lnTo>
                    <a:pt x="5442731" y="2959100"/>
                  </a:lnTo>
                  <a:lnTo>
                    <a:pt x="5462735" y="2946400"/>
                  </a:lnTo>
                  <a:lnTo>
                    <a:pt x="5296630" y="2946400"/>
                  </a:lnTo>
                  <a:lnTo>
                    <a:pt x="5288620" y="2933700"/>
                  </a:lnTo>
                  <a:lnTo>
                    <a:pt x="5282817" y="2933700"/>
                  </a:lnTo>
                  <a:lnTo>
                    <a:pt x="5278933" y="2921000"/>
                  </a:lnTo>
                  <a:lnTo>
                    <a:pt x="5276059" y="2921000"/>
                  </a:lnTo>
                  <a:lnTo>
                    <a:pt x="5274275" y="2908300"/>
                  </a:lnTo>
                  <a:lnTo>
                    <a:pt x="5273662" y="2908300"/>
                  </a:lnTo>
                  <a:lnTo>
                    <a:pt x="5274275" y="2895600"/>
                  </a:lnTo>
                  <a:close/>
                </a:path>
                <a:path w="5688965" h="4457700">
                  <a:moveTo>
                    <a:pt x="5251170" y="4114800"/>
                  </a:moveTo>
                  <a:lnTo>
                    <a:pt x="4783818" y="4114800"/>
                  </a:lnTo>
                  <a:lnTo>
                    <a:pt x="4817429" y="4140200"/>
                  </a:lnTo>
                  <a:lnTo>
                    <a:pt x="4852493" y="4152900"/>
                  </a:lnTo>
                  <a:lnTo>
                    <a:pt x="4888885" y="4165600"/>
                  </a:lnTo>
                  <a:lnTo>
                    <a:pt x="4926481" y="4178300"/>
                  </a:lnTo>
                  <a:lnTo>
                    <a:pt x="4936396" y="4191000"/>
                  </a:lnTo>
                  <a:lnTo>
                    <a:pt x="5098587" y="4191000"/>
                  </a:lnTo>
                  <a:lnTo>
                    <a:pt x="5108507" y="4178300"/>
                  </a:lnTo>
                  <a:lnTo>
                    <a:pt x="5146103" y="4165600"/>
                  </a:lnTo>
                  <a:lnTo>
                    <a:pt x="5182495" y="4152900"/>
                  </a:lnTo>
                  <a:lnTo>
                    <a:pt x="5217559" y="4140200"/>
                  </a:lnTo>
                  <a:lnTo>
                    <a:pt x="5251170" y="4114800"/>
                  </a:lnTo>
                  <a:close/>
                </a:path>
                <a:path w="5688965" h="4457700">
                  <a:moveTo>
                    <a:pt x="4971205" y="3416300"/>
                  </a:moveTo>
                  <a:lnTo>
                    <a:pt x="4659924" y="3416300"/>
                  </a:lnTo>
                  <a:lnTo>
                    <a:pt x="4659286" y="3429000"/>
                  </a:lnTo>
                  <a:lnTo>
                    <a:pt x="4655103" y="3441700"/>
                  </a:lnTo>
                  <a:lnTo>
                    <a:pt x="4635465" y="3479800"/>
                  </a:lnTo>
                  <a:lnTo>
                    <a:pt x="4619031" y="3517900"/>
                  </a:lnTo>
                  <a:lnTo>
                    <a:pt x="4595987" y="3606800"/>
                  </a:lnTo>
                  <a:lnTo>
                    <a:pt x="4591982" y="3619500"/>
                  </a:lnTo>
                  <a:lnTo>
                    <a:pt x="4585087" y="3619500"/>
                  </a:lnTo>
                  <a:lnTo>
                    <a:pt x="4576013" y="3632200"/>
                  </a:lnTo>
                  <a:lnTo>
                    <a:pt x="4511941" y="3632200"/>
                  </a:lnTo>
                  <a:lnTo>
                    <a:pt x="4511869" y="3784600"/>
                  </a:lnTo>
                  <a:lnTo>
                    <a:pt x="4585087" y="3784600"/>
                  </a:lnTo>
                  <a:lnTo>
                    <a:pt x="4591982" y="3797300"/>
                  </a:lnTo>
                  <a:lnTo>
                    <a:pt x="4595987" y="3810000"/>
                  </a:lnTo>
                  <a:lnTo>
                    <a:pt x="4619031" y="3898900"/>
                  </a:lnTo>
                  <a:lnTo>
                    <a:pt x="4635465" y="3937000"/>
                  </a:lnTo>
                  <a:lnTo>
                    <a:pt x="4655103" y="3975100"/>
                  </a:lnTo>
                  <a:lnTo>
                    <a:pt x="4659286" y="3987800"/>
                  </a:lnTo>
                  <a:lnTo>
                    <a:pt x="4659924" y="3987800"/>
                  </a:lnTo>
                  <a:lnTo>
                    <a:pt x="4657115" y="4000500"/>
                  </a:lnTo>
                  <a:lnTo>
                    <a:pt x="4650958" y="4013200"/>
                  </a:lnTo>
                  <a:lnTo>
                    <a:pt x="4612994" y="4051300"/>
                  </a:lnTo>
                  <a:lnTo>
                    <a:pt x="4706806" y="4165600"/>
                  </a:lnTo>
                  <a:lnTo>
                    <a:pt x="4744806" y="4114800"/>
                  </a:lnTo>
                  <a:lnTo>
                    <a:pt x="5369875" y="4114800"/>
                  </a:lnTo>
                  <a:lnTo>
                    <a:pt x="5421993" y="4051300"/>
                  </a:lnTo>
                  <a:lnTo>
                    <a:pt x="5384030" y="4013200"/>
                  </a:lnTo>
                  <a:lnTo>
                    <a:pt x="5377872" y="4000500"/>
                  </a:lnTo>
                  <a:lnTo>
                    <a:pt x="5017500" y="4000500"/>
                  </a:lnTo>
                  <a:lnTo>
                    <a:pt x="4971205" y="3987800"/>
                  </a:lnTo>
                  <a:lnTo>
                    <a:pt x="4927608" y="3975100"/>
                  </a:lnTo>
                  <a:lnTo>
                    <a:pt x="4887442" y="3962400"/>
                  </a:lnTo>
                  <a:lnTo>
                    <a:pt x="4851443" y="3924300"/>
                  </a:lnTo>
                  <a:lnTo>
                    <a:pt x="4820343" y="3898900"/>
                  </a:lnTo>
                  <a:lnTo>
                    <a:pt x="4794876" y="3860800"/>
                  </a:lnTo>
                  <a:lnTo>
                    <a:pt x="4775778" y="3810000"/>
                  </a:lnTo>
                  <a:lnTo>
                    <a:pt x="4763780" y="3759200"/>
                  </a:lnTo>
                  <a:lnTo>
                    <a:pt x="4759618" y="3708400"/>
                  </a:lnTo>
                  <a:lnTo>
                    <a:pt x="4763780" y="3657600"/>
                  </a:lnTo>
                  <a:lnTo>
                    <a:pt x="4775778" y="3606800"/>
                  </a:lnTo>
                  <a:lnTo>
                    <a:pt x="4794876" y="3556000"/>
                  </a:lnTo>
                  <a:lnTo>
                    <a:pt x="4820343" y="3517900"/>
                  </a:lnTo>
                  <a:lnTo>
                    <a:pt x="4851443" y="3479800"/>
                  </a:lnTo>
                  <a:lnTo>
                    <a:pt x="4887442" y="3454400"/>
                  </a:lnTo>
                  <a:lnTo>
                    <a:pt x="4927608" y="3441700"/>
                  </a:lnTo>
                  <a:lnTo>
                    <a:pt x="4971205" y="3416300"/>
                  </a:lnTo>
                  <a:close/>
                </a:path>
                <a:path w="5688965" h="4457700">
                  <a:moveTo>
                    <a:pt x="5369875" y="4114800"/>
                  </a:moveTo>
                  <a:lnTo>
                    <a:pt x="5290181" y="4114800"/>
                  </a:lnTo>
                  <a:lnTo>
                    <a:pt x="5328182" y="4165600"/>
                  </a:lnTo>
                  <a:lnTo>
                    <a:pt x="5369875" y="4114800"/>
                  </a:lnTo>
                  <a:close/>
                </a:path>
                <a:path w="5688965" h="4457700">
                  <a:moveTo>
                    <a:pt x="5375058" y="3416300"/>
                  </a:moveTo>
                  <a:lnTo>
                    <a:pt x="5063795" y="3416300"/>
                  </a:lnTo>
                  <a:lnTo>
                    <a:pt x="5107392" y="3441700"/>
                  </a:lnTo>
                  <a:lnTo>
                    <a:pt x="5147557" y="3454400"/>
                  </a:lnTo>
                  <a:lnTo>
                    <a:pt x="5183557" y="3479800"/>
                  </a:lnTo>
                  <a:lnTo>
                    <a:pt x="5214657" y="3517900"/>
                  </a:lnTo>
                  <a:lnTo>
                    <a:pt x="5240123" y="3556000"/>
                  </a:lnTo>
                  <a:lnTo>
                    <a:pt x="5259222" y="3606800"/>
                  </a:lnTo>
                  <a:lnTo>
                    <a:pt x="5271219" y="3657600"/>
                  </a:lnTo>
                  <a:lnTo>
                    <a:pt x="5275381" y="3708400"/>
                  </a:lnTo>
                  <a:lnTo>
                    <a:pt x="5271219" y="3759200"/>
                  </a:lnTo>
                  <a:lnTo>
                    <a:pt x="5259222" y="3810000"/>
                  </a:lnTo>
                  <a:lnTo>
                    <a:pt x="5240123" y="3860800"/>
                  </a:lnTo>
                  <a:lnTo>
                    <a:pt x="5214657" y="3898900"/>
                  </a:lnTo>
                  <a:lnTo>
                    <a:pt x="5183557" y="3924300"/>
                  </a:lnTo>
                  <a:lnTo>
                    <a:pt x="5147557" y="3962400"/>
                  </a:lnTo>
                  <a:lnTo>
                    <a:pt x="5107392" y="3975100"/>
                  </a:lnTo>
                  <a:lnTo>
                    <a:pt x="5063795" y="3987800"/>
                  </a:lnTo>
                  <a:lnTo>
                    <a:pt x="5017500" y="4000500"/>
                  </a:lnTo>
                  <a:lnTo>
                    <a:pt x="5377872" y="4000500"/>
                  </a:lnTo>
                  <a:lnTo>
                    <a:pt x="5375063" y="3987800"/>
                  </a:lnTo>
                  <a:lnTo>
                    <a:pt x="5375701" y="3987800"/>
                  </a:lnTo>
                  <a:lnTo>
                    <a:pt x="5379885" y="3975100"/>
                  </a:lnTo>
                  <a:lnTo>
                    <a:pt x="5399522" y="3937000"/>
                  </a:lnTo>
                  <a:lnTo>
                    <a:pt x="5415957" y="3898900"/>
                  </a:lnTo>
                  <a:lnTo>
                    <a:pt x="5438999" y="3810000"/>
                  </a:lnTo>
                  <a:lnTo>
                    <a:pt x="5443005" y="3797300"/>
                  </a:lnTo>
                  <a:lnTo>
                    <a:pt x="5449900" y="3784600"/>
                  </a:lnTo>
                  <a:lnTo>
                    <a:pt x="5523143" y="3784600"/>
                  </a:lnTo>
                  <a:lnTo>
                    <a:pt x="5523143" y="3632200"/>
                  </a:lnTo>
                  <a:lnTo>
                    <a:pt x="5458973" y="3632200"/>
                  </a:lnTo>
                  <a:lnTo>
                    <a:pt x="5449896" y="3619500"/>
                  </a:lnTo>
                  <a:lnTo>
                    <a:pt x="5442999" y="3619500"/>
                  </a:lnTo>
                  <a:lnTo>
                    <a:pt x="5438999" y="3606800"/>
                  </a:lnTo>
                  <a:lnTo>
                    <a:pt x="5415952" y="3517900"/>
                  </a:lnTo>
                  <a:lnTo>
                    <a:pt x="5399521" y="3479800"/>
                  </a:lnTo>
                  <a:lnTo>
                    <a:pt x="5379885" y="3441700"/>
                  </a:lnTo>
                  <a:lnTo>
                    <a:pt x="5375699" y="3429000"/>
                  </a:lnTo>
                  <a:lnTo>
                    <a:pt x="5375058" y="3416300"/>
                  </a:lnTo>
                  <a:close/>
                </a:path>
                <a:path w="5688965" h="4457700">
                  <a:moveTo>
                    <a:pt x="5062265" y="3492500"/>
                  </a:moveTo>
                  <a:lnTo>
                    <a:pt x="4972735" y="3492500"/>
                  </a:lnTo>
                  <a:lnTo>
                    <a:pt x="4931614" y="3505200"/>
                  </a:lnTo>
                  <a:lnTo>
                    <a:pt x="4895318" y="3530600"/>
                  </a:lnTo>
                  <a:lnTo>
                    <a:pt x="4865031" y="3568700"/>
                  </a:lnTo>
                  <a:lnTo>
                    <a:pt x="4841934" y="3606800"/>
                  </a:lnTo>
                  <a:lnTo>
                    <a:pt x="4827208" y="3657600"/>
                  </a:lnTo>
                  <a:lnTo>
                    <a:pt x="4822037" y="3708400"/>
                  </a:lnTo>
                  <a:lnTo>
                    <a:pt x="4827208" y="3759200"/>
                  </a:lnTo>
                  <a:lnTo>
                    <a:pt x="4841934" y="3810000"/>
                  </a:lnTo>
                  <a:lnTo>
                    <a:pt x="4865031" y="3848100"/>
                  </a:lnTo>
                  <a:lnTo>
                    <a:pt x="4895318" y="3873500"/>
                  </a:lnTo>
                  <a:lnTo>
                    <a:pt x="4931614" y="3911600"/>
                  </a:lnTo>
                  <a:lnTo>
                    <a:pt x="4972735" y="3924300"/>
                  </a:lnTo>
                  <a:lnTo>
                    <a:pt x="5062265" y="3924300"/>
                  </a:lnTo>
                  <a:lnTo>
                    <a:pt x="5103386" y="3911600"/>
                  </a:lnTo>
                  <a:lnTo>
                    <a:pt x="5139681" y="3873500"/>
                  </a:lnTo>
                  <a:lnTo>
                    <a:pt x="5169968" y="3848100"/>
                  </a:lnTo>
                  <a:lnTo>
                    <a:pt x="5193066" y="3810000"/>
                  </a:lnTo>
                  <a:lnTo>
                    <a:pt x="5207791" y="3759200"/>
                  </a:lnTo>
                  <a:lnTo>
                    <a:pt x="5212962" y="3708400"/>
                  </a:lnTo>
                  <a:lnTo>
                    <a:pt x="5207791" y="3657600"/>
                  </a:lnTo>
                  <a:lnTo>
                    <a:pt x="5193066" y="3606800"/>
                  </a:lnTo>
                  <a:lnTo>
                    <a:pt x="5169968" y="3568700"/>
                  </a:lnTo>
                  <a:lnTo>
                    <a:pt x="5139681" y="3530600"/>
                  </a:lnTo>
                  <a:lnTo>
                    <a:pt x="5103386" y="3505200"/>
                  </a:lnTo>
                  <a:lnTo>
                    <a:pt x="5062265" y="3492500"/>
                  </a:lnTo>
                  <a:close/>
                </a:path>
                <a:path w="5688965" h="4457700">
                  <a:moveTo>
                    <a:pt x="4707124" y="3251200"/>
                  </a:moveTo>
                  <a:lnTo>
                    <a:pt x="4613238" y="3352800"/>
                  </a:lnTo>
                  <a:lnTo>
                    <a:pt x="4650958" y="3403600"/>
                  </a:lnTo>
                  <a:lnTo>
                    <a:pt x="4657115" y="3416300"/>
                  </a:lnTo>
                  <a:lnTo>
                    <a:pt x="5377866" y="3416300"/>
                  </a:lnTo>
                  <a:lnTo>
                    <a:pt x="5384030" y="3403600"/>
                  </a:lnTo>
                  <a:lnTo>
                    <a:pt x="5421749" y="3352800"/>
                  </a:lnTo>
                  <a:lnTo>
                    <a:pt x="5374807" y="3302000"/>
                  </a:lnTo>
                  <a:lnTo>
                    <a:pt x="4753555" y="3302000"/>
                  </a:lnTo>
                  <a:lnTo>
                    <a:pt x="4744806" y="3289300"/>
                  </a:lnTo>
                  <a:lnTo>
                    <a:pt x="4707124" y="3251200"/>
                  </a:lnTo>
                  <a:close/>
                </a:path>
                <a:path w="5688965" h="4457700">
                  <a:moveTo>
                    <a:pt x="5146104" y="3238500"/>
                  </a:moveTo>
                  <a:lnTo>
                    <a:pt x="4888878" y="3238500"/>
                  </a:lnTo>
                  <a:lnTo>
                    <a:pt x="4852484" y="3263900"/>
                  </a:lnTo>
                  <a:lnTo>
                    <a:pt x="4817422" y="3276600"/>
                  </a:lnTo>
                  <a:lnTo>
                    <a:pt x="4783818" y="3302000"/>
                  </a:lnTo>
                  <a:lnTo>
                    <a:pt x="5251170" y="3302000"/>
                  </a:lnTo>
                  <a:lnTo>
                    <a:pt x="5217564" y="3276600"/>
                  </a:lnTo>
                  <a:lnTo>
                    <a:pt x="5182499" y="3263900"/>
                  </a:lnTo>
                  <a:lnTo>
                    <a:pt x="5146104" y="3238500"/>
                  </a:lnTo>
                  <a:close/>
                </a:path>
                <a:path w="5688965" h="4457700">
                  <a:moveTo>
                    <a:pt x="5327864" y="3251200"/>
                  </a:moveTo>
                  <a:lnTo>
                    <a:pt x="5290169" y="3289300"/>
                  </a:lnTo>
                  <a:lnTo>
                    <a:pt x="5281425" y="3302000"/>
                  </a:lnTo>
                  <a:lnTo>
                    <a:pt x="5374807" y="3302000"/>
                  </a:lnTo>
                  <a:lnTo>
                    <a:pt x="5327864" y="3251200"/>
                  </a:lnTo>
                  <a:close/>
                </a:path>
                <a:path w="5688965" h="4457700">
                  <a:moveTo>
                    <a:pt x="5098587" y="3225800"/>
                  </a:moveTo>
                  <a:lnTo>
                    <a:pt x="4936396" y="3225800"/>
                  </a:lnTo>
                  <a:lnTo>
                    <a:pt x="4926481" y="3238500"/>
                  </a:lnTo>
                  <a:lnTo>
                    <a:pt x="5108507" y="3238500"/>
                  </a:lnTo>
                  <a:lnTo>
                    <a:pt x="5098587" y="3225800"/>
                  </a:lnTo>
                  <a:close/>
                </a:path>
                <a:path w="5688965" h="4457700">
                  <a:moveTo>
                    <a:pt x="4858289" y="3175000"/>
                  </a:moveTo>
                  <a:lnTo>
                    <a:pt x="4729201" y="3175000"/>
                  </a:lnTo>
                  <a:lnTo>
                    <a:pt x="4771590" y="3225800"/>
                  </a:lnTo>
                  <a:lnTo>
                    <a:pt x="4799674" y="3213100"/>
                  </a:lnTo>
                  <a:lnTo>
                    <a:pt x="4828592" y="3187700"/>
                  </a:lnTo>
                  <a:lnTo>
                    <a:pt x="4858289" y="3175000"/>
                  </a:lnTo>
                  <a:close/>
                </a:path>
                <a:path w="5688965" h="4457700">
                  <a:moveTo>
                    <a:pt x="5083856" y="3136900"/>
                  </a:moveTo>
                  <a:lnTo>
                    <a:pt x="4951131" y="3136900"/>
                  </a:lnTo>
                  <a:lnTo>
                    <a:pt x="4951131" y="3200400"/>
                  </a:lnTo>
                  <a:lnTo>
                    <a:pt x="4949301" y="3213100"/>
                  </a:lnTo>
                  <a:lnTo>
                    <a:pt x="4944196" y="3225800"/>
                  </a:lnTo>
                  <a:lnTo>
                    <a:pt x="5090787" y="3225800"/>
                  </a:lnTo>
                  <a:lnTo>
                    <a:pt x="5085685" y="3213100"/>
                  </a:lnTo>
                  <a:lnTo>
                    <a:pt x="5083856" y="3200400"/>
                  </a:lnTo>
                  <a:lnTo>
                    <a:pt x="5083856" y="3136900"/>
                  </a:lnTo>
                  <a:close/>
                </a:path>
                <a:path w="5688965" h="4457700">
                  <a:moveTo>
                    <a:pt x="5305786" y="3175000"/>
                  </a:moveTo>
                  <a:lnTo>
                    <a:pt x="5176706" y="3175000"/>
                  </a:lnTo>
                  <a:lnTo>
                    <a:pt x="5206406" y="3187700"/>
                  </a:lnTo>
                  <a:lnTo>
                    <a:pt x="5235325" y="3213100"/>
                  </a:lnTo>
                  <a:lnTo>
                    <a:pt x="5263409" y="3225800"/>
                  </a:lnTo>
                  <a:lnTo>
                    <a:pt x="5305786" y="3175000"/>
                  </a:lnTo>
                  <a:close/>
                </a:path>
                <a:path w="5688965" h="4457700">
                  <a:moveTo>
                    <a:pt x="5688630" y="2870200"/>
                  </a:moveTo>
                  <a:lnTo>
                    <a:pt x="5321134" y="2870200"/>
                  </a:lnTo>
                  <a:lnTo>
                    <a:pt x="5326937" y="2882900"/>
                  </a:lnTo>
                  <a:lnTo>
                    <a:pt x="5330819" y="2882900"/>
                  </a:lnTo>
                  <a:lnTo>
                    <a:pt x="5333689" y="2895600"/>
                  </a:lnTo>
                  <a:lnTo>
                    <a:pt x="5335469" y="2895600"/>
                  </a:lnTo>
                  <a:lnTo>
                    <a:pt x="5336080" y="2908300"/>
                  </a:lnTo>
                  <a:lnTo>
                    <a:pt x="5335467" y="2908300"/>
                  </a:lnTo>
                  <a:lnTo>
                    <a:pt x="5333684" y="2921000"/>
                  </a:lnTo>
                  <a:lnTo>
                    <a:pt x="5561192" y="2921000"/>
                  </a:lnTo>
                  <a:lnTo>
                    <a:pt x="5585610" y="2933700"/>
                  </a:lnTo>
                  <a:lnTo>
                    <a:pt x="5608106" y="2946400"/>
                  </a:lnTo>
                  <a:lnTo>
                    <a:pt x="5628111" y="2959100"/>
                  </a:lnTo>
                  <a:lnTo>
                    <a:pt x="5654376" y="3009900"/>
                  </a:lnTo>
                  <a:lnTo>
                    <a:pt x="5665860" y="3060700"/>
                  </a:lnTo>
                  <a:lnTo>
                    <a:pt x="5662569" y="3098800"/>
                  </a:lnTo>
                  <a:lnTo>
                    <a:pt x="5644507" y="3149600"/>
                  </a:lnTo>
                  <a:lnTo>
                    <a:pt x="5688630" y="3225800"/>
                  </a:lnTo>
                  <a:lnTo>
                    <a:pt x="5688630" y="2870200"/>
                  </a:lnTo>
                  <a:close/>
                </a:path>
                <a:path w="5688965" h="4457700">
                  <a:moveTo>
                    <a:pt x="5598375" y="3200400"/>
                  </a:moveTo>
                  <a:lnTo>
                    <a:pt x="5583636" y="3200400"/>
                  </a:lnTo>
                  <a:lnTo>
                    <a:pt x="5568132" y="3213100"/>
                  </a:lnTo>
                  <a:lnTo>
                    <a:pt x="5607531" y="3213100"/>
                  </a:lnTo>
                  <a:lnTo>
                    <a:pt x="5598375" y="3200400"/>
                  </a:lnTo>
                  <a:close/>
                </a:path>
                <a:path w="5688965" h="4457700">
                  <a:moveTo>
                    <a:pt x="4888711" y="3162300"/>
                  </a:moveTo>
                  <a:lnTo>
                    <a:pt x="4707140" y="3162300"/>
                  </a:lnTo>
                  <a:lnTo>
                    <a:pt x="4718882" y="3175000"/>
                  </a:lnTo>
                  <a:lnTo>
                    <a:pt x="4888711" y="3175000"/>
                  </a:lnTo>
                  <a:lnTo>
                    <a:pt x="4888711" y="3162300"/>
                  </a:lnTo>
                  <a:close/>
                </a:path>
                <a:path w="5688965" h="4457700">
                  <a:moveTo>
                    <a:pt x="5404340" y="3073400"/>
                  </a:moveTo>
                  <a:lnTo>
                    <a:pt x="5137135" y="3073400"/>
                  </a:lnTo>
                  <a:lnTo>
                    <a:pt x="5143823" y="3086100"/>
                  </a:lnTo>
                  <a:lnTo>
                    <a:pt x="5146276" y="3098800"/>
                  </a:lnTo>
                  <a:lnTo>
                    <a:pt x="5146276" y="3175000"/>
                  </a:lnTo>
                  <a:lnTo>
                    <a:pt x="5316112" y="3175000"/>
                  </a:lnTo>
                  <a:lnTo>
                    <a:pt x="5327857" y="3162300"/>
                  </a:lnTo>
                  <a:lnTo>
                    <a:pt x="5434508" y="3162300"/>
                  </a:lnTo>
                  <a:lnTo>
                    <a:pt x="5426286" y="3149600"/>
                  </a:lnTo>
                  <a:lnTo>
                    <a:pt x="5414250" y="3124200"/>
                  </a:lnTo>
                  <a:lnTo>
                    <a:pt x="5406856" y="3098800"/>
                  </a:lnTo>
                  <a:lnTo>
                    <a:pt x="5404340" y="3073400"/>
                  </a:lnTo>
                  <a:close/>
                </a:path>
                <a:path w="5688965" h="4457700">
                  <a:moveTo>
                    <a:pt x="5561710" y="3136900"/>
                  </a:moveTo>
                  <a:lnTo>
                    <a:pt x="5509127" y="3136900"/>
                  </a:lnTo>
                  <a:lnTo>
                    <a:pt x="5521917" y="3149600"/>
                  </a:lnTo>
                  <a:lnTo>
                    <a:pt x="5548918" y="3149600"/>
                  </a:lnTo>
                  <a:lnTo>
                    <a:pt x="5561710" y="3136900"/>
                  </a:lnTo>
                  <a:close/>
                </a:path>
                <a:path w="5688965" h="4457700">
                  <a:moveTo>
                    <a:pt x="5583977" y="3009900"/>
                  </a:moveTo>
                  <a:lnTo>
                    <a:pt x="5486874" y="3009900"/>
                  </a:lnTo>
                  <a:lnTo>
                    <a:pt x="5478259" y="3022600"/>
                  </a:lnTo>
                  <a:lnTo>
                    <a:pt x="5471952" y="3035300"/>
                  </a:lnTo>
                  <a:lnTo>
                    <a:pt x="5468078" y="3048000"/>
                  </a:lnTo>
                  <a:lnTo>
                    <a:pt x="5466759" y="3073400"/>
                  </a:lnTo>
                  <a:lnTo>
                    <a:pt x="5468078" y="3086100"/>
                  </a:lnTo>
                  <a:lnTo>
                    <a:pt x="5471952" y="3098800"/>
                  </a:lnTo>
                  <a:lnTo>
                    <a:pt x="5478259" y="3111500"/>
                  </a:lnTo>
                  <a:lnTo>
                    <a:pt x="5486874" y="3124200"/>
                  </a:lnTo>
                  <a:lnTo>
                    <a:pt x="5497347" y="3136900"/>
                  </a:lnTo>
                  <a:lnTo>
                    <a:pt x="5573496" y="3136900"/>
                  </a:lnTo>
                  <a:lnTo>
                    <a:pt x="5583977" y="3124200"/>
                  </a:lnTo>
                  <a:lnTo>
                    <a:pt x="5599030" y="3098800"/>
                  </a:lnTo>
                  <a:lnTo>
                    <a:pt x="5604048" y="3073400"/>
                  </a:lnTo>
                  <a:lnTo>
                    <a:pt x="5599030" y="3035300"/>
                  </a:lnTo>
                  <a:lnTo>
                    <a:pt x="5583977" y="3009900"/>
                  </a:lnTo>
                  <a:close/>
                </a:path>
                <a:path w="5688965" h="4457700">
                  <a:moveTo>
                    <a:pt x="5561710" y="2997200"/>
                  </a:moveTo>
                  <a:lnTo>
                    <a:pt x="5509131" y="2997200"/>
                  </a:lnTo>
                  <a:lnTo>
                    <a:pt x="5497349" y="3009900"/>
                  </a:lnTo>
                  <a:lnTo>
                    <a:pt x="5573496" y="3009900"/>
                  </a:lnTo>
                  <a:lnTo>
                    <a:pt x="5561710" y="2997200"/>
                  </a:lnTo>
                  <a:close/>
                </a:path>
                <a:path w="5688965" h="4457700">
                  <a:moveTo>
                    <a:pt x="5509648" y="2921000"/>
                  </a:moveTo>
                  <a:lnTo>
                    <a:pt x="5330814" y="2921000"/>
                  </a:lnTo>
                  <a:lnTo>
                    <a:pt x="5326937" y="2933700"/>
                  </a:lnTo>
                  <a:lnTo>
                    <a:pt x="5321134" y="2933700"/>
                  </a:lnTo>
                  <a:lnTo>
                    <a:pt x="5313088" y="2946400"/>
                  </a:lnTo>
                  <a:lnTo>
                    <a:pt x="5462735" y="2946400"/>
                  </a:lnTo>
                  <a:lnTo>
                    <a:pt x="5485230" y="2933700"/>
                  </a:lnTo>
                  <a:lnTo>
                    <a:pt x="5509648" y="2921000"/>
                  </a:lnTo>
                  <a:close/>
                </a:path>
                <a:path w="5688965" h="4457700">
                  <a:moveTo>
                    <a:pt x="5127975" y="2882900"/>
                  </a:moveTo>
                  <a:lnTo>
                    <a:pt x="4928597" y="2882900"/>
                  </a:lnTo>
                  <a:lnTo>
                    <a:pt x="4885275" y="2895600"/>
                  </a:lnTo>
                  <a:lnTo>
                    <a:pt x="5164185" y="2895600"/>
                  </a:lnTo>
                  <a:lnTo>
                    <a:pt x="5127975" y="2882900"/>
                  </a:lnTo>
                  <a:close/>
                </a:path>
                <a:path w="5688965" h="4457700">
                  <a:moveTo>
                    <a:pt x="5688630" y="2806700"/>
                  </a:moveTo>
                  <a:lnTo>
                    <a:pt x="5097586" y="2806700"/>
                  </a:lnTo>
                  <a:lnTo>
                    <a:pt x="5137276" y="2819400"/>
                  </a:lnTo>
                  <a:lnTo>
                    <a:pt x="5176547" y="2819400"/>
                  </a:lnTo>
                  <a:lnTo>
                    <a:pt x="5187969" y="2832100"/>
                  </a:lnTo>
                  <a:lnTo>
                    <a:pt x="5196367" y="2844800"/>
                  </a:lnTo>
                  <a:lnTo>
                    <a:pt x="5200956" y="2857500"/>
                  </a:lnTo>
                  <a:lnTo>
                    <a:pt x="5200954" y="2870200"/>
                  </a:lnTo>
                  <a:lnTo>
                    <a:pt x="5196142" y="2882900"/>
                  </a:lnTo>
                  <a:lnTo>
                    <a:pt x="5187617" y="2895600"/>
                  </a:lnTo>
                  <a:lnTo>
                    <a:pt x="5276059" y="2895600"/>
                  </a:lnTo>
                  <a:lnTo>
                    <a:pt x="5278933" y="2882900"/>
                  </a:lnTo>
                  <a:lnTo>
                    <a:pt x="5282817" y="2882900"/>
                  </a:lnTo>
                  <a:lnTo>
                    <a:pt x="5288620" y="2870200"/>
                  </a:lnTo>
                  <a:lnTo>
                    <a:pt x="5688630" y="2870200"/>
                  </a:lnTo>
                  <a:lnTo>
                    <a:pt x="5688630" y="280670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929380" y="1326387"/>
            <a:ext cx="1908175" cy="74485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503555" marR="5080" indent="-491490">
              <a:lnSpc>
                <a:spcPct val="68600"/>
              </a:lnSpc>
              <a:spcBef>
                <a:spcPts val="1155"/>
              </a:spcBef>
            </a:pP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A</a:t>
            </a:r>
            <a:r>
              <a:rPr sz="2800" b="1" spc="-100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partir</a:t>
            </a:r>
            <a:r>
              <a:rPr sz="2800" b="1" spc="-25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de</a:t>
            </a:r>
            <a:r>
              <a:rPr sz="2800" b="1" spc="-25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spc="-35" dirty="0">
                <a:solidFill>
                  <a:srgbClr val="FF0000"/>
                </a:solidFill>
                <a:latin typeface="Arial Narrow"/>
                <a:cs typeface="Arial Narrow"/>
              </a:rPr>
              <a:t>un </a:t>
            </a: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diagrama: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79180" y="276859"/>
            <a:ext cx="2483485" cy="793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75"/>
              </a:lnSpc>
              <a:spcBef>
                <a:spcPts val="100"/>
              </a:spcBef>
            </a:pPr>
            <a:r>
              <a:rPr sz="1800" b="1" spc="-50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285750">
              <a:lnSpc>
                <a:spcPts val="1945"/>
              </a:lnSpc>
            </a:pPr>
            <a:r>
              <a:rPr sz="1800" b="1" spc="-10" dirty="0">
                <a:latin typeface="Courier New"/>
                <a:cs typeface="Courier New"/>
              </a:rPr>
              <a:t>"E-</a:t>
            </a:r>
            <a:r>
              <a:rPr sz="1800" b="1" dirty="0">
                <a:latin typeface="Courier New"/>
                <a:cs typeface="Courier New"/>
              </a:rPr>
              <a:t>MAIL":</a:t>
            </a:r>
            <a:r>
              <a:rPr sz="1800" b="1" spc="-65" dirty="0">
                <a:latin typeface="Courier New"/>
                <a:cs typeface="Courier New"/>
              </a:rPr>
              <a:t> </a:t>
            </a:r>
            <a:r>
              <a:rPr sz="1800" b="1" spc="-50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558800">
              <a:lnSpc>
                <a:spcPts val="2030"/>
              </a:lnSpc>
            </a:pPr>
            <a:r>
              <a:rPr sz="1800" b="1" dirty="0">
                <a:latin typeface="Courier New"/>
                <a:cs typeface="Courier New"/>
              </a:rPr>
              <a:t>"Remitente":</a:t>
            </a:r>
            <a:r>
              <a:rPr sz="1800" b="1" spc="-125" dirty="0">
                <a:latin typeface="Courier New"/>
                <a:cs typeface="Courier New"/>
              </a:rPr>
              <a:t> </a:t>
            </a:r>
            <a:r>
              <a:rPr sz="1800" b="1" spc="-50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98330" y="1026667"/>
            <a:ext cx="3848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50364" algn="l"/>
              </a:tabLst>
            </a:pPr>
            <a:r>
              <a:rPr sz="1800" b="1" spc="-10" dirty="0">
                <a:latin typeface="Courier New"/>
                <a:cs typeface="Courier New"/>
              </a:rPr>
              <a:t>"Nombre":</a:t>
            </a:r>
            <a:r>
              <a:rPr sz="1800" b="1" dirty="0">
                <a:latin typeface="Courier New"/>
                <a:cs typeface="Courier New"/>
              </a:rPr>
              <a:t>	"Nuria</a:t>
            </a:r>
            <a:r>
              <a:rPr sz="1800" b="1" spc="-6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Delgado",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25280" y="1267459"/>
            <a:ext cx="4668520" cy="793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0">
              <a:lnSpc>
                <a:spcPts val="2030"/>
              </a:lnSpc>
              <a:spcBef>
                <a:spcPts val="100"/>
              </a:spcBef>
            </a:pPr>
            <a:r>
              <a:rPr sz="1800" b="1" spc="-10" dirty="0">
                <a:latin typeface="Courier New"/>
                <a:cs typeface="Courier New"/>
              </a:rPr>
              <a:t>"Direccion":"</a:t>
            </a:r>
            <a:r>
              <a:rPr sz="1800" b="1" spc="-10" dirty="0">
                <a:latin typeface="Courier New"/>
                <a:cs typeface="Courier New"/>
                <a:hlinkClick r:id="rId2"/>
              </a:rPr>
              <a:t>Nuriadel@gmail.com</a:t>
            </a:r>
            <a:r>
              <a:rPr sz="1800" b="1" spc="-10" dirty="0">
                <a:latin typeface="Courier New"/>
                <a:cs typeface="Courier New"/>
              </a:rPr>
              <a:t>"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ts val="1945"/>
              </a:lnSpc>
            </a:pPr>
            <a:r>
              <a:rPr sz="1800" b="1" spc="-25" dirty="0">
                <a:latin typeface="Courier New"/>
                <a:cs typeface="Courier New"/>
              </a:rPr>
              <a:t>},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ts val="2075"/>
              </a:lnSpc>
            </a:pPr>
            <a:r>
              <a:rPr sz="1800" b="1" dirty="0">
                <a:latin typeface="Courier New"/>
                <a:cs typeface="Courier New"/>
              </a:rPr>
              <a:t>"Destinatario":</a:t>
            </a:r>
            <a:r>
              <a:rPr sz="1800" b="1" spc="-155" dirty="0">
                <a:latin typeface="Courier New"/>
                <a:cs typeface="Courier New"/>
              </a:rPr>
              <a:t> </a:t>
            </a:r>
            <a:r>
              <a:rPr sz="1800" b="1" spc="-50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79180" y="2002027"/>
            <a:ext cx="5624195" cy="2524760"/>
          </a:xfrm>
          <a:prstGeom prst="rect">
            <a:avLst/>
          </a:prstGeom>
        </p:spPr>
        <p:txBody>
          <a:bodyPr vert="horz" wrap="square" lIns="0" tIns="36194" rIns="0" bIns="0" rtlCol="0">
            <a:spAutoFit/>
          </a:bodyPr>
          <a:lstStyle/>
          <a:p>
            <a:pPr marL="831850" marR="5080">
              <a:lnSpc>
                <a:spcPts val="2020"/>
              </a:lnSpc>
              <a:spcBef>
                <a:spcPts val="284"/>
              </a:spcBef>
              <a:tabLst>
                <a:tab pos="2469515" algn="l"/>
              </a:tabLst>
            </a:pPr>
            <a:r>
              <a:rPr sz="1800" b="1" spc="-10" dirty="0">
                <a:latin typeface="Courier New"/>
                <a:cs typeface="Courier New"/>
              </a:rPr>
              <a:t>"Nombre":</a:t>
            </a:r>
            <a:r>
              <a:rPr sz="1800" b="1" dirty="0">
                <a:latin typeface="Courier New"/>
                <a:cs typeface="Courier New"/>
              </a:rPr>
              <a:t>	"Roberto</a:t>
            </a:r>
            <a:r>
              <a:rPr sz="1800" b="1" spc="-9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Cuadra", "Direccion":"</a:t>
            </a:r>
            <a:r>
              <a:rPr sz="1800" b="1" spc="-10" dirty="0">
                <a:latin typeface="Courier New"/>
                <a:cs typeface="Courier New"/>
                <a:hlinkClick r:id="rId3"/>
              </a:rPr>
              <a:t>Robercuadra@gmail.com</a:t>
            </a:r>
            <a:r>
              <a:rPr sz="1800" b="1" spc="-10" dirty="0">
                <a:latin typeface="Courier New"/>
                <a:cs typeface="Courier New"/>
              </a:rPr>
              <a:t>"</a:t>
            </a:r>
            <a:endParaRPr sz="1800">
              <a:latin typeface="Courier New"/>
              <a:cs typeface="Courier New"/>
            </a:endParaRPr>
          </a:p>
          <a:p>
            <a:pPr marL="558800">
              <a:lnSpc>
                <a:spcPts val="1764"/>
              </a:lnSpc>
            </a:pPr>
            <a:r>
              <a:rPr sz="1800" b="1" spc="-25" dirty="0">
                <a:latin typeface="Courier New"/>
                <a:cs typeface="Courier New"/>
              </a:rPr>
              <a:t>},</a:t>
            </a:r>
            <a:endParaRPr sz="1800">
              <a:latin typeface="Courier New"/>
              <a:cs typeface="Courier New"/>
            </a:endParaRPr>
          </a:p>
          <a:p>
            <a:pPr marL="558800" marR="2326640">
              <a:lnSpc>
                <a:spcPts val="1900"/>
              </a:lnSpc>
              <a:spcBef>
                <a:spcPts val="195"/>
              </a:spcBef>
            </a:pPr>
            <a:r>
              <a:rPr sz="1800" b="1" dirty="0">
                <a:latin typeface="Courier New"/>
                <a:cs typeface="Courier New"/>
              </a:rPr>
              <a:t>"Asunto":</a:t>
            </a:r>
            <a:r>
              <a:rPr sz="1800" b="1" spc="-9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"Reunión", </a:t>
            </a:r>
            <a:r>
              <a:rPr sz="1800" b="1" dirty="0">
                <a:latin typeface="Courier New"/>
                <a:cs typeface="Courier New"/>
              </a:rPr>
              <a:t>"Texto":</a:t>
            </a:r>
            <a:r>
              <a:rPr sz="1800" b="1" spc="-95" dirty="0">
                <a:latin typeface="Courier New"/>
                <a:cs typeface="Courier New"/>
              </a:rPr>
              <a:t> </a:t>
            </a:r>
            <a:r>
              <a:rPr sz="1800" b="1" spc="-50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831850">
              <a:lnSpc>
                <a:spcPts val="1860"/>
              </a:lnSpc>
            </a:pPr>
            <a:r>
              <a:rPr sz="1800" b="1" dirty="0">
                <a:latin typeface="Courier New"/>
                <a:cs typeface="Courier New"/>
              </a:rPr>
              <a:t>"Parrafo":</a:t>
            </a:r>
            <a:r>
              <a:rPr sz="1800" b="1" spc="-8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"¿Nos</a:t>
            </a:r>
            <a:r>
              <a:rPr sz="1800" b="1" spc="-7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reunimos</a:t>
            </a:r>
            <a:r>
              <a:rPr sz="1800" b="1" spc="-7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mañana</a:t>
            </a:r>
            <a:r>
              <a:rPr sz="1800" b="1" spc="-75" dirty="0">
                <a:latin typeface="Courier New"/>
                <a:cs typeface="Courier New"/>
              </a:rPr>
              <a:t> </a:t>
            </a:r>
            <a:r>
              <a:rPr sz="1800" b="1" spc="-50" dirty="0">
                <a:latin typeface="Courier New"/>
                <a:cs typeface="Courier New"/>
              </a:rPr>
              <a:t>a</a:t>
            </a:r>
            <a:endParaRPr sz="1800">
              <a:latin typeface="Courier New"/>
              <a:cs typeface="Courier New"/>
            </a:endParaRPr>
          </a:p>
          <a:p>
            <a:pPr marL="2470150">
              <a:lnSpc>
                <a:spcPts val="1895"/>
              </a:lnSpc>
            </a:pPr>
            <a:r>
              <a:rPr sz="1800" b="1" dirty="0">
                <a:latin typeface="Courier New"/>
                <a:cs typeface="Courier New"/>
              </a:rPr>
              <a:t>las</a:t>
            </a:r>
            <a:r>
              <a:rPr sz="1800" b="1" spc="-3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13:00?"</a:t>
            </a:r>
            <a:endParaRPr sz="1800">
              <a:latin typeface="Courier New"/>
              <a:cs typeface="Courier New"/>
            </a:endParaRPr>
          </a:p>
          <a:p>
            <a:pPr marL="558800">
              <a:lnSpc>
                <a:spcPts val="1945"/>
              </a:lnSpc>
            </a:pPr>
            <a:r>
              <a:rPr sz="1800" b="1" spc="-50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 marL="285750">
              <a:lnSpc>
                <a:spcPts val="1955"/>
              </a:lnSpc>
            </a:pPr>
            <a:r>
              <a:rPr sz="1800" b="1" spc="-50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ts val="2039"/>
              </a:lnSpc>
            </a:pPr>
            <a:r>
              <a:rPr sz="1800" b="1" spc="-50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04448" y="195486"/>
            <a:ext cx="539551" cy="576063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JSON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419872" y="346173"/>
            <a:ext cx="5724525" cy="4797425"/>
            <a:chOff x="3419872" y="346173"/>
            <a:chExt cx="5724525" cy="4797425"/>
          </a:xfrm>
        </p:grpSpPr>
        <p:sp>
          <p:nvSpPr>
            <p:cNvPr id="4" name="object 4"/>
            <p:cNvSpPr/>
            <p:nvPr/>
          </p:nvSpPr>
          <p:spPr>
            <a:xfrm>
              <a:off x="8254885" y="3943583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419872" y="346173"/>
              <a:ext cx="5400675" cy="4241800"/>
            </a:xfrm>
            <a:custGeom>
              <a:avLst/>
              <a:gdLst/>
              <a:ahLst/>
              <a:cxnLst/>
              <a:rect l="l" t="t" r="r" b="b"/>
              <a:pathLst>
                <a:path w="5400675" h="4241800">
                  <a:moveTo>
                    <a:pt x="5400598" y="0"/>
                  </a:moveTo>
                  <a:lnTo>
                    <a:pt x="0" y="0"/>
                  </a:lnTo>
                  <a:lnTo>
                    <a:pt x="0" y="4241800"/>
                  </a:lnTo>
                  <a:lnTo>
                    <a:pt x="4183768" y="4241800"/>
                  </a:lnTo>
                  <a:lnTo>
                    <a:pt x="4168154" y="4216400"/>
                  </a:lnTo>
                  <a:lnTo>
                    <a:pt x="4156723" y="4191000"/>
                  </a:lnTo>
                  <a:lnTo>
                    <a:pt x="4149700" y="4165600"/>
                  </a:lnTo>
                  <a:lnTo>
                    <a:pt x="4147309" y="4140200"/>
                  </a:lnTo>
                  <a:lnTo>
                    <a:pt x="4148660" y="4114800"/>
                  </a:lnTo>
                  <a:lnTo>
                    <a:pt x="4152651" y="4102100"/>
                  </a:lnTo>
                  <a:lnTo>
                    <a:pt x="4159185" y="4076700"/>
                  </a:lnTo>
                  <a:lnTo>
                    <a:pt x="4168166" y="4064000"/>
                  </a:lnTo>
                  <a:lnTo>
                    <a:pt x="4140617" y="4013200"/>
                  </a:lnTo>
                  <a:lnTo>
                    <a:pt x="4115470" y="3975100"/>
                  </a:lnTo>
                  <a:lnTo>
                    <a:pt x="4092771" y="3924300"/>
                  </a:lnTo>
                  <a:lnTo>
                    <a:pt x="4072568" y="3886200"/>
                  </a:lnTo>
                  <a:lnTo>
                    <a:pt x="4054906" y="3835400"/>
                  </a:lnTo>
                  <a:lnTo>
                    <a:pt x="4039833" y="3784600"/>
                  </a:lnTo>
                  <a:lnTo>
                    <a:pt x="4027396" y="3733800"/>
                  </a:lnTo>
                  <a:lnTo>
                    <a:pt x="4017641" y="3683000"/>
                  </a:lnTo>
                  <a:lnTo>
                    <a:pt x="4010615" y="3632200"/>
                  </a:lnTo>
                  <a:lnTo>
                    <a:pt x="4006365" y="3581400"/>
                  </a:lnTo>
                  <a:lnTo>
                    <a:pt x="4004938" y="3530600"/>
                  </a:lnTo>
                  <a:lnTo>
                    <a:pt x="4006332" y="3479800"/>
                  </a:lnTo>
                  <a:lnTo>
                    <a:pt x="4010488" y="3429000"/>
                  </a:lnTo>
                  <a:lnTo>
                    <a:pt x="4017365" y="3378200"/>
                  </a:lnTo>
                  <a:lnTo>
                    <a:pt x="4026924" y="3327400"/>
                  </a:lnTo>
                  <a:lnTo>
                    <a:pt x="4039126" y="3276600"/>
                  </a:lnTo>
                  <a:lnTo>
                    <a:pt x="4053930" y="3225800"/>
                  </a:lnTo>
                  <a:lnTo>
                    <a:pt x="4071298" y="3175000"/>
                  </a:lnTo>
                  <a:lnTo>
                    <a:pt x="4091188" y="3136900"/>
                  </a:lnTo>
                  <a:lnTo>
                    <a:pt x="4113562" y="3086100"/>
                  </a:lnTo>
                  <a:lnTo>
                    <a:pt x="4138380" y="3048000"/>
                  </a:lnTo>
                  <a:lnTo>
                    <a:pt x="4165602" y="2997200"/>
                  </a:lnTo>
                  <a:lnTo>
                    <a:pt x="4195189" y="2959100"/>
                  </a:lnTo>
                  <a:lnTo>
                    <a:pt x="4227101" y="2921000"/>
                  </a:lnTo>
                  <a:lnTo>
                    <a:pt x="4263880" y="2882900"/>
                  </a:lnTo>
                  <a:lnTo>
                    <a:pt x="4302504" y="2844800"/>
                  </a:lnTo>
                  <a:lnTo>
                    <a:pt x="4342853" y="2819400"/>
                  </a:lnTo>
                  <a:lnTo>
                    <a:pt x="4384803" y="2781300"/>
                  </a:lnTo>
                  <a:lnTo>
                    <a:pt x="4428234" y="2755900"/>
                  </a:lnTo>
                  <a:lnTo>
                    <a:pt x="4473023" y="2743200"/>
                  </a:lnTo>
                  <a:lnTo>
                    <a:pt x="4519048" y="2717800"/>
                  </a:lnTo>
                  <a:lnTo>
                    <a:pt x="4663321" y="2679700"/>
                  </a:lnTo>
                  <a:lnTo>
                    <a:pt x="4713072" y="2679700"/>
                  </a:lnTo>
                  <a:lnTo>
                    <a:pt x="4763449" y="2667000"/>
                  </a:lnTo>
                  <a:lnTo>
                    <a:pt x="5400598" y="2667000"/>
                  </a:lnTo>
                  <a:lnTo>
                    <a:pt x="5400598" y="0"/>
                  </a:lnTo>
                  <a:close/>
                </a:path>
                <a:path w="5400675" h="4241800">
                  <a:moveTo>
                    <a:pt x="4418956" y="4000500"/>
                  </a:moveTo>
                  <a:lnTo>
                    <a:pt x="4296220" y="4000500"/>
                  </a:lnTo>
                  <a:lnTo>
                    <a:pt x="4319401" y="4013200"/>
                  </a:lnTo>
                  <a:lnTo>
                    <a:pt x="4340758" y="4025900"/>
                  </a:lnTo>
                  <a:lnTo>
                    <a:pt x="4375362" y="4064000"/>
                  </a:lnTo>
                  <a:lnTo>
                    <a:pt x="4393807" y="4114800"/>
                  </a:lnTo>
                  <a:lnTo>
                    <a:pt x="4396196" y="4140200"/>
                  </a:lnTo>
                  <a:lnTo>
                    <a:pt x="4393807" y="4165600"/>
                  </a:lnTo>
                  <a:lnTo>
                    <a:pt x="4386788" y="4191000"/>
                  </a:lnTo>
                  <a:lnTo>
                    <a:pt x="4375362" y="4216400"/>
                  </a:lnTo>
                  <a:lnTo>
                    <a:pt x="4359749" y="4241800"/>
                  </a:lnTo>
                  <a:lnTo>
                    <a:pt x="5048374" y="4241800"/>
                  </a:lnTo>
                  <a:lnTo>
                    <a:pt x="5154140" y="4178300"/>
                  </a:lnTo>
                  <a:lnTo>
                    <a:pt x="5190482" y="4152900"/>
                  </a:lnTo>
                  <a:lnTo>
                    <a:pt x="5207754" y="4140200"/>
                  </a:lnTo>
                  <a:lnTo>
                    <a:pt x="4659282" y="4140200"/>
                  </a:lnTo>
                  <a:lnTo>
                    <a:pt x="4649863" y="4127500"/>
                  </a:lnTo>
                  <a:lnTo>
                    <a:pt x="4643511" y="4114800"/>
                  </a:lnTo>
                  <a:lnTo>
                    <a:pt x="4641181" y="4102100"/>
                  </a:lnTo>
                  <a:lnTo>
                    <a:pt x="4641181" y="4038600"/>
                  </a:lnTo>
                  <a:lnTo>
                    <a:pt x="4453082" y="4038600"/>
                  </a:lnTo>
                  <a:lnTo>
                    <a:pt x="4418956" y="4000500"/>
                  </a:lnTo>
                  <a:close/>
                </a:path>
                <a:path w="5400675" h="4241800">
                  <a:moveTo>
                    <a:pt x="5400598" y="3987800"/>
                  </a:moveTo>
                  <a:lnTo>
                    <a:pt x="5394951" y="4000500"/>
                  </a:lnTo>
                  <a:lnTo>
                    <a:pt x="5373500" y="4038600"/>
                  </a:lnTo>
                  <a:lnTo>
                    <a:pt x="5350476" y="4076700"/>
                  </a:lnTo>
                  <a:lnTo>
                    <a:pt x="5325902" y="4102100"/>
                  </a:lnTo>
                  <a:lnTo>
                    <a:pt x="5299798" y="4140200"/>
                  </a:lnTo>
                  <a:lnTo>
                    <a:pt x="5272391" y="4165600"/>
                  </a:lnTo>
                  <a:lnTo>
                    <a:pt x="5243929" y="4191000"/>
                  </a:lnTo>
                  <a:lnTo>
                    <a:pt x="5214464" y="4216400"/>
                  </a:lnTo>
                  <a:lnTo>
                    <a:pt x="5184046" y="4241800"/>
                  </a:lnTo>
                  <a:lnTo>
                    <a:pt x="5400598" y="4241800"/>
                  </a:lnTo>
                  <a:lnTo>
                    <a:pt x="5400598" y="3987800"/>
                  </a:lnTo>
                  <a:close/>
                </a:path>
                <a:path w="5400675" h="4241800">
                  <a:moveTo>
                    <a:pt x="4284567" y="4203700"/>
                  </a:moveTo>
                  <a:lnTo>
                    <a:pt x="4258940" y="4203700"/>
                  </a:lnTo>
                  <a:lnTo>
                    <a:pt x="4271752" y="4216400"/>
                  </a:lnTo>
                  <a:lnTo>
                    <a:pt x="4284567" y="4203700"/>
                  </a:lnTo>
                  <a:close/>
                </a:path>
                <a:path w="5400675" h="4241800">
                  <a:moveTo>
                    <a:pt x="4296706" y="4064000"/>
                  </a:moveTo>
                  <a:lnTo>
                    <a:pt x="4246795" y="4064000"/>
                  </a:lnTo>
                  <a:lnTo>
                    <a:pt x="4235609" y="4076700"/>
                  </a:lnTo>
                  <a:lnTo>
                    <a:pt x="4211499" y="4114800"/>
                  </a:lnTo>
                  <a:lnTo>
                    <a:pt x="4206568" y="4140200"/>
                  </a:lnTo>
                  <a:lnTo>
                    <a:pt x="4207821" y="4152900"/>
                  </a:lnTo>
                  <a:lnTo>
                    <a:pt x="4211499" y="4165600"/>
                  </a:lnTo>
                  <a:lnTo>
                    <a:pt x="4217486" y="4178300"/>
                  </a:lnTo>
                  <a:lnTo>
                    <a:pt x="4225665" y="4191000"/>
                  </a:lnTo>
                  <a:lnTo>
                    <a:pt x="4235614" y="4203700"/>
                  </a:lnTo>
                  <a:lnTo>
                    <a:pt x="4307896" y="4203700"/>
                  </a:lnTo>
                  <a:lnTo>
                    <a:pt x="4332006" y="4165600"/>
                  </a:lnTo>
                  <a:lnTo>
                    <a:pt x="4336936" y="4140200"/>
                  </a:lnTo>
                  <a:lnTo>
                    <a:pt x="4335684" y="4127500"/>
                  </a:lnTo>
                  <a:lnTo>
                    <a:pt x="4317839" y="4089400"/>
                  </a:lnTo>
                  <a:lnTo>
                    <a:pt x="4296706" y="4064000"/>
                  </a:lnTo>
                  <a:close/>
                </a:path>
                <a:path w="5400675" h="4241800">
                  <a:moveTo>
                    <a:pt x="4996907" y="3987800"/>
                  </a:moveTo>
                  <a:lnTo>
                    <a:pt x="4970245" y="4000500"/>
                  </a:lnTo>
                  <a:lnTo>
                    <a:pt x="4942790" y="4013200"/>
                  </a:lnTo>
                  <a:lnTo>
                    <a:pt x="4914594" y="4025900"/>
                  </a:lnTo>
                  <a:lnTo>
                    <a:pt x="4885705" y="4038600"/>
                  </a:lnTo>
                  <a:lnTo>
                    <a:pt x="4885705" y="4102100"/>
                  </a:lnTo>
                  <a:lnTo>
                    <a:pt x="4883377" y="4114800"/>
                  </a:lnTo>
                  <a:lnTo>
                    <a:pt x="4877027" y="4127500"/>
                  </a:lnTo>
                  <a:lnTo>
                    <a:pt x="4867609" y="4140200"/>
                  </a:lnTo>
                  <a:lnTo>
                    <a:pt x="5207754" y="4140200"/>
                  </a:lnTo>
                  <a:lnTo>
                    <a:pt x="5225026" y="4127500"/>
                  </a:lnTo>
                  <a:lnTo>
                    <a:pt x="5257666" y="4089400"/>
                  </a:lnTo>
                  <a:lnTo>
                    <a:pt x="5288299" y="4051300"/>
                  </a:lnTo>
                  <a:lnTo>
                    <a:pt x="5297805" y="4038600"/>
                  </a:lnTo>
                  <a:lnTo>
                    <a:pt x="5043018" y="4038600"/>
                  </a:lnTo>
                  <a:lnTo>
                    <a:pt x="4996907" y="3987800"/>
                  </a:lnTo>
                  <a:close/>
                </a:path>
                <a:path w="5400675" h="4241800">
                  <a:moveTo>
                    <a:pt x="4833025" y="3987800"/>
                  </a:moveTo>
                  <a:lnTo>
                    <a:pt x="4693857" y="3987800"/>
                  </a:lnTo>
                  <a:lnTo>
                    <a:pt x="4698703" y="4000500"/>
                  </a:lnTo>
                  <a:lnTo>
                    <a:pt x="4700441" y="4013200"/>
                  </a:lnTo>
                  <a:lnTo>
                    <a:pt x="4700441" y="4076700"/>
                  </a:lnTo>
                  <a:lnTo>
                    <a:pt x="4826445" y="4076700"/>
                  </a:lnTo>
                  <a:lnTo>
                    <a:pt x="4826445" y="4013200"/>
                  </a:lnTo>
                  <a:lnTo>
                    <a:pt x="4828181" y="4000500"/>
                  </a:lnTo>
                  <a:lnTo>
                    <a:pt x="4833025" y="3987800"/>
                  </a:lnTo>
                  <a:close/>
                </a:path>
                <a:path w="5400675" h="4241800">
                  <a:moveTo>
                    <a:pt x="4529979" y="3987800"/>
                  </a:moveTo>
                  <a:lnTo>
                    <a:pt x="4483881" y="4038600"/>
                  </a:lnTo>
                  <a:lnTo>
                    <a:pt x="4641181" y="4038600"/>
                  </a:lnTo>
                  <a:lnTo>
                    <a:pt x="4612299" y="4025900"/>
                  </a:lnTo>
                  <a:lnTo>
                    <a:pt x="4584105" y="4013200"/>
                  </a:lnTo>
                  <a:lnTo>
                    <a:pt x="4556648" y="4000500"/>
                  </a:lnTo>
                  <a:lnTo>
                    <a:pt x="4529979" y="3987800"/>
                  </a:lnTo>
                  <a:close/>
                </a:path>
                <a:path w="5400675" h="4241800">
                  <a:moveTo>
                    <a:pt x="5159343" y="3009900"/>
                  </a:moveTo>
                  <a:lnTo>
                    <a:pt x="5058092" y="3009900"/>
                  </a:lnTo>
                  <a:lnTo>
                    <a:pt x="5069240" y="3022600"/>
                  </a:lnTo>
                  <a:lnTo>
                    <a:pt x="5079037" y="3022600"/>
                  </a:lnTo>
                  <a:lnTo>
                    <a:pt x="5215644" y="3175000"/>
                  </a:lnTo>
                  <a:lnTo>
                    <a:pt x="5218770" y="3187700"/>
                  </a:lnTo>
                  <a:lnTo>
                    <a:pt x="5218780" y="3200400"/>
                  </a:lnTo>
                  <a:lnTo>
                    <a:pt x="5215656" y="3213100"/>
                  </a:lnTo>
                  <a:lnTo>
                    <a:pt x="5169811" y="3263900"/>
                  </a:lnTo>
                  <a:lnTo>
                    <a:pt x="5184042" y="3289300"/>
                  </a:lnTo>
                  <a:lnTo>
                    <a:pt x="5196477" y="3327400"/>
                  </a:lnTo>
                  <a:lnTo>
                    <a:pt x="5207099" y="3352800"/>
                  </a:lnTo>
                  <a:lnTo>
                    <a:pt x="5215887" y="3390900"/>
                  </a:lnTo>
                  <a:lnTo>
                    <a:pt x="5284654" y="3390900"/>
                  </a:lnTo>
                  <a:lnTo>
                    <a:pt x="5294072" y="3403600"/>
                  </a:lnTo>
                  <a:lnTo>
                    <a:pt x="5300422" y="3416300"/>
                  </a:lnTo>
                  <a:lnTo>
                    <a:pt x="5302750" y="3429000"/>
                  </a:lnTo>
                  <a:lnTo>
                    <a:pt x="5302750" y="3632200"/>
                  </a:lnTo>
                  <a:lnTo>
                    <a:pt x="5300422" y="3644900"/>
                  </a:lnTo>
                  <a:lnTo>
                    <a:pt x="5294072" y="3657600"/>
                  </a:lnTo>
                  <a:lnTo>
                    <a:pt x="5284654" y="3657600"/>
                  </a:lnTo>
                  <a:lnTo>
                    <a:pt x="5273121" y="3670300"/>
                  </a:lnTo>
                  <a:lnTo>
                    <a:pt x="5215898" y="3670300"/>
                  </a:lnTo>
                  <a:lnTo>
                    <a:pt x="5207109" y="3695700"/>
                  </a:lnTo>
                  <a:lnTo>
                    <a:pt x="5196483" y="3733800"/>
                  </a:lnTo>
                  <a:lnTo>
                    <a:pt x="5184044" y="3759200"/>
                  </a:lnTo>
                  <a:lnTo>
                    <a:pt x="5169811" y="3797300"/>
                  </a:lnTo>
                  <a:lnTo>
                    <a:pt x="5210319" y="3835400"/>
                  </a:lnTo>
                  <a:lnTo>
                    <a:pt x="5216824" y="3848100"/>
                  </a:lnTo>
                  <a:lnTo>
                    <a:pt x="5218992" y="3860800"/>
                  </a:lnTo>
                  <a:lnTo>
                    <a:pt x="5216824" y="3873500"/>
                  </a:lnTo>
                  <a:lnTo>
                    <a:pt x="5210319" y="3886200"/>
                  </a:lnTo>
                  <a:lnTo>
                    <a:pt x="5073816" y="4038600"/>
                  </a:lnTo>
                  <a:lnTo>
                    <a:pt x="5297805" y="4038600"/>
                  </a:lnTo>
                  <a:lnTo>
                    <a:pt x="5316818" y="4013200"/>
                  </a:lnTo>
                  <a:lnTo>
                    <a:pt x="5343119" y="3975100"/>
                  </a:lnTo>
                  <a:lnTo>
                    <a:pt x="5400598" y="3848100"/>
                  </a:lnTo>
                  <a:lnTo>
                    <a:pt x="5400598" y="3213100"/>
                  </a:lnTo>
                  <a:lnTo>
                    <a:pt x="5378259" y="3149600"/>
                  </a:lnTo>
                  <a:lnTo>
                    <a:pt x="5348659" y="3098800"/>
                  </a:lnTo>
                  <a:lnTo>
                    <a:pt x="5323605" y="3060700"/>
                  </a:lnTo>
                  <a:lnTo>
                    <a:pt x="5230678" y="3060700"/>
                  </a:lnTo>
                  <a:lnTo>
                    <a:pt x="5207497" y="3048000"/>
                  </a:lnTo>
                  <a:lnTo>
                    <a:pt x="5186141" y="3035300"/>
                  </a:lnTo>
                  <a:lnTo>
                    <a:pt x="5167149" y="3022600"/>
                  </a:lnTo>
                  <a:lnTo>
                    <a:pt x="5159343" y="3009900"/>
                  </a:lnTo>
                  <a:close/>
                </a:path>
                <a:path w="5400675" h="4241800">
                  <a:moveTo>
                    <a:pt x="4868331" y="2743200"/>
                  </a:moveTo>
                  <a:lnTo>
                    <a:pt x="4672416" y="2743200"/>
                  </a:lnTo>
                  <a:lnTo>
                    <a:pt x="4584886" y="2768600"/>
                  </a:lnTo>
                  <a:lnTo>
                    <a:pt x="4501602" y="2794000"/>
                  </a:lnTo>
                  <a:lnTo>
                    <a:pt x="4461784" y="2819400"/>
                  </a:lnTo>
                  <a:lnTo>
                    <a:pt x="4423307" y="2844800"/>
                  </a:lnTo>
                  <a:lnTo>
                    <a:pt x="4386263" y="2870200"/>
                  </a:lnTo>
                  <a:lnTo>
                    <a:pt x="4350744" y="2895600"/>
                  </a:lnTo>
                  <a:lnTo>
                    <a:pt x="4316844" y="2921000"/>
                  </a:lnTo>
                  <a:lnTo>
                    <a:pt x="4284656" y="2959100"/>
                  </a:lnTo>
                  <a:lnTo>
                    <a:pt x="4254272" y="2984500"/>
                  </a:lnTo>
                  <a:lnTo>
                    <a:pt x="4225785" y="3022600"/>
                  </a:lnTo>
                  <a:lnTo>
                    <a:pt x="4199288" y="3060700"/>
                  </a:lnTo>
                  <a:lnTo>
                    <a:pt x="4174874" y="3098800"/>
                  </a:lnTo>
                  <a:lnTo>
                    <a:pt x="4152636" y="3149600"/>
                  </a:lnTo>
                  <a:lnTo>
                    <a:pt x="4132666" y="3187700"/>
                  </a:lnTo>
                  <a:lnTo>
                    <a:pt x="4115058" y="3238500"/>
                  </a:lnTo>
                  <a:lnTo>
                    <a:pt x="4099904" y="3276600"/>
                  </a:lnTo>
                  <a:lnTo>
                    <a:pt x="4087297" y="3327400"/>
                  </a:lnTo>
                  <a:lnTo>
                    <a:pt x="4077329" y="3378200"/>
                  </a:lnTo>
                  <a:lnTo>
                    <a:pt x="4070095" y="3429000"/>
                  </a:lnTo>
                  <a:lnTo>
                    <a:pt x="4065687" y="3479800"/>
                  </a:lnTo>
                  <a:lnTo>
                    <a:pt x="4064196" y="3530600"/>
                  </a:lnTo>
                  <a:lnTo>
                    <a:pt x="4065758" y="3581400"/>
                  </a:lnTo>
                  <a:lnTo>
                    <a:pt x="4070407" y="3632200"/>
                  </a:lnTo>
                  <a:lnTo>
                    <a:pt x="4078085" y="3683000"/>
                  </a:lnTo>
                  <a:lnTo>
                    <a:pt x="4088738" y="3733800"/>
                  </a:lnTo>
                  <a:lnTo>
                    <a:pt x="4102310" y="3784600"/>
                  </a:lnTo>
                  <a:lnTo>
                    <a:pt x="4118744" y="3835400"/>
                  </a:lnTo>
                  <a:lnTo>
                    <a:pt x="4137984" y="3886200"/>
                  </a:lnTo>
                  <a:lnTo>
                    <a:pt x="4159975" y="3924300"/>
                  </a:lnTo>
                  <a:lnTo>
                    <a:pt x="4184660" y="3975100"/>
                  </a:lnTo>
                  <a:lnTo>
                    <a:pt x="4211984" y="4013200"/>
                  </a:lnTo>
                  <a:lnTo>
                    <a:pt x="4225978" y="4000500"/>
                  </a:lnTo>
                  <a:lnTo>
                    <a:pt x="4418956" y="4000500"/>
                  </a:lnTo>
                  <a:lnTo>
                    <a:pt x="4316578" y="3886200"/>
                  </a:lnTo>
                  <a:lnTo>
                    <a:pt x="4310070" y="3873500"/>
                  </a:lnTo>
                  <a:lnTo>
                    <a:pt x="4307903" y="3860800"/>
                  </a:lnTo>
                  <a:lnTo>
                    <a:pt x="4310073" y="3848100"/>
                  </a:lnTo>
                  <a:lnTo>
                    <a:pt x="4316578" y="3835400"/>
                  </a:lnTo>
                  <a:lnTo>
                    <a:pt x="4357088" y="3797300"/>
                  </a:lnTo>
                  <a:lnTo>
                    <a:pt x="4342855" y="3759200"/>
                  </a:lnTo>
                  <a:lnTo>
                    <a:pt x="4330415" y="3733800"/>
                  </a:lnTo>
                  <a:lnTo>
                    <a:pt x="4319790" y="3695700"/>
                  </a:lnTo>
                  <a:lnTo>
                    <a:pt x="4310999" y="3670300"/>
                  </a:lnTo>
                  <a:lnTo>
                    <a:pt x="4245908" y="3670300"/>
                  </a:lnTo>
                  <a:lnTo>
                    <a:pt x="4238373" y="3657600"/>
                  </a:lnTo>
                  <a:lnTo>
                    <a:pt x="4227263" y="3644900"/>
                  </a:lnTo>
                  <a:lnTo>
                    <a:pt x="4224136" y="3644900"/>
                  </a:lnTo>
                  <a:lnTo>
                    <a:pt x="4224253" y="3429000"/>
                  </a:lnTo>
                  <a:lnTo>
                    <a:pt x="4226581" y="3416300"/>
                  </a:lnTo>
                  <a:lnTo>
                    <a:pt x="4232930" y="3403600"/>
                  </a:lnTo>
                  <a:lnTo>
                    <a:pt x="4242348" y="3390900"/>
                  </a:lnTo>
                  <a:lnTo>
                    <a:pt x="4310999" y="3390900"/>
                  </a:lnTo>
                  <a:lnTo>
                    <a:pt x="4319790" y="3352800"/>
                  </a:lnTo>
                  <a:lnTo>
                    <a:pt x="4330415" y="3327400"/>
                  </a:lnTo>
                  <a:lnTo>
                    <a:pt x="4342855" y="3289300"/>
                  </a:lnTo>
                  <a:lnTo>
                    <a:pt x="4357088" y="3263900"/>
                  </a:lnTo>
                  <a:lnTo>
                    <a:pt x="4311243" y="3213100"/>
                  </a:lnTo>
                  <a:lnTo>
                    <a:pt x="4308118" y="3200400"/>
                  </a:lnTo>
                  <a:lnTo>
                    <a:pt x="4308118" y="3187700"/>
                  </a:lnTo>
                  <a:lnTo>
                    <a:pt x="4311243" y="3175000"/>
                  </a:lnTo>
                  <a:lnTo>
                    <a:pt x="4447851" y="3022600"/>
                  </a:lnTo>
                  <a:lnTo>
                    <a:pt x="4457654" y="3022600"/>
                  </a:lnTo>
                  <a:lnTo>
                    <a:pt x="4468804" y="3009900"/>
                  </a:lnTo>
                  <a:lnTo>
                    <a:pt x="4641181" y="3009900"/>
                  </a:lnTo>
                  <a:lnTo>
                    <a:pt x="4641181" y="2959100"/>
                  </a:lnTo>
                  <a:lnTo>
                    <a:pt x="4643511" y="2946400"/>
                  </a:lnTo>
                  <a:lnTo>
                    <a:pt x="4649863" y="2933700"/>
                  </a:lnTo>
                  <a:lnTo>
                    <a:pt x="4659282" y="2921000"/>
                  </a:lnTo>
                  <a:lnTo>
                    <a:pt x="5130702" y="2921000"/>
                  </a:lnTo>
                  <a:lnTo>
                    <a:pt x="5133091" y="2895600"/>
                  </a:lnTo>
                  <a:lnTo>
                    <a:pt x="5151537" y="2844800"/>
                  </a:lnTo>
                  <a:lnTo>
                    <a:pt x="5186141" y="2806700"/>
                  </a:lnTo>
                  <a:lnTo>
                    <a:pt x="5207497" y="2794000"/>
                  </a:lnTo>
                  <a:lnTo>
                    <a:pt x="5020842" y="2794000"/>
                  </a:lnTo>
                  <a:lnTo>
                    <a:pt x="5009812" y="2781300"/>
                  </a:lnTo>
                  <a:lnTo>
                    <a:pt x="5006640" y="2768600"/>
                  </a:lnTo>
                  <a:lnTo>
                    <a:pt x="5006640" y="2755900"/>
                  </a:lnTo>
                  <a:lnTo>
                    <a:pt x="4902708" y="2755900"/>
                  </a:lnTo>
                  <a:lnTo>
                    <a:pt x="4868331" y="2743200"/>
                  </a:lnTo>
                  <a:close/>
                </a:path>
                <a:path w="5400675" h="4241800">
                  <a:moveTo>
                    <a:pt x="4849849" y="3975100"/>
                  </a:moveTo>
                  <a:lnTo>
                    <a:pt x="4677039" y="3975100"/>
                  </a:lnTo>
                  <a:lnTo>
                    <a:pt x="4686452" y="3987800"/>
                  </a:lnTo>
                  <a:lnTo>
                    <a:pt x="4840430" y="3987800"/>
                  </a:lnTo>
                  <a:lnTo>
                    <a:pt x="4849849" y="3975100"/>
                  </a:lnTo>
                  <a:close/>
                </a:path>
                <a:path w="5400675" h="4241800">
                  <a:moveTo>
                    <a:pt x="4985288" y="3911600"/>
                  </a:moveTo>
                  <a:lnTo>
                    <a:pt x="4541600" y="3911600"/>
                  </a:lnTo>
                  <a:lnTo>
                    <a:pt x="4573509" y="3937000"/>
                  </a:lnTo>
                  <a:lnTo>
                    <a:pt x="4606797" y="3949700"/>
                  </a:lnTo>
                  <a:lnTo>
                    <a:pt x="4641347" y="3975100"/>
                  </a:lnTo>
                  <a:lnTo>
                    <a:pt x="4885541" y="3975100"/>
                  </a:lnTo>
                  <a:lnTo>
                    <a:pt x="4920090" y="3949700"/>
                  </a:lnTo>
                  <a:lnTo>
                    <a:pt x="4953378" y="3937000"/>
                  </a:lnTo>
                  <a:lnTo>
                    <a:pt x="4985288" y="3911600"/>
                  </a:lnTo>
                  <a:close/>
                </a:path>
                <a:path w="5400675" h="4241800">
                  <a:moveTo>
                    <a:pt x="4719498" y="3251200"/>
                  </a:moveTo>
                  <a:lnTo>
                    <a:pt x="4423979" y="3251200"/>
                  </a:lnTo>
                  <a:lnTo>
                    <a:pt x="4423373" y="3263900"/>
                  </a:lnTo>
                  <a:lnTo>
                    <a:pt x="4419401" y="3276600"/>
                  </a:lnTo>
                  <a:lnTo>
                    <a:pt x="4400758" y="3314700"/>
                  </a:lnTo>
                  <a:lnTo>
                    <a:pt x="4385156" y="3352800"/>
                  </a:lnTo>
                  <a:lnTo>
                    <a:pt x="4372646" y="3390900"/>
                  </a:lnTo>
                  <a:lnTo>
                    <a:pt x="4363280" y="3429000"/>
                  </a:lnTo>
                  <a:lnTo>
                    <a:pt x="4359477" y="3441700"/>
                  </a:lnTo>
                  <a:lnTo>
                    <a:pt x="4352931" y="3454400"/>
                  </a:lnTo>
                  <a:lnTo>
                    <a:pt x="4283489" y="3454400"/>
                  </a:lnTo>
                  <a:lnTo>
                    <a:pt x="4283419" y="3594100"/>
                  </a:lnTo>
                  <a:lnTo>
                    <a:pt x="4334309" y="3594100"/>
                  </a:lnTo>
                  <a:lnTo>
                    <a:pt x="4344316" y="3606800"/>
                  </a:lnTo>
                  <a:lnTo>
                    <a:pt x="4352931" y="3606800"/>
                  </a:lnTo>
                  <a:lnTo>
                    <a:pt x="4359477" y="3619500"/>
                  </a:lnTo>
                  <a:lnTo>
                    <a:pt x="4363280" y="3632200"/>
                  </a:lnTo>
                  <a:lnTo>
                    <a:pt x="4372646" y="3670300"/>
                  </a:lnTo>
                  <a:lnTo>
                    <a:pt x="4385156" y="3708400"/>
                  </a:lnTo>
                  <a:lnTo>
                    <a:pt x="4400758" y="3746500"/>
                  </a:lnTo>
                  <a:lnTo>
                    <a:pt x="4419401" y="3784600"/>
                  </a:lnTo>
                  <a:lnTo>
                    <a:pt x="4423373" y="3784600"/>
                  </a:lnTo>
                  <a:lnTo>
                    <a:pt x="4423979" y="3797300"/>
                  </a:lnTo>
                  <a:lnTo>
                    <a:pt x="4421313" y="3810000"/>
                  </a:lnTo>
                  <a:lnTo>
                    <a:pt x="4415467" y="3822700"/>
                  </a:lnTo>
                  <a:lnTo>
                    <a:pt x="4379424" y="3860800"/>
                  </a:lnTo>
                  <a:lnTo>
                    <a:pt x="4468487" y="3962400"/>
                  </a:lnTo>
                  <a:lnTo>
                    <a:pt x="4504563" y="3924300"/>
                  </a:lnTo>
                  <a:lnTo>
                    <a:pt x="4512871" y="3911600"/>
                  </a:lnTo>
                  <a:lnTo>
                    <a:pt x="5102931" y="3911600"/>
                  </a:lnTo>
                  <a:lnTo>
                    <a:pt x="5147462" y="3860800"/>
                  </a:lnTo>
                  <a:lnTo>
                    <a:pt x="5111421" y="3822700"/>
                  </a:lnTo>
                  <a:lnTo>
                    <a:pt x="5105574" y="3810000"/>
                  </a:lnTo>
                  <a:lnTo>
                    <a:pt x="4763449" y="3810000"/>
                  </a:lnTo>
                  <a:lnTo>
                    <a:pt x="4719498" y="3797300"/>
                  </a:lnTo>
                  <a:lnTo>
                    <a:pt x="4678108" y="3784600"/>
                  </a:lnTo>
                  <a:lnTo>
                    <a:pt x="4639977" y="3771900"/>
                  </a:lnTo>
                  <a:lnTo>
                    <a:pt x="4605800" y="3733800"/>
                  </a:lnTo>
                  <a:lnTo>
                    <a:pt x="4576275" y="3708400"/>
                  </a:lnTo>
                  <a:lnTo>
                    <a:pt x="4552098" y="3670300"/>
                  </a:lnTo>
                  <a:lnTo>
                    <a:pt x="4533967" y="3619500"/>
                  </a:lnTo>
                  <a:lnTo>
                    <a:pt x="4522577" y="3581400"/>
                  </a:lnTo>
                  <a:lnTo>
                    <a:pt x="4518625" y="3530600"/>
                  </a:lnTo>
                  <a:lnTo>
                    <a:pt x="4522577" y="3479800"/>
                  </a:lnTo>
                  <a:lnTo>
                    <a:pt x="4533967" y="3429000"/>
                  </a:lnTo>
                  <a:lnTo>
                    <a:pt x="4552098" y="3390900"/>
                  </a:lnTo>
                  <a:lnTo>
                    <a:pt x="4576275" y="3352800"/>
                  </a:lnTo>
                  <a:lnTo>
                    <a:pt x="4605800" y="3314700"/>
                  </a:lnTo>
                  <a:lnTo>
                    <a:pt x="4639977" y="3289300"/>
                  </a:lnTo>
                  <a:lnTo>
                    <a:pt x="4678108" y="3263900"/>
                  </a:lnTo>
                  <a:lnTo>
                    <a:pt x="4719498" y="3251200"/>
                  </a:lnTo>
                  <a:close/>
                </a:path>
                <a:path w="5400675" h="4241800">
                  <a:moveTo>
                    <a:pt x="5102931" y="3911600"/>
                  </a:moveTo>
                  <a:lnTo>
                    <a:pt x="5014016" y="3911600"/>
                  </a:lnTo>
                  <a:lnTo>
                    <a:pt x="5022324" y="3924300"/>
                  </a:lnTo>
                  <a:lnTo>
                    <a:pt x="5058399" y="3962400"/>
                  </a:lnTo>
                  <a:lnTo>
                    <a:pt x="5102931" y="3911600"/>
                  </a:lnTo>
                  <a:close/>
                </a:path>
                <a:path w="5400675" h="4241800">
                  <a:moveTo>
                    <a:pt x="5102903" y="3251200"/>
                  </a:moveTo>
                  <a:lnTo>
                    <a:pt x="4807400" y="3251200"/>
                  </a:lnTo>
                  <a:lnTo>
                    <a:pt x="4848790" y="3263900"/>
                  </a:lnTo>
                  <a:lnTo>
                    <a:pt x="4886921" y="3289300"/>
                  </a:lnTo>
                  <a:lnTo>
                    <a:pt x="4921098" y="3314700"/>
                  </a:lnTo>
                  <a:lnTo>
                    <a:pt x="4950623" y="3352800"/>
                  </a:lnTo>
                  <a:lnTo>
                    <a:pt x="4974799" y="3390900"/>
                  </a:lnTo>
                  <a:lnTo>
                    <a:pt x="4992931" y="3429000"/>
                  </a:lnTo>
                  <a:lnTo>
                    <a:pt x="5004321" y="3479800"/>
                  </a:lnTo>
                  <a:lnTo>
                    <a:pt x="5008272" y="3530600"/>
                  </a:lnTo>
                  <a:lnTo>
                    <a:pt x="5004321" y="3581400"/>
                  </a:lnTo>
                  <a:lnTo>
                    <a:pt x="4992931" y="3619500"/>
                  </a:lnTo>
                  <a:lnTo>
                    <a:pt x="4974799" y="3670300"/>
                  </a:lnTo>
                  <a:lnTo>
                    <a:pt x="4950623" y="3708400"/>
                  </a:lnTo>
                  <a:lnTo>
                    <a:pt x="4921098" y="3733800"/>
                  </a:lnTo>
                  <a:lnTo>
                    <a:pt x="4886921" y="3771900"/>
                  </a:lnTo>
                  <a:lnTo>
                    <a:pt x="4848790" y="3784600"/>
                  </a:lnTo>
                  <a:lnTo>
                    <a:pt x="4807400" y="3797300"/>
                  </a:lnTo>
                  <a:lnTo>
                    <a:pt x="4763449" y="3810000"/>
                  </a:lnTo>
                  <a:lnTo>
                    <a:pt x="5105574" y="3810000"/>
                  </a:lnTo>
                  <a:lnTo>
                    <a:pt x="5102908" y="3797300"/>
                  </a:lnTo>
                  <a:lnTo>
                    <a:pt x="5103513" y="3784600"/>
                  </a:lnTo>
                  <a:lnTo>
                    <a:pt x="5107485" y="3784600"/>
                  </a:lnTo>
                  <a:lnTo>
                    <a:pt x="5126129" y="3746500"/>
                  </a:lnTo>
                  <a:lnTo>
                    <a:pt x="5141731" y="3708400"/>
                  </a:lnTo>
                  <a:lnTo>
                    <a:pt x="5154241" y="3670300"/>
                  </a:lnTo>
                  <a:lnTo>
                    <a:pt x="5163607" y="3632200"/>
                  </a:lnTo>
                  <a:lnTo>
                    <a:pt x="5167410" y="3619500"/>
                  </a:lnTo>
                  <a:lnTo>
                    <a:pt x="5173956" y="3606800"/>
                  </a:lnTo>
                  <a:lnTo>
                    <a:pt x="5182571" y="3606800"/>
                  </a:lnTo>
                  <a:lnTo>
                    <a:pt x="5192577" y="3594100"/>
                  </a:lnTo>
                  <a:lnTo>
                    <a:pt x="5243490" y="3594100"/>
                  </a:lnTo>
                  <a:lnTo>
                    <a:pt x="5243490" y="3454400"/>
                  </a:lnTo>
                  <a:lnTo>
                    <a:pt x="5173952" y="3454400"/>
                  </a:lnTo>
                  <a:lnTo>
                    <a:pt x="5167405" y="3441700"/>
                  </a:lnTo>
                  <a:lnTo>
                    <a:pt x="5163607" y="3429000"/>
                  </a:lnTo>
                  <a:lnTo>
                    <a:pt x="5154236" y="3390900"/>
                  </a:lnTo>
                  <a:lnTo>
                    <a:pt x="5141727" y="3352800"/>
                  </a:lnTo>
                  <a:lnTo>
                    <a:pt x="5126127" y="3314700"/>
                  </a:lnTo>
                  <a:lnTo>
                    <a:pt x="5107485" y="3276600"/>
                  </a:lnTo>
                  <a:lnTo>
                    <a:pt x="5103512" y="3263900"/>
                  </a:lnTo>
                  <a:lnTo>
                    <a:pt x="5102903" y="3251200"/>
                  </a:lnTo>
                  <a:close/>
                </a:path>
                <a:path w="5400675" h="4241800">
                  <a:moveTo>
                    <a:pt x="4763449" y="3314700"/>
                  </a:moveTo>
                  <a:lnTo>
                    <a:pt x="4720951" y="3327400"/>
                  </a:lnTo>
                  <a:lnTo>
                    <a:pt x="4681912" y="3340100"/>
                  </a:lnTo>
                  <a:lnTo>
                    <a:pt x="4647454" y="3365500"/>
                  </a:lnTo>
                  <a:lnTo>
                    <a:pt x="4618700" y="3403600"/>
                  </a:lnTo>
                  <a:lnTo>
                    <a:pt x="4596772" y="3441700"/>
                  </a:lnTo>
                  <a:lnTo>
                    <a:pt x="4582793" y="3479800"/>
                  </a:lnTo>
                  <a:lnTo>
                    <a:pt x="4577883" y="3530600"/>
                  </a:lnTo>
                  <a:lnTo>
                    <a:pt x="4582793" y="3581400"/>
                  </a:lnTo>
                  <a:lnTo>
                    <a:pt x="4596772" y="3619500"/>
                  </a:lnTo>
                  <a:lnTo>
                    <a:pt x="4618700" y="3657600"/>
                  </a:lnTo>
                  <a:lnTo>
                    <a:pt x="4647454" y="3695700"/>
                  </a:lnTo>
                  <a:lnTo>
                    <a:pt x="4681912" y="3721100"/>
                  </a:lnTo>
                  <a:lnTo>
                    <a:pt x="4720951" y="3733800"/>
                  </a:lnTo>
                  <a:lnTo>
                    <a:pt x="4805948" y="3733800"/>
                  </a:lnTo>
                  <a:lnTo>
                    <a:pt x="4844986" y="3721100"/>
                  </a:lnTo>
                  <a:lnTo>
                    <a:pt x="4879444" y="3695700"/>
                  </a:lnTo>
                  <a:lnTo>
                    <a:pt x="4908198" y="3657600"/>
                  </a:lnTo>
                  <a:lnTo>
                    <a:pt x="4930125" y="3619500"/>
                  </a:lnTo>
                  <a:lnTo>
                    <a:pt x="4944105" y="3581400"/>
                  </a:lnTo>
                  <a:lnTo>
                    <a:pt x="4949014" y="3530600"/>
                  </a:lnTo>
                  <a:lnTo>
                    <a:pt x="4944105" y="3479800"/>
                  </a:lnTo>
                  <a:lnTo>
                    <a:pt x="4930125" y="3441700"/>
                  </a:lnTo>
                  <a:lnTo>
                    <a:pt x="4908198" y="3403600"/>
                  </a:lnTo>
                  <a:lnTo>
                    <a:pt x="4879444" y="3365500"/>
                  </a:lnTo>
                  <a:lnTo>
                    <a:pt x="4844986" y="3340100"/>
                  </a:lnTo>
                  <a:lnTo>
                    <a:pt x="4805948" y="3327400"/>
                  </a:lnTo>
                  <a:lnTo>
                    <a:pt x="4763449" y="3314700"/>
                  </a:lnTo>
                  <a:close/>
                </a:path>
                <a:path w="5400675" h="4241800">
                  <a:moveTo>
                    <a:pt x="4468788" y="3098800"/>
                  </a:moveTo>
                  <a:lnTo>
                    <a:pt x="4379657" y="3200400"/>
                  </a:lnTo>
                  <a:lnTo>
                    <a:pt x="4415467" y="3238500"/>
                  </a:lnTo>
                  <a:lnTo>
                    <a:pt x="4421313" y="3251200"/>
                  </a:lnTo>
                  <a:lnTo>
                    <a:pt x="5105570" y="3251200"/>
                  </a:lnTo>
                  <a:lnTo>
                    <a:pt x="5111421" y="3238500"/>
                  </a:lnTo>
                  <a:lnTo>
                    <a:pt x="5147231" y="3200400"/>
                  </a:lnTo>
                  <a:lnTo>
                    <a:pt x="5102665" y="3149600"/>
                  </a:lnTo>
                  <a:lnTo>
                    <a:pt x="4522387" y="3149600"/>
                  </a:lnTo>
                  <a:lnTo>
                    <a:pt x="4512869" y="3136900"/>
                  </a:lnTo>
                  <a:lnTo>
                    <a:pt x="4504563" y="3136900"/>
                  </a:lnTo>
                  <a:lnTo>
                    <a:pt x="4468788" y="3098800"/>
                  </a:lnTo>
                  <a:close/>
                </a:path>
                <a:path w="5400675" h="4241800">
                  <a:moveTo>
                    <a:pt x="4849849" y="3073400"/>
                  </a:moveTo>
                  <a:lnTo>
                    <a:pt x="4677039" y="3073400"/>
                  </a:lnTo>
                  <a:lnTo>
                    <a:pt x="4641340" y="3086100"/>
                  </a:lnTo>
                  <a:lnTo>
                    <a:pt x="4606788" y="3098800"/>
                  </a:lnTo>
                  <a:lnTo>
                    <a:pt x="4573502" y="3124200"/>
                  </a:lnTo>
                  <a:lnTo>
                    <a:pt x="4541600" y="3136900"/>
                  </a:lnTo>
                  <a:lnTo>
                    <a:pt x="4532251" y="3149600"/>
                  </a:lnTo>
                  <a:lnTo>
                    <a:pt x="4994631" y="3149600"/>
                  </a:lnTo>
                  <a:lnTo>
                    <a:pt x="4985288" y="3136900"/>
                  </a:lnTo>
                  <a:lnTo>
                    <a:pt x="4953383" y="3124200"/>
                  </a:lnTo>
                  <a:lnTo>
                    <a:pt x="4920094" y="3098800"/>
                  </a:lnTo>
                  <a:lnTo>
                    <a:pt x="4885542" y="3086100"/>
                  </a:lnTo>
                  <a:lnTo>
                    <a:pt x="4849849" y="3073400"/>
                  </a:lnTo>
                  <a:close/>
                </a:path>
                <a:path w="5400675" h="4241800">
                  <a:moveTo>
                    <a:pt x="5058100" y="3098800"/>
                  </a:moveTo>
                  <a:lnTo>
                    <a:pt x="5022312" y="3136900"/>
                  </a:lnTo>
                  <a:lnTo>
                    <a:pt x="5014011" y="3136900"/>
                  </a:lnTo>
                  <a:lnTo>
                    <a:pt x="5004495" y="3149600"/>
                  </a:lnTo>
                  <a:lnTo>
                    <a:pt x="5102665" y="3149600"/>
                  </a:lnTo>
                  <a:lnTo>
                    <a:pt x="5058100" y="3098800"/>
                  </a:lnTo>
                  <a:close/>
                </a:path>
                <a:path w="5400675" h="4241800">
                  <a:moveTo>
                    <a:pt x="4612299" y="3022600"/>
                  </a:moveTo>
                  <a:lnTo>
                    <a:pt x="4489748" y="3022600"/>
                  </a:lnTo>
                  <a:lnTo>
                    <a:pt x="4529992" y="3073400"/>
                  </a:lnTo>
                  <a:lnTo>
                    <a:pt x="4556653" y="3048000"/>
                  </a:lnTo>
                  <a:lnTo>
                    <a:pt x="4584106" y="3035300"/>
                  </a:lnTo>
                  <a:lnTo>
                    <a:pt x="4612299" y="3022600"/>
                  </a:lnTo>
                  <a:close/>
                </a:path>
                <a:path w="5400675" h="4241800">
                  <a:moveTo>
                    <a:pt x="4833025" y="3060700"/>
                  </a:moveTo>
                  <a:lnTo>
                    <a:pt x="4693857" y="3060700"/>
                  </a:lnTo>
                  <a:lnTo>
                    <a:pt x="4686452" y="3073400"/>
                  </a:lnTo>
                  <a:lnTo>
                    <a:pt x="4840430" y="3073400"/>
                  </a:lnTo>
                  <a:lnTo>
                    <a:pt x="4833025" y="3060700"/>
                  </a:lnTo>
                  <a:close/>
                </a:path>
                <a:path w="5400675" h="4241800">
                  <a:moveTo>
                    <a:pt x="5037138" y="3022600"/>
                  </a:moveTo>
                  <a:lnTo>
                    <a:pt x="4914594" y="3022600"/>
                  </a:lnTo>
                  <a:lnTo>
                    <a:pt x="4942790" y="3035300"/>
                  </a:lnTo>
                  <a:lnTo>
                    <a:pt x="4970245" y="3048000"/>
                  </a:lnTo>
                  <a:lnTo>
                    <a:pt x="4996907" y="3073400"/>
                  </a:lnTo>
                  <a:lnTo>
                    <a:pt x="5037138" y="3022600"/>
                  </a:lnTo>
                  <a:close/>
                </a:path>
                <a:path w="5400675" h="4241800">
                  <a:moveTo>
                    <a:pt x="5400598" y="2781299"/>
                  </a:moveTo>
                  <a:lnTo>
                    <a:pt x="5279613" y="2781300"/>
                  </a:lnTo>
                  <a:lnTo>
                    <a:pt x="5302794" y="2794000"/>
                  </a:lnTo>
                  <a:lnTo>
                    <a:pt x="5324150" y="2806700"/>
                  </a:lnTo>
                  <a:lnTo>
                    <a:pt x="5343142" y="2819400"/>
                  </a:lnTo>
                  <a:lnTo>
                    <a:pt x="5368077" y="2857500"/>
                  </a:lnTo>
                  <a:lnTo>
                    <a:pt x="5378981" y="2908300"/>
                  </a:lnTo>
                  <a:lnTo>
                    <a:pt x="5375857" y="2959100"/>
                  </a:lnTo>
                  <a:lnTo>
                    <a:pt x="5358710" y="2997200"/>
                  </a:lnTo>
                  <a:lnTo>
                    <a:pt x="5400598" y="3073400"/>
                  </a:lnTo>
                  <a:lnTo>
                    <a:pt x="5400598" y="2781299"/>
                  </a:lnTo>
                  <a:close/>
                </a:path>
                <a:path w="5400675" h="4241800">
                  <a:moveTo>
                    <a:pt x="4826445" y="2984500"/>
                  </a:moveTo>
                  <a:lnTo>
                    <a:pt x="4700441" y="2984500"/>
                  </a:lnTo>
                  <a:lnTo>
                    <a:pt x="4700441" y="3048000"/>
                  </a:lnTo>
                  <a:lnTo>
                    <a:pt x="4698703" y="3060700"/>
                  </a:lnTo>
                  <a:lnTo>
                    <a:pt x="4828181" y="3060700"/>
                  </a:lnTo>
                  <a:lnTo>
                    <a:pt x="4826445" y="3048000"/>
                  </a:lnTo>
                  <a:lnTo>
                    <a:pt x="4826445" y="2984500"/>
                  </a:lnTo>
                  <a:close/>
                </a:path>
                <a:path w="5400675" h="4241800">
                  <a:moveTo>
                    <a:pt x="5314913" y="3048000"/>
                  </a:moveTo>
                  <a:lnTo>
                    <a:pt x="5300919" y="3048000"/>
                  </a:lnTo>
                  <a:lnTo>
                    <a:pt x="5286201" y="3060700"/>
                  </a:lnTo>
                  <a:lnTo>
                    <a:pt x="5323605" y="3060700"/>
                  </a:lnTo>
                  <a:lnTo>
                    <a:pt x="5314913" y="3048000"/>
                  </a:lnTo>
                  <a:close/>
                </a:path>
                <a:path w="5400675" h="4241800">
                  <a:moveTo>
                    <a:pt x="4641181" y="3009900"/>
                  </a:moveTo>
                  <a:lnTo>
                    <a:pt x="4468804" y="3009900"/>
                  </a:lnTo>
                  <a:lnTo>
                    <a:pt x="4479951" y="3022600"/>
                  </a:lnTo>
                  <a:lnTo>
                    <a:pt x="4641181" y="3022600"/>
                  </a:lnTo>
                  <a:lnTo>
                    <a:pt x="4641181" y="3009900"/>
                  </a:lnTo>
                  <a:close/>
                </a:path>
                <a:path w="5400675" h="4241800">
                  <a:moveTo>
                    <a:pt x="5130702" y="2921000"/>
                  </a:moveTo>
                  <a:lnTo>
                    <a:pt x="4867609" y="2921000"/>
                  </a:lnTo>
                  <a:lnTo>
                    <a:pt x="4877027" y="2933700"/>
                  </a:lnTo>
                  <a:lnTo>
                    <a:pt x="4883377" y="2946400"/>
                  </a:lnTo>
                  <a:lnTo>
                    <a:pt x="4885705" y="2959100"/>
                  </a:lnTo>
                  <a:lnTo>
                    <a:pt x="4885705" y="3022600"/>
                  </a:lnTo>
                  <a:lnTo>
                    <a:pt x="5046942" y="3022600"/>
                  </a:lnTo>
                  <a:lnTo>
                    <a:pt x="5058092" y="3009900"/>
                  </a:lnTo>
                  <a:lnTo>
                    <a:pt x="5159343" y="3009900"/>
                  </a:lnTo>
                  <a:lnTo>
                    <a:pt x="5151537" y="2997200"/>
                  </a:lnTo>
                  <a:lnTo>
                    <a:pt x="5140110" y="2971800"/>
                  </a:lnTo>
                  <a:lnTo>
                    <a:pt x="5133091" y="2946400"/>
                  </a:lnTo>
                  <a:lnTo>
                    <a:pt x="5130702" y="2921000"/>
                  </a:lnTo>
                  <a:close/>
                </a:path>
                <a:path w="5400675" h="4241800">
                  <a:moveTo>
                    <a:pt x="5280105" y="2984500"/>
                  </a:moveTo>
                  <a:lnTo>
                    <a:pt x="5230183" y="2984500"/>
                  </a:lnTo>
                  <a:lnTo>
                    <a:pt x="5242326" y="2997200"/>
                  </a:lnTo>
                  <a:lnTo>
                    <a:pt x="5267960" y="2997200"/>
                  </a:lnTo>
                  <a:lnTo>
                    <a:pt x="5280105" y="2984500"/>
                  </a:lnTo>
                  <a:close/>
                </a:path>
                <a:path w="5400675" h="4241800">
                  <a:moveTo>
                    <a:pt x="5291294" y="2857500"/>
                  </a:moveTo>
                  <a:lnTo>
                    <a:pt x="5219002" y="2857500"/>
                  </a:lnTo>
                  <a:lnTo>
                    <a:pt x="5209058" y="2870200"/>
                  </a:lnTo>
                  <a:lnTo>
                    <a:pt x="5200879" y="2882900"/>
                  </a:lnTo>
                  <a:lnTo>
                    <a:pt x="5194892" y="2895600"/>
                  </a:lnTo>
                  <a:lnTo>
                    <a:pt x="5191213" y="2908300"/>
                  </a:lnTo>
                  <a:lnTo>
                    <a:pt x="5189961" y="2921000"/>
                  </a:lnTo>
                  <a:lnTo>
                    <a:pt x="5191213" y="2933700"/>
                  </a:lnTo>
                  <a:lnTo>
                    <a:pt x="5194892" y="2946400"/>
                  </a:lnTo>
                  <a:lnTo>
                    <a:pt x="5200879" y="2959100"/>
                  </a:lnTo>
                  <a:lnTo>
                    <a:pt x="5209058" y="2971800"/>
                  </a:lnTo>
                  <a:lnTo>
                    <a:pt x="5219000" y="2984500"/>
                  </a:lnTo>
                  <a:lnTo>
                    <a:pt x="5291294" y="2984500"/>
                  </a:lnTo>
                  <a:lnTo>
                    <a:pt x="5301245" y="2971800"/>
                  </a:lnTo>
                  <a:lnTo>
                    <a:pt x="5315535" y="2946400"/>
                  </a:lnTo>
                  <a:lnTo>
                    <a:pt x="5320299" y="2921000"/>
                  </a:lnTo>
                  <a:lnTo>
                    <a:pt x="5315535" y="2895600"/>
                  </a:lnTo>
                  <a:lnTo>
                    <a:pt x="5301245" y="2870200"/>
                  </a:lnTo>
                  <a:lnTo>
                    <a:pt x="5291294" y="2857500"/>
                  </a:lnTo>
                  <a:close/>
                </a:path>
                <a:path w="5400675" h="4241800">
                  <a:moveTo>
                    <a:pt x="5267960" y="2844800"/>
                  </a:moveTo>
                  <a:lnTo>
                    <a:pt x="5242331" y="2844800"/>
                  </a:lnTo>
                  <a:lnTo>
                    <a:pt x="5230188" y="2857500"/>
                  </a:lnTo>
                  <a:lnTo>
                    <a:pt x="5280105" y="2857500"/>
                  </a:lnTo>
                  <a:lnTo>
                    <a:pt x="5267960" y="2844800"/>
                  </a:lnTo>
                  <a:close/>
                </a:path>
                <a:path w="5400675" h="4241800">
                  <a:moveTo>
                    <a:pt x="5400598" y="2730499"/>
                  </a:moveTo>
                  <a:lnTo>
                    <a:pt x="5051710" y="2730500"/>
                  </a:lnTo>
                  <a:lnTo>
                    <a:pt x="5062740" y="2743200"/>
                  </a:lnTo>
                  <a:lnTo>
                    <a:pt x="5065899" y="2755900"/>
                  </a:lnTo>
                  <a:lnTo>
                    <a:pt x="5065899" y="2768600"/>
                  </a:lnTo>
                  <a:lnTo>
                    <a:pt x="5062728" y="2781300"/>
                  </a:lnTo>
                  <a:lnTo>
                    <a:pt x="5057218" y="2794000"/>
                  </a:lnTo>
                  <a:lnTo>
                    <a:pt x="5207497" y="2794000"/>
                  </a:lnTo>
                  <a:lnTo>
                    <a:pt x="5230678" y="2781300"/>
                  </a:lnTo>
                  <a:lnTo>
                    <a:pt x="5400598" y="2781299"/>
                  </a:lnTo>
                  <a:lnTo>
                    <a:pt x="5400598" y="2730499"/>
                  </a:lnTo>
                  <a:close/>
                </a:path>
                <a:path w="5400675" h="4241800">
                  <a:moveTo>
                    <a:pt x="5400598" y="2667000"/>
                  </a:moveTo>
                  <a:lnTo>
                    <a:pt x="4801532" y="2667000"/>
                  </a:lnTo>
                  <a:lnTo>
                    <a:pt x="4839480" y="2679700"/>
                  </a:lnTo>
                  <a:lnTo>
                    <a:pt x="4877161" y="2679700"/>
                  </a:lnTo>
                  <a:lnTo>
                    <a:pt x="4914444" y="2692400"/>
                  </a:lnTo>
                  <a:lnTo>
                    <a:pt x="4925287" y="2692400"/>
                  </a:lnTo>
                  <a:lnTo>
                    <a:pt x="4933259" y="2705100"/>
                  </a:lnTo>
                  <a:lnTo>
                    <a:pt x="4937617" y="2717800"/>
                  </a:lnTo>
                  <a:lnTo>
                    <a:pt x="4937615" y="2730500"/>
                  </a:lnTo>
                  <a:lnTo>
                    <a:pt x="4933046" y="2743200"/>
                  </a:lnTo>
                  <a:lnTo>
                    <a:pt x="4924952" y="2755900"/>
                  </a:lnTo>
                  <a:lnTo>
                    <a:pt x="5006640" y="2755900"/>
                  </a:lnTo>
                  <a:lnTo>
                    <a:pt x="5009812" y="2743200"/>
                  </a:lnTo>
                  <a:lnTo>
                    <a:pt x="5020842" y="2730500"/>
                  </a:lnTo>
                  <a:lnTo>
                    <a:pt x="5400598" y="2730499"/>
                  </a:lnTo>
                  <a:lnTo>
                    <a:pt x="5400598" y="266700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44138" y="1326387"/>
            <a:ext cx="2192655" cy="74485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 marR="5080" indent="873125">
              <a:lnSpc>
                <a:spcPct val="68600"/>
              </a:lnSpc>
              <a:spcBef>
                <a:spcPts val="1155"/>
              </a:spcBef>
            </a:pP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Lectura</a:t>
            </a:r>
            <a:r>
              <a:rPr sz="2800" b="1" spc="-40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spc="-50" dirty="0">
                <a:solidFill>
                  <a:srgbClr val="FF0000"/>
                </a:solidFill>
                <a:latin typeface="Arial Narrow"/>
                <a:cs typeface="Arial Narrow"/>
              </a:rPr>
              <a:t>y </a:t>
            </a: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procesamiento: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79180" y="435355"/>
            <a:ext cx="152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273239"/>
                </a:solidFill>
                <a:latin typeface="Courier New"/>
                <a:cs typeface="Courier New"/>
              </a:rPr>
              <a:t>import</a:t>
            </a:r>
            <a:r>
              <a:rPr sz="1800" b="1" spc="-65" dirty="0">
                <a:solidFill>
                  <a:srgbClr val="273239"/>
                </a:solidFill>
                <a:latin typeface="Courier New"/>
                <a:cs typeface="Courier New"/>
              </a:rPr>
              <a:t> </a:t>
            </a:r>
            <a:r>
              <a:rPr sz="1800" b="1" spc="-20" dirty="0">
                <a:solidFill>
                  <a:srgbClr val="273239"/>
                </a:solidFill>
                <a:latin typeface="Courier New"/>
                <a:cs typeface="Courier New"/>
              </a:rPr>
              <a:t>json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79180" y="980947"/>
            <a:ext cx="3711575" cy="580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273239"/>
                </a:solidFill>
                <a:latin typeface="Courier New"/>
                <a:cs typeface="Courier New"/>
              </a:rPr>
              <a:t>#</a:t>
            </a:r>
            <a:r>
              <a:rPr sz="1800" b="1" spc="-60" dirty="0">
                <a:solidFill>
                  <a:srgbClr val="273239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273239"/>
                </a:solidFill>
                <a:latin typeface="Courier New"/>
                <a:cs typeface="Courier New"/>
              </a:rPr>
              <a:t>Apertura</a:t>
            </a:r>
            <a:r>
              <a:rPr sz="1800" b="1" spc="-60" dirty="0">
                <a:solidFill>
                  <a:srgbClr val="273239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273239"/>
                </a:solidFill>
                <a:latin typeface="Courier New"/>
                <a:cs typeface="Courier New"/>
              </a:rPr>
              <a:t>fichero</a:t>
            </a:r>
            <a:r>
              <a:rPr sz="1800" b="1" spc="-55" dirty="0">
                <a:solidFill>
                  <a:srgbClr val="273239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273239"/>
                </a:solidFill>
                <a:latin typeface="Courier New"/>
                <a:cs typeface="Courier New"/>
              </a:rPr>
              <a:t>.json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800" b="1" dirty="0">
                <a:solidFill>
                  <a:srgbClr val="273239"/>
                </a:solidFill>
                <a:latin typeface="Courier New"/>
                <a:cs typeface="Courier New"/>
              </a:rPr>
              <a:t>f</a:t>
            </a:r>
            <a:r>
              <a:rPr sz="1800" b="1" spc="-15" dirty="0">
                <a:solidFill>
                  <a:srgbClr val="273239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273239"/>
                </a:solidFill>
                <a:latin typeface="Courier New"/>
                <a:cs typeface="Courier New"/>
              </a:rPr>
              <a:t>=</a:t>
            </a:r>
            <a:r>
              <a:rPr sz="1800" b="1" spc="-15" dirty="0">
                <a:solidFill>
                  <a:srgbClr val="273239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273239"/>
                </a:solidFill>
                <a:latin typeface="Courier New"/>
                <a:cs typeface="Courier New"/>
              </a:rPr>
              <a:t>open(‘Peliculas.json',)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79180" y="1806955"/>
            <a:ext cx="4940300" cy="568325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2700" marR="5080">
              <a:lnSpc>
                <a:spcPts val="2110"/>
              </a:lnSpc>
              <a:spcBef>
                <a:spcPts val="210"/>
              </a:spcBef>
            </a:pPr>
            <a:r>
              <a:rPr sz="1800" b="1" dirty="0">
                <a:solidFill>
                  <a:srgbClr val="273239"/>
                </a:solidFill>
                <a:latin typeface="Courier New"/>
                <a:cs typeface="Courier New"/>
              </a:rPr>
              <a:t>#</a:t>
            </a:r>
            <a:r>
              <a:rPr sz="1800" b="1" spc="-55" dirty="0">
                <a:solidFill>
                  <a:srgbClr val="273239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273239"/>
                </a:solidFill>
                <a:latin typeface="Courier New"/>
                <a:cs typeface="Courier New"/>
              </a:rPr>
              <a:t>Devuelve</a:t>
            </a:r>
            <a:r>
              <a:rPr sz="1800" b="1" spc="-50" dirty="0">
                <a:solidFill>
                  <a:srgbClr val="273239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273239"/>
                </a:solidFill>
                <a:latin typeface="Courier New"/>
                <a:cs typeface="Courier New"/>
              </a:rPr>
              <a:t>objeto</a:t>
            </a:r>
            <a:r>
              <a:rPr sz="1800" b="1" spc="-55" dirty="0">
                <a:solidFill>
                  <a:srgbClr val="273239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273239"/>
                </a:solidFill>
                <a:latin typeface="Courier New"/>
                <a:cs typeface="Courier New"/>
              </a:rPr>
              <a:t>JSON</a:t>
            </a:r>
            <a:r>
              <a:rPr sz="1800" b="1" spc="-50" dirty="0">
                <a:solidFill>
                  <a:srgbClr val="273239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273239"/>
                </a:solidFill>
                <a:latin typeface="Courier New"/>
                <a:cs typeface="Courier New"/>
              </a:rPr>
              <a:t>(diccionario) </a:t>
            </a:r>
            <a:r>
              <a:rPr sz="1800" b="1" dirty="0">
                <a:solidFill>
                  <a:srgbClr val="273239"/>
                </a:solidFill>
                <a:latin typeface="Courier New"/>
                <a:cs typeface="Courier New"/>
              </a:rPr>
              <a:t>data</a:t>
            </a:r>
            <a:r>
              <a:rPr sz="1800" b="1" spc="-30" dirty="0">
                <a:solidFill>
                  <a:srgbClr val="273239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273239"/>
                </a:solidFill>
                <a:latin typeface="Courier New"/>
                <a:cs typeface="Courier New"/>
              </a:rPr>
              <a:t>=</a:t>
            </a:r>
            <a:r>
              <a:rPr sz="1800" b="1" spc="-30" dirty="0">
                <a:solidFill>
                  <a:srgbClr val="273239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273239"/>
                </a:solidFill>
                <a:latin typeface="Courier New"/>
                <a:cs typeface="Courier New"/>
              </a:rPr>
              <a:t>json.load(f)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79180" y="2632964"/>
            <a:ext cx="3575050" cy="139128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558800" marR="5080" indent="-546100">
              <a:lnSpc>
                <a:spcPts val="2090"/>
              </a:lnSpc>
              <a:spcBef>
                <a:spcPts val="225"/>
              </a:spcBef>
            </a:pPr>
            <a:r>
              <a:rPr sz="1800" b="1" dirty="0">
                <a:solidFill>
                  <a:srgbClr val="273239"/>
                </a:solidFill>
                <a:latin typeface="Courier New"/>
                <a:cs typeface="Courier New"/>
              </a:rPr>
              <a:t>for</a:t>
            </a:r>
            <a:r>
              <a:rPr sz="1800" b="1" spc="-25" dirty="0">
                <a:solidFill>
                  <a:srgbClr val="273239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273239"/>
                </a:solidFill>
                <a:latin typeface="Courier New"/>
                <a:cs typeface="Courier New"/>
              </a:rPr>
              <a:t>i</a:t>
            </a:r>
            <a:r>
              <a:rPr sz="1800" b="1" spc="-25" dirty="0">
                <a:solidFill>
                  <a:srgbClr val="273239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273239"/>
                </a:solidFill>
                <a:latin typeface="Courier New"/>
                <a:cs typeface="Courier New"/>
              </a:rPr>
              <a:t>in</a:t>
            </a:r>
            <a:r>
              <a:rPr sz="1800" b="1" spc="-25" dirty="0">
                <a:solidFill>
                  <a:srgbClr val="273239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273239"/>
                </a:solidFill>
                <a:latin typeface="Courier New"/>
                <a:cs typeface="Courier New"/>
              </a:rPr>
              <a:t>data[‘Pelicula']: print(i)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800">
              <a:latin typeface="Courier New"/>
              <a:cs typeface="Courier New"/>
            </a:endParaRPr>
          </a:p>
          <a:p>
            <a:pPr marL="12700" marR="824230">
              <a:lnSpc>
                <a:spcPct val="101099"/>
              </a:lnSpc>
            </a:pPr>
            <a:r>
              <a:rPr sz="1800" b="1" dirty="0">
                <a:solidFill>
                  <a:srgbClr val="273239"/>
                </a:solidFill>
                <a:latin typeface="Courier New"/>
                <a:cs typeface="Courier New"/>
              </a:rPr>
              <a:t>#</a:t>
            </a:r>
            <a:r>
              <a:rPr sz="1800" b="1" spc="-40" dirty="0">
                <a:solidFill>
                  <a:srgbClr val="273239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273239"/>
                </a:solidFill>
                <a:latin typeface="Courier New"/>
                <a:cs typeface="Courier New"/>
              </a:rPr>
              <a:t>Cierre</a:t>
            </a:r>
            <a:r>
              <a:rPr sz="1800" b="1" spc="-40" dirty="0">
                <a:solidFill>
                  <a:srgbClr val="273239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273239"/>
                </a:solidFill>
                <a:latin typeface="Courier New"/>
                <a:cs typeface="Courier New"/>
              </a:rPr>
              <a:t>del</a:t>
            </a:r>
            <a:r>
              <a:rPr sz="1800" b="1" spc="-35" dirty="0">
                <a:solidFill>
                  <a:srgbClr val="273239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273239"/>
                </a:solidFill>
                <a:latin typeface="Courier New"/>
                <a:cs typeface="Courier New"/>
              </a:rPr>
              <a:t>fichero f.close()</a:t>
            </a:r>
            <a:endParaRPr sz="1800">
              <a:latin typeface="Courier New"/>
              <a:cs typeface="Courier New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16415" y="51470"/>
            <a:ext cx="576063" cy="576063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JSON</a:t>
            </a:r>
          </a:p>
        </p:txBody>
      </p:sp>
      <p:sp>
        <p:nvSpPr>
          <p:cNvPr id="3" name="object 3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79100" y="1326387"/>
            <a:ext cx="1858010" cy="74485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 marR="5080" indent="50800">
              <a:lnSpc>
                <a:spcPct val="68600"/>
              </a:lnSpc>
              <a:spcBef>
                <a:spcPts val="1155"/>
              </a:spcBef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Equivalencia </a:t>
            </a: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JSON</a:t>
            </a:r>
            <a:r>
              <a:rPr sz="2800" b="1" spc="-25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y</a:t>
            </a:r>
            <a:r>
              <a:rPr sz="2800" b="1" spc="-30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spc="-20" dirty="0">
                <a:solidFill>
                  <a:srgbClr val="FF0000"/>
                </a:solidFill>
                <a:latin typeface="Arial Narrow"/>
                <a:cs typeface="Arial Narrow"/>
              </a:rPr>
              <a:t>XML: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44302" y="347979"/>
            <a:ext cx="239649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har char="■"/>
              <a:tabLst>
                <a:tab pos="297815" algn="l"/>
              </a:tabLst>
            </a:pPr>
            <a:r>
              <a:rPr sz="2800" spc="-120" dirty="0">
                <a:latin typeface="Arial"/>
                <a:cs typeface="Arial"/>
              </a:rPr>
              <a:t>FreeFormatter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44302" y="840739"/>
            <a:ext cx="50907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Font typeface="Arial"/>
              <a:buChar char="■"/>
              <a:tabLst>
                <a:tab pos="297815" algn="l"/>
              </a:tabLst>
            </a:pPr>
            <a:r>
              <a:rPr sz="18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urier New"/>
                <a:cs typeface="Courier New"/>
                <a:hlinkClick r:id="rId2"/>
              </a:rPr>
              <a:t>https://www.freeformatter.com/json-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30052" y="1032764"/>
            <a:ext cx="28924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urier New"/>
                <a:cs typeface="Courier New"/>
              </a:rPr>
              <a:t>to-xml-converter.html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44302" y="1215869"/>
            <a:ext cx="5227320" cy="1095375"/>
          </a:xfrm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944"/>
              </a:spcBef>
              <a:buChar char="■"/>
              <a:tabLst>
                <a:tab pos="297815" algn="l"/>
              </a:tabLst>
            </a:pPr>
            <a:r>
              <a:rPr sz="2800" spc="-155" dirty="0">
                <a:latin typeface="Arial"/>
                <a:cs typeface="Arial"/>
              </a:rPr>
              <a:t>ConvertJSON</a:t>
            </a:r>
            <a:endParaRPr sz="2800">
              <a:latin typeface="Arial"/>
              <a:cs typeface="Arial"/>
            </a:endParaRPr>
          </a:p>
          <a:p>
            <a:pPr marL="298450" marR="5080" indent="-285750">
              <a:lnSpc>
                <a:spcPct val="70000"/>
              </a:lnSpc>
              <a:spcBef>
                <a:spcPts val="1190"/>
              </a:spcBef>
              <a:buClr>
                <a:srgbClr val="000000"/>
              </a:buClr>
              <a:buFont typeface="Arial"/>
              <a:buChar char="■"/>
              <a:tabLst>
                <a:tab pos="298450" algn="l"/>
              </a:tabLst>
            </a:pPr>
            <a:r>
              <a:rPr sz="18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urier New"/>
                <a:cs typeface="Courier New"/>
                <a:hlinkClick r:id="rId3"/>
              </a:rPr>
              <a:t>https://www.convertjson.com/json-</a:t>
            </a:r>
            <a:r>
              <a:rPr sz="1800" u="sng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urier New"/>
                <a:cs typeface="Courier New"/>
                <a:hlinkClick r:id="rId3"/>
              </a:rPr>
              <a:t>to-</a:t>
            </a:r>
            <a:r>
              <a:rPr sz="1800" spc="-2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8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urier New"/>
                <a:cs typeface="Courier New"/>
              </a:rPr>
              <a:t>xml.htm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44302" y="2206469"/>
            <a:ext cx="4953000" cy="1703070"/>
          </a:xfrm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944"/>
              </a:spcBef>
              <a:buChar char="■"/>
              <a:tabLst>
                <a:tab pos="297815" algn="l"/>
              </a:tabLst>
            </a:pPr>
            <a:r>
              <a:rPr sz="2800" spc="-75" dirty="0">
                <a:latin typeface="Arial"/>
                <a:cs typeface="Arial"/>
              </a:rPr>
              <a:t>CodeBeauty</a:t>
            </a:r>
            <a:endParaRPr sz="28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545"/>
              </a:spcBef>
              <a:buClr>
                <a:srgbClr val="000000"/>
              </a:buClr>
              <a:buFont typeface="Arial"/>
              <a:buChar char="■"/>
              <a:tabLst>
                <a:tab pos="297815" algn="l"/>
              </a:tabLst>
            </a:pPr>
            <a:r>
              <a:rPr sz="18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urier New"/>
                <a:cs typeface="Courier New"/>
              </a:rPr>
              <a:t>https://codebeautify.org/jsontoxml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94"/>
              </a:spcBef>
              <a:buFont typeface="Arial"/>
              <a:buChar char="■"/>
            </a:pPr>
            <a:endParaRPr sz="1800">
              <a:latin typeface="Courier New"/>
              <a:cs typeface="Courier New"/>
            </a:endParaRPr>
          </a:p>
          <a:p>
            <a:pPr marL="1196975" lvl="1" indent="-285115">
              <a:lnSpc>
                <a:spcPct val="100000"/>
              </a:lnSpc>
              <a:buFont typeface="Arial"/>
              <a:buChar char="■"/>
              <a:tabLst>
                <a:tab pos="1196975" algn="l"/>
              </a:tabLst>
            </a:pPr>
            <a:r>
              <a:rPr sz="2800" b="1" spc="-425" dirty="0">
                <a:solidFill>
                  <a:srgbClr val="FF0000"/>
                </a:solidFill>
                <a:latin typeface="Arial"/>
                <a:cs typeface="Arial"/>
              </a:rPr>
              <a:t>¡PRESTAR</a:t>
            </a:r>
            <a:r>
              <a:rPr sz="2800" b="1" spc="-1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b="1" spc="-310" dirty="0">
                <a:solidFill>
                  <a:srgbClr val="FF0000"/>
                </a:solidFill>
                <a:latin typeface="Arial"/>
                <a:cs typeface="Arial"/>
              </a:rPr>
              <a:t>ATENCIÓN!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JSON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779912" y="2362434"/>
            <a:ext cx="5364480" cy="2781300"/>
            <a:chOff x="3779912" y="2362434"/>
            <a:chExt cx="5364480" cy="2781300"/>
          </a:xfrm>
        </p:grpSpPr>
        <p:sp>
          <p:nvSpPr>
            <p:cNvPr id="4" name="object 4"/>
            <p:cNvSpPr/>
            <p:nvPr/>
          </p:nvSpPr>
          <p:spPr>
            <a:xfrm>
              <a:off x="8254885" y="3943583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79912" y="2362434"/>
              <a:ext cx="5154540" cy="2571749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917188" y="1326387"/>
            <a:ext cx="192023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Aplicaciones:</a:t>
            </a:r>
            <a:endParaRPr sz="2800">
              <a:latin typeface="Arial Narrow"/>
              <a:cs typeface="Arial Narrow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82732" y="267493"/>
            <a:ext cx="4490905" cy="1887612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" y="0"/>
            <a:ext cx="5002530" cy="3938270"/>
          </a:xfrm>
          <a:custGeom>
            <a:avLst/>
            <a:gdLst/>
            <a:ahLst/>
            <a:cxnLst/>
            <a:rect l="l" t="t" r="r" b="b"/>
            <a:pathLst>
              <a:path w="5002530" h="3938270">
                <a:moveTo>
                  <a:pt x="0" y="1704928"/>
                </a:moveTo>
                <a:lnTo>
                  <a:pt x="0" y="3856309"/>
                </a:lnTo>
                <a:lnTo>
                  <a:pt x="579720" y="3937783"/>
                </a:lnTo>
                <a:lnTo>
                  <a:pt x="1255398" y="2957054"/>
                </a:lnTo>
                <a:lnTo>
                  <a:pt x="876220" y="1828073"/>
                </a:lnTo>
                <a:lnTo>
                  <a:pt x="0" y="1704928"/>
                </a:lnTo>
                <a:close/>
              </a:path>
              <a:path w="5002530" h="3938270">
                <a:moveTo>
                  <a:pt x="1716059" y="768286"/>
                </a:moveTo>
                <a:lnTo>
                  <a:pt x="1040381" y="1749016"/>
                </a:lnTo>
                <a:lnTo>
                  <a:pt x="1419558" y="2877996"/>
                </a:lnTo>
                <a:lnTo>
                  <a:pt x="2811966" y="3073687"/>
                </a:lnTo>
                <a:lnTo>
                  <a:pt x="3487644" y="2092957"/>
                </a:lnTo>
                <a:lnTo>
                  <a:pt x="3108467" y="963976"/>
                </a:lnTo>
                <a:lnTo>
                  <a:pt x="1716059" y="768286"/>
                </a:lnTo>
                <a:close/>
              </a:path>
              <a:path w="5002530" h="3938270">
                <a:moveTo>
                  <a:pt x="1331643" y="0"/>
                </a:moveTo>
                <a:lnTo>
                  <a:pt x="0" y="0"/>
                </a:lnTo>
                <a:lnTo>
                  <a:pt x="0" y="1510524"/>
                </a:lnTo>
                <a:lnTo>
                  <a:pt x="875213" y="1633527"/>
                </a:lnTo>
                <a:lnTo>
                  <a:pt x="1550890" y="652797"/>
                </a:lnTo>
                <a:lnTo>
                  <a:pt x="1331643" y="0"/>
                </a:lnTo>
                <a:close/>
              </a:path>
              <a:path w="5002530" h="3938270">
                <a:moveTo>
                  <a:pt x="3995936" y="267493"/>
                </a:moveTo>
                <a:lnTo>
                  <a:pt x="3948860" y="270028"/>
                </a:lnTo>
                <a:lnTo>
                  <a:pt x="3903251" y="277458"/>
                </a:lnTo>
                <a:lnTo>
                  <a:pt x="3859375" y="289519"/>
                </a:lnTo>
                <a:lnTo>
                  <a:pt x="3817494" y="305948"/>
                </a:lnTo>
                <a:lnTo>
                  <a:pt x="3777872" y="326480"/>
                </a:lnTo>
                <a:lnTo>
                  <a:pt x="3740773" y="350853"/>
                </a:lnTo>
                <a:lnTo>
                  <a:pt x="3706460" y="378803"/>
                </a:lnTo>
                <a:lnTo>
                  <a:pt x="3675197" y="410066"/>
                </a:lnTo>
                <a:lnTo>
                  <a:pt x="3647247" y="444379"/>
                </a:lnTo>
                <a:lnTo>
                  <a:pt x="3622874" y="481478"/>
                </a:lnTo>
                <a:lnTo>
                  <a:pt x="3602342" y="521100"/>
                </a:lnTo>
                <a:lnTo>
                  <a:pt x="3585913" y="562980"/>
                </a:lnTo>
                <a:lnTo>
                  <a:pt x="3573852" y="606856"/>
                </a:lnTo>
                <a:lnTo>
                  <a:pt x="3566423" y="652464"/>
                </a:lnTo>
                <a:lnTo>
                  <a:pt x="3563887" y="699541"/>
                </a:lnTo>
                <a:lnTo>
                  <a:pt x="3566423" y="746617"/>
                </a:lnTo>
                <a:lnTo>
                  <a:pt x="3573852" y="792225"/>
                </a:lnTo>
                <a:lnTo>
                  <a:pt x="3585913" y="836102"/>
                </a:lnTo>
                <a:lnTo>
                  <a:pt x="3602342" y="877982"/>
                </a:lnTo>
                <a:lnTo>
                  <a:pt x="3622874" y="917604"/>
                </a:lnTo>
                <a:lnTo>
                  <a:pt x="3647247" y="954703"/>
                </a:lnTo>
                <a:lnTo>
                  <a:pt x="3675197" y="989016"/>
                </a:lnTo>
                <a:lnTo>
                  <a:pt x="3706460" y="1020279"/>
                </a:lnTo>
                <a:lnTo>
                  <a:pt x="3740773" y="1048229"/>
                </a:lnTo>
                <a:lnTo>
                  <a:pt x="3777872" y="1072602"/>
                </a:lnTo>
                <a:lnTo>
                  <a:pt x="3817494" y="1093134"/>
                </a:lnTo>
                <a:lnTo>
                  <a:pt x="3859375" y="1109563"/>
                </a:lnTo>
                <a:lnTo>
                  <a:pt x="3903251" y="1121624"/>
                </a:lnTo>
                <a:lnTo>
                  <a:pt x="3948860" y="1129053"/>
                </a:lnTo>
                <a:lnTo>
                  <a:pt x="3995936" y="1131589"/>
                </a:lnTo>
                <a:lnTo>
                  <a:pt x="4043013" y="1129053"/>
                </a:lnTo>
                <a:lnTo>
                  <a:pt x="4088620" y="1121624"/>
                </a:lnTo>
                <a:lnTo>
                  <a:pt x="4132496" y="1109563"/>
                </a:lnTo>
                <a:lnTo>
                  <a:pt x="4174377" y="1093134"/>
                </a:lnTo>
                <a:lnTo>
                  <a:pt x="4213998" y="1072602"/>
                </a:lnTo>
                <a:lnTo>
                  <a:pt x="4251097" y="1048229"/>
                </a:lnTo>
                <a:lnTo>
                  <a:pt x="4285410" y="1020279"/>
                </a:lnTo>
                <a:lnTo>
                  <a:pt x="4316673" y="989016"/>
                </a:lnTo>
                <a:lnTo>
                  <a:pt x="4344623" y="954703"/>
                </a:lnTo>
                <a:lnTo>
                  <a:pt x="4368996" y="917604"/>
                </a:lnTo>
                <a:lnTo>
                  <a:pt x="4389528" y="877982"/>
                </a:lnTo>
                <a:lnTo>
                  <a:pt x="4405957" y="836102"/>
                </a:lnTo>
                <a:lnTo>
                  <a:pt x="4418018" y="792225"/>
                </a:lnTo>
                <a:lnTo>
                  <a:pt x="4425447" y="746617"/>
                </a:lnTo>
                <a:lnTo>
                  <a:pt x="4427983" y="699541"/>
                </a:lnTo>
                <a:lnTo>
                  <a:pt x="4425466" y="652797"/>
                </a:lnTo>
                <a:lnTo>
                  <a:pt x="4418018" y="606856"/>
                </a:lnTo>
                <a:lnTo>
                  <a:pt x="4405957" y="562980"/>
                </a:lnTo>
                <a:lnTo>
                  <a:pt x="4389529" y="521100"/>
                </a:lnTo>
                <a:lnTo>
                  <a:pt x="4368996" y="481478"/>
                </a:lnTo>
                <a:lnTo>
                  <a:pt x="4344624" y="444379"/>
                </a:lnTo>
                <a:lnTo>
                  <a:pt x="4316674" y="410066"/>
                </a:lnTo>
                <a:lnTo>
                  <a:pt x="4285411" y="378803"/>
                </a:lnTo>
                <a:lnTo>
                  <a:pt x="4251098" y="350853"/>
                </a:lnTo>
                <a:lnTo>
                  <a:pt x="4214000" y="326480"/>
                </a:lnTo>
                <a:lnTo>
                  <a:pt x="4174378" y="305948"/>
                </a:lnTo>
                <a:lnTo>
                  <a:pt x="4132498" y="289519"/>
                </a:lnTo>
                <a:lnTo>
                  <a:pt x="4088622" y="277458"/>
                </a:lnTo>
                <a:lnTo>
                  <a:pt x="4043014" y="270028"/>
                </a:lnTo>
                <a:lnTo>
                  <a:pt x="3995936" y="267493"/>
                </a:lnTo>
                <a:close/>
              </a:path>
              <a:path w="5002530" h="3938270">
                <a:moveTo>
                  <a:pt x="3641270" y="0"/>
                </a:moveTo>
                <a:lnTo>
                  <a:pt x="1520549" y="0"/>
                </a:lnTo>
                <a:lnTo>
                  <a:pt x="1715051" y="579121"/>
                </a:lnTo>
                <a:lnTo>
                  <a:pt x="3107460" y="774811"/>
                </a:lnTo>
                <a:lnTo>
                  <a:pt x="3641270" y="0"/>
                </a:lnTo>
                <a:close/>
              </a:path>
              <a:path w="5002530" h="3938270">
                <a:moveTo>
                  <a:pt x="5001954" y="0"/>
                </a:moveTo>
                <a:lnTo>
                  <a:pt x="4158813" y="0"/>
                </a:lnTo>
                <a:lnTo>
                  <a:pt x="4182288" y="75625"/>
                </a:lnTo>
                <a:lnTo>
                  <a:pt x="4202310" y="116723"/>
                </a:lnTo>
                <a:lnTo>
                  <a:pt x="4226411" y="155244"/>
                </a:lnTo>
                <a:lnTo>
                  <a:pt x="4254310" y="190908"/>
                </a:lnTo>
                <a:lnTo>
                  <a:pt x="4285724" y="223432"/>
                </a:lnTo>
                <a:lnTo>
                  <a:pt x="4320373" y="252534"/>
                </a:lnTo>
                <a:lnTo>
                  <a:pt x="4357973" y="277932"/>
                </a:lnTo>
                <a:lnTo>
                  <a:pt x="4398243" y="299345"/>
                </a:lnTo>
                <a:lnTo>
                  <a:pt x="4440901" y="316490"/>
                </a:lnTo>
                <a:lnTo>
                  <a:pt x="4485665" y="329086"/>
                </a:lnTo>
                <a:lnTo>
                  <a:pt x="4532253" y="336850"/>
                </a:lnTo>
                <a:lnTo>
                  <a:pt x="4580383" y="339501"/>
                </a:lnTo>
                <a:lnTo>
                  <a:pt x="4628513" y="336850"/>
                </a:lnTo>
                <a:lnTo>
                  <a:pt x="4675101" y="329086"/>
                </a:lnTo>
                <a:lnTo>
                  <a:pt x="4719866" y="316490"/>
                </a:lnTo>
                <a:lnTo>
                  <a:pt x="4762524" y="299345"/>
                </a:lnTo>
                <a:lnTo>
                  <a:pt x="4802794" y="277932"/>
                </a:lnTo>
                <a:lnTo>
                  <a:pt x="4840394" y="252534"/>
                </a:lnTo>
                <a:lnTo>
                  <a:pt x="4875043" y="223432"/>
                </a:lnTo>
                <a:lnTo>
                  <a:pt x="4906457" y="190908"/>
                </a:lnTo>
                <a:lnTo>
                  <a:pt x="4934356" y="155244"/>
                </a:lnTo>
                <a:lnTo>
                  <a:pt x="4958458" y="116723"/>
                </a:lnTo>
                <a:lnTo>
                  <a:pt x="4978479" y="75625"/>
                </a:lnTo>
                <a:lnTo>
                  <a:pt x="5001954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146683" y="3165348"/>
            <a:ext cx="2453005" cy="946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DEA4"/>
                </a:solidFill>
                <a:latin typeface="Arial"/>
                <a:cs typeface="Arial"/>
              </a:rPr>
              <a:t>Big</a:t>
            </a:r>
            <a:r>
              <a:rPr sz="2000" b="1" spc="-40" dirty="0">
                <a:solidFill>
                  <a:srgbClr val="00DEA4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DEA4"/>
                </a:solidFill>
                <a:latin typeface="Arial"/>
                <a:cs typeface="Arial"/>
              </a:rPr>
              <a:t>Data</a:t>
            </a:r>
            <a:r>
              <a:rPr sz="2000" b="1" spc="-105" dirty="0">
                <a:solidFill>
                  <a:srgbClr val="00DEA4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0DEA4"/>
                </a:solidFill>
                <a:latin typeface="Arial"/>
                <a:cs typeface="Arial"/>
              </a:rPr>
              <a:t>Aplicado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ts val="1760"/>
              </a:lnSpc>
              <a:spcBef>
                <a:spcPts val="1695"/>
              </a:spcBef>
            </a:pPr>
            <a:r>
              <a:rPr sz="1600" spc="-10" dirty="0">
                <a:latin typeface="Arial"/>
                <a:cs typeface="Arial"/>
              </a:rPr>
              <a:t>Julio</a:t>
            </a:r>
            <a:r>
              <a:rPr sz="1600" spc="-10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Alberto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López </a:t>
            </a:r>
            <a:r>
              <a:rPr sz="1600" spc="-20" dirty="0">
                <a:latin typeface="Arial"/>
                <a:cs typeface="Arial"/>
              </a:rPr>
              <a:t>Gómez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ts val="1400"/>
              </a:lnSpc>
            </a:pPr>
            <a:r>
              <a:rPr sz="1300" spc="-10" dirty="0">
                <a:solidFill>
                  <a:srgbClr val="404040"/>
                </a:solidFill>
                <a:latin typeface="Arial"/>
                <a:cs typeface="Arial"/>
                <a:hlinkClick r:id="rId2"/>
              </a:rPr>
              <a:t>JulioAlberto.Lopez@uclm.es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12700" marR="5080">
              <a:lnSpc>
                <a:spcPct val="79300"/>
              </a:lnSpc>
              <a:spcBef>
                <a:spcPts val="1090"/>
              </a:spcBef>
            </a:pPr>
            <a:r>
              <a:rPr dirty="0"/>
              <a:t>LENGUAJES</a:t>
            </a:r>
            <a:r>
              <a:rPr spc="-30" dirty="0"/>
              <a:t> </a:t>
            </a:r>
            <a:r>
              <a:rPr spc="-25" dirty="0"/>
              <a:t>DE </a:t>
            </a:r>
            <a:r>
              <a:rPr dirty="0"/>
              <a:t>MODELADO</a:t>
            </a:r>
            <a:r>
              <a:rPr spc="-105" dirty="0"/>
              <a:t> </a:t>
            </a:r>
            <a:r>
              <a:rPr spc="-25" dirty="0"/>
              <a:t>DE </a:t>
            </a:r>
            <a:r>
              <a:rPr dirty="0"/>
              <a:t>GRAFOS</a:t>
            </a:r>
            <a:r>
              <a:rPr spc="-50" dirty="0"/>
              <a:t> </a:t>
            </a:r>
            <a:r>
              <a:rPr spc="-10" dirty="0"/>
              <a:t>(GraphML)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6797040" y="3943584"/>
            <a:ext cx="2346960" cy="1200150"/>
            <a:chOff x="6797040" y="3943584"/>
            <a:chExt cx="2346960" cy="1200150"/>
          </a:xfrm>
        </p:grpSpPr>
        <p:sp>
          <p:nvSpPr>
            <p:cNvPr id="6" name="object 6"/>
            <p:cNvSpPr/>
            <p:nvPr/>
          </p:nvSpPr>
          <p:spPr>
            <a:xfrm>
              <a:off x="8254885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97040" y="4373880"/>
              <a:ext cx="1459992" cy="344423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46790" y="4373843"/>
            <a:ext cx="749345" cy="365309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4210564" y="4381676"/>
            <a:ext cx="653415" cy="325755"/>
            <a:chOff x="4210564" y="4381676"/>
            <a:chExt cx="653415" cy="325755"/>
          </a:xfrm>
        </p:grpSpPr>
        <p:sp>
          <p:nvSpPr>
            <p:cNvPr id="10" name="object 10"/>
            <p:cNvSpPr/>
            <p:nvPr/>
          </p:nvSpPr>
          <p:spPr>
            <a:xfrm>
              <a:off x="4372655" y="4519010"/>
              <a:ext cx="109220" cy="46990"/>
            </a:xfrm>
            <a:custGeom>
              <a:avLst/>
              <a:gdLst/>
              <a:ahLst/>
              <a:cxnLst/>
              <a:rect l="l" t="t" r="r" b="b"/>
              <a:pathLst>
                <a:path w="109220" h="46989">
                  <a:moveTo>
                    <a:pt x="109052" y="0"/>
                  </a:moveTo>
                  <a:lnTo>
                    <a:pt x="0" y="0"/>
                  </a:lnTo>
                  <a:lnTo>
                    <a:pt x="0" y="46456"/>
                  </a:lnTo>
                  <a:lnTo>
                    <a:pt x="109052" y="46456"/>
                  </a:lnTo>
                  <a:lnTo>
                    <a:pt x="109052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309590" y="4502793"/>
              <a:ext cx="76200" cy="76835"/>
            </a:xfrm>
            <a:custGeom>
              <a:avLst/>
              <a:gdLst/>
              <a:ahLst/>
              <a:cxnLst/>
              <a:rect l="l" t="t" r="r" b="b"/>
              <a:pathLst>
                <a:path w="76200" h="76835">
                  <a:moveTo>
                    <a:pt x="37682" y="0"/>
                  </a:moveTo>
                  <a:lnTo>
                    <a:pt x="2554" y="23467"/>
                  </a:lnTo>
                  <a:lnTo>
                    <a:pt x="0" y="38074"/>
                  </a:lnTo>
                  <a:lnTo>
                    <a:pt x="535" y="45564"/>
                  </a:lnTo>
                  <a:lnTo>
                    <a:pt x="30171" y="75625"/>
                  </a:lnTo>
                  <a:lnTo>
                    <a:pt x="37682" y="76227"/>
                  </a:lnTo>
                  <a:lnTo>
                    <a:pt x="53179" y="73081"/>
                  </a:lnTo>
                  <a:lnTo>
                    <a:pt x="65054" y="64856"/>
                  </a:lnTo>
                  <a:lnTo>
                    <a:pt x="72979" y="52778"/>
                  </a:lnTo>
                  <a:lnTo>
                    <a:pt x="75756" y="38074"/>
                  </a:lnTo>
                  <a:lnTo>
                    <a:pt x="72642" y="22651"/>
                  </a:lnTo>
                  <a:lnTo>
                    <a:pt x="64442" y="10758"/>
                  </a:lnTo>
                  <a:lnTo>
                    <a:pt x="52380" y="2808"/>
                  </a:lnTo>
                  <a:lnTo>
                    <a:pt x="37682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45192" y="4397737"/>
              <a:ext cx="236854" cy="46990"/>
            </a:xfrm>
            <a:custGeom>
              <a:avLst/>
              <a:gdLst/>
              <a:ahLst/>
              <a:cxnLst/>
              <a:rect l="l" t="t" r="r" b="b"/>
              <a:pathLst>
                <a:path w="236854" h="46989">
                  <a:moveTo>
                    <a:pt x="236515" y="0"/>
                  </a:moveTo>
                  <a:lnTo>
                    <a:pt x="0" y="0"/>
                  </a:lnTo>
                  <a:lnTo>
                    <a:pt x="0" y="46613"/>
                  </a:lnTo>
                  <a:lnTo>
                    <a:pt x="236515" y="46613"/>
                  </a:lnTo>
                  <a:lnTo>
                    <a:pt x="236515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210564" y="438167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7918" y="0"/>
                  </a:moveTo>
                  <a:lnTo>
                    <a:pt x="2654" y="23243"/>
                  </a:lnTo>
                  <a:lnTo>
                    <a:pt x="0" y="37917"/>
                  </a:lnTo>
                  <a:lnTo>
                    <a:pt x="588" y="45409"/>
                  </a:lnTo>
                  <a:lnTo>
                    <a:pt x="30407" y="75390"/>
                  </a:lnTo>
                  <a:lnTo>
                    <a:pt x="37918" y="75992"/>
                  </a:lnTo>
                  <a:lnTo>
                    <a:pt x="45429" y="75390"/>
                  </a:lnTo>
                  <a:lnTo>
                    <a:pt x="75380" y="45425"/>
                  </a:lnTo>
                  <a:lnTo>
                    <a:pt x="75992" y="37917"/>
                  </a:lnTo>
                  <a:lnTo>
                    <a:pt x="75382" y="30391"/>
                  </a:lnTo>
                  <a:lnTo>
                    <a:pt x="45408" y="551"/>
                  </a:lnTo>
                  <a:lnTo>
                    <a:pt x="37918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45192" y="4647022"/>
              <a:ext cx="236854" cy="46990"/>
            </a:xfrm>
            <a:custGeom>
              <a:avLst/>
              <a:gdLst/>
              <a:ahLst/>
              <a:cxnLst/>
              <a:rect l="l" t="t" r="r" b="b"/>
              <a:pathLst>
                <a:path w="236854" h="46989">
                  <a:moveTo>
                    <a:pt x="236515" y="0"/>
                  </a:moveTo>
                  <a:lnTo>
                    <a:pt x="0" y="0"/>
                  </a:lnTo>
                  <a:lnTo>
                    <a:pt x="0" y="46456"/>
                  </a:lnTo>
                  <a:lnTo>
                    <a:pt x="236515" y="46456"/>
                  </a:lnTo>
                  <a:lnTo>
                    <a:pt x="236515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10558" y="4390377"/>
              <a:ext cx="653415" cy="316865"/>
            </a:xfrm>
            <a:custGeom>
              <a:avLst/>
              <a:gdLst/>
              <a:ahLst/>
              <a:cxnLst/>
              <a:rect l="l" t="t" r="r" b="b"/>
              <a:pathLst>
                <a:path w="653414" h="316864">
                  <a:moveTo>
                    <a:pt x="75984" y="278549"/>
                  </a:moveTo>
                  <a:lnTo>
                    <a:pt x="52590" y="243141"/>
                  </a:lnTo>
                  <a:lnTo>
                    <a:pt x="37553" y="240423"/>
                  </a:lnTo>
                  <a:lnTo>
                    <a:pt x="22288" y="243624"/>
                  </a:lnTo>
                  <a:lnTo>
                    <a:pt x="10515" y="251853"/>
                  </a:lnTo>
                  <a:lnTo>
                    <a:pt x="2692" y="263880"/>
                  </a:lnTo>
                  <a:lnTo>
                    <a:pt x="0" y="278511"/>
                  </a:lnTo>
                  <a:lnTo>
                    <a:pt x="584" y="286016"/>
                  </a:lnTo>
                  <a:lnTo>
                    <a:pt x="30403" y="316064"/>
                  </a:lnTo>
                  <a:lnTo>
                    <a:pt x="37922" y="316661"/>
                  </a:lnTo>
                  <a:lnTo>
                    <a:pt x="45427" y="316064"/>
                  </a:lnTo>
                  <a:lnTo>
                    <a:pt x="75984" y="278549"/>
                  </a:lnTo>
                  <a:close/>
                </a:path>
                <a:path w="653414" h="316864">
                  <a:moveTo>
                    <a:pt x="653376" y="150495"/>
                  </a:moveTo>
                  <a:lnTo>
                    <a:pt x="566496" y="0"/>
                  </a:lnTo>
                  <a:lnTo>
                    <a:pt x="392734" y="0"/>
                  </a:lnTo>
                  <a:lnTo>
                    <a:pt x="305854" y="150495"/>
                  </a:lnTo>
                  <a:lnTo>
                    <a:pt x="392734" y="301066"/>
                  </a:lnTo>
                  <a:lnTo>
                    <a:pt x="566496" y="301066"/>
                  </a:lnTo>
                  <a:lnTo>
                    <a:pt x="653376" y="150495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Grafos</a:t>
            </a:r>
          </a:p>
        </p:txBody>
      </p:sp>
      <p:sp>
        <p:nvSpPr>
          <p:cNvPr id="3" name="object 3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06126" y="1326387"/>
            <a:ext cx="153098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Definición: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54595" y="317499"/>
            <a:ext cx="5020945" cy="1354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har char="■"/>
              <a:tabLst>
                <a:tab pos="297815" algn="l"/>
              </a:tabLst>
            </a:pPr>
            <a:r>
              <a:rPr sz="2800" spc="-180" dirty="0">
                <a:latin typeface="Arial"/>
                <a:cs typeface="Arial"/>
              </a:rPr>
              <a:t>Ente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matemático</a:t>
            </a:r>
            <a:endParaRPr sz="28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140"/>
              </a:spcBef>
              <a:buChar char="■"/>
              <a:tabLst>
                <a:tab pos="297815" algn="l"/>
              </a:tabLst>
            </a:pPr>
            <a:r>
              <a:rPr sz="2800" spc="-110" dirty="0">
                <a:latin typeface="Arial"/>
                <a:cs typeface="Arial"/>
              </a:rPr>
              <a:t>Conjunto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110" dirty="0">
                <a:latin typeface="Arial"/>
                <a:cs typeface="Arial"/>
              </a:rPr>
              <a:t>vértices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00" dirty="0">
                <a:latin typeface="Arial"/>
                <a:cs typeface="Arial"/>
              </a:rPr>
              <a:t>o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145" dirty="0">
                <a:latin typeface="Arial"/>
                <a:cs typeface="Arial"/>
              </a:rPr>
              <a:t>nodos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75" dirty="0">
                <a:latin typeface="Arial"/>
                <a:cs typeface="Arial"/>
              </a:rPr>
              <a:t>(V)</a:t>
            </a:r>
            <a:endParaRPr sz="28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244"/>
              </a:spcBef>
              <a:buChar char="■"/>
              <a:tabLst>
                <a:tab pos="297815" algn="l"/>
              </a:tabLst>
            </a:pPr>
            <a:r>
              <a:rPr sz="2800" spc="-110" dirty="0">
                <a:latin typeface="Arial"/>
                <a:cs typeface="Arial"/>
              </a:rPr>
              <a:t>Conjunto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145" dirty="0">
                <a:latin typeface="Arial"/>
                <a:cs typeface="Arial"/>
              </a:rPr>
              <a:t>aristas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100" dirty="0">
                <a:latin typeface="Arial"/>
                <a:cs typeface="Arial"/>
              </a:rPr>
              <a:t>o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75" dirty="0">
                <a:latin typeface="Arial"/>
                <a:cs typeface="Arial"/>
              </a:rPr>
              <a:t>enlaces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85" dirty="0">
                <a:latin typeface="Arial"/>
                <a:cs typeface="Arial"/>
              </a:rPr>
              <a:t>(E)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71658" y="2120956"/>
            <a:ext cx="4057136" cy="2625204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6284" y="253491"/>
            <a:ext cx="2291080" cy="1525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Grafos</a:t>
            </a:r>
            <a:endParaRPr sz="4000">
              <a:latin typeface="Arial Narrow"/>
              <a:cs typeface="Arial Narrow"/>
            </a:endParaRPr>
          </a:p>
          <a:p>
            <a:pPr marL="383540">
              <a:lnSpc>
                <a:spcPct val="100000"/>
              </a:lnSpc>
              <a:spcBef>
                <a:spcPts val="3645"/>
              </a:spcBef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Aplicaciones: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344302" y="174243"/>
            <a:ext cx="4785995" cy="2253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har char="■"/>
              <a:tabLst>
                <a:tab pos="297815" algn="l"/>
              </a:tabLst>
            </a:pPr>
            <a:r>
              <a:rPr sz="2800" spc="-185" dirty="0">
                <a:latin typeface="Arial"/>
                <a:cs typeface="Arial"/>
              </a:rPr>
              <a:t>Búsqueda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160" dirty="0">
                <a:latin typeface="Arial"/>
                <a:cs typeface="Arial"/>
              </a:rPr>
              <a:t>caminos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90" dirty="0">
                <a:latin typeface="Arial"/>
                <a:cs typeface="Arial"/>
              </a:rPr>
              <a:t>mínimos</a:t>
            </a:r>
            <a:endParaRPr sz="28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140"/>
              </a:spcBef>
              <a:buChar char="■"/>
              <a:tabLst>
                <a:tab pos="297815" algn="l"/>
              </a:tabLst>
            </a:pPr>
            <a:r>
              <a:rPr sz="2800" spc="-190" dirty="0">
                <a:latin typeface="Arial"/>
                <a:cs typeface="Arial"/>
              </a:rPr>
              <a:t>Síntesis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circuitos</a:t>
            </a:r>
            <a:endParaRPr sz="28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244"/>
              </a:spcBef>
              <a:buChar char="■"/>
              <a:tabLst>
                <a:tab pos="297815" algn="l"/>
              </a:tabLst>
            </a:pPr>
            <a:r>
              <a:rPr sz="2800" spc="-265" dirty="0">
                <a:latin typeface="Arial"/>
                <a:cs typeface="Arial"/>
              </a:rPr>
              <a:t>Redes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 </a:t>
            </a:r>
            <a:r>
              <a:rPr sz="2800" spc="-75" dirty="0">
                <a:latin typeface="Arial"/>
                <a:cs typeface="Arial"/>
              </a:rPr>
              <a:t>comunicaciones</a:t>
            </a:r>
            <a:endParaRPr sz="28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120"/>
              </a:spcBef>
              <a:buChar char="■"/>
              <a:tabLst>
                <a:tab pos="297815" algn="l"/>
              </a:tabLst>
            </a:pPr>
            <a:r>
              <a:rPr sz="2800" spc="-160" dirty="0">
                <a:latin typeface="Arial"/>
                <a:cs typeface="Arial"/>
              </a:rPr>
              <a:t>Análisis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spc="-145" dirty="0">
                <a:latin typeface="Arial"/>
                <a:cs typeface="Arial"/>
              </a:rPr>
              <a:t>de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165" dirty="0">
                <a:latin typeface="Arial"/>
                <a:cs typeface="Arial"/>
              </a:rPr>
              <a:t>redes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spc="-35" dirty="0">
                <a:latin typeface="Arial"/>
                <a:cs typeface="Arial"/>
              </a:rPr>
              <a:t>sociales</a:t>
            </a:r>
            <a:endParaRPr sz="28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240"/>
              </a:spcBef>
              <a:buChar char="■"/>
              <a:tabLst>
                <a:tab pos="297815" algn="l"/>
              </a:tabLst>
            </a:pPr>
            <a:r>
              <a:rPr sz="2800" spc="-919" dirty="0">
                <a:latin typeface="Arial"/>
                <a:cs typeface="Arial"/>
              </a:rPr>
              <a:t>…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68623" y="2383535"/>
            <a:ext cx="4992624" cy="2569464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GraphML</a:t>
            </a:r>
          </a:p>
        </p:txBody>
      </p:sp>
      <p:sp>
        <p:nvSpPr>
          <p:cNvPr id="3" name="object 3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06126" y="1326387"/>
            <a:ext cx="153098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Definición: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44302" y="192531"/>
            <a:ext cx="5100320" cy="348234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745"/>
              </a:spcBef>
              <a:buChar char="■"/>
              <a:tabLst>
                <a:tab pos="297815" algn="l"/>
              </a:tabLst>
            </a:pPr>
            <a:r>
              <a:rPr sz="2800" spc="-145" dirty="0">
                <a:latin typeface="Arial"/>
                <a:cs typeface="Arial"/>
              </a:rPr>
              <a:t>Derivado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280" dirty="0">
                <a:latin typeface="Arial"/>
                <a:cs typeface="Arial"/>
              </a:rPr>
              <a:t>XML</a:t>
            </a:r>
            <a:endParaRPr sz="2800">
              <a:latin typeface="Arial"/>
              <a:cs typeface="Arial"/>
            </a:endParaRPr>
          </a:p>
          <a:p>
            <a:pPr marL="298450" marR="5080" indent="-285750">
              <a:lnSpc>
                <a:spcPts val="3290"/>
              </a:lnSpc>
              <a:spcBef>
                <a:spcPts val="820"/>
              </a:spcBef>
              <a:buChar char="■"/>
              <a:tabLst>
                <a:tab pos="298450" algn="l"/>
              </a:tabLst>
            </a:pPr>
            <a:r>
              <a:rPr sz="2800" spc="-75" dirty="0">
                <a:latin typeface="Arial"/>
                <a:cs typeface="Arial"/>
              </a:rPr>
              <a:t>Muy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95" dirty="0">
                <a:latin typeface="Arial"/>
                <a:cs typeface="Arial"/>
              </a:rPr>
              <a:t>extendido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60" dirty="0">
                <a:latin typeface="Arial"/>
                <a:cs typeface="Arial"/>
              </a:rPr>
              <a:t>para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90" dirty="0">
                <a:latin typeface="Arial"/>
                <a:cs typeface="Arial"/>
              </a:rPr>
              <a:t>el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90" dirty="0">
                <a:latin typeface="Arial"/>
                <a:cs typeface="Arial"/>
              </a:rPr>
              <a:t>modelado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65" dirty="0">
                <a:latin typeface="Arial"/>
                <a:cs typeface="Arial"/>
              </a:rPr>
              <a:t>grafos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190" dirty="0">
                <a:latin typeface="Arial"/>
                <a:cs typeface="Arial"/>
              </a:rPr>
              <a:t>(GML,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325" dirty="0">
                <a:latin typeface="Arial"/>
                <a:cs typeface="Arial"/>
              </a:rPr>
              <a:t>GXL,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XGMML)</a:t>
            </a:r>
            <a:endParaRPr sz="28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545"/>
              </a:spcBef>
              <a:buChar char="■"/>
              <a:tabLst>
                <a:tab pos="297815" algn="l"/>
              </a:tabLst>
            </a:pPr>
            <a:r>
              <a:rPr sz="2800" spc="-25" dirty="0">
                <a:latin typeface="Arial"/>
                <a:cs typeface="Arial"/>
              </a:rPr>
              <a:t>Sencillo</a:t>
            </a:r>
            <a:endParaRPr sz="28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650"/>
              </a:spcBef>
              <a:buChar char="■"/>
              <a:tabLst>
                <a:tab pos="297815" algn="l"/>
              </a:tabLst>
            </a:pPr>
            <a:r>
              <a:rPr sz="2800" spc="-30" dirty="0">
                <a:latin typeface="Arial"/>
                <a:cs typeface="Arial"/>
              </a:rPr>
              <a:t>General</a:t>
            </a:r>
            <a:endParaRPr sz="28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525"/>
              </a:spcBef>
              <a:buChar char="■"/>
              <a:tabLst>
                <a:tab pos="297815" algn="l"/>
              </a:tabLst>
            </a:pPr>
            <a:r>
              <a:rPr sz="2800" spc="-50" dirty="0">
                <a:latin typeface="Arial"/>
                <a:cs typeface="Arial"/>
              </a:rPr>
              <a:t>Extensible</a:t>
            </a:r>
            <a:endParaRPr sz="28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650"/>
              </a:spcBef>
              <a:buChar char="■"/>
              <a:tabLst>
                <a:tab pos="297815" algn="l"/>
              </a:tabLst>
            </a:pPr>
            <a:r>
              <a:rPr sz="2800" spc="-30" dirty="0">
                <a:latin typeface="Arial"/>
                <a:cs typeface="Arial"/>
              </a:rPr>
              <a:t>Robusto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92079" y="3579862"/>
            <a:ext cx="1409575" cy="1409575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GraphML:</a:t>
            </a:r>
          </a:p>
        </p:txBody>
      </p:sp>
      <p:sp>
        <p:nvSpPr>
          <p:cNvPr id="3" name="object 3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52176" y="1326387"/>
            <a:ext cx="1384935" cy="74485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 marR="5080" indent="128270">
              <a:lnSpc>
                <a:spcPct val="68600"/>
              </a:lnSpc>
              <a:spcBef>
                <a:spcPts val="1155"/>
              </a:spcBef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Ejemplo: Facebook</a:t>
            </a:r>
            <a:endParaRPr sz="2800">
              <a:latin typeface="Arial Narrow"/>
              <a:cs typeface="Arial Narrow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56673" y="2121461"/>
            <a:ext cx="4366959" cy="275454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344302" y="192531"/>
            <a:ext cx="2739390" cy="153733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745"/>
              </a:spcBef>
              <a:buChar char="■"/>
              <a:tabLst>
                <a:tab pos="297815" algn="l"/>
              </a:tabLst>
            </a:pPr>
            <a:r>
              <a:rPr sz="2800" spc="275" dirty="0">
                <a:latin typeface="Arial"/>
                <a:cs typeface="Arial"/>
              </a:rPr>
              <a:t>|V|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spc="-254" dirty="0">
                <a:latin typeface="Arial"/>
                <a:cs typeface="Arial"/>
              </a:rPr>
              <a:t>=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5</a:t>
            </a:r>
            <a:endParaRPr sz="28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650"/>
              </a:spcBef>
              <a:buChar char="■"/>
              <a:tabLst>
                <a:tab pos="297815" algn="l"/>
                <a:tab pos="960119" algn="l"/>
              </a:tabLst>
            </a:pPr>
            <a:r>
              <a:rPr sz="2800" spc="175" dirty="0">
                <a:latin typeface="Arial"/>
                <a:cs typeface="Arial"/>
              </a:rPr>
              <a:t>|E|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254" dirty="0">
                <a:latin typeface="Arial"/>
                <a:cs typeface="Arial"/>
              </a:rPr>
              <a:t>=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6</a:t>
            </a:r>
            <a:endParaRPr sz="28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530"/>
              </a:spcBef>
              <a:buChar char="■"/>
              <a:tabLst>
                <a:tab pos="297815" algn="l"/>
              </a:tabLst>
            </a:pPr>
            <a:r>
              <a:rPr sz="2800" spc="-165" dirty="0">
                <a:latin typeface="Arial"/>
                <a:cs typeface="Arial"/>
              </a:rPr>
              <a:t>Grafo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00" dirty="0">
                <a:latin typeface="Arial"/>
                <a:cs typeface="Arial"/>
              </a:rPr>
              <a:t>no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45" dirty="0">
                <a:latin typeface="Arial"/>
                <a:cs typeface="Arial"/>
              </a:rPr>
              <a:t>dirigido</a:t>
            </a:r>
            <a:endParaRPr sz="2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42628" y="3799332"/>
            <a:ext cx="98171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30" dirty="0">
                <a:latin typeface="Arial"/>
                <a:cs typeface="Arial"/>
              </a:rPr>
              <a:t>Alicia_FG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90899" y="2244851"/>
            <a:ext cx="68072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14" dirty="0">
                <a:latin typeface="Arial"/>
                <a:cs typeface="Arial"/>
              </a:rPr>
              <a:t>Luci_a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36237" y="4479035"/>
            <a:ext cx="117411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95" dirty="0">
                <a:latin typeface="Arial"/>
                <a:cs typeface="Arial"/>
              </a:rPr>
              <a:t>Marcos_91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030780" y="3372611"/>
            <a:ext cx="83693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20" dirty="0">
                <a:latin typeface="Arial"/>
                <a:cs typeface="Arial"/>
              </a:rPr>
              <a:t>Toni_10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818330" y="3265932"/>
            <a:ext cx="90678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latin typeface="Arial"/>
                <a:cs typeface="Arial"/>
              </a:rPr>
              <a:t>Merche! </a:t>
            </a:r>
            <a:r>
              <a:rPr sz="2000" spc="-25" dirty="0">
                <a:latin typeface="Arial"/>
                <a:cs typeface="Arial"/>
              </a:rPr>
              <a:t>333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GraphML: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978090" y="273999"/>
            <a:ext cx="6166485" cy="4869815"/>
            <a:chOff x="2978090" y="273999"/>
            <a:chExt cx="6166485" cy="4869815"/>
          </a:xfrm>
        </p:grpSpPr>
        <p:sp>
          <p:nvSpPr>
            <p:cNvPr id="4" name="object 4"/>
            <p:cNvSpPr/>
            <p:nvPr/>
          </p:nvSpPr>
          <p:spPr>
            <a:xfrm>
              <a:off x="8254885" y="3943583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978090" y="273999"/>
              <a:ext cx="6120765" cy="4737100"/>
            </a:xfrm>
            <a:custGeom>
              <a:avLst/>
              <a:gdLst/>
              <a:ahLst/>
              <a:cxnLst/>
              <a:rect l="l" t="t" r="r" b="b"/>
              <a:pathLst>
                <a:path w="6120765" h="4737100">
                  <a:moveTo>
                    <a:pt x="6120679" y="0"/>
                  </a:moveTo>
                  <a:lnTo>
                    <a:pt x="0" y="0"/>
                  </a:lnTo>
                  <a:lnTo>
                    <a:pt x="0" y="4737100"/>
                  </a:lnTo>
                  <a:lnTo>
                    <a:pt x="4741604" y="4737100"/>
                  </a:lnTo>
                  <a:lnTo>
                    <a:pt x="4723909" y="4711700"/>
                  </a:lnTo>
                  <a:lnTo>
                    <a:pt x="4710954" y="4673600"/>
                  </a:lnTo>
                  <a:lnTo>
                    <a:pt x="4702995" y="4648200"/>
                  </a:lnTo>
                  <a:lnTo>
                    <a:pt x="4700285" y="4622800"/>
                  </a:lnTo>
                  <a:lnTo>
                    <a:pt x="4701816" y="4597400"/>
                  </a:lnTo>
                  <a:lnTo>
                    <a:pt x="4706339" y="4572000"/>
                  </a:lnTo>
                  <a:lnTo>
                    <a:pt x="4713744" y="4546600"/>
                  </a:lnTo>
                  <a:lnTo>
                    <a:pt x="4723923" y="4533900"/>
                  </a:lnTo>
                  <a:lnTo>
                    <a:pt x="4697329" y="4495800"/>
                  </a:lnTo>
                  <a:lnTo>
                    <a:pt x="4672677" y="4457700"/>
                  </a:lnTo>
                  <a:lnTo>
                    <a:pt x="4650000" y="4406900"/>
                  </a:lnTo>
                  <a:lnTo>
                    <a:pt x="4629331" y="4368800"/>
                  </a:lnTo>
                  <a:lnTo>
                    <a:pt x="4610701" y="4318000"/>
                  </a:lnTo>
                  <a:lnTo>
                    <a:pt x="4594142" y="4279900"/>
                  </a:lnTo>
                  <a:lnTo>
                    <a:pt x="4579687" y="4229100"/>
                  </a:lnTo>
                  <a:lnTo>
                    <a:pt x="4567368" y="4178300"/>
                  </a:lnTo>
                  <a:lnTo>
                    <a:pt x="4557216" y="4140200"/>
                  </a:lnTo>
                  <a:lnTo>
                    <a:pt x="4549265" y="4089400"/>
                  </a:lnTo>
                  <a:lnTo>
                    <a:pt x="4543545" y="4038600"/>
                  </a:lnTo>
                  <a:lnTo>
                    <a:pt x="4540090" y="3987800"/>
                  </a:lnTo>
                  <a:lnTo>
                    <a:pt x="4538931" y="3937000"/>
                  </a:lnTo>
                  <a:lnTo>
                    <a:pt x="4540119" y="3886200"/>
                  </a:lnTo>
                  <a:lnTo>
                    <a:pt x="4543661" y="3835400"/>
                  </a:lnTo>
                  <a:lnTo>
                    <a:pt x="4549530" y="3784600"/>
                  </a:lnTo>
                  <a:lnTo>
                    <a:pt x="4557695" y="3733800"/>
                  </a:lnTo>
                  <a:lnTo>
                    <a:pt x="4568128" y="3695700"/>
                  </a:lnTo>
                  <a:lnTo>
                    <a:pt x="4580798" y="3644900"/>
                  </a:lnTo>
                  <a:lnTo>
                    <a:pt x="4595678" y="3594100"/>
                  </a:lnTo>
                  <a:lnTo>
                    <a:pt x="4612737" y="3556000"/>
                  </a:lnTo>
                  <a:lnTo>
                    <a:pt x="4631946" y="3505200"/>
                  </a:lnTo>
                  <a:lnTo>
                    <a:pt x="4653276" y="3467100"/>
                  </a:lnTo>
                  <a:lnTo>
                    <a:pt x="4676698" y="3416300"/>
                  </a:lnTo>
                  <a:lnTo>
                    <a:pt x="4702182" y="3378200"/>
                  </a:lnTo>
                  <a:lnTo>
                    <a:pt x="4729699" y="3340100"/>
                  </a:lnTo>
                  <a:lnTo>
                    <a:pt x="4759220" y="3302000"/>
                  </a:lnTo>
                  <a:lnTo>
                    <a:pt x="4790715" y="3263900"/>
                  </a:lnTo>
                  <a:lnTo>
                    <a:pt x="4826312" y="3225800"/>
                  </a:lnTo>
                  <a:lnTo>
                    <a:pt x="4863460" y="3187700"/>
                  </a:lnTo>
                  <a:lnTo>
                    <a:pt x="4902073" y="3162300"/>
                  </a:lnTo>
                  <a:lnTo>
                    <a:pt x="4942063" y="3124200"/>
                  </a:lnTo>
                  <a:lnTo>
                    <a:pt x="4983343" y="3098800"/>
                  </a:lnTo>
                  <a:lnTo>
                    <a:pt x="5025827" y="3073400"/>
                  </a:lnTo>
                  <a:lnTo>
                    <a:pt x="5069427" y="3060700"/>
                  </a:lnTo>
                  <a:lnTo>
                    <a:pt x="5114056" y="3035300"/>
                  </a:lnTo>
                  <a:lnTo>
                    <a:pt x="5301128" y="2984500"/>
                  </a:lnTo>
                  <a:lnTo>
                    <a:pt x="6120679" y="2984500"/>
                  </a:lnTo>
                  <a:lnTo>
                    <a:pt x="6120679" y="0"/>
                  </a:lnTo>
                  <a:close/>
                </a:path>
                <a:path w="6120765" h="4737100">
                  <a:moveTo>
                    <a:pt x="4994868" y="4457700"/>
                  </a:moveTo>
                  <a:lnTo>
                    <a:pt x="4841321" y="4457700"/>
                  </a:lnTo>
                  <a:lnTo>
                    <a:pt x="4869051" y="4470400"/>
                  </a:lnTo>
                  <a:lnTo>
                    <a:pt x="4895323" y="4470400"/>
                  </a:lnTo>
                  <a:lnTo>
                    <a:pt x="4919527" y="4483100"/>
                  </a:lnTo>
                  <a:lnTo>
                    <a:pt x="4958744" y="4533900"/>
                  </a:lnTo>
                  <a:lnTo>
                    <a:pt x="4979649" y="4584700"/>
                  </a:lnTo>
                  <a:lnTo>
                    <a:pt x="4982357" y="4622800"/>
                  </a:lnTo>
                  <a:lnTo>
                    <a:pt x="4979649" y="4648200"/>
                  </a:lnTo>
                  <a:lnTo>
                    <a:pt x="4971694" y="4673600"/>
                  </a:lnTo>
                  <a:lnTo>
                    <a:pt x="4958744" y="4711700"/>
                  </a:lnTo>
                  <a:lnTo>
                    <a:pt x="4941051" y="4737100"/>
                  </a:lnTo>
                  <a:lnTo>
                    <a:pt x="5721493" y="4737100"/>
                  </a:lnTo>
                  <a:lnTo>
                    <a:pt x="5841359" y="4673600"/>
                  </a:lnTo>
                  <a:lnTo>
                    <a:pt x="5882547" y="4635500"/>
                  </a:lnTo>
                  <a:lnTo>
                    <a:pt x="5895597" y="4622800"/>
                  </a:lnTo>
                  <a:lnTo>
                    <a:pt x="5280521" y="4622800"/>
                  </a:lnTo>
                  <a:lnTo>
                    <a:pt x="5269846" y="4610100"/>
                  </a:lnTo>
                  <a:lnTo>
                    <a:pt x="5262647" y="4597400"/>
                  </a:lnTo>
                  <a:lnTo>
                    <a:pt x="5260007" y="4584700"/>
                  </a:lnTo>
                  <a:lnTo>
                    <a:pt x="5260007" y="4508500"/>
                  </a:lnTo>
                  <a:lnTo>
                    <a:pt x="5040532" y="4508500"/>
                  </a:lnTo>
                  <a:lnTo>
                    <a:pt x="4994868" y="4457700"/>
                  </a:lnTo>
                  <a:close/>
                </a:path>
                <a:path w="6120765" h="4737100">
                  <a:moveTo>
                    <a:pt x="6120679" y="4457700"/>
                  </a:moveTo>
                  <a:lnTo>
                    <a:pt x="6089967" y="4508500"/>
                  </a:lnTo>
                  <a:lnTo>
                    <a:pt x="6063874" y="4546600"/>
                  </a:lnTo>
                  <a:lnTo>
                    <a:pt x="6036023" y="4584700"/>
                  </a:lnTo>
                  <a:lnTo>
                    <a:pt x="6006439" y="4610100"/>
                  </a:lnTo>
                  <a:lnTo>
                    <a:pt x="5975378" y="4648200"/>
                  </a:lnTo>
                  <a:lnTo>
                    <a:pt x="5943121" y="4686300"/>
                  </a:lnTo>
                  <a:lnTo>
                    <a:pt x="5909726" y="4711700"/>
                  </a:lnTo>
                  <a:lnTo>
                    <a:pt x="5875252" y="4737100"/>
                  </a:lnTo>
                  <a:lnTo>
                    <a:pt x="6120679" y="4737100"/>
                  </a:lnTo>
                  <a:lnTo>
                    <a:pt x="6120679" y="4457700"/>
                  </a:lnTo>
                  <a:close/>
                </a:path>
                <a:path w="6120765" h="4737100">
                  <a:moveTo>
                    <a:pt x="4882279" y="4546600"/>
                  </a:moveTo>
                  <a:lnTo>
                    <a:pt x="4800358" y="4546600"/>
                  </a:lnTo>
                  <a:lnTo>
                    <a:pt x="4789088" y="4559300"/>
                  </a:lnTo>
                  <a:lnTo>
                    <a:pt x="4779819" y="4572000"/>
                  </a:lnTo>
                  <a:lnTo>
                    <a:pt x="4773033" y="4584700"/>
                  </a:lnTo>
                  <a:lnTo>
                    <a:pt x="4768864" y="4597400"/>
                  </a:lnTo>
                  <a:lnTo>
                    <a:pt x="4767445" y="4622800"/>
                  </a:lnTo>
                  <a:lnTo>
                    <a:pt x="4768864" y="4635500"/>
                  </a:lnTo>
                  <a:lnTo>
                    <a:pt x="4789088" y="4673600"/>
                  </a:lnTo>
                  <a:lnTo>
                    <a:pt x="4813040" y="4699000"/>
                  </a:lnTo>
                  <a:lnTo>
                    <a:pt x="4869606" y="4699000"/>
                  </a:lnTo>
                  <a:lnTo>
                    <a:pt x="4902823" y="4660900"/>
                  </a:lnTo>
                  <a:lnTo>
                    <a:pt x="4915197" y="4622800"/>
                  </a:lnTo>
                  <a:lnTo>
                    <a:pt x="4913778" y="4597400"/>
                  </a:lnTo>
                  <a:lnTo>
                    <a:pt x="4909609" y="4584700"/>
                  </a:lnTo>
                  <a:lnTo>
                    <a:pt x="4902823" y="4572000"/>
                  </a:lnTo>
                  <a:lnTo>
                    <a:pt x="4893553" y="4559300"/>
                  </a:lnTo>
                  <a:lnTo>
                    <a:pt x="4882279" y="4546600"/>
                  </a:lnTo>
                  <a:close/>
                </a:path>
                <a:path w="6120765" h="4737100">
                  <a:moveTo>
                    <a:pt x="5663163" y="4457700"/>
                  </a:moveTo>
                  <a:lnTo>
                    <a:pt x="5632946" y="4470400"/>
                  </a:lnTo>
                  <a:lnTo>
                    <a:pt x="5601831" y="4483100"/>
                  </a:lnTo>
                  <a:lnTo>
                    <a:pt x="5537133" y="4508500"/>
                  </a:lnTo>
                  <a:lnTo>
                    <a:pt x="5537133" y="4584700"/>
                  </a:lnTo>
                  <a:lnTo>
                    <a:pt x="5534495" y="4597400"/>
                  </a:lnTo>
                  <a:lnTo>
                    <a:pt x="5527299" y="4610100"/>
                  </a:lnTo>
                  <a:lnTo>
                    <a:pt x="5516625" y="4622800"/>
                  </a:lnTo>
                  <a:lnTo>
                    <a:pt x="5895597" y="4622800"/>
                  </a:lnTo>
                  <a:lnTo>
                    <a:pt x="5921697" y="4597400"/>
                  </a:lnTo>
                  <a:lnTo>
                    <a:pt x="5958689" y="4559300"/>
                  </a:lnTo>
                  <a:lnTo>
                    <a:pt x="5993406" y="4521200"/>
                  </a:lnTo>
                  <a:lnTo>
                    <a:pt x="6004180" y="4508500"/>
                  </a:lnTo>
                  <a:lnTo>
                    <a:pt x="5709126" y="4508500"/>
                  </a:lnTo>
                  <a:lnTo>
                    <a:pt x="5663163" y="4457700"/>
                  </a:lnTo>
                  <a:close/>
                </a:path>
                <a:path w="6120765" h="4737100">
                  <a:moveTo>
                    <a:pt x="4855842" y="4533900"/>
                  </a:moveTo>
                  <a:lnTo>
                    <a:pt x="4826797" y="4533900"/>
                  </a:lnTo>
                  <a:lnTo>
                    <a:pt x="4813035" y="4546600"/>
                  </a:lnTo>
                  <a:lnTo>
                    <a:pt x="4869602" y="4546600"/>
                  </a:lnTo>
                  <a:lnTo>
                    <a:pt x="4855842" y="4533900"/>
                  </a:lnTo>
                  <a:close/>
                </a:path>
                <a:path w="6120765" h="4737100">
                  <a:moveTo>
                    <a:pt x="5485822" y="4445000"/>
                  </a:moveTo>
                  <a:lnTo>
                    <a:pt x="5311313" y="4445000"/>
                  </a:lnTo>
                  <a:lnTo>
                    <a:pt x="5319706" y="4457700"/>
                  </a:lnTo>
                  <a:lnTo>
                    <a:pt x="5325199" y="4470400"/>
                  </a:lnTo>
                  <a:lnTo>
                    <a:pt x="5327168" y="4483100"/>
                  </a:lnTo>
                  <a:lnTo>
                    <a:pt x="5327168" y="4546600"/>
                  </a:lnTo>
                  <a:lnTo>
                    <a:pt x="5469973" y="4546600"/>
                  </a:lnTo>
                  <a:lnTo>
                    <a:pt x="5469973" y="4483100"/>
                  </a:lnTo>
                  <a:lnTo>
                    <a:pt x="5471941" y="4470400"/>
                  </a:lnTo>
                  <a:lnTo>
                    <a:pt x="5477431" y="4457700"/>
                  </a:lnTo>
                  <a:lnTo>
                    <a:pt x="5485822" y="4445000"/>
                  </a:lnTo>
                  <a:close/>
                </a:path>
                <a:path w="6120765" h="4737100">
                  <a:moveTo>
                    <a:pt x="5133978" y="4457700"/>
                  </a:moveTo>
                  <a:lnTo>
                    <a:pt x="5088028" y="4508500"/>
                  </a:lnTo>
                  <a:lnTo>
                    <a:pt x="5260007" y="4508500"/>
                  </a:lnTo>
                  <a:lnTo>
                    <a:pt x="5195320" y="4483100"/>
                  </a:lnTo>
                  <a:lnTo>
                    <a:pt x="5164203" y="4470400"/>
                  </a:lnTo>
                  <a:lnTo>
                    <a:pt x="5133978" y="4457700"/>
                  </a:lnTo>
                  <a:close/>
                </a:path>
                <a:path w="6120765" h="4737100">
                  <a:moveTo>
                    <a:pt x="5856103" y="3365500"/>
                  </a:moveTo>
                  <a:lnTo>
                    <a:pt x="5745140" y="3365500"/>
                  </a:lnTo>
                  <a:lnTo>
                    <a:pt x="5756243" y="3378200"/>
                  </a:lnTo>
                  <a:lnTo>
                    <a:pt x="5904768" y="3543300"/>
                  </a:lnTo>
                  <a:lnTo>
                    <a:pt x="5908962" y="3543300"/>
                  </a:lnTo>
                  <a:lnTo>
                    <a:pt x="5912050" y="3556000"/>
                  </a:lnTo>
                  <a:lnTo>
                    <a:pt x="5913960" y="3556000"/>
                  </a:lnTo>
                  <a:lnTo>
                    <a:pt x="5914619" y="3568700"/>
                  </a:lnTo>
                  <a:lnTo>
                    <a:pt x="5913968" y="3581400"/>
                  </a:lnTo>
                  <a:lnTo>
                    <a:pt x="5912061" y="3581400"/>
                  </a:lnTo>
                  <a:lnTo>
                    <a:pt x="5908975" y="3594100"/>
                  </a:lnTo>
                  <a:lnTo>
                    <a:pt x="5904782" y="3594100"/>
                  </a:lnTo>
                  <a:lnTo>
                    <a:pt x="5859120" y="3644900"/>
                  </a:lnTo>
                  <a:lnTo>
                    <a:pt x="5875248" y="3683000"/>
                  </a:lnTo>
                  <a:lnTo>
                    <a:pt x="5889342" y="3708400"/>
                  </a:lnTo>
                  <a:lnTo>
                    <a:pt x="5901380" y="3746500"/>
                  </a:lnTo>
                  <a:lnTo>
                    <a:pt x="5911340" y="3784600"/>
                  </a:lnTo>
                  <a:lnTo>
                    <a:pt x="5989277" y="3784600"/>
                  </a:lnTo>
                  <a:lnTo>
                    <a:pt x="5999950" y="3797300"/>
                  </a:lnTo>
                  <a:lnTo>
                    <a:pt x="6007146" y="3810000"/>
                  </a:lnTo>
                  <a:lnTo>
                    <a:pt x="6009784" y="3822700"/>
                  </a:lnTo>
                  <a:lnTo>
                    <a:pt x="6009784" y="4051300"/>
                  </a:lnTo>
                  <a:lnTo>
                    <a:pt x="6007146" y="4076700"/>
                  </a:lnTo>
                  <a:lnTo>
                    <a:pt x="5999950" y="4076700"/>
                  </a:lnTo>
                  <a:lnTo>
                    <a:pt x="5989277" y="4089400"/>
                  </a:lnTo>
                  <a:lnTo>
                    <a:pt x="5911353" y="4089400"/>
                  </a:lnTo>
                  <a:lnTo>
                    <a:pt x="5901392" y="4127500"/>
                  </a:lnTo>
                  <a:lnTo>
                    <a:pt x="5889349" y="4165600"/>
                  </a:lnTo>
                  <a:lnTo>
                    <a:pt x="5875250" y="4203700"/>
                  </a:lnTo>
                  <a:lnTo>
                    <a:pt x="5859120" y="4229100"/>
                  </a:lnTo>
                  <a:lnTo>
                    <a:pt x="5905030" y="4279900"/>
                  </a:lnTo>
                  <a:lnTo>
                    <a:pt x="5912401" y="4292600"/>
                  </a:lnTo>
                  <a:lnTo>
                    <a:pt x="5914858" y="4305300"/>
                  </a:lnTo>
                  <a:lnTo>
                    <a:pt x="5912401" y="4330700"/>
                  </a:lnTo>
                  <a:lnTo>
                    <a:pt x="5905030" y="4343400"/>
                  </a:lnTo>
                  <a:lnTo>
                    <a:pt x="5756622" y="4508500"/>
                  </a:lnTo>
                  <a:lnTo>
                    <a:pt x="6004180" y="4508500"/>
                  </a:lnTo>
                  <a:lnTo>
                    <a:pt x="6025728" y="4483100"/>
                  </a:lnTo>
                  <a:lnTo>
                    <a:pt x="6055536" y="4432300"/>
                  </a:lnTo>
                  <a:lnTo>
                    <a:pt x="6120679" y="4305300"/>
                  </a:lnTo>
                  <a:lnTo>
                    <a:pt x="6120679" y="3581400"/>
                  </a:lnTo>
                  <a:lnTo>
                    <a:pt x="6095362" y="3517900"/>
                  </a:lnTo>
                  <a:lnTo>
                    <a:pt x="6079183" y="3492500"/>
                  </a:lnTo>
                  <a:lnTo>
                    <a:pt x="6061814" y="3454400"/>
                  </a:lnTo>
                  <a:lnTo>
                    <a:pt x="6043272" y="3429000"/>
                  </a:lnTo>
                  <a:lnTo>
                    <a:pt x="6033421" y="3416300"/>
                  </a:lnTo>
                  <a:lnTo>
                    <a:pt x="5928103" y="3416300"/>
                  </a:lnTo>
                  <a:lnTo>
                    <a:pt x="5901831" y="3403600"/>
                  </a:lnTo>
                  <a:lnTo>
                    <a:pt x="5877627" y="3390900"/>
                  </a:lnTo>
                  <a:lnTo>
                    <a:pt x="5856103" y="3365500"/>
                  </a:lnTo>
                  <a:close/>
                </a:path>
                <a:path w="6120765" h="4737100">
                  <a:moveTo>
                    <a:pt x="5674194" y="3086100"/>
                  </a:moveTo>
                  <a:lnTo>
                    <a:pt x="5181222" y="3086100"/>
                  </a:lnTo>
                  <a:lnTo>
                    <a:pt x="5140236" y="3111500"/>
                  </a:lnTo>
                  <a:lnTo>
                    <a:pt x="5061290" y="3136900"/>
                  </a:lnTo>
                  <a:lnTo>
                    <a:pt x="5023464" y="3162300"/>
                  </a:lnTo>
                  <a:lnTo>
                    <a:pt x="4986826" y="3187700"/>
                  </a:lnTo>
                  <a:lnTo>
                    <a:pt x="4951444" y="3213100"/>
                  </a:lnTo>
                  <a:lnTo>
                    <a:pt x="4917384" y="3238500"/>
                  </a:lnTo>
                  <a:lnTo>
                    <a:pt x="4884715" y="3263900"/>
                  </a:lnTo>
                  <a:lnTo>
                    <a:pt x="4853503" y="3302000"/>
                  </a:lnTo>
                  <a:lnTo>
                    <a:pt x="4823817" y="3327400"/>
                  </a:lnTo>
                  <a:lnTo>
                    <a:pt x="4795723" y="3365500"/>
                  </a:lnTo>
                  <a:lnTo>
                    <a:pt x="4769289" y="3403600"/>
                  </a:lnTo>
                  <a:lnTo>
                    <a:pt x="4744582" y="3441700"/>
                  </a:lnTo>
                  <a:lnTo>
                    <a:pt x="4721670" y="3479800"/>
                  </a:lnTo>
                  <a:lnTo>
                    <a:pt x="4700620" y="3517900"/>
                  </a:lnTo>
                  <a:lnTo>
                    <a:pt x="4681500" y="3568700"/>
                  </a:lnTo>
                  <a:lnTo>
                    <a:pt x="4664376" y="3606800"/>
                  </a:lnTo>
                  <a:lnTo>
                    <a:pt x="4649317" y="3657600"/>
                  </a:lnTo>
                  <a:lnTo>
                    <a:pt x="4636390" y="3695700"/>
                  </a:lnTo>
                  <a:lnTo>
                    <a:pt x="4625663" y="3746500"/>
                  </a:lnTo>
                  <a:lnTo>
                    <a:pt x="4617201" y="3797300"/>
                  </a:lnTo>
                  <a:lnTo>
                    <a:pt x="4611074" y="3835400"/>
                  </a:lnTo>
                  <a:lnTo>
                    <a:pt x="4607348" y="3886200"/>
                  </a:lnTo>
                  <a:lnTo>
                    <a:pt x="4606091" y="3937000"/>
                  </a:lnTo>
                  <a:lnTo>
                    <a:pt x="4607322" y="3987800"/>
                  </a:lnTo>
                  <a:lnTo>
                    <a:pt x="4610989" y="4038600"/>
                  </a:lnTo>
                  <a:lnTo>
                    <a:pt x="4617055" y="4089400"/>
                  </a:lnTo>
                  <a:lnTo>
                    <a:pt x="4625485" y="4127500"/>
                  </a:lnTo>
                  <a:lnTo>
                    <a:pt x="4636241" y="4178300"/>
                  </a:lnTo>
                  <a:lnTo>
                    <a:pt x="4649286" y="4229100"/>
                  </a:lnTo>
                  <a:lnTo>
                    <a:pt x="4664584" y="4267200"/>
                  </a:lnTo>
                  <a:lnTo>
                    <a:pt x="4682099" y="4318000"/>
                  </a:lnTo>
                  <a:lnTo>
                    <a:pt x="4701793" y="4356100"/>
                  </a:lnTo>
                  <a:lnTo>
                    <a:pt x="4723629" y="4406900"/>
                  </a:lnTo>
                  <a:lnTo>
                    <a:pt x="4747572" y="4445000"/>
                  </a:lnTo>
                  <a:lnTo>
                    <a:pt x="4773584" y="4483100"/>
                  </a:lnTo>
                  <a:lnTo>
                    <a:pt x="4789443" y="4470400"/>
                  </a:lnTo>
                  <a:lnTo>
                    <a:pt x="4823469" y="4470400"/>
                  </a:lnTo>
                  <a:lnTo>
                    <a:pt x="4841321" y="4457700"/>
                  </a:lnTo>
                  <a:lnTo>
                    <a:pt x="4994868" y="4457700"/>
                  </a:lnTo>
                  <a:lnTo>
                    <a:pt x="4892123" y="4343400"/>
                  </a:lnTo>
                  <a:lnTo>
                    <a:pt x="4884747" y="4330700"/>
                  </a:lnTo>
                  <a:lnTo>
                    <a:pt x="4882291" y="4305300"/>
                  </a:lnTo>
                  <a:lnTo>
                    <a:pt x="4884751" y="4292600"/>
                  </a:lnTo>
                  <a:lnTo>
                    <a:pt x="4892123" y="4279900"/>
                  </a:lnTo>
                  <a:lnTo>
                    <a:pt x="4938034" y="4229100"/>
                  </a:lnTo>
                  <a:lnTo>
                    <a:pt x="4921904" y="4203700"/>
                  </a:lnTo>
                  <a:lnTo>
                    <a:pt x="4907806" y="4165600"/>
                  </a:lnTo>
                  <a:lnTo>
                    <a:pt x="4895763" y="4127500"/>
                  </a:lnTo>
                  <a:lnTo>
                    <a:pt x="4885801" y="4089400"/>
                  </a:lnTo>
                  <a:lnTo>
                    <a:pt x="4802309" y="4089400"/>
                  </a:lnTo>
                  <a:lnTo>
                    <a:pt x="4797195" y="4076700"/>
                  </a:lnTo>
                  <a:lnTo>
                    <a:pt x="4789916" y="4076700"/>
                  </a:lnTo>
                  <a:lnTo>
                    <a:pt x="4788014" y="4064000"/>
                  </a:lnTo>
                  <a:lnTo>
                    <a:pt x="4787370" y="4051300"/>
                  </a:lnTo>
                  <a:lnTo>
                    <a:pt x="4787488" y="3822700"/>
                  </a:lnTo>
                  <a:lnTo>
                    <a:pt x="4790127" y="3810000"/>
                  </a:lnTo>
                  <a:lnTo>
                    <a:pt x="4797322" y="3797300"/>
                  </a:lnTo>
                  <a:lnTo>
                    <a:pt x="4807996" y="3784600"/>
                  </a:lnTo>
                  <a:lnTo>
                    <a:pt x="4885801" y="3784600"/>
                  </a:lnTo>
                  <a:lnTo>
                    <a:pt x="4895763" y="3746500"/>
                  </a:lnTo>
                  <a:lnTo>
                    <a:pt x="4907806" y="3708400"/>
                  </a:lnTo>
                  <a:lnTo>
                    <a:pt x="4921904" y="3683000"/>
                  </a:lnTo>
                  <a:lnTo>
                    <a:pt x="4938034" y="3644900"/>
                  </a:lnTo>
                  <a:lnTo>
                    <a:pt x="4892372" y="3594100"/>
                  </a:lnTo>
                  <a:lnTo>
                    <a:pt x="4888179" y="3594100"/>
                  </a:lnTo>
                  <a:lnTo>
                    <a:pt x="4885093" y="3581400"/>
                  </a:lnTo>
                  <a:lnTo>
                    <a:pt x="4883187" y="3581400"/>
                  </a:lnTo>
                  <a:lnTo>
                    <a:pt x="4882535" y="3568700"/>
                  </a:lnTo>
                  <a:lnTo>
                    <a:pt x="4883187" y="3556000"/>
                  </a:lnTo>
                  <a:lnTo>
                    <a:pt x="4885095" y="3556000"/>
                  </a:lnTo>
                  <a:lnTo>
                    <a:pt x="4888185" y="3543300"/>
                  </a:lnTo>
                  <a:lnTo>
                    <a:pt x="4892386" y="3543300"/>
                  </a:lnTo>
                  <a:lnTo>
                    <a:pt x="5040899" y="3378200"/>
                  </a:lnTo>
                  <a:lnTo>
                    <a:pt x="5052009" y="3365500"/>
                  </a:lnTo>
                  <a:lnTo>
                    <a:pt x="5260007" y="3365500"/>
                  </a:lnTo>
                  <a:lnTo>
                    <a:pt x="5260007" y="3302000"/>
                  </a:lnTo>
                  <a:lnTo>
                    <a:pt x="5262647" y="3289300"/>
                  </a:lnTo>
                  <a:lnTo>
                    <a:pt x="5269846" y="3276600"/>
                  </a:lnTo>
                  <a:lnTo>
                    <a:pt x="5280521" y="3263900"/>
                  </a:lnTo>
                  <a:lnTo>
                    <a:pt x="5814797" y="3263900"/>
                  </a:lnTo>
                  <a:lnTo>
                    <a:pt x="5817505" y="3225800"/>
                  </a:lnTo>
                  <a:lnTo>
                    <a:pt x="5825460" y="3200400"/>
                  </a:lnTo>
                  <a:lnTo>
                    <a:pt x="5838410" y="3175000"/>
                  </a:lnTo>
                  <a:lnTo>
                    <a:pt x="5856103" y="3149600"/>
                  </a:lnTo>
                  <a:lnTo>
                    <a:pt x="5877627" y="3124200"/>
                  </a:lnTo>
                  <a:lnTo>
                    <a:pt x="5689140" y="3124200"/>
                  </a:lnTo>
                  <a:lnTo>
                    <a:pt x="5684046" y="3111500"/>
                  </a:lnTo>
                  <a:lnTo>
                    <a:pt x="5679867" y="3111500"/>
                  </a:lnTo>
                  <a:lnTo>
                    <a:pt x="5676774" y="3098800"/>
                  </a:lnTo>
                  <a:lnTo>
                    <a:pt x="5674854" y="3098800"/>
                  </a:lnTo>
                  <a:lnTo>
                    <a:pt x="5674194" y="3086100"/>
                  </a:lnTo>
                  <a:close/>
                </a:path>
                <a:path w="6120765" h="4737100">
                  <a:moveTo>
                    <a:pt x="5649995" y="4368800"/>
                  </a:moveTo>
                  <a:lnTo>
                    <a:pt x="5147147" y="4368800"/>
                  </a:lnTo>
                  <a:lnTo>
                    <a:pt x="5183311" y="4394200"/>
                  </a:lnTo>
                  <a:lnTo>
                    <a:pt x="5221038" y="4419600"/>
                  </a:lnTo>
                  <a:lnTo>
                    <a:pt x="5260194" y="4432300"/>
                  </a:lnTo>
                  <a:lnTo>
                    <a:pt x="5300645" y="4445000"/>
                  </a:lnTo>
                  <a:lnTo>
                    <a:pt x="5496496" y="4445000"/>
                  </a:lnTo>
                  <a:lnTo>
                    <a:pt x="5536947" y="4432300"/>
                  </a:lnTo>
                  <a:lnTo>
                    <a:pt x="5576103" y="4419600"/>
                  </a:lnTo>
                  <a:lnTo>
                    <a:pt x="5613830" y="4394200"/>
                  </a:lnTo>
                  <a:lnTo>
                    <a:pt x="5649995" y="4368800"/>
                  </a:lnTo>
                  <a:close/>
                </a:path>
                <a:path w="6120765" h="4737100">
                  <a:moveTo>
                    <a:pt x="5786313" y="3619500"/>
                  </a:moveTo>
                  <a:lnTo>
                    <a:pt x="5010822" y="3619500"/>
                  </a:lnTo>
                  <a:lnTo>
                    <a:pt x="5013844" y="3632200"/>
                  </a:lnTo>
                  <a:lnTo>
                    <a:pt x="5013157" y="3644900"/>
                  </a:lnTo>
                  <a:lnTo>
                    <a:pt x="5008656" y="3657600"/>
                  </a:lnTo>
                  <a:lnTo>
                    <a:pt x="4987527" y="3695700"/>
                  </a:lnTo>
                  <a:lnTo>
                    <a:pt x="4969844" y="3746500"/>
                  </a:lnTo>
                  <a:lnTo>
                    <a:pt x="4955667" y="3784600"/>
                  </a:lnTo>
                  <a:lnTo>
                    <a:pt x="4945052" y="3835400"/>
                  </a:lnTo>
                  <a:lnTo>
                    <a:pt x="4940742" y="3848100"/>
                  </a:lnTo>
                  <a:lnTo>
                    <a:pt x="4933323" y="3848100"/>
                  </a:lnTo>
                  <a:lnTo>
                    <a:pt x="4923560" y="3860800"/>
                  </a:lnTo>
                  <a:lnTo>
                    <a:pt x="4854621" y="3860800"/>
                  </a:lnTo>
                  <a:lnTo>
                    <a:pt x="4854543" y="4013200"/>
                  </a:lnTo>
                  <a:lnTo>
                    <a:pt x="4912219" y="4013200"/>
                  </a:lnTo>
                  <a:lnTo>
                    <a:pt x="4923560" y="4025900"/>
                  </a:lnTo>
                  <a:lnTo>
                    <a:pt x="4933323" y="4025900"/>
                  </a:lnTo>
                  <a:lnTo>
                    <a:pt x="4940742" y="4038600"/>
                  </a:lnTo>
                  <a:lnTo>
                    <a:pt x="4945052" y="4051300"/>
                  </a:lnTo>
                  <a:lnTo>
                    <a:pt x="4969844" y="4140200"/>
                  </a:lnTo>
                  <a:lnTo>
                    <a:pt x="4987527" y="4178300"/>
                  </a:lnTo>
                  <a:lnTo>
                    <a:pt x="5008656" y="4216400"/>
                  </a:lnTo>
                  <a:lnTo>
                    <a:pt x="5013157" y="4229100"/>
                  </a:lnTo>
                  <a:lnTo>
                    <a:pt x="5013844" y="4241800"/>
                  </a:lnTo>
                  <a:lnTo>
                    <a:pt x="5010822" y="4254500"/>
                  </a:lnTo>
                  <a:lnTo>
                    <a:pt x="5004197" y="4267200"/>
                  </a:lnTo>
                  <a:lnTo>
                    <a:pt x="4963350" y="4305300"/>
                  </a:lnTo>
                  <a:lnTo>
                    <a:pt x="5064287" y="4419600"/>
                  </a:lnTo>
                  <a:lnTo>
                    <a:pt x="5105172" y="4381500"/>
                  </a:lnTo>
                  <a:lnTo>
                    <a:pt x="5114588" y="4368800"/>
                  </a:lnTo>
                  <a:lnTo>
                    <a:pt x="5777715" y="4368800"/>
                  </a:lnTo>
                  <a:lnTo>
                    <a:pt x="5833791" y="4305300"/>
                  </a:lnTo>
                  <a:lnTo>
                    <a:pt x="5792944" y="4267200"/>
                  </a:lnTo>
                  <a:lnTo>
                    <a:pt x="5786319" y="4254500"/>
                  </a:lnTo>
                  <a:lnTo>
                    <a:pt x="5398578" y="4254500"/>
                  </a:lnTo>
                  <a:lnTo>
                    <a:pt x="5353630" y="4241800"/>
                  </a:lnTo>
                  <a:lnTo>
                    <a:pt x="5310969" y="4229100"/>
                  </a:lnTo>
                  <a:lnTo>
                    <a:pt x="5271172" y="4216400"/>
                  </a:lnTo>
                  <a:lnTo>
                    <a:pt x="5234813" y="4191000"/>
                  </a:lnTo>
                  <a:lnTo>
                    <a:pt x="5202469" y="4152900"/>
                  </a:lnTo>
                  <a:lnTo>
                    <a:pt x="5174714" y="4127500"/>
                  </a:lnTo>
                  <a:lnTo>
                    <a:pt x="5152126" y="4076700"/>
                  </a:lnTo>
                  <a:lnTo>
                    <a:pt x="5135278" y="4038600"/>
                  </a:lnTo>
                  <a:lnTo>
                    <a:pt x="5124748" y="3987800"/>
                  </a:lnTo>
                  <a:lnTo>
                    <a:pt x="5121109" y="3937000"/>
                  </a:lnTo>
                  <a:lnTo>
                    <a:pt x="5124748" y="3886200"/>
                  </a:lnTo>
                  <a:lnTo>
                    <a:pt x="5135278" y="3848100"/>
                  </a:lnTo>
                  <a:lnTo>
                    <a:pt x="5152126" y="3797300"/>
                  </a:lnTo>
                  <a:lnTo>
                    <a:pt x="5174714" y="3759200"/>
                  </a:lnTo>
                  <a:lnTo>
                    <a:pt x="5202469" y="3721100"/>
                  </a:lnTo>
                  <a:lnTo>
                    <a:pt x="5234813" y="3695700"/>
                  </a:lnTo>
                  <a:lnTo>
                    <a:pt x="5271172" y="3670300"/>
                  </a:lnTo>
                  <a:lnTo>
                    <a:pt x="5310969" y="3644900"/>
                  </a:lnTo>
                  <a:lnTo>
                    <a:pt x="5353630" y="3632200"/>
                  </a:lnTo>
                  <a:lnTo>
                    <a:pt x="5783292" y="3632200"/>
                  </a:lnTo>
                  <a:lnTo>
                    <a:pt x="5786313" y="3619500"/>
                  </a:lnTo>
                  <a:close/>
                </a:path>
                <a:path w="6120765" h="4737100">
                  <a:moveTo>
                    <a:pt x="5777715" y="4368800"/>
                  </a:moveTo>
                  <a:lnTo>
                    <a:pt x="5682553" y="4368800"/>
                  </a:lnTo>
                  <a:lnTo>
                    <a:pt x="5691968" y="4381500"/>
                  </a:lnTo>
                  <a:lnTo>
                    <a:pt x="5732854" y="4419600"/>
                  </a:lnTo>
                  <a:lnTo>
                    <a:pt x="5777715" y="4368800"/>
                  </a:lnTo>
                  <a:close/>
                </a:path>
                <a:path w="6120765" h="4737100">
                  <a:moveTo>
                    <a:pt x="5783292" y="3632200"/>
                  </a:moveTo>
                  <a:lnTo>
                    <a:pt x="5443525" y="3632200"/>
                  </a:lnTo>
                  <a:lnTo>
                    <a:pt x="5486185" y="3644900"/>
                  </a:lnTo>
                  <a:lnTo>
                    <a:pt x="5525983" y="3670300"/>
                  </a:lnTo>
                  <a:lnTo>
                    <a:pt x="5562341" y="3695700"/>
                  </a:lnTo>
                  <a:lnTo>
                    <a:pt x="5594685" y="3721100"/>
                  </a:lnTo>
                  <a:lnTo>
                    <a:pt x="5622439" y="3759200"/>
                  </a:lnTo>
                  <a:lnTo>
                    <a:pt x="5645028" y="3797300"/>
                  </a:lnTo>
                  <a:lnTo>
                    <a:pt x="5661875" y="3848100"/>
                  </a:lnTo>
                  <a:lnTo>
                    <a:pt x="5672405" y="3886200"/>
                  </a:lnTo>
                  <a:lnTo>
                    <a:pt x="5676044" y="3937000"/>
                  </a:lnTo>
                  <a:lnTo>
                    <a:pt x="5672405" y="3987800"/>
                  </a:lnTo>
                  <a:lnTo>
                    <a:pt x="5661875" y="4038600"/>
                  </a:lnTo>
                  <a:lnTo>
                    <a:pt x="5645028" y="4076700"/>
                  </a:lnTo>
                  <a:lnTo>
                    <a:pt x="5622439" y="4127500"/>
                  </a:lnTo>
                  <a:lnTo>
                    <a:pt x="5594685" y="4152900"/>
                  </a:lnTo>
                  <a:lnTo>
                    <a:pt x="5562341" y="4191000"/>
                  </a:lnTo>
                  <a:lnTo>
                    <a:pt x="5525983" y="4216400"/>
                  </a:lnTo>
                  <a:lnTo>
                    <a:pt x="5486185" y="4229100"/>
                  </a:lnTo>
                  <a:lnTo>
                    <a:pt x="5443525" y="4241800"/>
                  </a:lnTo>
                  <a:lnTo>
                    <a:pt x="5398578" y="4254500"/>
                  </a:lnTo>
                  <a:lnTo>
                    <a:pt x="5786319" y="4254500"/>
                  </a:lnTo>
                  <a:lnTo>
                    <a:pt x="5783297" y="4241800"/>
                  </a:lnTo>
                  <a:lnTo>
                    <a:pt x="5783983" y="4229100"/>
                  </a:lnTo>
                  <a:lnTo>
                    <a:pt x="5788484" y="4216400"/>
                  </a:lnTo>
                  <a:lnTo>
                    <a:pt x="5809614" y="4178300"/>
                  </a:lnTo>
                  <a:lnTo>
                    <a:pt x="5827297" y="4140200"/>
                  </a:lnTo>
                  <a:lnTo>
                    <a:pt x="5852090" y="4051300"/>
                  </a:lnTo>
                  <a:lnTo>
                    <a:pt x="5856399" y="4038600"/>
                  </a:lnTo>
                  <a:lnTo>
                    <a:pt x="5863818" y="4025900"/>
                  </a:lnTo>
                  <a:lnTo>
                    <a:pt x="5873582" y="4025900"/>
                  </a:lnTo>
                  <a:lnTo>
                    <a:pt x="5884923" y="4013200"/>
                  </a:lnTo>
                  <a:lnTo>
                    <a:pt x="5942624" y="4013200"/>
                  </a:lnTo>
                  <a:lnTo>
                    <a:pt x="5942624" y="3860800"/>
                  </a:lnTo>
                  <a:lnTo>
                    <a:pt x="5873580" y="3860800"/>
                  </a:lnTo>
                  <a:lnTo>
                    <a:pt x="5863813" y="3848100"/>
                  </a:lnTo>
                  <a:lnTo>
                    <a:pt x="5856393" y="3848100"/>
                  </a:lnTo>
                  <a:lnTo>
                    <a:pt x="5852090" y="3835400"/>
                  </a:lnTo>
                  <a:lnTo>
                    <a:pt x="5841469" y="3784600"/>
                  </a:lnTo>
                  <a:lnTo>
                    <a:pt x="5827292" y="3746500"/>
                  </a:lnTo>
                  <a:lnTo>
                    <a:pt x="5809612" y="3695700"/>
                  </a:lnTo>
                  <a:lnTo>
                    <a:pt x="5788484" y="3657600"/>
                  </a:lnTo>
                  <a:lnTo>
                    <a:pt x="5783981" y="3644900"/>
                  </a:lnTo>
                  <a:lnTo>
                    <a:pt x="5783292" y="3632200"/>
                  </a:lnTo>
                  <a:close/>
                </a:path>
                <a:path w="6120765" h="4737100">
                  <a:moveTo>
                    <a:pt x="5440910" y="3708400"/>
                  </a:moveTo>
                  <a:lnTo>
                    <a:pt x="5356245" y="3708400"/>
                  </a:lnTo>
                  <a:lnTo>
                    <a:pt x="5316792" y="3721100"/>
                  </a:lnTo>
                  <a:lnTo>
                    <a:pt x="5281072" y="3746500"/>
                  </a:lnTo>
                  <a:lnTo>
                    <a:pt x="5249935" y="3771900"/>
                  </a:lnTo>
                  <a:lnTo>
                    <a:pt x="5224234" y="3810000"/>
                  </a:lnTo>
                  <a:lnTo>
                    <a:pt x="5204822" y="3848100"/>
                  </a:lnTo>
                  <a:lnTo>
                    <a:pt x="5192550" y="3898900"/>
                  </a:lnTo>
                  <a:lnTo>
                    <a:pt x="5188270" y="3937000"/>
                  </a:lnTo>
                  <a:lnTo>
                    <a:pt x="5192550" y="3987800"/>
                  </a:lnTo>
                  <a:lnTo>
                    <a:pt x="5204822" y="4025900"/>
                  </a:lnTo>
                  <a:lnTo>
                    <a:pt x="5224234" y="4076700"/>
                  </a:lnTo>
                  <a:lnTo>
                    <a:pt x="5249935" y="4102100"/>
                  </a:lnTo>
                  <a:lnTo>
                    <a:pt x="5281072" y="4140200"/>
                  </a:lnTo>
                  <a:lnTo>
                    <a:pt x="5316792" y="4152900"/>
                  </a:lnTo>
                  <a:lnTo>
                    <a:pt x="5356245" y="4165600"/>
                  </a:lnTo>
                  <a:lnTo>
                    <a:pt x="5398578" y="4178300"/>
                  </a:lnTo>
                  <a:lnTo>
                    <a:pt x="5440910" y="4165600"/>
                  </a:lnTo>
                  <a:lnTo>
                    <a:pt x="5480363" y="4152900"/>
                  </a:lnTo>
                  <a:lnTo>
                    <a:pt x="5516083" y="4140200"/>
                  </a:lnTo>
                  <a:lnTo>
                    <a:pt x="5547219" y="4102100"/>
                  </a:lnTo>
                  <a:lnTo>
                    <a:pt x="5572920" y="4076700"/>
                  </a:lnTo>
                  <a:lnTo>
                    <a:pt x="5592332" y="4025900"/>
                  </a:lnTo>
                  <a:lnTo>
                    <a:pt x="5604605" y="3987800"/>
                  </a:lnTo>
                  <a:lnTo>
                    <a:pt x="5608885" y="3937000"/>
                  </a:lnTo>
                  <a:lnTo>
                    <a:pt x="5604605" y="3898900"/>
                  </a:lnTo>
                  <a:lnTo>
                    <a:pt x="5592332" y="3848100"/>
                  </a:lnTo>
                  <a:lnTo>
                    <a:pt x="5572920" y="3810000"/>
                  </a:lnTo>
                  <a:lnTo>
                    <a:pt x="5547219" y="3771900"/>
                  </a:lnTo>
                  <a:lnTo>
                    <a:pt x="5516083" y="3746500"/>
                  </a:lnTo>
                  <a:lnTo>
                    <a:pt x="5480363" y="3721100"/>
                  </a:lnTo>
                  <a:lnTo>
                    <a:pt x="5440910" y="3708400"/>
                  </a:lnTo>
                  <a:close/>
                </a:path>
                <a:path w="6120765" h="4737100">
                  <a:moveTo>
                    <a:pt x="5064627" y="3454400"/>
                  </a:moveTo>
                  <a:lnTo>
                    <a:pt x="4963612" y="3568700"/>
                  </a:lnTo>
                  <a:lnTo>
                    <a:pt x="5004197" y="3619500"/>
                  </a:lnTo>
                  <a:lnTo>
                    <a:pt x="5792944" y="3619500"/>
                  </a:lnTo>
                  <a:lnTo>
                    <a:pt x="5833529" y="3568700"/>
                  </a:lnTo>
                  <a:lnTo>
                    <a:pt x="5788633" y="3517900"/>
                  </a:lnTo>
                  <a:lnTo>
                    <a:pt x="5125373" y="3517900"/>
                  </a:lnTo>
                  <a:lnTo>
                    <a:pt x="5114586" y="3505200"/>
                  </a:lnTo>
                  <a:lnTo>
                    <a:pt x="5105172" y="3505200"/>
                  </a:lnTo>
                  <a:lnTo>
                    <a:pt x="5064627" y="3454400"/>
                  </a:lnTo>
                  <a:close/>
                </a:path>
                <a:path w="6120765" h="4737100">
                  <a:moveTo>
                    <a:pt x="5660583" y="3505200"/>
                  </a:moveTo>
                  <a:lnTo>
                    <a:pt x="5136553" y="3505200"/>
                  </a:lnTo>
                  <a:lnTo>
                    <a:pt x="5125373" y="3517900"/>
                  </a:lnTo>
                  <a:lnTo>
                    <a:pt x="5671762" y="3517900"/>
                  </a:lnTo>
                  <a:lnTo>
                    <a:pt x="5660583" y="3505200"/>
                  </a:lnTo>
                  <a:close/>
                </a:path>
                <a:path w="6120765" h="4737100">
                  <a:moveTo>
                    <a:pt x="5732514" y="3454400"/>
                  </a:moveTo>
                  <a:lnTo>
                    <a:pt x="5691955" y="3505200"/>
                  </a:lnTo>
                  <a:lnTo>
                    <a:pt x="5682547" y="3505200"/>
                  </a:lnTo>
                  <a:lnTo>
                    <a:pt x="5671762" y="3517900"/>
                  </a:lnTo>
                  <a:lnTo>
                    <a:pt x="5788633" y="3517900"/>
                  </a:lnTo>
                  <a:lnTo>
                    <a:pt x="5732514" y="3454400"/>
                  </a:lnTo>
                  <a:close/>
                </a:path>
                <a:path w="6120765" h="4737100">
                  <a:moveTo>
                    <a:pt x="5496496" y="3429000"/>
                  </a:moveTo>
                  <a:lnTo>
                    <a:pt x="5300645" y="3429000"/>
                  </a:lnTo>
                  <a:lnTo>
                    <a:pt x="5260187" y="3441700"/>
                  </a:lnTo>
                  <a:lnTo>
                    <a:pt x="5221028" y="3467100"/>
                  </a:lnTo>
                  <a:lnTo>
                    <a:pt x="5183304" y="3479800"/>
                  </a:lnTo>
                  <a:lnTo>
                    <a:pt x="5147147" y="3505200"/>
                  </a:lnTo>
                  <a:lnTo>
                    <a:pt x="5649995" y="3505200"/>
                  </a:lnTo>
                  <a:lnTo>
                    <a:pt x="5613835" y="3479800"/>
                  </a:lnTo>
                  <a:lnTo>
                    <a:pt x="5576108" y="3467100"/>
                  </a:lnTo>
                  <a:lnTo>
                    <a:pt x="5536949" y="3441700"/>
                  </a:lnTo>
                  <a:lnTo>
                    <a:pt x="5496496" y="3429000"/>
                  </a:lnTo>
                  <a:close/>
                </a:path>
                <a:path w="6120765" h="4737100">
                  <a:moveTo>
                    <a:pt x="5260007" y="3365500"/>
                  </a:moveTo>
                  <a:lnTo>
                    <a:pt x="5077280" y="3365500"/>
                  </a:lnTo>
                  <a:lnTo>
                    <a:pt x="5088383" y="3378200"/>
                  </a:lnTo>
                  <a:lnTo>
                    <a:pt x="5133991" y="3429000"/>
                  </a:lnTo>
                  <a:lnTo>
                    <a:pt x="5164208" y="3403600"/>
                  </a:lnTo>
                  <a:lnTo>
                    <a:pt x="5195322" y="3390900"/>
                  </a:lnTo>
                  <a:lnTo>
                    <a:pt x="5260007" y="3365500"/>
                  </a:lnTo>
                  <a:close/>
                </a:path>
                <a:path w="6120765" h="4737100">
                  <a:moveTo>
                    <a:pt x="5477431" y="3416300"/>
                  </a:moveTo>
                  <a:lnTo>
                    <a:pt x="5319706" y="3416300"/>
                  </a:lnTo>
                  <a:lnTo>
                    <a:pt x="5311313" y="3429000"/>
                  </a:lnTo>
                  <a:lnTo>
                    <a:pt x="5485822" y="3429000"/>
                  </a:lnTo>
                  <a:lnTo>
                    <a:pt x="5477431" y="3416300"/>
                  </a:lnTo>
                  <a:close/>
                </a:path>
                <a:path w="6120765" h="4737100">
                  <a:moveTo>
                    <a:pt x="5814797" y="3263900"/>
                  </a:moveTo>
                  <a:lnTo>
                    <a:pt x="5516625" y="3263900"/>
                  </a:lnTo>
                  <a:lnTo>
                    <a:pt x="5527299" y="3276600"/>
                  </a:lnTo>
                  <a:lnTo>
                    <a:pt x="5534495" y="3289300"/>
                  </a:lnTo>
                  <a:lnTo>
                    <a:pt x="5537133" y="3302000"/>
                  </a:lnTo>
                  <a:lnTo>
                    <a:pt x="5537133" y="3365500"/>
                  </a:lnTo>
                  <a:lnTo>
                    <a:pt x="5601831" y="3390900"/>
                  </a:lnTo>
                  <a:lnTo>
                    <a:pt x="5632946" y="3403600"/>
                  </a:lnTo>
                  <a:lnTo>
                    <a:pt x="5663163" y="3429000"/>
                  </a:lnTo>
                  <a:lnTo>
                    <a:pt x="5708759" y="3378200"/>
                  </a:lnTo>
                  <a:lnTo>
                    <a:pt x="5719869" y="3365500"/>
                  </a:lnTo>
                  <a:lnTo>
                    <a:pt x="5856103" y="3365500"/>
                  </a:lnTo>
                  <a:lnTo>
                    <a:pt x="5838410" y="3352800"/>
                  </a:lnTo>
                  <a:lnTo>
                    <a:pt x="5825460" y="3314700"/>
                  </a:lnTo>
                  <a:lnTo>
                    <a:pt x="5817505" y="3289300"/>
                  </a:lnTo>
                  <a:lnTo>
                    <a:pt x="5814797" y="3263900"/>
                  </a:lnTo>
                  <a:close/>
                </a:path>
                <a:path w="6120765" h="4737100">
                  <a:moveTo>
                    <a:pt x="6120679" y="3048000"/>
                  </a:moveTo>
                  <a:lnTo>
                    <a:pt x="5720619" y="3048000"/>
                  </a:lnTo>
                  <a:lnTo>
                    <a:pt x="5726416" y="3060700"/>
                  </a:lnTo>
                  <a:lnTo>
                    <a:pt x="5735693" y="3060700"/>
                  </a:lnTo>
                  <a:lnTo>
                    <a:pt x="5738781" y="3073400"/>
                  </a:lnTo>
                  <a:lnTo>
                    <a:pt x="5740696" y="3086100"/>
                  </a:lnTo>
                  <a:lnTo>
                    <a:pt x="5741353" y="3086100"/>
                  </a:lnTo>
                  <a:lnTo>
                    <a:pt x="5740694" y="3098800"/>
                  </a:lnTo>
                  <a:lnTo>
                    <a:pt x="5955833" y="3098800"/>
                  </a:lnTo>
                  <a:lnTo>
                    <a:pt x="5983563" y="3111500"/>
                  </a:lnTo>
                  <a:lnTo>
                    <a:pt x="6009835" y="3111500"/>
                  </a:lnTo>
                  <a:lnTo>
                    <a:pt x="6034039" y="3124200"/>
                  </a:lnTo>
                  <a:lnTo>
                    <a:pt x="6055564" y="3149600"/>
                  </a:lnTo>
                  <a:lnTo>
                    <a:pt x="6083823" y="3200400"/>
                  </a:lnTo>
                  <a:lnTo>
                    <a:pt x="6096180" y="3251200"/>
                  </a:lnTo>
                  <a:lnTo>
                    <a:pt x="6092639" y="3302000"/>
                  </a:lnTo>
                  <a:lnTo>
                    <a:pt x="6073206" y="3352800"/>
                  </a:lnTo>
                  <a:lnTo>
                    <a:pt x="6120679" y="3429000"/>
                  </a:lnTo>
                  <a:lnTo>
                    <a:pt x="6120679" y="3048000"/>
                  </a:lnTo>
                  <a:close/>
                </a:path>
                <a:path w="6120765" h="4737100">
                  <a:moveTo>
                    <a:pt x="5469973" y="3340100"/>
                  </a:moveTo>
                  <a:lnTo>
                    <a:pt x="5327168" y="3340100"/>
                  </a:lnTo>
                  <a:lnTo>
                    <a:pt x="5327168" y="3403600"/>
                  </a:lnTo>
                  <a:lnTo>
                    <a:pt x="5325199" y="3416300"/>
                  </a:lnTo>
                  <a:lnTo>
                    <a:pt x="5471941" y="3416300"/>
                  </a:lnTo>
                  <a:lnTo>
                    <a:pt x="5469973" y="3403600"/>
                  </a:lnTo>
                  <a:lnTo>
                    <a:pt x="5469973" y="3340100"/>
                  </a:lnTo>
                  <a:close/>
                </a:path>
                <a:path w="6120765" h="4737100">
                  <a:moveTo>
                    <a:pt x="6023570" y="3403600"/>
                  </a:moveTo>
                  <a:lnTo>
                    <a:pt x="6007711" y="3403600"/>
                  </a:lnTo>
                  <a:lnTo>
                    <a:pt x="5991030" y="3416300"/>
                  </a:lnTo>
                  <a:lnTo>
                    <a:pt x="6033421" y="3416300"/>
                  </a:lnTo>
                  <a:lnTo>
                    <a:pt x="6023570" y="3403600"/>
                  </a:lnTo>
                  <a:close/>
                </a:path>
                <a:path w="6120765" h="4737100">
                  <a:moveTo>
                    <a:pt x="5996801" y="3187700"/>
                  </a:moveTo>
                  <a:lnTo>
                    <a:pt x="5914870" y="3187700"/>
                  </a:lnTo>
                  <a:lnTo>
                    <a:pt x="5903601" y="3200400"/>
                  </a:lnTo>
                  <a:lnTo>
                    <a:pt x="5894331" y="3213100"/>
                  </a:lnTo>
                  <a:lnTo>
                    <a:pt x="5887546" y="3225800"/>
                  </a:lnTo>
                  <a:lnTo>
                    <a:pt x="5883377" y="3238500"/>
                  </a:lnTo>
                  <a:lnTo>
                    <a:pt x="5881958" y="3263900"/>
                  </a:lnTo>
                  <a:lnTo>
                    <a:pt x="5883377" y="3276600"/>
                  </a:lnTo>
                  <a:lnTo>
                    <a:pt x="5903601" y="3314700"/>
                  </a:lnTo>
                  <a:lnTo>
                    <a:pt x="5927543" y="3340100"/>
                  </a:lnTo>
                  <a:lnTo>
                    <a:pt x="5984120" y="3340100"/>
                  </a:lnTo>
                  <a:lnTo>
                    <a:pt x="5996801" y="3327400"/>
                  </a:lnTo>
                  <a:lnTo>
                    <a:pt x="6008079" y="3314700"/>
                  </a:lnTo>
                  <a:lnTo>
                    <a:pt x="6024274" y="3289300"/>
                  </a:lnTo>
                  <a:lnTo>
                    <a:pt x="6029673" y="3263900"/>
                  </a:lnTo>
                  <a:lnTo>
                    <a:pt x="6024274" y="3225800"/>
                  </a:lnTo>
                  <a:lnTo>
                    <a:pt x="6008079" y="3200400"/>
                  </a:lnTo>
                  <a:lnTo>
                    <a:pt x="5996801" y="3187700"/>
                  </a:lnTo>
                  <a:close/>
                </a:path>
                <a:path w="6120765" h="4737100">
                  <a:moveTo>
                    <a:pt x="5970356" y="3175000"/>
                  </a:moveTo>
                  <a:lnTo>
                    <a:pt x="5941310" y="3175000"/>
                  </a:lnTo>
                  <a:lnTo>
                    <a:pt x="5927548" y="3187700"/>
                  </a:lnTo>
                  <a:lnTo>
                    <a:pt x="5984120" y="3187700"/>
                  </a:lnTo>
                  <a:lnTo>
                    <a:pt x="5970356" y="3175000"/>
                  </a:lnTo>
                  <a:close/>
                </a:path>
                <a:path w="6120765" h="4737100">
                  <a:moveTo>
                    <a:pt x="5901831" y="3111500"/>
                  </a:moveTo>
                  <a:lnTo>
                    <a:pt x="5731516" y="3111500"/>
                  </a:lnTo>
                  <a:lnTo>
                    <a:pt x="5726416" y="3124200"/>
                  </a:lnTo>
                  <a:lnTo>
                    <a:pt x="5877627" y="3124200"/>
                  </a:lnTo>
                  <a:lnTo>
                    <a:pt x="5901831" y="3111500"/>
                  </a:lnTo>
                  <a:close/>
                </a:path>
                <a:path w="6120765" h="4737100">
                  <a:moveTo>
                    <a:pt x="5955833" y="3098800"/>
                  </a:moveTo>
                  <a:lnTo>
                    <a:pt x="5738776" y="3098800"/>
                  </a:lnTo>
                  <a:lnTo>
                    <a:pt x="5735687" y="3111500"/>
                  </a:lnTo>
                  <a:lnTo>
                    <a:pt x="5928103" y="3111500"/>
                  </a:lnTo>
                  <a:lnTo>
                    <a:pt x="5955833" y="3098800"/>
                  </a:lnTo>
                  <a:close/>
                </a:path>
                <a:path w="6120765" h="4737100">
                  <a:moveTo>
                    <a:pt x="5478061" y="3060700"/>
                  </a:moveTo>
                  <a:lnTo>
                    <a:pt x="5309420" y="3060700"/>
                  </a:lnTo>
                  <a:lnTo>
                    <a:pt x="5223126" y="3086100"/>
                  </a:lnTo>
                  <a:lnTo>
                    <a:pt x="5674854" y="3086100"/>
                  </a:lnTo>
                  <a:lnTo>
                    <a:pt x="5676774" y="3073400"/>
                  </a:lnTo>
                  <a:lnTo>
                    <a:pt x="5517443" y="3073400"/>
                  </a:lnTo>
                  <a:lnTo>
                    <a:pt x="5478061" y="3060700"/>
                  </a:lnTo>
                  <a:close/>
                </a:path>
                <a:path w="6120765" h="4737100">
                  <a:moveTo>
                    <a:pt x="6120679" y="2984500"/>
                  </a:moveTo>
                  <a:lnTo>
                    <a:pt x="5484746" y="2984500"/>
                  </a:lnTo>
                  <a:lnTo>
                    <a:pt x="5527450" y="2997200"/>
                  </a:lnTo>
                  <a:lnTo>
                    <a:pt x="5569704" y="2997200"/>
                  </a:lnTo>
                  <a:lnTo>
                    <a:pt x="5581993" y="3009900"/>
                  </a:lnTo>
                  <a:lnTo>
                    <a:pt x="5591029" y="3022600"/>
                  </a:lnTo>
                  <a:lnTo>
                    <a:pt x="5595967" y="3035300"/>
                  </a:lnTo>
                  <a:lnTo>
                    <a:pt x="5595965" y="3048000"/>
                  </a:lnTo>
                  <a:lnTo>
                    <a:pt x="5590786" y="3060700"/>
                  </a:lnTo>
                  <a:lnTo>
                    <a:pt x="5581614" y="3073400"/>
                  </a:lnTo>
                  <a:lnTo>
                    <a:pt x="5676774" y="3073400"/>
                  </a:lnTo>
                  <a:lnTo>
                    <a:pt x="5679867" y="3060700"/>
                  </a:lnTo>
                  <a:lnTo>
                    <a:pt x="5689140" y="3060700"/>
                  </a:lnTo>
                  <a:lnTo>
                    <a:pt x="5694926" y="3048000"/>
                  </a:lnTo>
                  <a:lnTo>
                    <a:pt x="6120679" y="3048000"/>
                  </a:lnTo>
                  <a:lnTo>
                    <a:pt x="6120679" y="298450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452176" y="1326387"/>
            <a:ext cx="1384935" cy="74485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 marR="5080" indent="128270">
              <a:lnSpc>
                <a:spcPct val="68600"/>
              </a:lnSpc>
              <a:spcBef>
                <a:spcPts val="1155"/>
              </a:spcBef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Ejemplo: Facebook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00886" y="331723"/>
            <a:ext cx="6033135" cy="450342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277495">
              <a:lnSpc>
                <a:spcPts val="1989"/>
              </a:lnSpc>
              <a:spcBef>
                <a:spcPts val="305"/>
              </a:spcBef>
            </a:pPr>
            <a:r>
              <a:rPr sz="1800" b="1" dirty="0">
                <a:latin typeface="Courier New"/>
                <a:cs typeface="Courier New"/>
              </a:rPr>
              <a:t>&lt;graph</a:t>
            </a:r>
            <a:r>
              <a:rPr sz="1800" b="1" spc="-6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id</a:t>
            </a:r>
            <a:r>
              <a:rPr sz="1800" b="1" spc="-6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6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"Grafo</a:t>
            </a:r>
            <a:r>
              <a:rPr sz="1800" b="1" spc="-6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Facebook"</a:t>
            </a:r>
            <a:r>
              <a:rPr sz="1800" b="1" spc="-6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edgedefault</a:t>
            </a:r>
            <a:r>
              <a:rPr sz="1800" b="1" spc="-55" dirty="0">
                <a:latin typeface="Courier New"/>
                <a:cs typeface="Courier New"/>
              </a:rPr>
              <a:t> </a:t>
            </a:r>
            <a:r>
              <a:rPr sz="1800" b="1" spc="-50" dirty="0">
                <a:latin typeface="Courier New"/>
                <a:cs typeface="Courier New"/>
              </a:rPr>
              <a:t>= </a:t>
            </a:r>
            <a:r>
              <a:rPr sz="1800" b="1" spc="-10" dirty="0">
                <a:latin typeface="Courier New"/>
                <a:cs typeface="Courier New"/>
              </a:rPr>
              <a:t>"undirected"&gt;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ts val="1800"/>
              </a:lnSpc>
            </a:pPr>
            <a:r>
              <a:rPr sz="1800" b="1" dirty="0">
                <a:latin typeface="Courier New"/>
                <a:cs typeface="Courier New"/>
              </a:rPr>
              <a:t>&lt;node</a:t>
            </a:r>
            <a:r>
              <a:rPr sz="1800" b="1" spc="-3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id</a:t>
            </a:r>
            <a:r>
              <a:rPr sz="1800" b="1" spc="-3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3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"Luci_a"/&gt;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ts val="1945"/>
              </a:lnSpc>
            </a:pPr>
            <a:r>
              <a:rPr sz="1800" b="1" dirty="0">
                <a:latin typeface="Courier New"/>
                <a:cs typeface="Courier New"/>
              </a:rPr>
              <a:t>&lt;node</a:t>
            </a:r>
            <a:r>
              <a:rPr sz="1800" b="1" spc="-3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id</a:t>
            </a:r>
            <a:r>
              <a:rPr sz="1800" b="1" spc="-3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3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"Alicia_FG"/&gt;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ts val="1895"/>
              </a:lnSpc>
            </a:pPr>
            <a:r>
              <a:rPr sz="1800" b="1" spc="-50" dirty="0">
                <a:latin typeface="Courier New"/>
                <a:cs typeface="Courier New"/>
              </a:rPr>
              <a:t>…</a:t>
            </a:r>
            <a:endParaRPr sz="1800">
              <a:latin typeface="Courier New"/>
              <a:cs typeface="Courier New"/>
            </a:endParaRPr>
          </a:p>
          <a:p>
            <a:pPr marL="422275" marR="823594">
              <a:lnSpc>
                <a:spcPts val="2020"/>
              </a:lnSpc>
              <a:spcBef>
                <a:spcPts val="55"/>
              </a:spcBef>
            </a:pPr>
            <a:r>
              <a:rPr sz="1800" b="1" dirty="0">
                <a:latin typeface="Courier New"/>
                <a:cs typeface="Courier New"/>
              </a:rPr>
              <a:t>&lt;edge</a:t>
            </a:r>
            <a:r>
              <a:rPr sz="1800" b="1" spc="-4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id</a:t>
            </a:r>
            <a:r>
              <a:rPr sz="1800" b="1" spc="-3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3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"1"</a:t>
            </a:r>
            <a:r>
              <a:rPr sz="1800" b="1" spc="-3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source</a:t>
            </a:r>
            <a:r>
              <a:rPr sz="1800" b="1" spc="-3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3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"Alicia_FG" </a:t>
            </a:r>
            <a:r>
              <a:rPr sz="1800" b="1" dirty="0">
                <a:latin typeface="Courier New"/>
                <a:cs typeface="Courier New"/>
              </a:rPr>
              <a:t>target</a:t>
            </a:r>
            <a:r>
              <a:rPr sz="1800" b="1" spc="-4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4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"Luci_a"/&gt;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ts val="1764"/>
              </a:lnSpc>
            </a:pPr>
            <a:r>
              <a:rPr sz="1800" b="1" dirty="0">
                <a:latin typeface="Courier New"/>
                <a:cs typeface="Courier New"/>
              </a:rPr>
              <a:t>&lt;edge</a:t>
            </a:r>
            <a:r>
              <a:rPr sz="1800" b="1" spc="-5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id</a:t>
            </a:r>
            <a:r>
              <a:rPr sz="1800" b="1" spc="-4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4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"2"</a:t>
            </a:r>
            <a:r>
              <a:rPr sz="1800" b="1" spc="-4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source</a:t>
            </a:r>
            <a:r>
              <a:rPr sz="1800" b="1" spc="-4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4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"Luci_a"</a:t>
            </a:r>
            <a:r>
              <a:rPr sz="1800" b="1" spc="-4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target</a:t>
            </a:r>
            <a:r>
              <a:rPr sz="1800" b="1" spc="-40" dirty="0">
                <a:latin typeface="Courier New"/>
                <a:cs typeface="Courier New"/>
              </a:rPr>
              <a:t> </a:t>
            </a:r>
            <a:r>
              <a:rPr sz="1800" b="1" spc="-50" dirty="0">
                <a:latin typeface="Courier New"/>
                <a:cs typeface="Courier New"/>
              </a:rPr>
              <a:t>=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ts val="1945"/>
              </a:lnSpc>
            </a:pPr>
            <a:r>
              <a:rPr sz="1800" b="1" spc="-10" dirty="0">
                <a:latin typeface="Courier New"/>
                <a:cs typeface="Courier New"/>
              </a:rPr>
              <a:t>"Toni_10"/&gt;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ts val="1955"/>
              </a:lnSpc>
            </a:pPr>
            <a:r>
              <a:rPr sz="1800" b="1" dirty="0">
                <a:latin typeface="Courier New"/>
                <a:cs typeface="Courier New"/>
              </a:rPr>
              <a:t>&lt;edge</a:t>
            </a:r>
            <a:r>
              <a:rPr sz="1800" b="1" spc="-4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id</a:t>
            </a:r>
            <a:r>
              <a:rPr sz="1800" b="1" spc="-4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4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"3"</a:t>
            </a:r>
            <a:r>
              <a:rPr sz="1800" b="1" spc="-4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source</a:t>
            </a:r>
            <a:r>
              <a:rPr sz="1800" b="1" spc="-4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4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"Lucia_a"</a:t>
            </a:r>
            <a:r>
              <a:rPr sz="1800" b="1" spc="-4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target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ts val="1955"/>
              </a:lnSpc>
            </a:pP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"Merche!333"/&gt;</a:t>
            </a:r>
            <a:endParaRPr sz="1800">
              <a:latin typeface="Courier New"/>
              <a:cs typeface="Courier New"/>
            </a:endParaRPr>
          </a:p>
          <a:p>
            <a:pPr marL="422275" marR="823594">
              <a:lnSpc>
                <a:spcPts val="1989"/>
              </a:lnSpc>
              <a:spcBef>
                <a:spcPts val="75"/>
              </a:spcBef>
            </a:pPr>
            <a:r>
              <a:rPr sz="1800" b="1" dirty="0">
                <a:latin typeface="Courier New"/>
                <a:cs typeface="Courier New"/>
              </a:rPr>
              <a:t>&lt;edge</a:t>
            </a:r>
            <a:r>
              <a:rPr sz="1800" b="1" spc="-4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id</a:t>
            </a:r>
            <a:r>
              <a:rPr sz="1800" b="1" spc="-3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3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"4"</a:t>
            </a:r>
            <a:r>
              <a:rPr sz="1800" b="1" spc="-3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source</a:t>
            </a:r>
            <a:r>
              <a:rPr sz="1800" b="1" spc="-3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3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"Alicia_FG" </a:t>
            </a:r>
            <a:r>
              <a:rPr sz="1800" b="1" dirty="0">
                <a:latin typeface="Courier New"/>
                <a:cs typeface="Courier New"/>
              </a:rPr>
              <a:t>target</a:t>
            </a:r>
            <a:r>
              <a:rPr sz="1800" b="1" spc="-4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4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"Marcos_91"/&gt;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ts val="1730"/>
              </a:lnSpc>
            </a:pPr>
            <a:r>
              <a:rPr sz="1800" b="1" dirty="0">
                <a:latin typeface="Courier New"/>
                <a:cs typeface="Courier New"/>
              </a:rPr>
              <a:t>&lt;edge</a:t>
            </a:r>
            <a:r>
              <a:rPr sz="1800" b="1" spc="-5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id</a:t>
            </a:r>
            <a:r>
              <a:rPr sz="1800" b="1" spc="-4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4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"5"</a:t>
            </a:r>
            <a:r>
              <a:rPr sz="1800" b="1" spc="-4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source</a:t>
            </a:r>
            <a:r>
              <a:rPr sz="1800" b="1" spc="-4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4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"Toni_10"</a:t>
            </a:r>
            <a:r>
              <a:rPr sz="1800" b="1" spc="-4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target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ts val="1955"/>
              </a:lnSpc>
            </a:pP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"Marcos_91"/&gt;</a:t>
            </a:r>
            <a:endParaRPr sz="1800">
              <a:latin typeface="Courier New"/>
              <a:cs typeface="Courier New"/>
            </a:endParaRPr>
          </a:p>
          <a:p>
            <a:pPr marL="422275" marR="688340">
              <a:lnSpc>
                <a:spcPts val="1900"/>
              </a:lnSpc>
              <a:spcBef>
                <a:spcPts val="204"/>
              </a:spcBef>
            </a:pPr>
            <a:r>
              <a:rPr sz="1800" b="1" dirty="0">
                <a:latin typeface="Courier New"/>
                <a:cs typeface="Courier New"/>
              </a:rPr>
              <a:t>&lt;edge</a:t>
            </a:r>
            <a:r>
              <a:rPr sz="1800" b="1" spc="-3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id</a:t>
            </a:r>
            <a:r>
              <a:rPr sz="1800" b="1" spc="-3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3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"6"</a:t>
            </a:r>
            <a:r>
              <a:rPr sz="1800" b="1" spc="-3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source</a:t>
            </a:r>
            <a:r>
              <a:rPr sz="1800" b="1" spc="-3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3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"Merche!333" </a:t>
            </a:r>
            <a:r>
              <a:rPr sz="1800" b="1" dirty="0">
                <a:latin typeface="Courier New"/>
                <a:cs typeface="Courier New"/>
              </a:rPr>
              <a:t>target</a:t>
            </a:r>
            <a:r>
              <a:rPr sz="1800" b="1" spc="-4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4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"Marcos_91"/&gt;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ts val="1970"/>
              </a:lnSpc>
            </a:pPr>
            <a:r>
              <a:rPr sz="1800" b="1" spc="-10" dirty="0">
                <a:latin typeface="Courier New"/>
                <a:cs typeface="Courier New"/>
              </a:rPr>
              <a:t>&lt;/graph&gt;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GraphML:</a:t>
            </a:r>
          </a:p>
        </p:txBody>
      </p:sp>
      <p:sp>
        <p:nvSpPr>
          <p:cNvPr id="3" name="object 3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580763" y="1326387"/>
            <a:ext cx="1256665" cy="74485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99060" marR="5080" indent="-86995">
              <a:lnSpc>
                <a:spcPct val="68600"/>
              </a:lnSpc>
              <a:spcBef>
                <a:spcPts val="1155"/>
              </a:spcBef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Ejemplo: </a:t>
            </a:r>
            <a:r>
              <a:rPr sz="2800" b="1" spc="-35" dirty="0">
                <a:solidFill>
                  <a:srgbClr val="FF0000"/>
                </a:solidFill>
                <a:latin typeface="Arial Narrow"/>
                <a:cs typeface="Arial Narrow"/>
              </a:rPr>
              <a:t>Youtube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44302" y="192531"/>
            <a:ext cx="2284095" cy="153733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745"/>
              </a:spcBef>
              <a:buChar char="■"/>
              <a:tabLst>
                <a:tab pos="297815" algn="l"/>
              </a:tabLst>
            </a:pPr>
            <a:r>
              <a:rPr sz="2800" spc="275" dirty="0">
                <a:latin typeface="Arial"/>
                <a:cs typeface="Arial"/>
              </a:rPr>
              <a:t>|V|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spc="-254" dirty="0">
                <a:latin typeface="Arial"/>
                <a:cs typeface="Arial"/>
              </a:rPr>
              <a:t>=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6</a:t>
            </a:r>
            <a:endParaRPr sz="28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650"/>
              </a:spcBef>
              <a:buChar char="■"/>
              <a:tabLst>
                <a:tab pos="297815" algn="l"/>
                <a:tab pos="960119" algn="l"/>
              </a:tabLst>
            </a:pPr>
            <a:r>
              <a:rPr sz="2800" spc="175" dirty="0">
                <a:latin typeface="Arial"/>
                <a:cs typeface="Arial"/>
              </a:rPr>
              <a:t>|E|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254" dirty="0">
                <a:latin typeface="Arial"/>
                <a:cs typeface="Arial"/>
              </a:rPr>
              <a:t>=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9</a:t>
            </a:r>
            <a:endParaRPr sz="28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530"/>
              </a:spcBef>
              <a:buChar char="■"/>
              <a:tabLst>
                <a:tab pos="297815" algn="l"/>
              </a:tabLst>
            </a:pPr>
            <a:r>
              <a:rPr sz="2800" spc="-165" dirty="0">
                <a:latin typeface="Arial"/>
                <a:cs typeface="Arial"/>
              </a:rPr>
              <a:t>Grafo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dirigido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3887" y="2067693"/>
            <a:ext cx="4392488" cy="288032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498612" y="4680203"/>
            <a:ext cx="1697989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5" dirty="0">
                <a:latin typeface="Arial"/>
                <a:cs typeface="Arial"/>
              </a:rPr>
              <a:t>Naturaleza_Viva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69760" y="4030979"/>
            <a:ext cx="71564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spc="-150" dirty="0">
                <a:latin typeface="Arial"/>
                <a:cs typeface="Arial"/>
              </a:rPr>
              <a:t>Cocina </a:t>
            </a:r>
            <a:r>
              <a:rPr sz="2000" spc="-185" dirty="0">
                <a:latin typeface="Arial"/>
                <a:cs typeface="Arial"/>
              </a:rPr>
              <a:t>Casera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15696" y="2001011"/>
            <a:ext cx="5003800" cy="1315085"/>
          </a:xfrm>
          <a:prstGeom prst="rect">
            <a:avLst/>
          </a:prstGeom>
        </p:spPr>
        <p:txBody>
          <a:bodyPr vert="horz" wrap="square" lIns="0" tIns="107315" rIns="0" bIns="0" rtlCol="0">
            <a:spAutoFit/>
          </a:bodyPr>
          <a:lstStyle/>
          <a:p>
            <a:pPr marL="601345" algn="ctr">
              <a:lnSpc>
                <a:spcPct val="100000"/>
              </a:lnSpc>
              <a:spcBef>
                <a:spcPts val="845"/>
              </a:spcBef>
            </a:pPr>
            <a:r>
              <a:rPr sz="2000" spc="-10" dirty="0">
                <a:latin typeface="Arial"/>
                <a:cs typeface="Arial"/>
              </a:rPr>
              <a:t>Fitness</a:t>
            </a:r>
            <a:endParaRPr sz="2000">
              <a:latin typeface="Arial"/>
              <a:cs typeface="Arial"/>
            </a:endParaRPr>
          </a:p>
          <a:p>
            <a:pPr marR="3660775" algn="ctr">
              <a:lnSpc>
                <a:spcPct val="100000"/>
              </a:lnSpc>
              <a:spcBef>
                <a:spcPts val="740"/>
              </a:spcBef>
            </a:pPr>
            <a:r>
              <a:rPr sz="2000" spc="-114" dirty="0">
                <a:latin typeface="Arial"/>
                <a:cs typeface="Arial"/>
              </a:rPr>
              <a:t>VideoGames</a:t>
            </a:r>
            <a:endParaRPr sz="20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1465"/>
              </a:spcBef>
            </a:pPr>
            <a:r>
              <a:rPr sz="2000" spc="-10" dirty="0">
                <a:latin typeface="Arial"/>
                <a:cs typeface="Arial"/>
              </a:rPr>
              <a:t>Bricoymas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040469" y="3988308"/>
            <a:ext cx="60452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10" dirty="0">
                <a:latin typeface="Arial"/>
                <a:cs typeface="Arial"/>
              </a:rPr>
              <a:t>Rubik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GraphML: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978090" y="273999"/>
            <a:ext cx="6166485" cy="4869815"/>
            <a:chOff x="2978090" y="273999"/>
            <a:chExt cx="6166485" cy="4869815"/>
          </a:xfrm>
        </p:grpSpPr>
        <p:sp>
          <p:nvSpPr>
            <p:cNvPr id="4" name="object 4"/>
            <p:cNvSpPr/>
            <p:nvPr/>
          </p:nvSpPr>
          <p:spPr>
            <a:xfrm>
              <a:off x="8254885" y="3943583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978090" y="273999"/>
              <a:ext cx="6120765" cy="4737100"/>
            </a:xfrm>
            <a:custGeom>
              <a:avLst/>
              <a:gdLst/>
              <a:ahLst/>
              <a:cxnLst/>
              <a:rect l="l" t="t" r="r" b="b"/>
              <a:pathLst>
                <a:path w="6120765" h="4737100">
                  <a:moveTo>
                    <a:pt x="6120679" y="0"/>
                  </a:moveTo>
                  <a:lnTo>
                    <a:pt x="0" y="0"/>
                  </a:lnTo>
                  <a:lnTo>
                    <a:pt x="0" y="4737100"/>
                  </a:lnTo>
                  <a:lnTo>
                    <a:pt x="4741604" y="4737100"/>
                  </a:lnTo>
                  <a:lnTo>
                    <a:pt x="4723909" y="4711700"/>
                  </a:lnTo>
                  <a:lnTo>
                    <a:pt x="4710954" y="4673600"/>
                  </a:lnTo>
                  <a:lnTo>
                    <a:pt x="4702995" y="4648200"/>
                  </a:lnTo>
                  <a:lnTo>
                    <a:pt x="4700285" y="4622800"/>
                  </a:lnTo>
                  <a:lnTo>
                    <a:pt x="4701816" y="4597400"/>
                  </a:lnTo>
                  <a:lnTo>
                    <a:pt x="4706339" y="4572000"/>
                  </a:lnTo>
                  <a:lnTo>
                    <a:pt x="4713744" y="4546600"/>
                  </a:lnTo>
                  <a:lnTo>
                    <a:pt x="4723923" y="4533900"/>
                  </a:lnTo>
                  <a:lnTo>
                    <a:pt x="4697329" y="4495800"/>
                  </a:lnTo>
                  <a:lnTo>
                    <a:pt x="4672677" y="4457700"/>
                  </a:lnTo>
                  <a:lnTo>
                    <a:pt x="4650000" y="4406900"/>
                  </a:lnTo>
                  <a:lnTo>
                    <a:pt x="4629331" y="4368800"/>
                  </a:lnTo>
                  <a:lnTo>
                    <a:pt x="4610701" y="4318000"/>
                  </a:lnTo>
                  <a:lnTo>
                    <a:pt x="4594142" y="4279900"/>
                  </a:lnTo>
                  <a:lnTo>
                    <a:pt x="4579687" y="4229100"/>
                  </a:lnTo>
                  <a:lnTo>
                    <a:pt x="4567368" y="4178300"/>
                  </a:lnTo>
                  <a:lnTo>
                    <a:pt x="4557216" y="4140200"/>
                  </a:lnTo>
                  <a:lnTo>
                    <a:pt x="4549265" y="4089400"/>
                  </a:lnTo>
                  <a:lnTo>
                    <a:pt x="4543545" y="4038600"/>
                  </a:lnTo>
                  <a:lnTo>
                    <a:pt x="4540090" y="3987800"/>
                  </a:lnTo>
                  <a:lnTo>
                    <a:pt x="4538931" y="3937000"/>
                  </a:lnTo>
                  <a:lnTo>
                    <a:pt x="4540119" y="3886200"/>
                  </a:lnTo>
                  <a:lnTo>
                    <a:pt x="4543661" y="3835400"/>
                  </a:lnTo>
                  <a:lnTo>
                    <a:pt x="4549530" y="3784600"/>
                  </a:lnTo>
                  <a:lnTo>
                    <a:pt x="4557695" y="3733800"/>
                  </a:lnTo>
                  <a:lnTo>
                    <a:pt x="4568128" y="3695700"/>
                  </a:lnTo>
                  <a:lnTo>
                    <a:pt x="4580798" y="3644900"/>
                  </a:lnTo>
                  <a:lnTo>
                    <a:pt x="4595678" y="3594100"/>
                  </a:lnTo>
                  <a:lnTo>
                    <a:pt x="4612737" y="3556000"/>
                  </a:lnTo>
                  <a:lnTo>
                    <a:pt x="4631946" y="3505200"/>
                  </a:lnTo>
                  <a:lnTo>
                    <a:pt x="4653276" y="3467100"/>
                  </a:lnTo>
                  <a:lnTo>
                    <a:pt x="4676698" y="3416300"/>
                  </a:lnTo>
                  <a:lnTo>
                    <a:pt x="4702182" y="3378200"/>
                  </a:lnTo>
                  <a:lnTo>
                    <a:pt x="4729699" y="3340100"/>
                  </a:lnTo>
                  <a:lnTo>
                    <a:pt x="4759220" y="3302000"/>
                  </a:lnTo>
                  <a:lnTo>
                    <a:pt x="4790715" y="3263900"/>
                  </a:lnTo>
                  <a:lnTo>
                    <a:pt x="4826312" y="3225800"/>
                  </a:lnTo>
                  <a:lnTo>
                    <a:pt x="4863460" y="3187700"/>
                  </a:lnTo>
                  <a:lnTo>
                    <a:pt x="4902073" y="3162300"/>
                  </a:lnTo>
                  <a:lnTo>
                    <a:pt x="4942063" y="3124200"/>
                  </a:lnTo>
                  <a:lnTo>
                    <a:pt x="4983343" y="3098800"/>
                  </a:lnTo>
                  <a:lnTo>
                    <a:pt x="5025827" y="3073400"/>
                  </a:lnTo>
                  <a:lnTo>
                    <a:pt x="5069427" y="3060700"/>
                  </a:lnTo>
                  <a:lnTo>
                    <a:pt x="5114056" y="3035300"/>
                  </a:lnTo>
                  <a:lnTo>
                    <a:pt x="5301128" y="2984500"/>
                  </a:lnTo>
                  <a:lnTo>
                    <a:pt x="6120679" y="2984500"/>
                  </a:lnTo>
                  <a:lnTo>
                    <a:pt x="6120679" y="0"/>
                  </a:lnTo>
                  <a:close/>
                </a:path>
                <a:path w="6120765" h="4737100">
                  <a:moveTo>
                    <a:pt x="4994868" y="4457700"/>
                  </a:moveTo>
                  <a:lnTo>
                    <a:pt x="4841321" y="4457700"/>
                  </a:lnTo>
                  <a:lnTo>
                    <a:pt x="4869051" y="4470400"/>
                  </a:lnTo>
                  <a:lnTo>
                    <a:pt x="4895323" y="4470400"/>
                  </a:lnTo>
                  <a:lnTo>
                    <a:pt x="4919527" y="4483100"/>
                  </a:lnTo>
                  <a:lnTo>
                    <a:pt x="4958744" y="4533900"/>
                  </a:lnTo>
                  <a:lnTo>
                    <a:pt x="4979649" y="4584700"/>
                  </a:lnTo>
                  <a:lnTo>
                    <a:pt x="4982357" y="4622800"/>
                  </a:lnTo>
                  <a:lnTo>
                    <a:pt x="4979649" y="4648200"/>
                  </a:lnTo>
                  <a:lnTo>
                    <a:pt x="4971694" y="4673600"/>
                  </a:lnTo>
                  <a:lnTo>
                    <a:pt x="4958744" y="4711700"/>
                  </a:lnTo>
                  <a:lnTo>
                    <a:pt x="4941051" y="4737100"/>
                  </a:lnTo>
                  <a:lnTo>
                    <a:pt x="5721493" y="4737100"/>
                  </a:lnTo>
                  <a:lnTo>
                    <a:pt x="5841359" y="4673600"/>
                  </a:lnTo>
                  <a:lnTo>
                    <a:pt x="5882547" y="4635500"/>
                  </a:lnTo>
                  <a:lnTo>
                    <a:pt x="5895597" y="4622800"/>
                  </a:lnTo>
                  <a:lnTo>
                    <a:pt x="5280521" y="4622800"/>
                  </a:lnTo>
                  <a:lnTo>
                    <a:pt x="5269846" y="4610100"/>
                  </a:lnTo>
                  <a:lnTo>
                    <a:pt x="5262647" y="4597400"/>
                  </a:lnTo>
                  <a:lnTo>
                    <a:pt x="5260007" y="4584700"/>
                  </a:lnTo>
                  <a:lnTo>
                    <a:pt x="5260007" y="4508500"/>
                  </a:lnTo>
                  <a:lnTo>
                    <a:pt x="5040532" y="4508500"/>
                  </a:lnTo>
                  <a:lnTo>
                    <a:pt x="4994868" y="4457700"/>
                  </a:lnTo>
                  <a:close/>
                </a:path>
                <a:path w="6120765" h="4737100">
                  <a:moveTo>
                    <a:pt x="6120679" y="4457700"/>
                  </a:moveTo>
                  <a:lnTo>
                    <a:pt x="6089967" y="4508500"/>
                  </a:lnTo>
                  <a:lnTo>
                    <a:pt x="6063874" y="4546600"/>
                  </a:lnTo>
                  <a:lnTo>
                    <a:pt x="6036023" y="4584700"/>
                  </a:lnTo>
                  <a:lnTo>
                    <a:pt x="6006439" y="4610100"/>
                  </a:lnTo>
                  <a:lnTo>
                    <a:pt x="5975378" y="4648200"/>
                  </a:lnTo>
                  <a:lnTo>
                    <a:pt x="5943121" y="4686300"/>
                  </a:lnTo>
                  <a:lnTo>
                    <a:pt x="5909726" y="4711700"/>
                  </a:lnTo>
                  <a:lnTo>
                    <a:pt x="5875252" y="4737100"/>
                  </a:lnTo>
                  <a:lnTo>
                    <a:pt x="6120679" y="4737100"/>
                  </a:lnTo>
                  <a:lnTo>
                    <a:pt x="6120679" y="4457700"/>
                  </a:lnTo>
                  <a:close/>
                </a:path>
                <a:path w="6120765" h="4737100">
                  <a:moveTo>
                    <a:pt x="4882279" y="4546600"/>
                  </a:moveTo>
                  <a:lnTo>
                    <a:pt x="4800358" y="4546600"/>
                  </a:lnTo>
                  <a:lnTo>
                    <a:pt x="4789088" y="4559300"/>
                  </a:lnTo>
                  <a:lnTo>
                    <a:pt x="4779819" y="4572000"/>
                  </a:lnTo>
                  <a:lnTo>
                    <a:pt x="4773033" y="4584700"/>
                  </a:lnTo>
                  <a:lnTo>
                    <a:pt x="4768864" y="4597400"/>
                  </a:lnTo>
                  <a:lnTo>
                    <a:pt x="4767445" y="4622800"/>
                  </a:lnTo>
                  <a:lnTo>
                    <a:pt x="4768864" y="4635500"/>
                  </a:lnTo>
                  <a:lnTo>
                    <a:pt x="4789088" y="4673600"/>
                  </a:lnTo>
                  <a:lnTo>
                    <a:pt x="4813040" y="4699000"/>
                  </a:lnTo>
                  <a:lnTo>
                    <a:pt x="4869606" y="4699000"/>
                  </a:lnTo>
                  <a:lnTo>
                    <a:pt x="4902823" y="4660900"/>
                  </a:lnTo>
                  <a:lnTo>
                    <a:pt x="4915197" y="4622800"/>
                  </a:lnTo>
                  <a:lnTo>
                    <a:pt x="4913778" y="4597400"/>
                  </a:lnTo>
                  <a:lnTo>
                    <a:pt x="4909609" y="4584700"/>
                  </a:lnTo>
                  <a:lnTo>
                    <a:pt x="4902823" y="4572000"/>
                  </a:lnTo>
                  <a:lnTo>
                    <a:pt x="4893553" y="4559300"/>
                  </a:lnTo>
                  <a:lnTo>
                    <a:pt x="4882279" y="4546600"/>
                  </a:lnTo>
                  <a:close/>
                </a:path>
                <a:path w="6120765" h="4737100">
                  <a:moveTo>
                    <a:pt x="5663163" y="4457700"/>
                  </a:moveTo>
                  <a:lnTo>
                    <a:pt x="5632946" y="4470400"/>
                  </a:lnTo>
                  <a:lnTo>
                    <a:pt x="5601831" y="4483100"/>
                  </a:lnTo>
                  <a:lnTo>
                    <a:pt x="5537133" y="4508500"/>
                  </a:lnTo>
                  <a:lnTo>
                    <a:pt x="5537133" y="4584700"/>
                  </a:lnTo>
                  <a:lnTo>
                    <a:pt x="5534495" y="4597400"/>
                  </a:lnTo>
                  <a:lnTo>
                    <a:pt x="5527299" y="4610100"/>
                  </a:lnTo>
                  <a:lnTo>
                    <a:pt x="5516625" y="4622800"/>
                  </a:lnTo>
                  <a:lnTo>
                    <a:pt x="5895597" y="4622800"/>
                  </a:lnTo>
                  <a:lnTo>
                    <a:pt x="5921697" y="4597400"/>
                  </a:lnTo>
                  <a:lnTo>
                    <a:pt x="5958689" y="4559300"/>
                  </a:lnTo>
                  <a:lnTo>
                    <a:pt x="5993406" y="4521200"/>
                  </a:lnTo>
                  <a:lnTo>
                    <a:pt x="6004180" y="4508500"/>
                  </a:lnTo>
                  <a:lnTo>
                    <a:pt x="5709126" y="4508500"/>
                  </a:lnTo>
                  <a:lnTo>
                    <a:pt x="5663163" y="4457700"/>
                  </a:lnTo>
                  <a:close/>
                </a:path>
                <a:path w="6120765" h="4737100">
                  <a:moveTo>
                    <a:pt x="4855842" y="4533900"/>
                  </a:moveTo>
                  <a:lnTo>
                    <a:pt x="4826797" y="4533900"/>
                  </a:lnTo>
                  <a:lnTo>
                    <a:pt x="4813035" y="4546600"/>
                  </a:lnTo>
                  <a:lnTo>
                    <a:pt x="4869602" y="4546600"/>
                  </a:lnTo>
                  <a:lnTo>
                    <a:pt x="4855842" y="4533900"/>
                  </a:lnTo>
                  <a:close/>
                </a:path>
                <a:path w="6120765" h="4737100">
                  <a:moveTo>
                    <a:pt x="5485822" y="4445000"/>
                  </a:moveTo>
                  <a:lnTo>
                    <a:pt x="5311313" y="4445000"/>
                  </a:lnTo>
                  <a:lnTo>
                    <a:pt x="5319706" y="4457700"/>
                  </a:lnTo>
                  <a:lnTo>
                    <a:pt x="5325199" y="4470400"/>
                  </a:lnTo>
                  <a:lnTo>
                    <a:pt x="5327168" y="4483100"/>
                  </a:lnTo>
                  <a:lnTo>
                    <a:pt x="5327168" y="4546600"/>
                  </a:lnTo>
                  <a:lnTo>
                    <a:pt x="5469973" y="4546600"/>
                  </a:lnTo>
                  <a:lnTo>
                    <a:pt x="5469973" y="4483100"/>
                  </a:lnTo>
                  <a:lnTo>
                    <a:pt x="5471941" y="4470400"/>
                  </a:lnTo>
                  <a:lnTo>
                    <a:pt x="5477431" y="4457700"/>
                  </a:lnTo>
                  <a:lnTo>
                    <a:pt x="5485822" y="4445000"/>
                  </a:lnTo>
                  <a:close/>
                </a:path>
                <a:path w="6120765" h="4737100">
                  <a:moveTo>
                    <a:pt x="5133978" y="4457700"/>
                  </a:moveTo>
                  <a:lnTo>
                    <a:pt x="5088028" y="4508500"/>
                  </a:lnTo>
                  <a:lnTo>
                    <a:pt x="5260007" y="4508500"/>
                  </a:lnTo>
                  <a:lnTo>
                    <a:pt x="5195320" y="4483100"/>
                  </a:lnTo>
                  <a:lnTo>
                    <a:pt x="5164203" y="4470400"/>
                  </a:lnTo>
                  <a:lnTo>
                    <a:pt x="5133978" y="4457700"/>
                  </a:lnTo>
                  <a:close/>
                </a:path>
                <a:path w="6120765" h="4737100">
                  <a:moveTo>
                    <a:pt x="5856103" y="3365500"/>
                  </a:moveTo>
                  <a:lnTo>
                    <a:pt x="5745140" y="3365500"/>
                  </a:lnTo>
                  <a:lnTo>
                    <a:pt x="5756243" y="3378200"/>
                  </a:lnTo>
                  <a:lnTo>
                    <a:pt x="5904768" y="3543300"/>
                  </a:lnTo>
                  <a:lnTo>
                    <a:pt x="5908962" y="3543300"/>
                  </a:lnTo>
                  <a:lnTo>
                    <a:pt x="5912050" y="3556000"/>
                  </a:lnTo>
                  <a:lnTo>
                    <a:pt x="5913960" y="3556000"/>
                  </a:lnTo>
                  <a:lnTo>
                    <a:pt x="5914619" y="3568700"/>
                  </a:lnTo>
                  <a:lnTo>
                    <a:pt x="5913968" y="3581400"/>
                  </a:lnTo>
                  <a:lnTo>
                    <a:pt x="5912061" y="3581400"/>
                  </a:lnTo>
                  <a:lnTo>
                    <a:pt x="5908975" y="3594100"/>
                  </a:lnTo>
                  <a:lnTo>
                    <a:pt x="5904782" y="3594100"/>
                  </a:lnTo>
                  <a:lnTo>
                    <a:pt x="5859120" y="3644900"/>
                  </a:lnTo>
                  <a:lnTo>
                    <a:pt x="5875248" y="3683000"/>
                  </a:lnTo>
                  <a:lnTo>
                    <a:pt x="5889342" y="3708400"/>
                  </a:lnTo>
                  <a:lnTo>
                    <a:pt x="5901380" y="3746500"/>
                  </a:lnTo>
                  <a:lnTo>
                    <a:pt x="5911340" y="3784600"/>
                  </a:lnTo>
                  <a:lnTo>
                    <a:pt x="5989277" y="3784600"/>
                  </a:lnTo>
                  <a:lnTo>
                    <a:pt x="5999950" y="3797300"/>
                  </a:lnTo>
                  <a:lnTo>
                    <a:pt x="6007146" y="3810000"/>
                  </a:lnTo>
                  <a:lnTo>
                    <a:pt x="6009784" y="3822700"/>
                  </a:lnTo>
                  <a:lnTo>
                    <a:pt x="6009784" y="4051300"/>
                  </a:lnTo>
                  <a:lnTo>
                    <a:pt x="6007146" y="4076700"/>
                  </a:lnTo>
                  <a:lnTo>
                    <a:pt x="5999950" y="4076700"/>
                  </a:lnTo>
                  <a:lnTo>
                    <a:pt x="5989277" y="4089400"/>
                  </a:lnTo>
                  <a:lnTo>
                    <a:pt x="5911353" y="4089400"/>
                  </a:lnTo>
                  <a:lnTo>
                    <a:pt x="5901392" y="4127500"/>
                  </a:lnTo>
                  <a:lnTo>
                    <a:pt x="5889349" y="4165600"/>
                  </a:lnTo>
                  <a:lnTo>
                    <a:pt x="5875250" y="4203700"/>
                  </a:lnTo>
                  <a:lnTo>
                    <a:pt x="5859120" y="4229100"/>
                  </a:lnTo>
                  <a:lnTo>
                    <a:pt x="5905030" y="4279900"/>
                  </a:lnTo>
                  <a:lnTo>
                    <a:pt x="5912401" y="4292600"/>
                  </a:lnTo>
                  <a:lnTo>
                    <a:pt x="5914858" y="4305300"/>
                  </a:lnTo>
                  <a:lnTo>
                    <a:pt x="5912401" y="4330700"/>
                  </a:lnTo>
                  <a:lnTo>
                    <a:pt x="5905030" y="4343400"/>
                  </a:lnTo>
                  <a:lnTo>
                    <a:pt x="5756622" y="4508500"/>
                  </a:lnTo>
                  <a:lnTo>
                    <a:pt x="6004180" y="4508500"/>
                  </a:lnTo>
                  <a:lnTo>
                    <a:pt x="6025728" y="4483100"/>
                  </a:lnTo>
                  <a:lnTo>
                    <a:pt x="6055536" y="4432300"/>
                  </a:lnTo>
                  <a:lnTo>
                    <a:pt x="6120679" y="4305300"/>
                  </a:lnTo>
                  <a:lnTo>
                    <a:pt x="6120679" y="3581400"/>
                  </a:lnTo>
                  <a:lnTo>
                    <a:pt x="6095362" y="3517900"/>
                  </a:lnTo>
                  <a:lnTo>
                    <a:pt x="6079183" y="3492500"/>
                  </a:lnTo>
                  <a:lnTo>
                    <a:pt x="6061814" y="3454400"/>
                  </a:lnTo>
                  <a:lnTo>
                    <a:pt x="6043272" y="3429000"/>
                  </a:lnTo>
                  <a:lnTo>
                    <a:pt x="6033421" y="3416300"/>
                  </a:lnTo>
                  <a:lnTo>
                    <a:pt x="5928103" y="3416300"/>
                  </a:lnTo>
                  <a:lnTo>
                    <a:pt x="5901831" y="3403600"/>
                  </a:lnTo>
                  <a:lnTo>
                    <a:pt x="5877627" y="3390900"/>
                  </a:lnTo>
                  <a:lnTo>
                    <a:pt x="5856103" y="3365500"/>
                  </a:lnTo>
                  <a:close/>
                </a:path>
                <a:path w="6120765" h="4737100">
                  <a:moveTo>
                    <a:pt x="5674194" y="3086100"/>
                  </a:moveTo>
                  <a:lnTo>
                    <a:pt x="5181222" y="3086100"/>
                  </a:lnTo>
                  <a:lnTo>
                    <a:pt x="5140236" y="3111500"/>
                  </a:lnTo>
                  <a:lnTo>
                    <a:pt x="5061290" y="3136900"/>
                  </a:lnTo>
                  <a:lnTo>
                    <a:pt x="5023464" y="3162300"/>
                  </a:lnTo>
                  <a:lnTo>
                    <a:pt x="4986826" y="3187700"/>
                  </a:lnTo>
                  <a:lnTo>
                    <a:pt x="4951444" y="3213100"/>
                  </a:lnTo>
                  <a:lnTo>
                    <a:pt x="4917384" y="3238500"/>
                  </a:lnTo>
                  <a:lnTo>
                    <a:pt x="4884715" y="3263900"/>
                  </a:lnTo>
                  <a:lnTo>
                    <a:pt x="4853503" y="3302000"/>
                  </a:lnTo>
                  <a:lnTo>
                    <a:pt x="4823817" y="3327400"/>
                  </a:lnTo>
                  <a:lnTo>
                    <a:pt x="4795723" y="3365500"/>
                  </a:lnTo>
                  <a:lnTo>
                    <a:pt x="4769289" y="3403600"/>
                  </a:lnTo>
                  <a:lnTo>
                    <a:pt x="4744582" y="3441700"/>
                  </a:lnTo>
                  <a:lnTo>
                    <a:pt x="4721670" y="3479800"/>
                  </a:lnTo>
                  <a:lnTo>
                    <a:pt x="4700620" y="3517900"/>
                  </a:lnTo>
                  <a:lnTo>
                    <a:pt x="4681500" y="3568700"/>
                  </a:lnTo>
                  <a:lnTo>
                    <a:pt x="4664376" y="3606800"/>
                  </a:lnTo>
                  <a:lnTo>
                    <a:pt x="4649317" y="3657600"/>
                  </a:lnTo>
                  <a:lnTo>
                    <a:pt x="4636390" y="3695700"/>
                  </a:lnTo>
                  <a:lnTo>
                    <a:pt x="4625663" y="3746500"/>
                  </a:lnTo>
                  <a:lnTo>
                    <a:pt x="4617201" y="3797300"/>
                  </a:lnTo>
                  <a:lnTo>
                    <a:pt x="4611074" y="3835400"/>
                  </a:lnTo>
                  <a:lnTo>
                    <a:pt x="4607348" y="3886200"/>
                  </a:lnTo>
                  <a:lnTo>
                    <a:pt x="4606091" y="3937000"/>
                  </a:lnTo>
                  <a:lnTo>
                    <a:pt x="4607322" y="3987800"/>
                  </a:lnTo>
                  <a:lnTo>
                    <a:pt x="4610989" y="4038600"/>
                  </a:lnTo>
                  <a:lnTo>
                    <a:pt x="4617055" y="4089400"/>
                  </a:lnTo>
                  <a:lnTo>
                    <a:pt x="4625485" y="4127500"/>
                  </a:lnTo>
                  <a:lnTo>
                    <a:pt x="4636241" y="4178300"/>
                  </a:lnTo>
                  <a:lnTo>
                    <a:pt x="4649286" y="4229100"/>
                  </a:lnTo>
                  <a:lnTo>
                    <a:pt x="4664584" y="4267200"/>
                  </a:lnTo>
                  <a:lnTo>
                    <a:pt x="4682099" y="4318000"/>
                  </a:lnTo>
                  <a:lnTo>
                    <a:pt x="4701793" y="4356100"/>
                  </a:lnTo>
                  <a:lnTo>
                    <a:pt x="4723629" y="4406900"/>
                  </a:lnTo>
                  <a:lnTo>
                    <a:pt x="4747572" y="4445000"/>
                  </a:lnTo>
                  <a:lnTo>
                    <a:pt x="4773584" y="4483100"/>
                  </a:lnTo>
                  <a:lnTo>
                    <a:pt x="4789443" y="4470400"/>
                  </a:lnTo>
                  <a:lnTo>
                    <a:pt x="4823469" y="4470400"/>
                  </a:lnTo>
                  <a:lnTo>
                    <a:pt x="4841321" y="4457700"/>
                  </a:lnTo>
                  <a:lnTo>
                    <a:pt x="4994868" y="4457700"/>
                  </a:lnTo>
                  <a:lnTo>
                    <a:pt x="4892123" y="4343400"/>
                  </a:lnTo>
                  <a:lnTo>
                    <a:pt x="4884747" y="4330700"/>
                  </a:lnTo>
                  <a:lnTo>
                    <a:pt x="4882291" y="4305300"/>
                  </a:lnTo>
                  <a:lnTo>
                    <a:pt x="4884751" y="4292600"/>
                  </a:lnTo>
                  <a:lnTo>
                    <a:pt x="4892123" y="4279900"/>
                  </a:lnTo>
                  <a:lnTo>
                    <a:pt x="4938034" y="4229100"/>
                  </a:lnTo>
                  <a:lnTo>
                    <a:pt x="4921904" y="4203700"/>
                  </a:lnTo>
                  <a:lnTo>
                    <a:pt x="4907806" y="4165600"/>
                  </a:lnTo>
                  <a:lnTo>
                    <a:pt x="4895763" y="4127500"/>
                  </a:lnTo>
                  <a:lnTo>
                    <a:pt x="4885801" y="4089400"/>
                  </a:lnTo>
                  <a:lnTo>
                    <a:pt x="4802309" y="4089400"/>
                  </a:lnTo>
                  <a:lnTo>
                    <a:pt x="4797195" y="4076700"/>
                  </a:lnTo>
                  <a:lnTo>
                    <a:pt x="4789916" y="4076700"/>
                  </a:lnTo>
                  <a:lnTo>
                    <a:pt x="4788014" y="4064000"/>
                  </a:lnTo>
                  <a:lnTo>
                    <a:pt x="4787370" y="4051300"/>
                  </a:lnTo>
                  <a:lnTo>
                    <a:pt x="4787488" y="3822700"/>
                  </a:lnTo>
                  <a:lnTo>
                    <a:pt x="4790127" y="3810000"/>
                  </a:lnTo>
                  <a:lnTo>
                    <a:pt x="4797322" y="3797300"/>
                  </a:lnTo>
                  <a:lnTo>
                    <a:pt x="4807996" y="3784600"/>
                  </a:lnTo>
                  <a:lnTo>
                    <a:pt x="4885801" y="3784600"/>
                  </a:lnTo>
                  <a:lnTo>
                    <a:pt x="4895763" y="3746500"/>
                  </a:lnTo>
                  <a:lnTo>
                    <a:pt x="4907806" y="3708400"/>
                  </a:lnTo>
                  <a:lnTo>
                    <a:pt x="4921904" y="3683000"/>
                  </a:lnTo>
                  <a:lnTo>
                    <a:pt x="4938034" y="3644900"/>
                  </a:lnTo>
                  <a:lnTo>
                    <a:pt x="4892372" y="3594100"/>
                  </a:lnTo>
                  <a:lnTo>
                    <a:pt x="4888179" y="3594100"/>
                  </a:lnTo>
                  <a:lnTo>
                    <a:pt x="4885093" y="3581400"/>
                  </a:lnTo>
                  <a:lnTo>
                    <a:pt x="4883187" y="3581400"/>
                  </a:lnTo>
                  <a:lnTo>
                    <a:pt x="4882535" y="3568700"/>
                  </a:lnTo>
                  <a:lnTo>
                    <a:pt x="4883187" y="3556000"/>
                  </a:lnTo>
                  <a:lnTo>
                    <a:pt x="4885095" y="3556000"/>
                  </a:lnTo>
                  <a:lnTo>
                    <a:pt x="4888185" y="3543300"/>
                  </a:lnTo>
                  <a:lnTo>
                    <a:pt x="4892386" y="3543300"/>
                  </a:lnTo>
                  <a:lnTo>
                    <a:pt x="5040899" y="3378200"/>
                  </a:lnTo>
                  <a:lnTo>
                    <a:pt x="5052009" y="3365500"/>
                  </a:lnTo>
                  <a:lnTo>
                    <a:pt x="5260007" y="3365500"/>
                  </a:lnTo>
                  <a:lnTo>
                    <a:pt x="5260007" y="3302000"/>
                  </a:lnTo>
                  <a:lnTo>
                    <a:pt x="5262647" y="3289300"/>
                  </a:lnTo>
                  <a:lnTo>
                    <a:pt x="5269846" y="3276600"/>
                  </a:lnTo>
                  <a:lnTo>
                    <a:pt x="5280521" y="3263900"/>
                  </a:lnTo>
                  <a:lnTo>
                    <a:pt x="5814797" y="3263900"/>
                  </a:lnTo>
                  <a:lnTo>
                    <a:pt x="5817505" y="3225800"/>
                  </a:lnTo>
                  <a:lnTo>
                    <a:pt x="5825460" y="3200400"/>
                  </a:lnTo>
                  <a:lnTo>
                    <a:pt x="5838410" y="3175000"/>
                  </a:lnTo>
                  <a:lnTo>
                    <a:pt x="5856103" y="3149600"/>
                  </a:lnTo>
                  <a:lnTo>
                    <a:pt x="5877627" y="3124200"/>
                  </a:lnTo>
                  <a:lnTo>
                    <a:pt x="5689140" y="3124200"/>
                  </a:lnTo>
                  <a:lnTo>
                    <a:pt x="5684046" y="3111500"/>
                  </a:lnTo>
                  <a:lnTo>
                    <a:pt x="5679867" y="3111500"/>
                  </a:lnTo>
                  <a:lnTo>
                    <a:pt x="5676774" y="3098800"/>
                  </a:lnTo>
                  <a:lnTo>
                    <a:pt x="5674854" y="3098800"/>
                  </a:lnTo>
                  <a:lnTo>
                    <a:pt x="5674194" y="3086100"/>
                  </a:lnTo>
                  <a:close/>
                </a:path>
                <a:path w="6120765" h="4737100">
                  <a:moveTo>
                    <a:pt x="5649995" y="4368800"/>
                  </a:moveTo>
                  <a:lnTo>
                    <a:pt x="5147147" y="4368800"/>
                  </a:lnTo>
                  <a:lnTo>
                    <a:pt x="5183311" y="4394200"/>
                  </a:lnTo>
                  <a:lnTo>
                    <a:pt x="5221038" y="4419600"/>
                  </a:lnTo>
                  <a:lnTo>
                    <a:pt x="5260194" y="4432300"/>
                  </a:lnTo>
                  <a:lnTo>
                    <a:pt x="5300645" y="4445000"/>
                  </a:lnTo>
                  <a:lnTo>
                    <a:pt x="5496496" y="4445000"/>
                  </a:lnTo>
                  <a:lnTo>
                    <a:pt x="5536947" y="4432300"/>
                  </a:lnTo>
                  <a:lnTo>
                    <a:pt x="5576103" y="4419600"/>
                  </a:lnTo>
                  <a:lnTo>
                    <a:pt x="5613830" y="4394200"/>
                  </a:lnTo>
                  <a:lnTo>
                    <a:pt x="5649995" y="4368800"/>
                  </a:lnTo>
                  <a:close/>
                </a:path>
                <a:path w="6120765" h="4737100">
                  <a:moveTo>
                    <a:pt x="5786313" y="3619500"/>
                  </a:moveTo>
                  <a:lnTo>
                    <a:pt x="5010822" y="3619500"/>
                  </a:lnTo>
                  <a:lnTo>
                    <a:pt x="5013844" y="3632200"/>
                  </a:lnTo>
                  <a:lnTo>
                    <a:pt x="5013157" y="3644900"/>
                  </a:lnTo>
                  <a:lnTo>
                    <a:pt x="5008656" y="3657600"/>
                  </a:lnTo>
                  <a:lnTo>
                    <a:pt x="4987527" y="3695700"/>
                  </a:lnTo>
                  <a:lnTo>
                    <a:pt x="4969844" y="3746500"/>
                  </a:lnTo>
                  <a:lnTo>
                    <a:pt x="4955667" y="3784600"/>
                  </a:lnTo>
                  <a:lnTo>
                    <a:pt x="4945052" y="3835400"/>
                  </a:lnTo>
                  <a:lnTo>
                    <a:pt x="4940742" y="3848100"/>
                  </a:lnTo>
                  <a:lnTo>
                    <a:pt x="4933323" y="3848100"/>
                  </a:lnTo>
                  <a:lnTo>
                    <a:pt x="4923560" y="3860800"/>
                  </a:lnTo>
                  <a:lnTo>
                    <a:pt x="4854621" y="3860800"/>
                  </a:lnTo>
                  <a:lnTo>
                    <a:pt x="4854543" y="4013200"/>
                  </a:lnTo>
                  <a:lnTo>
                    <a:pt x="4912219" y="4013200"/>
                  </a:lnTo>
                  <a:lnTo>
                    <a:pt x="4923560" y="4025900"/>
                  </a:lnTo>
                  <a:lnTo>
                    <a:pt x="4933323" y="4025900"/>
                  </a:lnTo>
                  <a:lnTo>
                    <a:pt x="4940742" y="4038600"/>
                  </a:lnTo>
                  <a:lnTo>
                    <a:pt x="4945052" y="4051300"/>
                  </a:lnTo>
                  <a:lnTo>
                    <a:pt x="4969844" y="4140200"/>
                  </a:lnTo>
                  <a:lnTo>
                    <a:pt x="4987527" y="4178300"/>
                  </a:lnTo>
                  <a:lnTo>
                    <a:pt x="5008656" y="4216400"/>
                  </a:lnTo>
                  <a:lnTo>
                    <a:pt x="5013157" y="4229100"/>
                  </a:lnTo>
                  <a:lnTo>
                    <a:pt x="5013844" y="4241800"/>
                  </a:lnTo>
                  <a:lnTo>
                    <a:pt x="5010822" y="4254500"/>
                  </a:lnTo>
                  <a:lnTo>
                    <a:pt x="5004197" y="4267200"/>
                  </a:lnTo>
                  <a:lnTo>
                    <a:pt x="4963350" y="4305300"/>
                  </a:lnTo>
                  <a:lnTo>
                    <a:pt x="5064287" y="4419600"/>
                  </a:lnTo>
                  <a:lnTo>
                    <a:pt x="5105172" y="4381500"/>
                  </a:lnTo>
                  <a:lnTo>
                    <a:pt x="5114588" y="4368800"/>
                  </a:lnTo>
                  <a:lnTo>
                    <a:pt x="5777715" y="4368800"/>
                  </a:lnTo>
                  <a:lnTo>
                    <a:pt x="5833791" y="4305300"/>
                  </a:lnTo>
                  <a:lnTo>
                    <a:pt x="5792944" y="4267200"/>
                  </a:lnTo>
                  <a:lnTo>
                    <a:pt x="5786319" y="4254500"/>
                  </a:lnTo>
                  <a:lnTo>
                    <a:pt x="5398578" y="4254500"/>
                  </a:lnTo>
                  <a:lnTo>
                    <a:pt x="5353630" y="4241800"/>
                  </a:lnTo>
                  <a:lnTo>
                    <a:pt x="5310969" y="4229100"/>
                  </a:lnTo>
                  <a:lnTo>
                    <a:pt x="5271172" y="4216400"/>
                  </a:lnTo>
                  <a:lnTo>
                    <a:pt x="5234813" y="4191000"/>
                  </a:lnTo>
                  <a:lnTo>
                    <a:pt x="5202469" y="4152900"/>
                  </a:lnTo>
                  <a:lnTo>
                    <a:pt x="5174714" y="4127500"/>
                  </a:lnTo>
                  <a:lnTo>
                    <a:pt x="5152126" y="4076700"/>
                  </a:lnTo>
                  <a:lnTo>
                    <a:pt x="5135278" y="4038600"/>
                  </a:lnTo>
                  <a:lnTo>
                    <a:pt x="5124748" y="3987800"/>
                  </a:lnTo>
                  <a:lnTo>
                    <a:pt x="5121109" y="3937000"/>
                  </a:lnTo>
                  <a:lnTo>
                    <a:pt x="5124748" y="3886200"/>
                  </a:lnTo>
                  <a:lnTo>
                    <a:pt x="5135278" y="3848100"/>
                  </a:lnTo>
                  <a:lnTo>
                    <a:pt x="5152126" y="3797300"/>
                  </a:lnTo>
                  <a:lnTo>
                    <a:pt x="5174714" y="3759200"/>
                  </a:lnTo>
                  <a:lnTo>
                    <a:pt x="5202469" y="3721100"/>
                  </a:lnTo>
                  <a:lnTo>
                    <a:pt x="5234813" y="3695700"/>
                  </a:lnTo>
                  <a:lnTo>
                    <a:pt x="5271172" y="3670300"/>
                  </a:lnTo>
                  <a:lnTo>
                    <a:pt x="5310969" y="3644900"/>
                  </a:lnTo>
                  <a:lnTo>
                    <a:pt x="5353630" y="3632200"/>
                  </a:lnTo>
                  <a:lnTo>
                    <a:pt x="5783292" y="3632200"/>
                  </a:lnTo>
                  <a:lnTo>
                    <a:pt x="5786313" y="3619500"/>
                  </a:lnTo>
                  <a:close/>
                </a:path>
                <a:path w="6120765" h="4737100">
                  <a:moveTo>
                    <a:pt x="5777715" y="4368800"/>
                  </a:moveTo>
                  <a:lnTo>
                    <a:pt x="5682553" y="4368800"/>
                  </a:lnTo>
                  <a:lnTo>
                    <a:pt x="5691968" y="4381500"/>
                  </a:lnTo>
                  <a:lnTo>
                    <a:pt x="5732854" y="4419600"/>
                  </a:lnTo>
                  <a:lnTo>
                    <a:pt x="5777715" y="4368800"/>
                  </a:lnTo>
                  <a:close/>
                </a:path>
                <a:path w="6120765" h="4737100">
                  <a:moveTo>
                    <a:pt x="5783292" y="3632200"/>
                  </a:moveTo>
                  <a:lnTo>
                    <a:pt x="5443525" y="3632200"/>
                  </a:lnTo>
                  <a:lnTo>
                    <a:pt x="5486185" y="3644900"/>
                  </a:lnTo>
                  <a:lnTo>
                    <a:pt x="5525983" y="3670300"/>
                  </a:lnTo>
                  <a:lnTo>
                    <a:pt x="5562341" y="3695700"/>
                  </a:lnTo>
                  <a:lnTo>
                    <a:pt x="5594685" y="3721100"/>
                  </a:lnTo>
                  <a:lnTo>
                    <a:pt x="5622439" y="3759200"/>
                  </a:lnTo>
                  <a:lnTo>
                    <a:pt x="5645028" y="3797300"/>
                  </a:lnTo>
                  <a:lnTo>
                    <a:pt x="5661875" y="3848100"/>
                  </a:lnTo>
                  <a:lnTo>
                    <a:pt x="5672405" y="3886200"/>
                  </a:lnTo>
                  <a:lnTo>
                    <a:pt x="5676044" y="3937000"/>
                  </a:lnTo>
                  <a:lnTo>
                    <a:pt x="5672405" y="3987800"/>
                  </a:lnTo>
                  <a:lnTo>
                    <a:pt x="5661875" y="4038600"/>
                  </a:lnTo>
                  <a:lnTo>
                    <a:pt x="5645028" y="4076700"/>
                  </a:lnTo>
                  <a:lnTo>
                    <a:pt x="5622439" y="4127500"/>
                  </a:lnTo>
                  <a:lnTo>
                    <a:pt x="5594685" y="4152900"/>
                  </a:lnTo>
                  <a:lnTo>
                    <a:pt x="5562341" y="4191000"/>
                  </a:lnTo>
                  <a:lnTo>
                    <a:pt x="5525983" y="4216400"/>
                  </a:lnTo>
                  <a:lnTo>
                    <a:pt x="5486185" y="4229100"/>
                  </a:lnTo>
                  <a:lnTo>
                    <a:pt x="5443525" y="4241800"/>
                  </a:lnTo>
                  <a:lnTo>
                    <a:pt x="5398578" y="4254500"/>
                  </a:lnTo>
                  <a:lnTo>
                    <a:pt x="5786319" y="4254500"/>
                  </a:lnTo>
                  <a:lnTo>
                    <a:pt x="5783297" y="4241800"/>
                  </a:lnTo>
                  <a:lnTo>
                    <a:pt x="5783983" y="4229100"/>
                  </a:lnTo>
                  <a:lnTo>
                    <a:pt x="5788484" y="4216400"/>
                  </a:lnTo>
                  <a:lnTo>
                    <a:pt x="5809614" y="4178300"/>
                  </a:lnTo>
                  <a:lnTo>
                    <a:pt x="5827297" y="4140200"/>
                  </a:lnTo>
                  <a:lnTo>
                    <a:pt x="5852090" y="4051300"/>
                  </a:lnTo>
                  <a:lnTo>
                    <a:pt x="5856399" y="4038600"/>
                  </a:lnTo>
                  <a:lnTo>
                    <a:pt x="5863818" y="4025900"/>
                  </a:lnTo>
                  <a:lnTo>
                    <a:pt x="5873582" y="4025900"/>
                  </a:lnTo>
                  <a:lnTo>
                    <a:pt x="5884923" y="4013200"/>
                  </a:lnTo>
                  <a:lnTo>
                    <a:pt x="5942624" y="4013200"/>
                  </a:lnTo>
                  <a:lnTo>
                    <a:pt x="5942624" y="3860800"/>
                  </a:lnTo>
                  <a:lnTo>
                    <a:pt x="5873580" y="3860800"/>
                  </a:lnTo>
                  <a:lnTo>
                    <a:pt x="5863813" y="3848100"/>
                  </a:lnTo>
                  <a:lnTo>
                    <a:pt x="5856393" y="3848100"/>
                  </a:lnTo>
                  <a:lnTo>
                    <a:pt x="5852090" y="3835400"/>
                  </a:lnTo>
                  <a:lnTo>
                    <a:pt x="5841469" y="3784600"/>
                  </a:lnTo>
                  <a:lnTo>
                    <a:pt x="5827292" y="3746500"/>
                  </a:lnTo>
                  <a:lnTo>
                    <a:pt x="5809612" y="3695700"/>
                  </a:lnTo>
                  <a:lnTo>
                    <a:pt x="5788484" y="3657600"/>
                  </a:lnTo>
                  <a:lnTo>
                    <a:pt x="5783981" y="3644900"/>
                  </a:lnTo>
                  <a:lnTo>
                    <a:pt x="5783292" y="3632200"/>
                  </a:lnTo>
                  <a:close/>
                </a:path>
                <a:path w="6120765" h="4737100">
                  <a:moveTo>
                    <a:pt x="5440910" y="3708400"/>
                  </a:moveTo>
                  <a:lnTo>
                    <a:pt x="5356245" y="3708400"/>
                  </a:lnTo>
                  <a:lnTo>
                    <a:pt x="5316792" y="3721100"/>
                  </a:lnTo>
                  <a:lnTo>
                    <a:pt x="5281072" y="3746500"/>
                  </a:lnTo>
                  <a:lnTo>
                    <a:pt x="5249935" y="3771900"/>
                  </a:lnTo>
                  <a:lnTo>
                    <a:pt x="5224234" y="3810000"/>
                  </a:lnTo>
                  <a:lnTo>
                    <a:pt x="5204822" y="3848100"/>
                  </a:lnTo>
                  <a:lnTo>
                    <a:pt x="5192550" y="3898900"/>
                  </a:lnTo>
                  <a:lnTo>
                    <a:pt x="5188270" y="3937000"/>
                  </a:lnTo>
                  <a:lnTo>
                    <a:pt x="5192550" y="3987800"/>
                  </a:lnTo>
                  <a:lnTo>
                    <a:pt x="5204822" y="4025900"/>
                  </a:lnTo>
                  <a:lnTo>
                    <a:pt x="5224234" y="4076700"/>
                  </a:lnTo>
                  <a:lnTo>
                    <a:pt x="5249935" y="4102100"/>
                  </a:lnTo>
                  <a:lnTo>
                    <a:pt x="5281072" y="4140200"/>
                  </a:lnTo>
                  <a:lnTo>
                    <a:pt x="5316792" y="4152900"/>
                  </a:lnTo>
                  <a:lnTo>
                    <a:pt x="5356245" y="4165600"/>
                  </a:lnTo>
                  <a:lnTo>
                    <a:pt x="5398578" y="4178300"/>
                  </a:lnTo>
                  <a:lnTo>
                    <a:pt x="5440910" y="4165600"/>
                  </a:lnTo>
                  <a:lnTo>
                    <a:pt x="5480363" y="4152900"/>
                  </a:lnTo>
                  <a:lnTo>
                    <a:pt x="5516083" y="4140200"/>
                  </a:lnTo>
                  <a:lnTo>
                    <a:pt x="5547219" y="4102100"/>
                  </a:lnTo>
                  <a:lnTo>
                    <a:pt x="5572920" y="4076700"/>
                  </a:lnTo>
                  <a:lnTo>
                    <a:pt x="5592332" y="4025900"/>
                  </a:lnTo>
                  <a:lnTo>
                    <a:pt x="5604605" y="3987800"/>
                  </a:lnTo>
                  <a:lnTo>
                    <a:pt x="5608885" y="3937000"/>
                  </a:lnTo>
                  <a:lnTo>
                    <a:pt x="5604605" y="3898900"/>
                  </a:lnTo>
                  <a:lnTo>
                    <a:pt x="5592332" y="3848100"/>
                  </a:lnTo>
                  <a:lnTo>
                    <a:pt x="5572920" y="3810000"/>
                  </a:lnTo>
                  <a:lnTo>
                    <a:pt x="5547219" y="3771900"/>
                  </a:lnTo>
                  <a:lnTo>
                    <a:pt x="5516083" y="3746500"/>
                  </a:lnTo>
                  <a:lnTo>
                    <a:pt x="5480363" y="3721100"/>
                  </a:lnTo>
                  <a:lnTo>
                    <a:pt x="5440910" y="3708400"/>
                  </a:lnTo>
                  <a:close/>
                </a:path>
                <a:path w="6120765" h="4737100">
                  <a:moveTo>
                    <a:pt x="5064627" y="3454400"/>
                  </a:moveTo>
                  <a:lnTo>
                    <a:pt x="4963612" y="3568700"/>
                  </a:lnTo>
                  <a:lnTo>
                    <a:pt x="5004197" y="3619500"/>
                  </a:lnTo>
                  <a:lnTo>
                    <a:pt x="5792944" y="3619500"/>
                  </a:lnTo>
                  <a:lnTo>
                    <a:pt x="5833529" y="3568700"/>
                  </a:lnTo>
                  <a:lnTo>
                    <a:pt x="5788633" y="3517900"/>
                  </a:lnTo>
                  <a:lnTo>
                    <a:pt x="5125373" y="3517900"/>
                  </a:lnTo>
                  <a:lnTo>
                    <a:pt x="5114586" y="3505200"/>
                  </a:lnTo>
                  <a:lnTo>
                    <a:pt x="5105172" y="3505200"/>
                  </a:lnTo>
                  <a:lnTo>
                    <a:pt x="5064627" y="3454400"/>
                  </a:lnTo>
                  <a:close/>
                </a:path>
                <a:path w="6120765" h="4737100">
                  <a:moveTo>
                    <a:pt x="5660583" y="3505200"/>
                  </a:moveTo>
                  <a:lnTo>
                    <a:pt x="5136553" y="3505200"/>
                  </a:lnTo>
                  <a:lnTo>
                    <a:pt x="5125373" y="3517900"/>
                  </a:lnTo>
                  <a:lnTo>
                    <a:pt x="5671762" y="3517900"/>
                  </a:lnTo>
                  <a:lnTo>
                    <a:pt x="5660583" y="3505200"/>
                  </a:lnTo>
                  <a:close/>
                </a:path>
                <a:path w="6120765" h="4737100">
                  <a:moveTo>
                    <a:pt x="5732514" y="3454400"/>
                  </a:moveTo>
                  <a:lnTo>
                    <a:pt x="5691955" y="3505200"/>
                  </a:lnTo>
                  <a:lnTo>
                    <a:pt x="5682547" y="3505200"/>
                  </a:lnTo>
                  <a:lnTo>
                    <a:pt x="5671762" y="3517900"/>
                  </a:lnTo>
                  <a:lnTo>
                    <a:pt x="5788633" y="3517900"/>
                  </a:lnTo>
                  <a:lnTo>
                    <a:pt x="5732514" y="3454400"/>
                  </a:lnTo>
                  <a:close/>
                </a:path>
                <a:path w="6120765" h="4737100">
                  <a:moveTo>
                    <a:pt x="5496496" y="3429000"/>
                  </a:moveTo>
                  <a:lnTo>
                    <a:pt x="5300645" y="3429000"/>
                  </a:lnTo>
                  <a:lnTo>
                    <a:pt x="5260187" y="3441700"/>
                  </a:lnTo>
                  <a:lnTo>
                    <a:pt x="5221028" y="3467100"/>
                  </a:lnTo>
                  <a:lnTo>
                    <a:pt x="5183304" y="3479800"/>
                  </a:lnTo>
                  <a:lnTo>
                    <a:pt x="5147147" y="3505200"/>
                  </a:lnTo>
                  <a:lnTo>
                    <a:pt x="5649995" y="3505200"/>
                  </a:lnTo>
                  <a:lnTo>
                    <a:pt x="5613835" y="3479800"/>
                  </a:lnTo>
                  <a:lnTo>
                    <a:pt x="5576108" y="3467100"/>
                  </a:lnTo>
                  <a:lnTo>
                    <a:pt x="5536949" y="3441700"/>
                  </a:lnTo>
                  <a:lnTo>
                    <a:pt x="5496496" y="3429000"/>
                  </a:lnTo>
                  <a:close/>
                </a:path>
                <a:path w="6120765" h="4737100">
                  <a:moveTo>
                    <a:pt x="5260007" y="3365500"/>
                  </a:moveTo>
                  <a:lnTo>
                    <a:pt x="5077280" y="3365500"/>
                  </a:lnTo>
                  <a:lnTo>
                    <a:pt x="5088383" y="3378200"/>
                  </a:lnTo>
                  <a:lnTo>
                    <a:pt x="5133991" y="3429000"/>
                  </a:lnTo>
                  <a:lnTo>
                    <a:pt x="5164208" y="3403600"/>
                  </a:lnTo>
                  <a:lnTo>
                    <a:pt x="5195322" y="3390900"/>
                  </a:lnTo>
                  <a:lnTo>
                    <a:pt x="5260007" y="3365500"/>
                  </a:lnTo>
                  <a:close/>
                </a:path>
                <a:path w="6120765" h="4737100">
                  <a:moveTo>
                    <a:pt x="5477431" y="3416300"/>
                  </a:moveTo>
                  <a:lnTo>
                    <a:pt x="5319706" y="3416300"/>
                  </a:lnTo>
                  <a:lnTo>
                    <a:pt x="5311313" y="3429000"/>
                  </a:lnTo>
                  <a:lnTo>
                    <a:pt x="5485822" y="3429000"/>
                  </a:lnTo>
                  <a:lnTo>
                    <a:pt x="5477431" y="3416300"/>
                  </a:lnTo>
                  <a:close/>
                </a:path>
                <a:path w="6120765" h="4737100">
                  <a:moveTo>
                    <a:pt x="5814797" y="3263900"/>
                  </a:moveTo>
                  <a:lnTo>
                    <a:pt x="5516625" y="3263900"/>
                  </a:lnTo>
                  <a:lnTo>
                    <a:pt x="5527299" y="3276600"/>
                  </a:lnTo>
                  <a:lnTo>
                    <a:pt x="5534495" y="3289300"/>
                  </a:lnTo>
                  <a:lnTo>
                    <a:pt x="5537133" y="3302000"/>
                  </a:lnTo>
                  <a:lnTo>
                    <a:pt x="5537133" y="3365500"/>
                  </a:lnTo>
                  <a:lnTo>
                    <a:pt x="5601831" y="3390900"/>
                  </a:lnTo>
                  <a:lnTo>
                    <a:pt x="5632946" y="3403600"/>
                  </a:lnTo>
                  <a:lnTo>
                    <a:pt x="5663163" y="3429000"/>
                  </a:lnTo>
                  <a:lnTo>
                    <a:pt x="5708759" y="3378200"/>
                  </a:lnTo>
                  <a:lnTo>
                    <a:pt x="5719869" y="3365500"/>
                  </a:lnTo>
                  <a:lnTo>
                    <a:pt x="5856103" y="3365500"/>
                  </a:lnTo>
                  <a:lnTo>
                    <a:pt x="5838410" y="3352800"/>
                  </a:lnTo>
                  <a:lnTo>
                    <a:pt x="5825460" y="3314700"/>
                  </a:lnTo>
                  <a:lnTo>
                    <a:pt x="5817505" y="3289300"/>
                  </a:lnTo>
                  <a:lnTo>
                    <a:pt x="5814797" y="3263900"/>
                  </a:lnTo>
                  <a:close/>
                </a:path>
                <a:path w="6120765" h="4737100">
                  <a:moveTo>
                    <a:pt x="6120679" y="3048000"/>
                  </a:moveTo>
                  <a:lnTo>
                    <a:pt x="5720619" y="3048000"/>
                  </a:lnTo>
                  <a:lnTo>
                    <a:pt x="5726416" y="3060700"/>
                  </a:lnTo>
                  <a:lnTo>
                    <a:pt x="5735693" y="3060700"/>
                  </a:lnTo>
                  <a:lnTo>
                    <a:pt x="5738781" y="3073400"/>
                  </a:lnTo>
                  <a:lnTo>
                    <a:pt x="5740696" y="3086100"/>
                  </a:lnTo>
                  <a:lnTo>
                    <a:pt x="5741353" y="3086100"/>
                  </a:lnTo>
                  <a:lnTo>
                    <a:pt x="5740694" y="3098800"/>
                  </a:lnTo>
                  <a:lnTo>
                    <a:pt x="5955833" y="3098800"/>
                  </a:lnTo>
                  <a:lnTo>
                    <a:pt x="5983563" y="3111500"/>
                  </a:lnTo>
                  <a:lnTo>
                    <a:pt x="6009835" y="3111500"/>
                  </a:lnTo>
                  <a:lnTo>
                    <a:pt x="6034039" y="3124200"/>
                  </a:lnTo>
                  <a:lnTo>
                    <a:pt x="6055564" y="3149600"/>
                  </a:lnTo>
                  <a:lnTo>
                    <a:pt x="6083823" y="3200400"/>
                  </a:lnTo>
                  <a:lnTo>
                    <a:pt x="6096180" y="3251200"/>
                  </a:lnTo>
                  <a:lnTo>
                    <a:pt x="6092639" y="3302000"/>
                  </a:lnTo>
                  <a:lnTo>
                    <a:pt x="6073206" y="3352800"/>
                  </a:lnTo>
                  <a:lnTo>
                    <a:pt x="6120679" y="3429000"/>
                  </a:lnTo>
                  <a:lnTo>
                    <a:pt x="6120679" y="3048000"/>
                  </a:lnTo>
                  <a:close/>
                </a:path>
                <a:path w="6120765" h="4737100">
                  <a:moveTo>
                    <a:pt x="5469973" y="3340100"/>
                  </a:moveTo>
                  <a:lnTo>
                    <a:pt x="5327168" y="3340100"/>
                  </a:lnTo>
                  <a:lnTo>
                    <a:pt x="5327168" y="3403600"/>
                  </a:lnTo>
                  <a:lnTo>
                    <a:pt x="5325199" y="3416300"/>
                  </a:lnTo>
                  <a:lnTo>
                    <a:pt x="5471941" y="3416300"/>
                  </a:lnTo>
                  <a:lnTo>
                    <a:pt x="5469973" y="3403600"/>
                  </a:lnTo>
                  <a:lnTo>
                    <a:pt x="5469973" y="3340100"/>
                  </a:lnTo>
                  <a:close/>
                </a:path>
                <a:path w="6120765" h="4737100">
                  <a:moveTo>
                    <a:pt x="6023570" y="3403600"/>
                  </a:moveTo>
                  <a:lnTo>
                    <a:pt x="6007711" y="3403600"/>
                  </a:lnTo>
                  <a:lnTo>
                    <a:pt x="5991030" y="3416300"/>
                  </a:lnTo>
                  <a:lnTo>
                    <a:pt x="6033421" y="3416300"/>
                  </a:lnTo>
                  <a:lnTo>
                    <a:pt x="6023570" y="3403600"/>
                  </a:lnTo>
                  <a:close/>
                </a:path>
                <a:path w="6120765" h="4737100">
                  <a:moveTo>
                    <a:pt x="5996801" y="3187700"/>
                  </a:moveTo>
                  <a:lnTo>
                    <a:pt x="5914870" y="3187700"/>
                  </a:lnTo>
                  <a:lnTo>
                    <a:pt x="5903601" y="3200400"/>
                  </a:lnTo>
                  <a:lnTo>
                    <a:pt x="5894331" y="3213100"/>
                  </a:lnTo>
                  <a:lnTo>
                    <a:pt x="5887546" y="3225800"/>
                  </a:lnTo>
                  <a:lnTo>
                    <a:pt x="5883377" y="3238500"/>
                  </a:lnTo>
                  <a:lnTo>
                    <a:pt x="5881958" y="3263900"/>
                  </a:lnTo>
                  <a:lnTo>
                    <a:pt x="5883377" y="3276600"/>
                  </a:lnTo>
                  <a:lnTo>
                    <a:pt x="5903601" y="3314700"/>
                  </a:lnTo>
                  <a:lnTo>
                    <a:pt x="5927543" y="3340100"/>
                  </a:lnTo>
                  <a:lnTo>
                    <a:pt x="5984120" y="3340100"/>
                  </a:lnTo>
                  <a:lnTo>
                    <a:pt x="5996801" y="3327400"/>
                  </a:lnTo>
                  <a:lnTo>
                    <a:pt x="6008079" y="3314700"/>
                  </a:lnTo>
                  <a:lnTo>
                    <a:pt x="6024274" y="3289300"/>
                  </a:lnTo>
                  <a:lnTo>
                    <a:pt x="6029673" y="3263900"/>
                  </a:lnTo>
                  <a:lnTo>
                    <a:pt x="6024274" y="3225800"/>
                  </a:lnTo>
                  <a:lnTo>
                    <a:pt x="6008079" y="3200400"/>
                  </a:lnTo>
                  <a:lnTo>
                    <a:pt x="5996801" y="3187700"/>
                  </a:lnTo>
                  <a:close/>
                </a:path>
                <a:path w="6120765" h="4737100">
                  <a:moveTo>
                    <a:pt x="5970356" y="3175000"/>
                  </a:moveTo>
                  <a:lnTo>
                    <a:pt x="5941310" y="3175000"/>
                  </a:lnTo>
                  <a:lnTo>
                    <a:pt x="5927548" y="3187700"/>
                  </a:lnTo>
                  <a:lnTo>
                    <a:pt x="5984120" y="3187700"/>
                  </a:lnTo>
                  <a:lnTo>
                    <a:pt x="5970356" y="3175000"/>
                  </a:lnTo>
                  <a:close/>
                </a:path>
                <a:path w="6120765" h="4737100">
                  <a:moveTo>
                    <a:pt x="5901831" y="3111500"/>
                  </a:moveTo>
                  <a:lnTo>
                    <a:pt x="5731516" y="3111500"/>
                  </a:lnTo>
                  <a:lnTo>
                    <a:pt x="5726416" y="3124200"/>
                  </a:lnTo>
                  <a:lnTo>
                    <a:pt x="5877627" y="3124200"/>
                  </a:lnTo>
                  <a:lnTo>
                    <a:pt x="5901831" y="3111500"/>
                  </a:lnTo>
                  <a:close/>
                </a:path>
                <a:path w="6120765" h="4737100">
                  <a:moveTo>
                    <a:pt x="5955833" y="3098800"/>
                  </a:moveTo>
                  <a:lnTo>
                    <a:pt x="5738776" y="3098800"/>
                  </a:lnTo>
                  <a:lnTo>
                    <a:pt x="5735687" y="3111500"/>
                  </a:lnTo>
                  <a:lnTo>
                    <a:pt x="5928103" y="3111500"/>
                  </a:lnTo>
                  <a:lnTo>
                    <a:pt x="5955833" y="3098800"/>
                  </a:lnTo>
                  <a:close/>
                </a:path>
                <a:path w="6120765" h="4737100">
                  <a:moveTo>
                    <a:pt x="5478061" y="3060700"/>
                  </a:moveTo>
                  <a:lnTo>
                    <a:pt x="5309420" y="3060700"/>
                  </a:lnTo>
                  <a:lnTo>
                    <a:pt x="5223126" y="3086100"/>
                  </a:lnTo>
                  <a:lnTo>
                    <a:pt x="5674854" y="3086100"/>
                  </a:lnTo>
                  <a:lnTo>
                    <a:pt x="5676774" y="3073400"/>
                  </a:lnTo>
                  <a:lnTo>
                    <a:pt x="5517443" y="3073400"/>
                  </a:lnTo>
                  <a:lnTo>
                    <a:pt x="5478061" y="3060700"/>
                  </a:lnTo>
                  <a:close/>
                </a:path>
                <a:path w="6120765" h="4737100">
                  <a:moveTo>
                    <a:pt x="6120679" y="2984500"/>
                  </a:moveTo>
                  <a:lnTo>
                    <a:pt x="5484746" y="2984500"/>
                  </a:lnTo>
                  <a:lnTo>
                    <a:pt x="5527450" y="2997200"/>
                  </a:lnTo>
                  <a:lnTo>
                    <a:pt x="5569704" y="2997200"/>
                  </a:lnTo>
                  <a:lnTo>
                    <a:pt x="5581993" y="3009900"/>
                  </a:lnTo>
                  <a:lnTo>
                    <a:pt x="5591029" y="3022600"/>
                  </a:lnTo>
                  <a:lnTo>
                    <a:pt x="5595967" y="3035300"/>
                  </a:lnTo>
                  <a:lnTo>
                    <a:pt x="5595965" y="3048000"/>
                  </a:lnTo>
                  <a:lnTo>
                    <a:pt x="5590786" y="3060700"/>
                  </a:lnTo>
                  <a:lnTo>
                    <a:pt x="5581614" y="3073400"/>
                  </a:lnTo>
                  <a:lnTo>
                    <a:pt x="5676774" y="3073400"/>
                  </a:lnTo>
                  <a:lnTo>
                    <a:pt x="5679867" y="3060700"/>
                  </a:lnTo>
                  <a:lnTo>
                    <a:pt x="5689140" y="3060700"/>
                  </a:lnTo>
                  <a:lnTo>
                    <a:pt x="5694926" y="3048000"/>
                  </a:lnTo>
                  <a:lnTo>
                    <a:pt x="6120679" y="3048000"/>
                  </a:lnTo>
                  <a:lnTo>
                    <a:pt x="6120679" y="298450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580763" y="1326387"/>
            <a:ext cx="1256665" cy="74485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99060" marR="5080" indent="-86995">
              <a:lnSpc>
                <a:spcPct val="68600"/>
              </a:lnSpc>
              <a:spcBef>
                <a:spcPts val="1155"/>
              </a:spcBef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Ejemplo: </a:t>
            </a:r>
            <a:r>
              <a:rPr sz="2800" b="1" spc="-35" dirty="0">
                <a:solidFill>
                  <a:srgbClr val="FF0000"/>
                </a:solidFill>
                <a:latin typeface="Arial Narrow"/>
                <a:cs typeface="Arial Narrow"/>
              </a:rPr>
              <a:t>Youtube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00886" y="228091"/>
            <a:ext cx="5895975" cy="474408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276860">
              <a:lnSpc>
                <a:spcPts val="1989"/>
              </a:lnSpc>
              <a:spcBef>
                <a:spcPts val="305"/>
              </a:spcBef>
            </a:pPr>
            <a:r>
              <a:rPr sz="1800" b="1" dirty="0">
                <a:latin typeface="Courier New"/>
                <a:cs typeface="Courier New"/>
              </a:rPr>
              <a:t>&lt;graph</a:t>
            </a:r>
            <a:r>
              <a:rPr sz="1800" b="1" spc="-6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id</a:t>
            </a:r>
            <a:r>
              <a:rPr sz="1800" b="1" spc="-6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6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"Grafo</a:t>
            </a:r>
            <a:r>
              <a:rPr sz="1800" b="1" spc="-5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Youtube"</a:t>
            </a:r>
            <a:r>
              <a:rPr sz="1800" b="1" spc="-6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edgedefault</a:t>
            </a:r>
            <a:r>
              <a:rPr sz="1800" b="1" spc="-55" dirty="0">
                <a:latin typeface="Courier New"/>
                <a:cs typeface="Courier New"/>
              </a:rPr>
              <a:t> </a:t>
            </a:r>
            <a:r>
              <a:rPr sz="1800" b="1" spc="-50" dirty="0">
                <a:latin typeface="Courier New"/>
                <a:cs typeface="Courier New"/>
              </a:rPr>
              <a:t>= </a:t>
            </a:r>
            <a:r>
              <a:rPr sz="1800" b="1" spc="-10" dirty="0">
                <a:latin typeface="Courier New"/>
                <a:cs typeface="Courier New"/>
              </a:rPr>
              <a:t>"</a:t>
            </a:r>
            <a:r>
              <a:rPr sz="1800" b="1" spc="-10" dirty="0">
                <a:solidFill>
                  <a:srgbClr val="0040FF"/>
                </a:solidFill>
                <a:latin typeface="Courier New"/>
                <a:cs typeface="Courier New"/>
              </a:rPr>
              <a:t>directed</a:t>
            </a:r>
            <a:r>
              <a:rPr sz="1800" b="1" spc="-10" dirty="0">
                <a:latin typeface="Courier New"/>
                <a:cs typeface="Courier New"/>
              </a:rPr>
              <a:t>"&gt;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ts val="1775"/>
              </a:lnSpc>
            </a:pPr>
            <a:r>
              <a:rPr sz="1800" b="1" dirty="0">
                <a:latin typeface="Courier New"/>
                <a:cs typeface="Courier New"/>
              </a:rPr>
              <a:t>&lt;node</a:t>
            </a:r>
            <a:r>
              <a:rPr sz="1800" b="1" spc="-5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id</a:t>
            </a:r>
            <a:r>
              <a:rPr sz="1800" b="1" spc="-5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5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"Fitness"/&gt;</a:t>
            </a:r>
            <a:r>
              <a:rPr sz="1800" b="1" spc="-5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&lt;node</a:t>
            </a:r>
            <a:r>
              <a:rPr sz="1800" b="1" spc="-50" dirty="0">
                <a:latin typeface="Courier New"/>
                <a:cs typeface="Courier New"/>
              </a:rPr>
              <a:t> </a:t>
            </a:r>
            <a:r>
              <a:rPr sz="1800" b="1" spc="-25" dirty="0">
                <a:latin typeface="Courier New"/>
                <a:cs typeface="Courier New"/>
              </a:rPr>
              <a:t>id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ts val="1955"/>
              </a:lnSpc>
            </a:pPr>
            <a:r>
              <a:rPr sz="1800" b="1" spc="-10" dirty="0">
                <a:latin typeface="Courier New"/>
                <a:cs typeface="Courier New"/>
              </a:rPr>
              <a:t>="VideoGames"/&gt;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ts val="1910"/>
              </a:lnSpc>
            </a:pPr>
            <a:r>
              <a:rPr sz="1800" b="1" spc="-25" dirty="0">
                <a:latin typeface="Courier New"/>
                <a:cs typeface="Courier New"/>
              </a:rPr>
              <a:t>...</a:t>
            </a:r>
            <a:endParaRPr sz="1800">
              <a:latin typeface="Courier New"/>
              <a:cs typeface="Courier New"/>
            </a:endParaRPr>
          </a:p>
          <a:p>
            <a:pPr marL="422275" marR="549910">
              <a:lnSpc>
                <a:spcPts val="1989"/>
              </a:lnSpc>
              <a:spcBef>
                <a:spcPts val="80"/>
              </a:spcBef>
            </a:pPr>
            <a:r>
              <a:rPr sz="1800" b="1" dirty="0">
                <a:latin typeface="Courier New"/>
                <a:cs typeface="Courier New"/>
              </a:rPr>
              <a:t>&lt;edge</a:t>
            </a:r>
            <a:r>
              <a:rPr sz="1800" b="1" spc="-4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id</a:t>
            </a:r>
            <a:r>
              <a:rPr sz="1800" b="1" spc="-3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3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"1"</a:t>
            </a:r>
            <a:r>
              <a:rPr sz="1800" b="1" spc="-3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source</a:t>
            </a:r>
            <a:r>
              <a:rPr sz="1800" b="1" spc="-3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3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"VideoGames" </a:t>
            </a:r>
            <a:r>
              <a:rPr sz="1800" b="1" dirty="0">
                <a:latin typeface="Courier New"/>
                <a:cs typeface="Courier New"/>
              </a:rPr>
              <a:t>target</a:t>
            </a:r>
            <a:r>
              <a:rPr sz="1800" b="1" spc="-5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4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"Fitness"/&gt;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ts val="1789"/>
              </a:lnSpc>
            </a:pPr>
            <a:r>
              <a:rPr sz="1800" b="1" dirty="0">
                <a:latin typeface="Courier New"/>
                <a:cs typeface="Courier New"/>
              </a:rPr>
              <a:t>&lt;edge</a:t>
            </a:r>
            <a:r>
              <a:rPr sz="1800" b="1" spc="-4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id</a:t>
            </a:r>
            <a:r>
              <a:rPr sz="1800" b="1" spc="-3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3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"2"</a:t>
            </a:r>
            <a:r>
              <a:rPr sz="1800" b="1" spc="-3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source</a:t>
            </a:r>
            <a:r>
              <a:rPr sz="1800" b="1" spc="-3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3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"VideoGames"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ts val="1955"/>
              </a:lnSpc>
            </a:pPr>
            <a:r>
              <a:rPr sz="1800" b="1" dirty="0">
                <a:latin typeface="Courier New"/>
                <a:cs typeface="Courier New"/>
              </a:rPr>
              <a:t>target</a:t>
            </a:r>
            <a:r>
              <a:rPr sz="1800" b="1" spc="-4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4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"Bricoymas"/&gt;</a:t>
            </a:r>
            <a:endParaRPr sz="1800">
              <a:latin typeface="Courier New"/>
              <a:cs typeface="Courier New"/>
            </a:endParaRPr>
          </a:p>
          <a:p>
            <a:pPr marL="422275" marR="549910">
              <a:lnSpc>
                <a:spcPts val="1989"/>
              </a:lnSpc>
              <a:spcBef>
                <a:spcPts val="75"/>
              </a:spcBef>
            </a:pPr>
            <a:r>
              <a:rPr sz="1800" b="1" dirty="0">
                <a:latin typeface="Courier New"/>
                <a:cs typeface="Courier New"/>
              </a:rPr>
              <a:t>&lt;edge</a:t>
            </a:r>
            <a:r>
              <a:rPr sz="1800" b="1" spc="-4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id</a:t>
            </a:r>
            <a:r>
              <a:rPr sz="1800" b="1" spc="-3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3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"3"</a:t>
            </a:r>
            <a:r>
              <a:rPr sz="1800" b="1" spc="-3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source</a:t>
            </a:r>
            <a:r>
              <a:rPr sz="1800" b="1" spc="-3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3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"VideoGames" </a:t>
            </a:r>
            <a:r>
              <a:rPr sz="1800" b="1" dirty="0">
                <a:latin typeface="Courier New"/>
                <a:cs typeface="Courier New"/>
              </a:rPr>
              <a:t>target</a:t>
            </a:r>
            <a:r>
              <a:rPr sz="1800" b="1" spc="-4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4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"Cocina_Casera"/&gt;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ts val="1789"/>
              </a:lnSpc>
            </a:pPr>
            <a:r>
              <a:rPr sz="1800" b="1" dirty="0">
                <a:latin typeface="Courier New"/>
                <a:cs typeface="Courier New"/>
              </a:rPr>
              <a:t>&lt;edge</a:t>
            </a:r>
            <a:r>
              <a:rPr sz="1800" b="1" spc="-4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id</a:t>
            </a:r>
            <a:r>
              <a:rPr sz="1800" b="1" spc="-3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3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"4"</a:t>
            </a:r>
            <a:r>
              <a:rPr sz="1800" b="1" spc="-3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source</a:t>
            </a:r>
            <a:r>
              <a:rPr sz="1800" b="1" spc="-3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3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"VideoGames"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ts val="1955"/>
              </a:lnSpc>
            </a:pPr>
            <a:r>
              <a:rPr sz="1800" b="1" dirty="0">
                <a:latin typeface="Courier New"/>
                <a:cs typeface="Courier New"/>
              </a:rPr>
              <a:t>target</a:t>
            </a:r>
            <a:r>
              <a:rPr sz="1800" b="1" spc="-5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4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"Naturaleza_Viva"/&gt;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ts val="1895"/>
              </a:lnSpc>
            </a:pPr>
            <a:r>
              <a:rPr sz="1800" b="1" dirty="0">
                <a:latin typeface="Courier New"/>
                <a:cs typeface="Courier New"/>
              </a:rPr>
              <a:t>&lt;edge</a:t>
            </a:r>
            <a:r>
              <a:rPr sz="1800" b="1" spc="-5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id</a:t>
            </a:r>
            <a:r>
              <a:rPr sz="1800" b="1" spc="-4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4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"5"</a:t>
            </a:r>
            <a:r>
              <a:rPr sz="1800" b="1" spc="-4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source</a:t>
            </a:r>
            <a:r>
              <a:rPr sz="1800" b="1" spc="-4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4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"Fitness"</a:t>
            </a:r>
            <a:r>
              <a:rPr sz="1800" b="1" spc="-4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target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ts val="1945"/>
              </a:lnSpc>
            </a:pP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"Bricoymas"/&gt;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ts val="1945"/>
              </a:lnSpc>
            </a:pPr>
            <a:r>
              <a:rPr sz="1800" b="1" dirty="0">
                <a:latin typeface="Courier New"/>
                <a:cs typeface="Courier New"/>
              </a:rPr>
              <a:t>&lt;edge</a:t>
            </a:r>
            <a:r>
              <a:rPr sz="1800" b="1" spc="-5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id</a:t>
            </a:r>
            <a:r>
              <a:rPr sz="1800" b="1" spc="-4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4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"6"</a:t>
            </a:r>
            <a:r>
              <a:rPr sz="1800" b="1" spc="-4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source</a:t>
            </a:r>
            <a:r>
              <a:rPr sz="1800" b="1" spc="-4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4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"Fitness"</a:t>
            </a:r>
            <a:r>
              <a:rPr sz="1800" b="1" spc="-4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target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ts val="1955"/>
              </a:lnSpc>
            </a:pP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"Cocina_Casera"/&gt;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ts val="1955"/>
              </a:lnSpc>
            </a:pPr>
            <a:r>
              <a:rPr sz="1800" b="1" spc="-25" dirty="0">
                <a:latin typeface="Courier New"/>
                <a:cs typeface="Courier New"/>
              </a:rPr>
              <a:t>...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ts val="2030"/>
              </a:lnSpc>
            </a:pPr>
            <a:r>
              <a:rPr sz="1800" b="1" spc="-10" dirty="0">
                <a:latin typeface="Courier New"/>
                <a:cs typeface="Courier New"/>
              </a:rPr>
              <a:t>&lt;/graph&gt;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GraphML:</a:t>
            </a:r>
          </a:p>
        </p:txBody>
      </p:sp>
      <p:sp>
        <p:nvSpPr>
          <p:cNvPr id="3" name="object 3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580763" y="1326387"/>
            <a:ext cx="1256665" cy="74485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 marR="5080">
              <a:lnSpc>
                <a:spcPct val="68600"/>
              </a:lnSpc>
              <a:spcBef>
                <a:spcPts val="1155"/>
              </a:spcBef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Ejemplo: Autovías</a:t>
            </a:r>
            <a:endParaRPr sz="2800">
              <a:latin typeface="Arial Narrow"/>
              <a:cs typeface="Arial Narrow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51920" y="1937716"/>
            <a:ext cx="4168757" cy="319907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344302" y="192531"/>
            <a:ext cx="2739390" cy="153733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745"/>
              </a:spcBef>
              <a:buChar char="■"/>
              <a:tabLst>
                <a:tab pos="297815" algn="l"/>
              </a:tabLst>
            </a:pPr>
            <a:r>
              <a:rPr sz="2800" spc="275" dirty="0">
                <a:latin typeface="Arial"/>
                <a:cs typeface="Arial"/>
              </a:rPr>
              <a:t>|V|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spc="-254" dirty="0">
                <a:latin typeface="Arial"/>
                <a:cs typeface="Arial"/>
              </a:rPr>
              <a:t>=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7</a:t>
            </a:r>
            <a:endParaRPr sz="28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650"/>
              </a:spcBef>
              <a:buChar char="■"/>
              <a:tabLst>
                <a:tab pos="297815" algn="l"/>
                <a:tab pos="960119" algn="l"/>
              </a:tabLst>
            </a:pPr>
            <a:r>
              <a:rPr sz="2800" spc="175" dirty="0">
                <a:latin typeface="Arial"/>
                <a:cs typeface="Arial"/>
              </a:rPr>
              <a:t>|E|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254" dirty="0">
                <a:latin typeface="Arial"/>
                <a:cs typeface="Arial"/>
              </a:rPr>
              <a:t>=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8</a:t>
            </a:r>
            <a:endParaRPr sz="28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530"/>
              </a:spcBef>
              <a:buChar char="■"/>
              <a:tabLst>
                <a:tab pos="297815" algn="l"/>
              </a:tabLst>
            </a:pPr>
            <a:r>
              <a:rPr sz="2800" spc="-165" dirty="0">
                <a:latin typeface="Arial"/>
                <a:cs typeface="Arial"/>
              </a:rPr>
              <a:t>Grafo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00" dirty="0">
                <a:latin typeface="Arial"/>
                <a:cs typeface="Arial"/>
              </a:rPr>
              <a:t>no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45" dirty="0">
                <a:latin typeface="Arial"/>
                <a:cs typeface="Arial"/>
              </a:rPr>
              <a:t>dirigido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GraphML: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987823" y="396578"/>
            <a:ext cx="6156325" cy="4747260"/>
            <a:chOff x="2987823" y="396578"/>
            <a:chExt cx="6156325" cy="4747260"/>
          </a:xfrm>
        </p:grpSpPr>
        <p:sp>
          <p:nvSpPr>
            <p:cNvPr id="4" name="object 4"/>
            <p:cNvSpPr/>
            <p:nvPr/>
          </p:nvSpPr>
          <p:spPr>
            <a:xfrm>
              <a:off x="8254885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987823" y="396578"/>
              <a:ext cx="5977255" cy="4584700"/>
            </a:xfrm>
            <a:custGeom>
              <a:avLst/>
              <a:gdLst/>
              <a:ahLst/>
              <a:cxnLst/>
              <a:rect l="l" t="t" r="r" b="b"/>
              <a:pathLst>
                <a:path w="5977255" h="4584700">
                  <a:moveTo>
                    <a:pt x="5976664" y="0"/>
                  </a:moveTo>
                  <a:lnTo>
                    <a:pt x="0" y="0"/>
                  </a:lnTo>
                  <a:lnTo>
                    <a:pt x="0" y="4584700"/>
                  </a:lnTo>
                  <a:lnTo>
                    <a:pt x="4630037" y="4584700"/>
                  </a:lnTo>
                  <a:lnTo>
                    <a:pt x="4612758" y="4559300"/>
                  </a:lnTo>
                  <a:lnTo>
                    <a:pt x="4600108" y="4533900"/>
                  </a:lnTo>
                  <a:lnTo>
                    <a:pt x="4592335" y="4495800"/>
                  </a:lnTo>
                  <a:lnTo>
                    <a:pt x="4589689" y="4470400"/>
                  </a:lnTo>
                  <a:lnTo>
                    <a:pt x="4591185" y="4445000"/>
                  </a:lnTo>
                  <a:lnTo>
                    <a:pt x="4595601" y="4432300"/>
                  </a:lnTo>
                  <a:lnTo>
                    <a:pt x="4602832" y="4406900"/>
                  </a:lnTo>
                  <a:lnTo>
                    <a:pt x="4612772" y="4381500"/>
                  </a:lnTo>
                  <a:lnTo>
                    <a:pt x="4584724" y="4343400"/>
                  </a:lnTo>
                  <a:lnTo>
                    <a:pt x="4558906" y="4305300"/>
                  </a:lnTo>
                  <a:lnTo>
                    <a:pt x="4535358" y="4254500"/>
                  </a:lnTo>
                  <a:lnTo>
                    <a:pt x="4514119" y="4216400"/>
                  </a:lnTo>
                  <a:lnTo>
                    <a:pt x="4495229" y="4165600"/>
                  </a:lnTo>
                  <a:lnTo>
                    <a:pt x="4478729" y="4114800"/>
                  </a:lnTo>
                  <a:lnTo>
                    <a:pt x="4464657" y="4064000"/>
                  </a:lnTo>
                  <a:lnTo>
                    <a:pt x="4453055" y="4013200"/>
                  </a:lnTo>
                  <a:lnTo>
                    <a:pt x="4443962" y="3962400"/>
                  </a:lnTo>
                  <a:lnTo>
                    <a:pt x="4437417" y="3911600"/>
                  </a:lnTo>
                  <a:lnTo>
                    <a:pt x="4433461" y="3860800"/>
                  </a:lnTo>
                  <a:lnTo>
                    <a:pt x="4432133" y="3810000"/>
                  </a:lnTo>
                  <a:lnTo>
                    <a:pt x="4433464" y="3759200"/>
                  </a:lnTo>
                  <a:lnTo>
                    <a:pt x="4437432" y="3708400"/>
                  </a:lnTo>
                  <a:lnTo>
                    <a:pt x="4444003" y="3657600"/>
                  </a:lnTo>
                  <a:lnTo>
                    <a:pt x="4453141" y="3606800"/>
                  </a:lnTo>
                  <a:lnTo>
                    <a:pt x="4464812" y="3556000"/>
                  </a:lnTo>
                  <a:lnTo>
                    <a:pt x="4478979" y="3505200"/>
                  </a:lnTo>
                  <a:lnTo>
                    <a:pt x="4495609" y="3454400"/>
                  </a:lnTo>
                  <a:lnTo>
                    <a:pt x="4514665" y="3416300"/>
                  </a:lnTo>
                  <a:lnTo>
                    <a:pt x="4536112" y="3365500"/>
                  </a:lnTo>
                  <a:lnTo>
                    <a:pt x="4559916" y="3327400"/>
                  </a:lnTo>
                  <a:lnTo>
                    <a:pt x="4586042" y="3276600"/>
                  </a:lnTo>
                  <a:lnTo>
                    <a:pt x="4614453" y="3238500"/>
                  </a:lnTo>
                  <a:lnTo>
                    <a:pt x="4645115" y="3200400"/>
                  </a:lnTo>
                  <a:lnTo>
                    <a:pt x="4677992" y="3162300"/>
                  </a:lnTo>
                  <a:lnTo>
                    <a:pt x="4712752" y="3124200"/>
                  </a:lnTo>
                  <a:lnTo>
                    <a:pt x="4749026" y="3086100"/>
                  </a:lnTo>
                  <a:lnTo>
                    <a:pt x="4786730" y="3060700"/>
                  </a:lnTo>
                  <a:lnTo>
                    <a:pt x="4825779" y="3022600"/>
                  </a:lnTo>
                  <a:lnTo>
                    <a:pt x="4866088" y="2997200"/>
                  </a:lnTo>
                  <a:lnTo>
                    <a:pt x="4907572" y="2971800"/>
                  </a:lnTo>
                  <a:lnTo>
                    <a:pt x="4950146" y="2959100"/>
                  </a:lnTo>
                  <a:lnTo>
                    <a:pt x="4993725" y="2933700"/>
                  </a:lnTo>
                  <a:lnTo>
                    <a:pt x="5129644" y="2895600"/>
                  </a:lnTo>
                  <a:lnTo>
                    <a:pt x="5176394" y="2895600"/>
                  </a:lnTo>
                  <a:lnTo>
                    <a:pt x="5223725" y="2882900"/>
                  </a:lnTo>
                  <a:lnTo>
                    <a:pt x="5976664" y="2882900"/>
                  </a:lnTo>
                  <a:lnTo>
                    <a:pt x="5976664" y="0"/>
                  </a:lnTo>
                  <a:close/>
                </a:path>
                <a:path w="5977255" h="4584700">
                  <a:moveTo>
                    <a:pt x="4885701" y="4318000"/>
                  </a:moveTo>
                  <a:lnTo>
                    <a:pt x="4754484" y="4318000"/>
                  </a:lnTo>
                  <a:lnTo>
                    <a:pt x="4780138" y="4330700"/>
                  </a:lnTo>
                  <a:lnTo>
                    <a:pt x="4803772" y="4343400"/>
                  </a:lnTo>
                  <a:lnTo>
                    <a:pt x="4824790" y="4368800"/>
                  </a:lnTo>
                  <a:lnTo>
                    <a:pt x="4842068" y="4381500"/>
                  </a:lnTo>
                  <a:lnTo>
                    <a:pt x="4854713" y="4406900"/>
                  </a:lnTo>
                  <a:lnTo>
                    <a:pt x="4862481" y="4445000"/>
                  </a:lnTo>
                  <a:lnTo>
                    <a:pt x="4865124" y="4470400"/>
                  </a:lnTo>
                  <a:lnTo>
                    <a:pt x="4862481" y="4495800"/>
                  </a:lnTo>
                  <a:lnTo>
                    <a:pt x="4854713" y="4533900"/>
                  </a:lnTo>
                  <a:lnTo>
                    <a:pt x="4842068" y="4559300"/>
                  </a:lnTo>
                  <a:lnTo>
                    <a:pt x="4824790" y="4584700"/>
                  </a:lnTo>
                  <a:lnTo>
                    <a:pt x="5586869" y="4584700"/>
                  </a:lnTo>
                  <a:lnTo>
                    <a:pt x="5703915" y="4521200"/>
                  </a:lnTo>
                  <a:lnTo>
                    <a:pt x="5744134" y="4483100"/>
                  </a:lnTo>
                  <a:lnTo>
                    <a:pt x="5763248" y="4470400"/>
                  </a:lnTo>
                  <a:lnTo>
                    <a:pt x="5156273" y="4470400"/>
                  </a:lnTo>
                  <a:lnTo>
                    <a:pt x="5145851" y="4457700"/>
                  </a:lnTo>
                  <a:lnTo>
                    <a:pt x="5138821" y="4445000"/>
                  </a:lnTo>
                  <a:lnTo>
                    <a:pt x="5136243" y="4432300"/>
                  </a:lnTo>
                  <a:lnTo>
                    <a:pt x="5136243" y="4368800"/>
                  </a:lnTo>
                  <a:lnTo>
                    <a:pt x="4926923" y="4368800"/>
                  </a:lnTo>
                  <a:lnTo>
                    <a:pt x="4921930" y="4356100"/>
                  </a:lnTo>
                  <a:lnTo>
                    <a:pt x="4885701" y="4318000"/>
                  </a:lnTo>
                  <a:close/>
                </a:path>
                <a:path w="5977255" h="4584700">
                  <a:moveTo>
                    <a:pt x="5976664" y="4318000"/>
                  </a:moveTo>
                  <a:lnTo>
                    <a:pt x="5970413" y="4330700"/>
                  </a:lnTo>
                  <a:lnTo>
                    <a:pt x="5946674" y="4368800"/>
                  </a:lnTo>
                  <a:lnTo>
                    <a:pt x="5921195" y="4394200"/>
                  </a:lnTo>
                  <a:lnTo>
                    <a:pt x="5893999" y="4432300"/>
                  </a:lnTo>
                  <a:lnTo>
                    <a:pt x="5865111" y="4470400"/>
                  </a:lnTo>
                  <a:lnTo>
                    <a:pt x="5834781" y="4495800"/>
                  </a:lnTo>
                  <a:lnTo>
                    <a:pt x="5803283" y="4533900"/>
                  </a:lnTo>
                  <a:lnTo>
                    <a:pt x="5770674" y="4559300"/>
                  </a:lnTo>
                  <a:lnTo>
                    <a:pt x="5737011" y="4584700"/>
                  </a:lnTo>
                  <a:lnTo>
                    <a:pt x="5976664" y="4584700"/>
                  </a:lnTo>
                  <a:lnTo>
                    <a:pt x="5976664" y="4318000"/>
                  </a:lnTo>
                  <a:close/>
                </a:path>
                <a:path w="5977255" h="4584700">
                  <a:moveTo>
                    <a:pt x="4767406" y="4533900"/>
                  </a:moveTo>
                  <a:lnTo>
                    <a:pt x="4687413" y="4533900"/>
                  </a:lnTo>
                  <a:lnTo>
                    <a:pt x="4699792" y="4546600"/>
                  </a:lnTo>
                  <a:lnTo>
                    <a:pt x="4755027" y="4546600"/>
                  </a:lnTo>
                  <a:lnTo>
                    <a:pt x="4767406" y="4533900"/>
                  </a:lnTo>
                  <a:close/>
                </a:path>
                <a:path w="5977255" h="4584700">
                  <a:moveTo>
                    <a:pt x="4755023" y="4394200"/>
                  </a:moveTo>
                  <a:lnTo>
                    <a:pt x="4699787" y="4394200"/>
                  </a:lnTo>
                  <a:lnTo>
                    <a:pt x="4687408" y="4406900"/>
                  </a:lnTo>
                  <a:lnTo>
                    <a:pt x="4660726" y="4445000"/>
                  </a:lnTo>
                  <a:lnTo>
                    <a:pt x="4655270" y="4470400"/>
                  </a:lnTo>
                  <a:lnTo>
                    <a:pt x="4656655" y="4483100"/>
                  </a:lnTo>
                  <a:lnTo>
                    <a:pt x="4660726" y="4495800"/>
                  </a:lnTo>
                  <a:lnTo>
                    <a:pt x="4667352" y="4521200"/>
                  </a:lnTo>
                  <a:lnTo>
                    <a:pt x="4676404" y="4533900"/>
                  </a:lnTo>
                  <a:lnTo>
                    <a:pt x="4778410" y="4533900"/>
                  </a:lnTo>
                  <a:lnTo>
                    <a:pt x="4787462" y="4521200"/>
                  </a:lnTo>
                  <a:lnTo>
                    <a:pt x="4794088" y="4495800"/>
                  </a:lnTo>
                  <a:lnTo>
                    <a:pt x="4798159" y="4483100"/>
                  </a:lnTo>
                  <a:lnTo>
                    <a:pt x="4799544" y="4470400"/>
                  </a:lnTo>
                  <a:lnTo>
                    <a:pt x="4798159" y="4457700"/>
                  </a:lnTo>
                  <a:lnTo>
                    <a:pt x="4794088" y="4445000"/>
                  </a:lnTo>
                  <a:lnTo>
                    <a:pt x="4787462" y="4432300"/>
                  </a:lnTo>
                  <a:lnTo>
                    <a:pt x="4778410" y="4419600"/>
                  </a:lnTo>
                  <a:lnTo>
                    <a:pt x="4767401" y="4406900"/>
                  </a:lnTo>
                  <a:lnTo>
                    <a:pt x="4755023" y="4394200"/>
                  </a:lnTo>
                  <a:close/>
                </a:path>
                <a:path w="5977255" h="4584700">
                  <a:moveTo>
                    <a:pt x="5529912" y="4305300"/>
                  </a:moveTo>
                  <a:lnTo>
                    <a:pt x="5500406" y="4330700"/>
                  </a:lnTo>
                  <a:lnTo>
                    <a:pt x="5470023" y="4343400"/>
                  </a:lnTo>
                  <a:lnTo>
                    <a:pt x="5406848" y="4368800"/>
                  </a:lnTo>
                  <a:lnTo>
                    <a:pt x="5406848" y="4432300"/>
                  </a:lnTo>
                  <a:lnTo>
                    <a:pt x="5404271" y="4445000"/>
                  </a:lnTo>
                  <a:lnTo>
                    <a:pt x="5397245" y="4457700"/>
                  </a:lnTo>
                  <a:lnTo>
                    <a:pt x="5386823" y="4470400"/>
                  </a:lnTo>
                  <a:lnTo>
                    <a:pt x="5763248" y="4470400"/>
                  </a:lnTo>
                  <a:lnTo>
                    <a:pt x="5782363" y="4457700"/>
                  </a:lnTo>
                  <a:lnTo>
                    <a:pt x="5818485" y="4419600"/>
                  </a:lnTo>
                  <a:lnTo>
                    <a:pt x="5852385" y="4381500"/>
                  </a:lnTo>
                  <a:lnTo>
                    <a:pt x="5860275" y="4368800"/>
                  </a:lnTo>
                  <a:lnTo>
                    <a:pt x="5579787" y="4368800"/>
                  </a:lnTo>
                  <a:lnTo>
                    <a:pt x="5574794" y="4356100"/>
                  </a:lnTo>
                  <a:lnTo>
                    <a:pt x="5529912" y="4305300"/>
                  </a:lnTo>
                  <a:close/>
                </a:path>
                <a:path w="5977255" h="4584700">
                  <a:moveTo>
                    <a:pt x="5341268" y="4330700"/>
                  </a:moveTo>
                  <a:lnTo>
                    <a:pt x="5201822" y="4330700"/>
                  </a:lnTo>
                  <a:lnTo>
                    <a:pt x="5201822" y="4394200"/>
                  </a:lnTo>
                  <a:lnTo>
                    <a:pt x="5341268" y="4394200"/>
                  </a:lnTo>
                  <a:lnTo>
                    <a:pt x="5341268" y="4330700"/>
                  </a:lnTo>
                  <a:close/>
                </a:path>
                <a:path w="5977255" h="4584700">
                  <a:moveTo>
                    <a:pt x="5013178" y="4305300"/>
                  </a:moveTo>
                  <a:lnTo>
                    <a:pt x="4968309" y="4356100"/>
                  </a:lnTo>
                  <a:lnTo>
                    <a:pt x="4963317" y="4368800"/>
                  </a:lnTo>
                  <a:lnTo>
                    <a:pt x="5136243" y="4368800"/>
                  </a:lnTo>
                  <a:lnTo>
                    <a:pt x="5073077" y="4343400"/>
                  </a:lnTo>
                  <a:lnTo>
                    <a:pt x="5042692" y="4330700"/>
                  </a:lnTo>
                  <a:lnTo>
                    <a:pt x="5013178" y="4305300"/>
                  </a:lnTo>
                  <a:close/>
                </a:path>
                <a:path w="5977255" h="4584700">
                  <a:moveTo>
                    <a:pt x="5709674" y="3251200"/>
                  </a:moveTo>
                  <a:lnTo>
                    <a:pt x="5597623" y="3251200"/>
                  </a:lnTo>
                  <a:lnTo>
                    <a:pt x="5609959" y="3263900"/>
                  </a:lnTo>
                  <a:lnTo>
                    <a:pt x="5620801" y="3263900"/>
                  </a:lnTo>
                  <a:lnTo>
                    <a:pt x="5765833" y="3429000"/>
                  </a:lnTo>
                  <a:lnTo>
                    <a:pt x="5769927" y="3429000"/>
                  </a:lnTo>
                  <a:lnTo>
                    <a:pt x="5772943" y="3441700"/>
                  </a:lnTo>
                  <a:lnTo>
                    <a:pt x="5774808" y="3441700"/>
                  </a:lnTo>
                  <a:lnTo>
                    <a:pt x="5775452" y="3454400"/>
                  </a:lnTo>
                  <a:lnTo>
                    <a:pt x="5774815" y="3454400"/>
                  </a:lnTo>
                  <a:lnTo>
                    <a:pt x="5772954" y="3467100"/>
                  </a:lnTo>
                  <a:lnTo>
                    <a:pt x="5769940" y="3467100"/>
                  </a:lnTo>
                  <a:lnTo>
                    <a:pt x="5765845" y="3479800"/>
                  </a:lnTo>
                  <a:lnTo>
                    <a:pt x="5721258" y="3530600"/>
                  </a:lnTo>
                  <a:lnTo>
                    <a:pt x="5737007" y="3556000"/>
                  </a:lnTo>
                  <a:lnTo>
                    <a:pt x="5750769" y="3594100"/>
                  </a:lnTo>
                  <a:lnTo>
                    <a:pt x="5762524" y="3632200"/>
                  </a:lnTo>
                  <a:lnTo>
                    <a:pt x="5772250" y="3657600"/>
                  </a:lnTo>
                  <a:lnTo>
                    <a:pt x="5835587" y="3657600"/>
                  </a:lnTo>
                  <a:lnTo>
                    <a:pt x="5848352" y="3670300"/>
                  </a:lnTo>
                  <a:lnTo>
                    <a:pt x="5858774" y="3670300"/>
                  </a:lnTo>
                  <a:lnTo>
                    <a:pt x="5865801" y="3683000"/>
                  </a:lnTo>
                  <a:lnTo>
                    <a:pt x="5868377" y="3695700"/>
                  </a:lnTo>
                  <a:lnTo>
                    <a:pt x="5868377" y="3924300"/>
                  </a:lnTo>
                  <a:lnTo>
                    <a:pt x="5865801" y="3937000"/>
                  </a:lnTo>
                  <a:lnTo>
                    <a:pt x="5858774" y="3949700"/>
                  </a:lnTo>
                  <a:lnTo>
                    <a:pt x="5848352" y="3962400"/>
                  </a:lnTo>
                  <a:lnTo>
                    <a:pt x="5772261" y="3962400"/>
                  </a:lnTo>
                  <a:lnTo>
                    <a:pt x="5762534" y="4000500"/>
                  </a:lnTo>
                  <a:lnTo>
                    <a:pt x="5750775" y="4025900"/>
                  </a:lnTo>
                  <a:lnTo>
                    <a:pt x="5737009" y="4064000"/>
                  </a:lnTo>
                  <a:lnTo>
                    <a:pt x="5721258" y="4102100"/>
                  </a:lnTo>
                  <a:lnTo>
                    <a:pt x="5766088" y="4152900"/>
                  </a:lnTo>
                  <a:lnTo>
                    <a:pt x="5773286" y="4152900"/>
                  </a:lnTo>
                  <a:lnTo>
                    <a:pt x="5775685" y="4178300"/>
                  </a:lnTo>
                  <a:lnTo>
                    <a:pt x="5773286" y="4191000"/>
                  </a:lnTo>
                  <a:lnTo>
                    <a:pt x="5766088" y="4203700"/>
                  </a:lnTo>
                  <a:lnTo>
                    <a:pt x="5621173" y="4356100"/>
                  </a:lnTo>
                  <a:lnTo>
                    <a:pt x="5616178" y="4368800"/>
                  </a:lnTo>
                  <a:lnTo>
                    <a:pt x="5860275" y="4368800"/>
                  </a:lnTo>
                  <a:lnTo>
                    <a:pt x="5883947" y="4330700"/>
                  </a:lnTo>
                  <a:lnTo>
                    <a:pt x="5913053" y="4292600"/>
                  </a:lnTo>
                  <a:lnTo>
                    <a:pt x="5976664" y="4165600"/>
                  </a:lnTo>
                  <a:lnTo>
                    <a:pt x="5976664" y="3467100"/>
                  </a:lnTo>
                  <a:lnTo>
                    <a:pt x="5951941" y="3403600"/>
                  </a:lnTo>
                  <a:lnTo>
                    <a:pt x="5936143" y="3378200"/>
                  </a:lnTo>
                  <a:lnTo>
                    <a:pt x="5919183" y="3340100"/>
                  </a:lnTo>
                  <a:lnTo>
                    <a:pt x="5901077" y="3314700"/>
                  </a:lnTo>
                  <a:lnTo>
                    <a:pt x="5891457" y="3302000"/>
                  </a:lnTo>
                  <a:lnTo>
                    <a:pt x="5788619" y="3302000"/>
                  </a:lnTo>
                  <a:lnTo>
                    <a:pt x="5762965" y="3289300"/>
                  </a:lnTo>
                  <a:lnTo>
                    <a:pt x="5739330" y="3276600"/>
                  </a:lnTo>
                  <a:lnTo>
                    <a:pt x="5718313" y="3263900"/>
                  </a:lnTo>
                  <a:lnTo>
                    <a:pt x="5709674" y="3251200"/>
                  </a:lnTo>
                  <a:close/>
                </a:path>
                <a:path w="5977255" h="4584700">
                  <a:moveTo>
                    <a:pt x="5349164" y="2959100"/>
                  </a:moveTo>
                  <a:lnTo>
                    <a:pt x="5181430" y="2959100"/>
                  </a:lnTo>
                  <a:lnTo>
                    <a:pt x="5052096" y="2997200"/>
                  </a:lnTo>
                  <a:lnTo>
                    <a:pt x="4970624" y="3022600"/>
                  </a:lnTo>
                  <a:lnTo>
                    <a:pt x="4931532" y="3048000"/>
                  </a:lnTo>
                  <a:lnTo>
                    <a:pt x="4893635" y="3073400"/>
                  </a:lnTo>
                  <a:lnTo>
                    <a:pt x="4857005" y="3086100"/>
                  </a:lnTo>
                  <a:lnTo>
                    <a:pt x="4821715" y="3124200"/>
                  </a:lnTo>
                  <a:lnTo>
                    <a:pt x="4787839" y="3149600"/>
                  </a:lnTo>
                  <a:lnTo>
                    <a:pt x="4755449" y="3175000"/>
                  </a:lnTo>
                  <a:lnTo>
                    <a:pt x="4724618" y="3213100"/>
                  </a:lnTo>
                  <a:lnTo>
                    <a:pt x="4695421" y="3238500"/>
                  </a:lnTo>
                  <a:lnTo>
                    <a:pt x="4667929" y="3276600"/>
                  </a:lnTo>
                  <a:lnTo>
                    <a:pt x="4642217" y="3314700"/>
                  </a:lnTo>
                  <a:lnTo>
                    <a:pt x="4618356" y="3352800"/>
                  </a:lnTo>
                  <a:lnTo>
                    <a:pt x="4596421" y="3390900"/>
                  </a:lnTo>
                  <a:lnTo>
                    <a:pt x="4576484" y="3441700"/>
                  </a:lnTo>
                  <a:lnTo>
                    <a:pt x="4558619" y="3479800"/>
                  </a:lnTo>
                  <a:lnTo>
                    <a:pt x="4542899" y="3530600"/>
                  </a:lnTo>
                  <a:lnTo>
                    <a:pt x="4529397" y="3568700"/>
                  </a:lnTo>
                  <a:lnTo>
                    <a:pt x="4518185" y="3619500"/>
                  </a:lnTo>
                  <a:lnTo>
                    <a:pt x="4509338" y="3670300"/>
                  </a:lnTo>
                  <a:lnTo>
                    <a:pt x="4502928" y="3708400"/>
                  </a:lnTo>
                  <a:lnTo>
                    <a:pt x="4499028" y="3759200"/>
                  </a:lnTo>
                  <a:lnTo>
                    <a:pt x="4497712" y="3810000"/>
                  </a:lnTo>
                  <a:lnTo>
                    <a:pt x="4499141" y="3860800"/>
                  </a:lnTo>
                  <a:lnTo>
                    <a:pt x="4503398" y="3911600"/>
                  </a:lnTo>
                  <a:lnTo>
                    <a:pt x="4510436" y="3962400"/>
                  </a:lnTo>
                  <a:lnTo>
                    <a:pt x="4520208" y="4013200"/>
                  </a:lnTo>
                  <a:lnTo>
                    <a:pt x="4532667" y="4064000"/>
                  </a:lnTo>
                  <a:lnTo>
                    <a:pt x="4547769" y="4114800"/>
                  </a:lnTo>
                  <a:lnTo>
                    <a:pt x="4565464" y="4165600"/>
                  </a:lnTo>
                  <a:lnTo>
                    <a:pt x="4585708" y="4203700"/>
                  </a:lnTo>
                  <a:lnTo>
                    <a:pt x="4608454" y="4254500"/>
                  </a:lnTo>
                  <a:lnTo>
                    <a:pt x="4633655" y="4292600"/>
                  </a:lnTo>
                  <a:lnTo>
                    <a:pt x="4661264" y="4343400"/>
                  </a:lnTo>
                  <a:lnTo>
                    <a:pt x="4676751" y="4330700"/>
                  </a:lnTo>
                  <a:lnTo>
                    <a:pt x="4693039" y="4318000"/>
                  </a:lnTo>
                  <a:lnTo>
                    <a:pt x="4885701" y="4318000"/>
                  </a:lnTo>
                  <a:lnTo>
                    <a:pt x="4777014" y="4203700"/>
                  </a:lnTo>
                  <a:lnTo>
                    <a:pt x="4769812" y="4191000"/>
                  </a:lnTo>
                  <a:lnTo>
                    <a:pt x="4767413" y="4178300"/>
                  </a:lnTo>
                  <a:lnTo>
                    <a:pt x="4769815" y="4152900"/>
                  </a:lnTo>
                  <a:lnTo>
                    <a:pt x="4777014" y="4152900"/>
                  </a:lnTo>
                  <a:lnTo>
                    <a:pt x="4821844" y="4102100"/>
                  </a:lnTo>
                  <a:lnTo>
                    <a:pt x="4806094" y="4064000"/>
                  </a:lnTo>
                  <a:lnTo>
                    <a:pt x="4792327" y="4025900"/>
                  </a:lnTo>
                  <a:lnTo>
                    <a:pt x="4780568" y="4000500"/>
                  </a:lnTo>
                  <a:lnTo>
                    <a:pt x="4770841" y="3962400"/>
                  </a:lnTo>
                  <a:lnTo>
                    <a:pt x="4694957" y="3962400"/>
                  </a:lnTo>
                  <a:lnTo>
                    <a:pt x="4689313" y="3949700"/>
                  </a:lnTo>
                  <a:lnTo>
                    <a:pt x="4680225" y="3949700"/>
                  </a:lnTo>
                  <a:lnTo>
                    <a:pt x="4677212" y="3937000"/>
                  </a:lnTo>
                  <a:lnTo>
                    <a:pt x="4675355" y="3937000"/>
                  </a:lnTo>
                  <a:lnTo>
                    <a:pt x="4674726" y="3924300"/>
                  </a:lnTo>
                  <a:lnTo>
                    <a:pt x="4674842" y="3695700"/>
                  </a:lnTo>
                  <a:lnTo>
                    <a:pt x="4677418" y="3683000"/>
                  </a:lnTo>
                  <a:lnTo>
                    <a:pt x="4684444" y="3670300"/>
                  </a:lnTo>
                  <a:lnTo>
                    <a:pt x="4694867" y="3670300"/>
                  </a:lnTo>
                  <a:lnTo>
                    <a:pt x="4707632" y="3657600"/>
                  </a:lnTo>
                  <a:lnTo>
                    <a:pt x="4770841" y="3657600"/>
                  </a:lnTo>
                  <a:lnTo>
                    <a:pt x="4780568" y="3632200"/>
                  </a:lnTo>
                  <a:lnTo>
                    <a:pt x="4792327" y="3594100"/>
                  </a:lnTo>
                  <a:lnTo>
                    <a:pt x="4806094" y="3556000"/>
                  </a:lnTo>
                  <a:lnTo>
                    <a:pt x="4821844" y="3530600"/>
                  </a:lnTo>
                  <a:lnTo>
                    <a:pt x="4777258" y="3479800"/>
                  </a:lnTo>
                  <a:lnTo>
                    <a:pt x="4773163" y="3467100"/>
                  </a:lnTo>
                  <a:lnTo>
                    <a:pt x="4770149" y="3467100"/>
                  </a:lnTo>
                  <a:lnTo>
                    <a:pt x="4768287" y="3454400"/>
                  </a:lnTo>
                  <a:lnTo>
                    <a:pt x="4767651" y="3454400"/>
                  </a:lnTo>
                  <a:lnTo>
                    <a:pt x="4768287" y="3441700"/>
                  </a:lnTo>
                  <a:lnTo>
                    <a:pt x="4770150" y="3441700"/>
                  </a:lnTo>
                  <a:lnTo>
                    <a:pt x="4773169" y="3429000"/>
                  </a:lnTo>
                  <a:lnTo>
                    <a:pt x="4777271" y="3429000"/>
                  </a:lnTo>
                  <a:lnTo>
                    <a:pt x="4922288" y="3263900"/>
                  </a:lnTo>
                  <a:lnTo>
                    <a:pt x="4933138" y="3263900"/>
                  </a:lnTo>
                  <a:lnTo>
                    <a:pt x="4945477" y="3251200"/>
                  </a:lnTo>
                  <a:lnTo>
                    <a:pt x="5136243" y="3251200"/>
                  </a:lnTo>
                  <a:lnTo>
                    <a:pt x="5136243" y="3187700"/>
                  </a:lnTo>
                  <a:lnTo>
                    <a:pt x="5138821" y="3175000"/>
                  </a:lnTo>
                  <a:lnTo>
                    <a:pt x="5145851" y="3162300"/>
                  </a:lnTo>
                  <a:lnTo>
                    <a:pt x="5156273" y="3162300"/>
                  </a:lnTo>
                  <a:lnTo>
                    <a:pt x="5169032" y="3149600"/>
                  </a:lnTo>
                  <a:lnTo>
                    <a:pt x="5677978" y="3149600"/>
                  </a:lnTo>
                  <a:lnTo>
                    <a:pt x="5680622" y="3124200"/>
                  </a:lnTo>
                  <a:lnTo>
                    <a:pt x="5688390" y="3098800"/>
                  </a:lnTo>
                  <a:lnTo>
                    <a:pt x="5701036" y="3073400"/>
                  </a:lnTo>
                  <a:lnTo>
                    <a:pt x="5718313" y="3048000"/>
                  </a:lnTo>
                  <a:lnTo>
                    <a:pt x="5739330" y="3022600"/>
                  </a:lnTo>
                  <a:lnTo>
                    <a:pt x="5555278" y="3022600"/>
                  </a:lnTo>
                  <a:lnTo>
                    <a:pt x="5550303" y="3009900"/>
                  </a:lnTo>
                  <a:lnTo>
                    <a:pt x="5546222" y="3009900"/>
                  </a:lnTo>
                  <a:lnTo>
                    <a:pt x="5543202" y="2997200"/>
                  </a:lnTo>
                  <a:lnTo>
                    <a:pt x="5541327" y="2997200"/>
                  </a:lnTo>
                  <a:lnTo>
                    <a:pt x="5540683" y="2984500"/>
                  </a:lnTo>
                  <a:lnTo>
                    <a:pt x="5541327" y="2984500"/>
                  </a:lnTo>
                  <a:lnTo>
                    <a:pt x="5543202" y="2971800"/>
                  </a:lnTo>
                  <a:lnTo>
                    <a:pt x="5387621" y="2971800"/>
                  </a:lnTo>
                  <a:lnTo>
                    <a:pt x="5349164" y="2959100"/>
                  </a:lnTo>
                  <a:close/>
                </a:path>
                <a:path w="5977255" h="4584700">
                  <a:moveTo>
                    <a:pt x="5356744" y="4305300"/>
                  </a:moveTo>
                  <a:lnTo>
                    <a:pt x="5186341" y="4305300"/>
                  </a:lnTo>
                  <a:lnTo>
                    <a:pt x="5194535" y="4318000"/>
                  </a:lnTo>
                  <a:lnTo>
                    <a:pt x="5199899" y="4330700"/>
                  </a:lnTo>
                  <a:lnTo>
                    <a:pt x="5343189" y="4330700"/>
                  </a:lnTo>
                  <a:lnTo>
                    <a:pt x="5348549" y="4318000"/>
                  </a:lnTo>
                  <a:lnTo>
                    <a:pt x="5356744" y="4305300"/>
                  </a:lnTo>
                  <a:close/>
                </a:path>
                <a:path w="5977255" h="4584700">
                  <a:moveTo>
                    <a:pt x="5517052" y="4229100"/>
                  </a:moveTo>
                  <a:lnTo>
                    <a:pt x="5026037" y="4229100"/>
                  </a:lnTo>
                  <a:lnTo>
                    <a:pt x="5061350" y="4254500"/>
                  </a:lnTo>
                  <a:lnTo>
                    <a:pt x="5098190" y="4279900"/>
                  </a:lnTo>
                  <a:lnTo>
                    <a:pt x="5136425" y="4292600"/>
                  </a:lnTo>
                  <a:lnTo>
                    <a:pt x="5175924" y="4305300"/>
                  </a:lnTo>
                  <a:lnTo>
                    <a:pt x="5367167" y="4305300"/>
                  </a:lnTo>
                  <a:lnTo>
                    <a:pt x="5406666" y="4292600"/>
                  </a:lnTo>
                  <a:lnTo>
                    <a:pt x="5444900" y="4279900"/>
                  </a:lnTo>
                  <a:lnTo>
                    <a:pt x="5481740" y="4254500"/>
                  </a:lnTo>
                  <a:lnTo>
                    <a:pt x="5517052" y="4229100"/>
                  </a:lnTo>
                  <a:close/>
                </a:path>
                <a:path w="5977255" h="4584700">
                  <a:moveTo>
                    <a:pt x="4945460" y="3340100"/>
                  </a:moveTo>
                  <a:lnTo>
                    <a:pt x="4846821" y="3454400"/>
                  </a:lnTo>
                  <a:lnTo>
                    <a:pt x="4886450" y="3492500"/>
                  </a:lnTo>
                  <a:lnTo>
                    <a:pt x="4892920" y="3505200"/>
                  </a:lnTo>
                  <a:lnTo>
                    <a:pt x="4895871" y="3517900"/>
                  </a:lnTo>
                  <a:lnTo>
                    <a:pt x="4895200" y="3530600"/>
                  </a:lnTo>
                  <a:lnTo>
                    <a:pt x="4890805" y="3543300"/>
                  </a:lnTo>
                  <a:lnTo>
                    <a:pt x="4870173" y="3581400"/>
                  </a:lnTo>
                  <a:lnTo>
                    <a:pt x="4852907" y="3619500"/>
                  </a:lnTo>
                  <a:lnTo>
                    <a:pt x="4839063" y="3657600"/>
                  </a:lnTo>
                  <a:lnTo>
                    <a:pt x="4828697" y="3708400"/>
                  </a:lnTo>
                  <a:lnTo>
                    <a:pt x="4824489" y="3721100"/>
                  </a:lnTo>
                  <a:lnTo>
                    <a:pt x="4817244" y="3733800"/>
                  </a:lnTo>
                  <a:lnTo>
                    <a:pt x="4740395" y="3733800"/>
                  </a:lnTo>
                  <a:lnTo>
                    <a:pt x="4740318" y="3886200"/>
                  </a:lnTo>
                  <a:lnTo>
                    <a:pt x="4807711" y="3886200"/>
                  </a:lnTo>
                  <a:lnTo>
                    <a:pt x="4817244" y="3898900"/>
                  </a:lnTo>
                  <a:lnTo>
                    <a:pt x="4824489" y="3911600"/>
                  </a:lnTo>
                  <a:lnTo>
                    <a:pt x="4828697" y="3924300"/>
                  </a:lnTo>
                  <a:lnTo>
                    <a:pt x="4839063" y="3962400"/>
                  </a:lnTo>
                  <a:lnTo>
                    <a:pt x="4852907" y="4000500"/>
                  </a:lnTo>
                  <a:lnTo>
                    <a:pt x="4870173" y="4038600"/>
                  </a:lnTo>
                  <a:lnTo>
                    <a:pt x="4890805" y="4089400"/>
                  </a:lnTo>
                  <a:lnTo>
                    <a:pt x="4895200" y="4089400"/>
                  </a:lnTo>
                  <a:lnTo>
                    <a:pt x="4895871" y="4102100"/>
                  </a:lnTo>
                  <a:lnTo>
                    <a:pt x="4892920" y="4114800"/>
                  </a:lnTo>
                  <a:lnTo>
                    <a:pt x="4886450" y="4127500"/>
                  </a:lnTo>
                  <a:lnTo>
                    <a:pt x="4846565" y="4178300"/>
                  </a:lnTo>
                  <a:lnTo>
                    <a:pt x="4945127" y="4279900"/>
                  </a:lnTo>
                  <a:lnTo>
                    <a:pt x="4985050" y="4241800"/>
                  </a:lnTo>
                  <a:lnTo>
                    <a:pt x="4994245" y="4229100"/>
                  </a:lnTo>
                  <a:lnTo>
                    <a:pt x="5647245" y="4229100"/>
                  </a:lnTo>
                  <a:lnTo>
                    <a:pt x="5696526" y="4178300"/>
                  </a:lnTo>
                  <a:lnTo>
                    <a:pt x="5656639" y="4127500"/>
                  </a:lnTo>
                  <a:lnTo>
                    <a:pt x="5650170" y="4114800"/>
                  </a:lnTo>
                  <a:lnTo>
                    <a:pt x="5271551" y="4114800"/>
                  </a:lnTo>
                  <a:lnTo>
                    <a:pt x="5227661" y="4102100"/>
                  </a:lnTo>
                  <a:lnTo>
                    <a:pt x="5186004" y="4102100"/>
                  </a:lnTo>
                  <a:lnTo>
                    <a:pt x="5147143" y="4076700"/>
                  </a:lnTo>
                  <a:lnTo>
                    <a:pt x="5111641" y="4051300"/>
                  </a:lnTo>
                  <a:lnTo>
                    <a:pt x="5080057" y="4025900"/>
                  </a:lnTo>
                  <a:lnTo>
                    <a:pt x="5052956" y="3987800"/>
                  </a:lnTo>
                  <a:lnTo>
                    <a:pt x="5030899" y="3949700"/>
                  </a:lnTo>
                  <a:lnTo>
                    <a:pt x="5014448" y="3911600"/>
                  </a:lnTo>
                  <a:lnTo>
                    <a:pt x="5004166" y="3860800"/>
                  </a:lnTo>
                  <a:lnTo>
                    <a:pt x="5000613" y="3810000"/>
                  </a:lnTo>
                  <a:lnTo>
                    <a:pt x="5004166" y="3759200"/>
                  </a:lnTo>
                  <a:lnTo>
                    <a:pt x="5014448" y="3721100"/>
                  </a:lnTo>
                  <a:lnTo>
                    <a:pt x="5030899" y="3670300"/>
                  </a:lnTo>
                  <a:lnTo>
                    <a:pt x="5052956" y="3632200"/>
                  </a:lnTo>
                  <a:lnTo>
                    <a:pt x="5080057" y="3606800"/>
                  </a:lnTo>
                  <a:lnTo>
                    <a:pt x="5111641" y="3568700"/>
                  </a:lnTo>
                  <a:lnTo>
                    <a:pt x="5147143" y="3543300"/>
                  </a:lnTo>
                  <a:lnTo>
                    <a:pt x="5186004" y="3530600"/>
                  </a:lnTo>
                  <a:lnTo>
                    <a:pt x="5227661" y="3517900"/>
                  </a:lnTo>
                  <a:lnTo>
                    <a:pt x="5647214" y="3517900"/>
                  </a:lnTo>
                  <a:lnTo>
                    <a:pt x="5650164" y="3505200"/>
                  </a:lnTo>
                  <a:lnTo>
                    <a:pt x="5656639" y="3492500"/>
                  </a:lnTo>
                  <a:lnTo>
                    <a:pt x="5696270" y="3454400"/>
                  </a:lnTo>
                  <a:lnTo>
                    <a:pt x="5652430" y="3403600"/>
                  </a:lnTo>
                  <a:lnTo>
                    <a:pt x="5004776" y="3403600"/>
                  </a:lnTo>
                  <a:lnTo>
                    <a:pt x="4994243" y="3390900"/>
                  </a:lnTo>
                  <a:lnTo>
                    <a:pt x="4985050" y="3390900"/>
                  </a:lnTo>
                  <a:lnTo>
                    <a:pt x="4945460" y="3340100"/>
                  </a:lnTo>
                  <a:close/>
                </a:path>
                <a:path w="5977255" h="4584700">
                  <a:moveTo>
                    <a:pt x="5647245" y="4229100"/>
                  </a:moveTo>
                  <a:lnTo>
                    <a:pt x="5548846" y="4229100"/>
                  </a:lnTo>
                  <a:lnTo>
                    <a:pt x="5558040" y="4241800"/>
                  </a:lnTo>
                  <a:lnTo>
                    <a:pt x="5597964" y="4279900"/>
                  </a:lnTo>
                  <a:lnTo>
                    <a:pt x="5647245" y="4229100"/>
                  </a:lnTo>
                  <a:close/>
                </a:path>
                <a:path w="5977255" h="4584700">
                  <a:moveTo>
                    <a:pt x="5647214" y="3517900"/>
                  </a:moveTo>
                  <a:lnTo>
                    <a:pt x="5315441" y="3517900"/>
                  </a:lnTo>
                  <a:lnTo>
                    <a:pt x="5357098" y="3530600"/>
                  </a:lnTo>
                  <a:lnTo>
                    <a:pt x="5395959" y="3543300"/>
                  </a:lnTo>
                  <a:lnTo>
                    <a:pt x="5431462" y="3568700"/>
                  </a:lnTo>
                  <a:lnTo>
                    <a:pt x="5463045" y="3606800"/>
                  </a:lnTo>
                  <a:lnTo>
                    <a:pt x="5490146" y="3632200"/>
                  </a:lnTo>
                  <a:lnTo>
                    <a:pt x="5512203" y="3670300"/>
                  </a:lnTo>
                  <a:lnTo>
                    <a:pt x="5528654" y="3721100"/>
                  </a:lnTo>
                  <a:lnTo>
                    <a:pt x="5538937" y="3759200"/>
                  </a:lnTo>
                  <a:lnTo>
                    <a:pt x="5542489" y="3810000"/>
                  </a:lnTo>
                  <a:lnTo>
                    <a:pt x="5538937" y="3860800"/>
                  </a:lnTo>
                  <a:lnTo>
                    <a:pt x="5528654" y="3911600"/>
                  </a:lnTo>
                  <a:lnTo>
                    <a:pt x="5512203" y="3949700"/>
                  </a:lnTo>
                  <a:lnTo>
                    <a:pt x="5490146" y="3987800"/>
                  </a:lnTo>
                  <a:lnTo>
                    <a:pt x="5463045" y="4025900"/>
                  </a:lnTo>
                  <a:lnTo>
                    <a:pt x="5431462" y="4051300"/>
                  </a:lnTo>
                  <a:lnTo>
                    <a:pt x="5395959" y="4076700"/>
                  </a:lnTo>
                  <a:lnTo>
                    <a:pt x="5357098" y="4102100"/>
                  </a:lnTo>
                  <a:lnTo>
                    <a:pt x="5315441" y="4102100"/>
                  </a:lnTo>
                  <a:lnTo>
                    <a:pt x="5271551" y="4114800"/>
                  </a:lnTo>
                  <a:lnTo>
                    <a:pt x="5650170" y="4114800"/>
                  </a:lnTo>
                  <a:lnTo>
                    <a:pt x="5647218" y="4102100"/>
                  </a:lnTo>
                  <a:lnTo>
                    <a:pt x="5647889" y="4089400"/>
                  </a:lnTo>
                  <a:lnTo>
                    <a:pt x="5652284" y="4089400"/>
                  </a:lnTo>
                  <a:lnTo>
                    <a:pt x="5672917" y="4038600"/>
                  </a:lnTo>
                  <a:lnTo>
                    <a:pt x="5690184" y="4000500"/>
                  </a:lnTo>
                  <a:lnTo>
                    <a:pt x="5704028" y="3962400"/>
                  </a:lnTo>
                  <a:lnTo>
                    <a:pt x="5714394" y="3924300"/>
                  </a:lnTo>
                  <a:lnTo>
                    <a:pt x="5718601" y="3911600"/>
                  </a:lnTo>
                  <a:lnTo>
                    <a:pt x="5725845" y="3898900"/>
                  </a:lnTo>
                  <a:lnTo>
                    <a:pt x="5735379" y="3886200"/>
                  </a:lnTo>
                  <a:lnTo>
                    <a:pt x="5802797" y="3886200"/>
                  </a:lnTo>
                  <a:lnTo>
                    <a:pt x="5802797" y="3733800"/>
                  </a:lnTo>
                  <a:lnTo>
                    <a:pt x="5725841" y="3733800"/>
                  </a:lnTo>
                  <a:lnTo>
                    <a:pt x="5718596" y="3721100"/>
                  </a:lnTo>
                  <a:lnTo>
                    <a:pt x="5714394" y="3708400"/>
                  </a:lnTo>
                  <a:lnTo>
                    <a:pt x="5704023" y="3657600"/>
                  </a:lnTo>
                  <a:lnTo>
                    <a:pt x="5690179" y="3619500"/>
                  </a:lnTo>
                  <a:lnTo>
                    <a:pt x="5672915" y="3581400"/>
                  </a:lnTo>
                  <a:lnTo>
                    <a:pt x="5652284" y="3543300"/>
                  </a:lnTo>
                  <a:lnTo>
                    <a:pt x="5647887" y="3530600"/>
                  </a:lnTo>
                  <a:lnTo>
                    <a:pt x="5647214" y="3517900"/>
                  </a:lnTo>
                  <a:close/>
                </a:path>
                <a:path w="5977255" h="4584700">
                  <a:moveTo>
                    <a:pt x="5271551" y="3581400"/>
                  </a:moveTo>
                  <a:lnTo>
                    <a:pt x="5224519" y="3594100"/>
                  </a:lnTo>
                  <a:lnTo>
                    <a:pt x="5181316" y="3606800"/>
                  </a:lnTo>
                  <a:lnTo>
                    <a:pt x="5143183" y="3632200"/>
                  </a:lnTo>
                  <a:lnTo>
                    <a:pt x="5111362" y="3670300"/>
                  </a:lnTo>
                  <a:lnTo>
                    <a:pt x="5087096" y="3708400"/>
                  </a:lnTo>
                  <a:lnTo>
                    <a:pt x="5071625" y="3759200"/>
                  </a:lnTo>
                  <a:lnTo>
                    <a:pt x="5066192" y="3810000"/>
                  </a:lnTo>
                  <a:lnTo>
                    <a:pt x="5071625" y="3860800"/>
                  </a:lnTo>
                  <a:lnTo>
                    <a:pt x="5087096" y="3911600"/>
                  </a:lnTo>
                  <a:lnTo>
                    <a:pt x="5111362" y="3949700"/>
                  </a:lnTo>
                  <a:lnTo>
                    <a:pt x="5143183" y="3987800"/>
                  </a:lnTo>
                  <a:lnTo>
                    <a:pt x="5181316" y="4013200"/>
                  </a:lnTo>
                  <a:lnTo>
                    <a:pt x="5224519" y="4038600"/>
                  </a:lnTo>
                  <a:lnTo>
                    <a:pt x="5318583" y="4038600"/>
                  </a:lnTo>
                  <a:lnTo>
                    <a:pt x="5361786" y="4013200"/>
                  </a:lnTo>
                  <a:lnTo>
                    <a:pt x="5399919" y="3987800"/>
                  </a:lnTo>
                  <a:lnTo>
                    <a:pt x="5431740" y="3949700"/>
                  </a:lnTo>
                  <a:lnTo>
                    <a:pt x="5456006" y="3911600"/>
                  </a:lnTo>
                  <a:lnTo>
                    <a:pt x="5471477" y="3860800"/>
                  </a:lnTo>
                  <a:lnTo>
                    <a:pt x="5476910" y="3810000"/>
                  </a:lnTo>
                  <a:lnTo>
                    <a:pt x="5471477" y="3759200"/>
                  </a:lnTo>
                  <a:lnTo>
                    <a:pt x="5456006" y="3708400"/>
                  </a:lnTo>
                  <a:lnTo>
                    <a:pt x="5431740" y="3670300"/>
                  </a:lnTo>
                  <a:lnTo>
                    <a:pt x="5399919" y="3632200"/>
                  </a:lnTo>
                  <a:lnTo>
                    <a:pt x="5361786" y="3606800"/>
                  </a:lnTo>
                  <a:lnTo>
                    <a:pt x="5318583" y="3594100"/>
                  </a:lnTo>
                  <a:lnTo>
                    <a:pt x="5271551" y="3581400"/>
                  </a:lnTo>
                  <a:close/>
                </a:path>
                <a:path w="5977255" h="4584700">
                  <a:moveTo>
                    <a:pt x="5356744" y="3314700"/>
                  </a:moveTo>
                  <a:lnTo>
                    <a:pt x="5186341" y="3314700"/>
                  </a:lnTo>
                  <a:lnTo>
                    <a:pt x="5175924" y="3327400"/>
                  </a:lnTo>
                  <a:lnTo>
                    <a:pt x="5136418" y="3340100"/>
                  </a:lnTo>
                  <a:lnTo>
                    <a:pt x="5098181" y="3352800"/>
                  </a:lnTo>
                  <a:lnTo>
                    <a:pt x="5061344" y="3365500"/>
                  </a:lnTo>
                  <a:lnTo>
                    <a:pt x="5026037" y="3390900"/>
                  </a:lnTo>
                  <a:lnTo>
                    <a:pt x="5015692" y="3403600"/>
                  </a:lnTo>
                  <a:lnTo>
                    <a:pt x="5527392" y="3403600"/>
                  </a:lnTo>
                  <a:lnTo>
                    <a:pt x="5481745" y="3365500"/>
                  </a:lnTo>
                  <a:lnTo>
                    <a:pt x="5444905" y="3352800"/>
                  </a:lnTo>
                  <a:lnTo>
                    <a:pt x="5406667" y="3340100"/>
                  </a:lnTo>
                  <a:lnTo>
                    <a:pt x="5367167" y="3327400"/>
                  </a:lnTo>
                  <a:lnTo>
                    <a:pt x="5356744" y="3314700"/>
                  </a:lnTo>
                  <a:close/>
                </a:path>
                <a:path w="5977255" h="4584700">
                  <a:moveTo>
                    <a:pt x="5597631" y="3340100"/>
                  </a:moveTo>
                  <a:lnTo>
                    <a:pt x="5558026" y="3390900"/>
                  </a:lnTo>
                  <a:lnTo>
                    <a:pt x="5548840" y="3390900"/>
                  </a:lnTo>
                  <a:lnTo>
                    <a:pt x="5538308" y="3403600"/>
                  </a:lnTo>
                  <a:lnTo>
                    <a:pt x="5652430" y="3403600"/>
                  </a:lnTo>
                  <a:lnTo>
                    <a:pt x="5597631" y="3340100"/>
                  </a:lnTo>
                  <a:close/>
                </a:path>
                <a:path w="5977255" h="4584700">
                  <a:moveTo>
                    <a:pt x="5136243" y="3251200"/>
                  </a:moveTo>
                  <a:lnTo>
                    <a:pt x="4945477" y="3251200"/>
                  </a:lnTo>
                  <a:lnTo>
                    <a:pt x="4957814" y="3263900"/>
                  </a:lnTo>
                  <a:lnTo>
                    <a:pt x="4968656" y="3263900"/>
                  </a:lnTo>
                  <a:lnTo>
                    <a:pt x="5013191" y="3314700"/>
                  </a:lnTo>
                  <a:lnTo>
                    <a:pt x="5042697" y="3302000"/>
                  </a:lnTo>
                  <a:lnTo>
                    <a:pt x="5073079" y="3289300"/>
                  </a:lnTo>
                  <a:lnTo>
                    <a:pt x="5136243" y="3263900"/>
                  </a:lnTo>
                  <a:lnTo>
                    <a:pt x="5136243" y="3251200"/>
                  </a:lnTo>
                  <a:close/>
                </a:path>
                <a:path w="5977255" h="4584700">
                  <a:moveTo>
                    <a:pt x="5341268" y="3225800"/>
                  </a:moveTo>
                  <a:lnTo>
                    <a:pt x="5201822" y="3225800"/>
                  </a:lnTo>
                  <a:lnTo>
                    <a:pt x="5201822" y="3289300"/>
                  </a:lnTo>
                  <a:lnTo>
                    <a:pt x="5199899" y="3302000"/>
                  </a:lnTo>
                  <a:lnTo>
                    <a:pt x="5194535" y="3314700"/>
                  </a:lnTo>
                  <a:lnTo>
                    <a:pt x="5348549" y="3314700"/>
                  </a:lnTo>
                  <a:lnTo>
                    <a:pt x="5343189" y="3302000"/>
                  </a:lnTo>
                  <a:lnTo>
                    <a:pt x="5341268" y="3289300"/>
                  </a:lnTo>
                  <a:lnTo>
                    <a:pt x="5341268" y="3225800"/>
                  </a:lnTo>
                  <a:close/>
                </a:path>
                <a:path w="5977255" h="4584700">
                  <a:moveTo>
                    <a:pt x="5677978" y="3149600"/>
                  </a:moveTo>
                  <a:lnTo>
                    <a:pt x="5374059" y="3149600"/>
                  </a:lnTo>
                  <a:lnTo>
                    <a:pt x="5386823" y="3162300"/>
                  </a:lnTo>
                  <a:lnTo>
                    <a:pt x="5397245" y="3162300"/>
                  </a:lnTo>
                  <a:lnTo>
                    <a:pt x="5404271" y="3175000"/>
                  </a:lnTo>
                  <a:lnTo>
                    <a:pt x="5406848" y="3187700"/>
                  </a:lnTo>
                  <a:lnTo>
                    <a:pt x="5406848" y="3263900"/>
                  </a:lnTo>
                  <a:lnTo>
                    <a:pt x="5470023" y="3289300"/>
                  </a:lnTo>
                  <a:lnTo>
                    <a:pt x="5500406" y="3302000"/>
                  </a:lnTo>
                  <a:lnTo>
                    <a:pt x="5529912" y="3314700"/>
                  </a:lnTo>
                  <a:lnTo>
                    <a:pt x="5574435" y="3263900"/>
                  </a:lnTo>
                  <a:lnTo>
                    <a:pt x="5585283" y="3263900"/>
                  </a:lnTo>
                  <a:lnTo>
                    <a:pt x="5597623" y="3251200"/>
                  </a:lnTo>
                  <a:lnTo>
                    <a:pt x="5709674" y="3251200"/>
                  </a:lnTo>
                  <a:lnTo>
                    <a:pt x="5701036" y="3238500"/>
                  </a:lnTo>
                  <a:lnTo>
                    <a:pt x="5688390" y="3213100"/>
                  </a:lnTo>
                  <a:lnTo>
                    <a:pt x="5680622" y="3187700"/>
                  </a:lnTo>
                  <a:lnTo>
                    <a:pt x="5677978" y="3149600"/>
                  </a:lnTo>
                  <a:close/>
                </a:path>
                <a:path w="5977255" h="4584700">
                  <a:moveTo>
                    <a:pt x="5976664" y="2946400"/>
                  </a:moveTo>
                  <a:lnTo>
                    <a:pt x="5579880" y="2946400"/>
                  </a:lnTo>
                  <a:lnTo>
                    <a:pt x="5586016" y="2959100"/>
                  </a:lnTo>
                  <a:lnTo>
                    <a:pt x="5596656" y="2959100"/>
                  </a:lnTo>
                  <a:lnTo>
                    <a:pt x="5600734" y="2971800"/>
                  </a:lnTo>
                  <a:lnTo>
                    <a:pt x="5603750" y="2971800"/>
                  </a:lnTo>
                  <a:lnTo>
                    <a:pt x="5605620" y="2984500"/>
                  </a:lnTo>
                  <a:lnTo>
                    <a:pt x="5606262" y="2984500"/>
                  </a:lnTo>
                  <a:lnTo>
                    <a:pt x="5605619" y="2997200"/>
                  </a:lnTo>
                  <a:lnTo>
                    <a:pt x="5815695" y="2997200"/>
                  </a:lnTo>
                  <a:lnTo>
                    <a:pt x="5842773" y="3009900"/>
                  </a:lnTo>
                  <a:lnTo>
                    <a:pt x="5868427" y="3009900"/>
                  </a:lnTo>
                  <a:lnTo>
                    <a:pt x="5892061" y="3022600"/>
                  </a:lnTo>
                  <a:lnTo>
                    <a:pt x="5913079" y="3048000"/>
                  </a:lnTo>
                  <a:lnTo>
                    <a:pt x="5940674" y="3086100"/>
                  </a:lnTo>
                  <a:lnTo>
                    <a:pt x="5952740" y="3136900"/>
                  </a:lnTo>
                  <a:lnTo>
                    <a:pt x="5949282" y="3187700"/>
                  </a:lnTo>
                  <a:lnTo>
                    <a:pt x="5930305" y="3238500"/>
                  </a:lnTo>
                  <a:lnTo>
                    <a:pt x="5976664" y="3314700"/>
                  </a:lnTo>
                  <a:lnTo>
                    <a:pt x="5976664" y="2946400"/>
                  </a:lnTo>
                  <a:close/>
                </a:path>
                <a:path w="5977255" h="4584700">
                  <a:moveTo>
                    <a:pt x="5881838" y="3289300"/>
                  </a:moveTo>
                  <a:lnTo>
                    <a:pt x="5866352" y="3302000"/>
                  </a:lnTo>
                  <a:lnTo>
                    <a:pt x="5891457" y="3302000"/>
                  </a:lnTo>
                  <a:lnTo>
                    <a:pt x="5881838" y="3289300"/>
                  </a:lnTo>
                  <a:close/>
                </a:path>
                <a:path w="5977255" h="4584700">
                  <a:moveTo>
                    <a:pt x="5843316" y="3225800"/>
                  </a:moveTo>
                  <a:lnTo>
                    <a:pt x="5788071" y="3225800"/>
                  </a:lnTo>
                  <a:lnTo>
                    <a:pt x="5801509" y="3238500"/>
                  </a:lnTo>
                  <a:lnTo>
                    <a:pt x="5829877" y="3238500"/>
                  </a:lnTo>
                  <a:lnTo>
                    <a:pt x="5843316" y="3225800"/>
                  </a:lnTo>
                  <a:close/>
                </a:path>
                <a:path w="5977255" h="4584700">
                  <a:moveTo>
                    <a:pt x="5855700" y="3086100"/>
                  </a:moveTo>
                  <a:lnTo>
                    <a:pt x="5775697" y="3086100"/>
                  </a:lnTo>
                  <a:lnTo>
                    <a:pt x="5764692" y="3098800"/>
                  </a:lnTo>
                  <a:lnTo>
                    <a:pt x="5755640" y="3111500"/>
                  </a:lnTo>
                  <a:lnTo>
                    <a:pt x="5749014" y="3124200"/>
                  </a:lnTo>
                  <a:lnTo>
                    <a:pt x="5744944" y="3136900"/>
                  </a:lnTo>
                  <a:lnTo>
                    <a:pt x="5743558" y="3149600"/>
                  </a:lnTo>
                  <a:lnTo>
                    <a:pt x="5744944" y="3175000"/>
                  </a:lnTo>
                  <a:lnTo>
                    <a:pt x="5749014" y="3187700"/>
                  </a:lnTo>
                  <a:lnTo>
                    <a:pt x="5755640" y="3200400"/>
                  </a:lnTo>
                  <a:lnTo>
                    <a:pt x="5764692" y="3213100"/>
                  </a:lnTo>
                  <a:lnTo>
                    <a:pt x="5775695" y="3225800"/>
                  </a:lnTo>
                  <a:lnTo>
                    <a:pt x="5855700" y="3225800"/>
                  </a:lnTo>
                  <a:lnTo>
                    <a:pt x="5866712" y="3213100"/>
                  </a:lnTo>
                  <a:lnTo>
                    <a:pt x="5882527" y="3187700"/>
                  </a:lnTo>
                  <a:lnTo>
                    <a:pt x="5887798" y="3149600"/>
                  </a:lnTo>
                  <a:lnTo>
                    <a:pt x="5882527" y="3124200"/>
                  </a:lnTo>
                  <a:lnTo>
                    <a:pt x="5866712" y="3098800"/>
                  </a:lnTo>
                  <a:lnTo>
                    <a:pt x="5855700" y="3086100"/>
                  </a:lnTo>
                  <a:close/>
                </a:path>
                <a:path w="5977255" h="4584700">
                  <a:moveTo>
                    <a:pt x="5829877" y="3073400"/>
                  </a:moveTo>
                  <a:lnTo>
                    <a:pt x="5801514" y="3073400"/>
                  </a:lnTo>
                  <a:lnTo>
                    <a:pt x="5788076" y="3086100"/>
                  </a:lnTo>
                  <a:lnTo>
                    <a:pt x="5843316" y="3086100"/>
                  </a:lnTo>
                  <a:lnTo>
                    <a:pt x="5829877" y="3073400"/>
                  </a:lnTo>
                  <a:close/>
                </a:path>
                <a:path w="5977255" h="4584700">
                  <a:moveTo>
                    <a:pt x="5762965" y="3009900"/>
                  </a:moveTo>
                  <a:lnTo>
                    <a:pt x="5596656" y="3009900"/>
                  </a:lnTo>
                  <a:lnTo>
                    <a:pt x="5591676" y="3022600"/>
                  </a:lnTo>
                  <a:lnTo>
                    <a:pt x="5739330" y="3022600"/>
                  </a:lnTo>
                  <a:lnTo>
                    <a:pt x="5762965" y="3009900"/>
                  </a:lnTo>
                  <a:close/>
                </a:path>
                <a:path w="5977255" h="4584700">
                  <a:moveTo>
                    <a:pt x="5815695" y="2997200"/>
                  </a:moveTo>
                  <a:lnTo>
                    <a:pt x="5603745" y="2997200"/>
                  </a:lnTo>
                  <a:lnTo>
                    <a:pt x="5600729" y="3009900"/>
                  </a:lnTo>
                  <a:lnTo>
                    <a:pt x="5788619" y="3009900"/>
                  </a:lnTo>
                  <a:lnTo>
                    <a:pt x="5815695" y="2997200"/>
                  </a:lnTo>
                  <a:close/>
                </a:path>
                <a:path w="5977255" h="4584700">
                  <a:moveTo>
                    <a:pt x="5976664" y="2882900"/>
                  </a:moveTo>
                  <a:lnTo>
                    <a:pt x="5313697" y="2882900"/>
                  </a:lnTo>
                  <a:lnTo>
                    <a:pt x="5355692" y="2895600"/>
                  </a:lnTo>
                  <a:lnTo>
                    <a:pt x="5397393" y="2895600"/>
                  </a:lnTo>
                  <a:lnTo>
                    <a:pt x="5438653" y="2908300"/>
                  </a:lnTo>
                  <a:lnTo>
                    <a:pt x="5450652" y="2908300"/>
                  </a:lnTo>
                  <a:lnTo>
                    <a:pt x="5459475" y="2921000"/>
                  </a:lnTo>
                  <a:lnTo>
                    <a:pt x="5464297" y="2933700"/>
                  </a:lnTo>
                  <a:lnTo>
                    <a:pt x="5464294" y="2946400"/>
                  </a:lnTo>
                  <a:lnTo>
                    <a:pt x="5459238" y="2959100"/>
                  </a:lnTo>
                  <a:lnTo>
                    <a:pt x="5450282" y="2971800"/>
                  </a:lnTo>
                  <a:lnTo>
                    <a:pt x="5546222" y="2971800"/>
                  </a:lnTo>
                  <a:lnTo>
                    <a:pt x="5550303" y="2959100"/>
                  </a:lnTo>
                  <a:lnTo>
                    <a:pt x="5560927" y="2959100"/>
                  </a:lnTo>
                  <a:lnTo>
                    <a:pt x="5567057" y="2946400"/>
                  </a:lnTo>
                  <a:lnTo>
                    <a:pt x="5976664" y="2946400"/>
                  </a:lnTo>
                  <a:lnTo>
                    <a:pt x="5976664" y="288290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580763" y="1326387"/>
            <a:ext cx="1256665" cy="74485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 marR="5080">
              <a:lnSpc>
                <a:spcPct val="68600"/>
              </a:lnSpc>
              <a:spcBef>
                <a:spcPts val="1155"/>
              </a:spcBef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Ejemplo: Autovías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11648" y="468883"/>
            <a:ext cx="5349875" cy="129032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49225" marR="1778635" indent="-136525">
              <a:lnSpc>
                <a:spcPts val="1989"/>
              </a:lnSpc>
              <a:spcBef>
                <a:spcPts val="305"/>
              </a:spcBef>
            </a:pPr>
            <a:r>
              <a:rPr sz="1800" b="1" dirty="0">
                <a:latin typeface="Courier New"/>
                <a:cs typeface="Courier New"/>
              </a:rPr>
              <a:t>&lt;graph</a:t>
            </a:r>
            <a:r>
              <a:rPr sz="1800" b="1" spc="-6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id="Grafo_Autovias” edgedefault="undirected"&gt;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ts val="1789"/>
              </a:lnSpc>
            </a:pPr>
            <a:r>
              <a:rPr sz="1800" b="1" dirty="0">
                <a:latin typeface="Courier New"/>
                <a:cs typeface="Courier New"/>
              </a:rPr>
              <a:t>&lt;node</a:t>
            </a:r>
            <a:r>
              <a:rPr sz="1800" b="1" spc="-7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id="La</a:t>
            </a:r>
            <a:r>
              <a:rPr sz="1800" b="1" spc="-6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Coruña"/&gt;</a:t>
            </a:r>
            <a:r>
              <a:rPr sz="1800" b="1" spc="-6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&lt;node</a:t>
            </a:r>
            <a:r>
              <a:rPr sz="1800" b="1" spc="-6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id="San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ts val="1955"/>
              </a:lnSpc>
            </a:pPr>
            <a:r>
              <a:rPr sz="1800" b="1" spc="-10" dirty="0">
                <a:latin typeface="Courier New"/>
                <a:cs typeface="Courier New"/>
              </a:rPr>
              <a:t>Sebastián"/&gt;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ts val="2030"/>
              </a:lnSpc>
            </a:pPr>
            <a:r>
              <a:rPr sz="1800" b="1" spc="-50" dirty="0">
                <a:latin typeface="Courier New"/>
                <a:cs typeface="Courier New"/>
              </a:rPr>
              <a:t>…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21223" y="1700276"/>
            <a:ext cx="5213350" cy="55308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5080">
              <a:lnSpc>
                <a:spcPts val="1989"/>
              </a:lnSpc>
              <a:spcBef>
                <a:spcPts val="305"/>
              </a:spcBef>
              <a:tabLst>
                <a:tab pos="2742565" algn="l"/>
              </a:tabLst>
            </a:pPr>
            <a:r>
              <a:rPr sz="1800" b="1" dirty="0">
                <a:latin typeface="Courier New"/>
                <a:cs typeface="Courier New"/>
              </a:rPr>
              <a:t>&lt;edge</a:t>
            </a:r>
            <a:r>
              <a:rPr sz="1800" b="1" spc="-3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id</a:t>
            </a:r>
            <a:r>
              <a:rPr sz="1800" b="1" spc="-3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3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"A-</a:t>
            </a:r>
            <a:r>
              <a:rPr sz="1800" b="1" spc="-25" dirty="0">
                <a:latin typeface="Courier New"/>
                <a:cs typeface="Courier New"/>
              </a:rPr>
              <a:t>6"</a:t>
            </a:r>
            <a:r>
              <a:rPr sz="1800" b="1" dirty="0">
                <a:latin typeface="Courier New"/>
                <a:cs typeface="Courier New"/>
              </a:rPr>
              <a:t>	source="La</a:t>
            </a:r>
            <a:r>
              <a:rPr sz="1800" b="1" spc="-10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Coruña" target="Madrid"/&gt;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21223" y="2197100"/>
            <a:ext cx="4803775" cy="55308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5080">
              <a:lnSpc>
                <a:spcPts val="1989"/>
              </a:lnSpc>
              <a:spcBef>
                <a:spcPts val="305"/>
              </a:spcBef>
              <a:tabLst>
                <a:tab pos="2742565" algn="l"/>
              </a:tabLst>
            </a:pPr>
            <a:r>
              <a:rPr sz="1800" b="1" dirty="0">
                <a:latin typeface="Courier New"/>
                <a:cs typeface="Courier New"/>
              </a:rPr>
              <a:t>&lt;edge</a:t>
            </a:r>
            <a:r>
              <a:rPr sz="1800" b="1" spc="-3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id</a:t>
            </a:r>
            <a:r>
              <a:rPr sz="1800" b="1" spc="-3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3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"A-</a:t>
            </a:r>
            <a:r>
              <a:rPr sz="1800" b="1" spc="-25" dirty="0">
                <a:latin typeface="Courier New"/>
                <a:cs typeface="Courier New"/>
              </a:rPr>
              <a:t>1"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10" dirty="0">
                <a:latin typeface="Courier New"/>
                <a:cs typeface="Courier New"/>
              </a:rPr>
              <a:t>source="Madrid" </a:t>
            </a:r>
            <a:r>
              <a:rPr sz="1800" b="1" dirty="0">
                <a:latin typeface="Courier New"/>
                <a:cs typeface="Courier New"/>
              </a:rPr>
              <a:t>target="San</a:t>
            </a:r>
            <a:r>
              <a:rPr sz="1800" b="1" spc="-114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Sebastián"/&gt;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51723" y="2690876"/>
            <a:ext cx="2073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ourier New"/>
                <a:cs typeface="Courier New"/>
              </a:rPr>
              <a:t>source="Madrid"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51723" y="3187700"/>
            <a:ext cx="24828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ourier New"/>
                <a:cs typeface="Courier New"/>
              </a:rPr>
              <a:t>source="Barcelona"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51723" y="3681476"/>
            <a:ext cx="2073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ourier New"/>
                <a:cs typeface="Courier New"/>
              </a:rPr>
              <a:t>source="Madrid"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75123" y="2690876"/>
            <a:ext cx="3302000" cy="2028189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558800" marR="5080">
              <a:lnSpc>
                <a:spcPts val="1989"/>
              </a:lnSpc>
              <a:spcBef>
                <a:spcPts val="305"/>
              </a:spcBef>
            </a:pPr>
            <a:r>
              <a:rPr sz="1800" b="1" dirty="0">
                <a:latin typeface="Courier New"/>
                <a:cs typeface="Courier New"/>
              </a:rPr>
              <a:t>&lt;edge</a:t>
            </a:r>
            <a:r>
              <a:rPr sz="1800" b="1" spc="-3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id</a:t>
            </a:r>
            <a:r>
              <a:rPr sz="1800" b="1" spc="-3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3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"A-</a:t>
            </a:r>
            <a:r>
              <a:rPr sz="1800" b="1" spc="-25" dirty="0">
                <a:latin typeface="Courier New"/>
                <a:cs typeface="Courier New"/>
              </a:rPr>
              <a:t>2" </a:t>
            </a:r>
            <a:r>
              <a:rPr sz="1800" b="1" spc="-10" dirty="0">
                <a:latin typeface="Courier New"/>
                <a:cs typeface="Courier New"/>
              </a:rPr>
              <a:t>target="Barcelona"/&gt;</a:t>
            </a:r>
            <a:endParaRPr sz="1800">
              <a:latin typeface="Courier New"/>
              <a:cs typeface="Courier New"/>
            </a:endParaRPr>
          </a:p>
          <a:p>
            <a:pPr marL="558800">
              <a:lnSpc>
                <a:spcPts val="1800"/>
              </a:lnSpc>
            </a:pPr>
            <a:r>
              <a:rPr sz="1800" b="1" dirty="0">
                <a:latin typeface="Courier New"/>
                <a:cs typeface="Courier New"/>
              </a:rPr>
              <a:t>&lt;edge</a:t>
            </a:r>
            <a:r>
              <a:rPr sz="1800" b="1" spc="-3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id</a:t>
            </a:r>
            <a:r>
              <a:rPr sz="1800" b="1" spc="-3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3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"A-</a:t>
            </a:r>
            <a:r>
              <a:rPr sz="1800" b="1" spc="-25" dirty="0">
                <a:latin typeface="Courier New"/>
                <a:cs typeface="Courier New"/>
              </a:rPr>
              <a:t>7"</a:t>
            </a:r>
            <a:endParaRPr sz="1800">
              <a:latin typeface="Courier New"/>
              <a:cs typeface="Courier New"/>
            </a:endParaRPr>
          </a:p>
          <a:p>
            <a:pPr marL="558800">
              <a:lnSpc>
                <a:spcPts val="1945"/>
              </a:lnSpc>
            </a:pPr>
            <a:r>
              <a:rPr sz="1800" b="1" spc="-10" dirty="0">
                <a:latin typeface="Courier New"/>
                <a:cs typeface="Courier New"/>
              </a:rPr>
              <a:t>target="Valencia"/&gt;</a:t>
            </a:r>
            <a:endParaRPr sz="1800">
              <a:latin typeface="Courier New"/>
              <a:cs typeface="Courier New"/>
            </a:endParaRPr>
          </a:p>
          <a:p>
            <a:pPr marL="558800" marR="142240">
              <a:lnSpc>
                <a:spcPts val="1900"/>
              </a:lnSpc>
              <a:spcBef>
                <a:spcPts val="150"/>
              </a:spcBef>
            </a:pPr>
            <a:r>
              <a:rPr sz="1800" b="1" dirty="0">
                <a:latin typeface="Courier New"/>
                <a:cs typeface="Courier New"/>
              </a:rPr>
              <a:t>&lt;edge</a:t>
            </a:r>
            <a:r>
              <a:rPr sz="1800" b="1" spc="-3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id</a:t>
            </a:r>
            <a:r>
              <a:rPr sz="1800" b="1" spc="-3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3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"A-</a:t>
            </a:r>
            <a:r>
              <a:rPr sz="1800" b="1" spc="-25" dirty="0">
                <a:latin typeface="Courier New"/>
                <a:cs typeface="Courier New"/>
              </a:rPr>
              <a:t>3" </a:t>
            </a:r>
            <a:r>
              <a:rPr sz="1800" b="1" spc="-10" dirty="0">
                <a:latin typeface="Courier New"/>
                <a:cs typeface="Courier New"/>
              </a:rPr>
              <a:t>target="Valencia"/&gt;</a:t>
            </a:r>
            <a:endParaRPr sz="1800">
              <a:latin typeface="Courier New"/>
              <a:cs typeface="Courier New"/>
            </a:endParaRPr>
          </a:p>
          <a:p>
            <a:pPr marL="558800">
              <a:lnSpc>
                <a:spcPts val="1860"/>
              </a:lnSpc>
            </a:pPr>
            <a:r>
              <a:rPr sz="1800" b="1" spc="-50" dirty="0">
                <a:latin typeface="Courier New"/>
                <a:cs typeface="Courier New"/>
              </a:rPr>
              <a:t>…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ts val="2030"/>
              </a:lnSpc>
            </a:pPr>
            <a:r>
              <a:rPr sz="1800" b="1" spc="-10" dirty="0">
                <a:latin typeface="Courier New"/>
                <a:cs typeface="Courier New"/>
              </a:rPr>
              <a:t>&lt;/graph&gt;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GraphML:</a:t>
            </a:r>
          </a:p>
        </p:txBody>
      </p:sp>
      <p:sp>
        <p:nvSpPr>
          <p:cNvPr id="3" name="object 3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580763" y="1326387"/>
            <a:ext cx="1256665" cy="74485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 marR="5080">
              <a:lnSpc>
                <a:spcPct val="68600"/>
              </a:lnSpc>
              <a:spcBef>
                <a:spcPts val="1155"/>
              </a:spcBef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Ejemplo: Autovías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44302" y="274827"/>
            <a:ext cx="4816475" cy="357568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298450" marR="316230" indent="-285750">
              <a:lnSpc>
                <a:spcPct val="101400"/>
              </a:lnSpc>
              <a:spcBef>
                <a:spcPts val="50"/>
              </a:spcBef>
              <a:buChar char="■"/>
              <a:tabLst>
                <a:tab pos="298450" algn="l"/>
              </a:tabLst>
            </a:pPr>
            <a:r>
              <a:rPr sz="2800" spc="-415" dirty="0">
                <a:latin typeface="Arial"/>
                <a:cs typeface="Arial"/>
              </a:rPr>
              <a:t>Es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10" dirty="0">
                <a:latin typeface="Arial"/>
                <a:cs typeface="Arial"/>
              </a:rPr>
              <a:t>posible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110" dirty="0">
                <a:latin typeface="Arial"/>
                <a:cs typeface="Arial"/>
              </a:rPr>
              <a:t>combinar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60" dirty="0">
                <a:latin typeface="Arial"/>
                <a:cs typeface="Arial"/>
              </a:rPr>
              <a:t>distintos </a:t>
            </a:r>
            <a:r>
              <a:rPr sz="2800" spc="-80" dirty="0">
                <a:latin typeface="Arial"/>
                <a:cs typeface="Arial"/>
              </a:rPr>
              <a:t>tipos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aristas</a:t>
            </a:r>
            <a:endParaRPr sz="2800">
              <a:latin typeface="Arial"/>
              <a:cs typeface="Arial"/>
            </a:endParaRPr>
          </a:p>
          <a:p>
            <a:pPr marL="298450" marR="140970" indent="-285750">
              <a:lnSpc>
                <a:spcPct val="101099"/>
              </a:lnSpc>
              <a:spcBef>
                <a:spcPts val="520"/>
              </a:spcBef>
              <a:buFont typeface="Arial"/>
              <a:buChar char="■"/>
              <a:tabLst>
                <a:tab pos="298450" algn="l"/>
              </a:tabLst>
            </a:pPr>
            <a:r>
              <a:rPr sz="1800" b="1" dirty="0">
                <a:latin typeface="Courier New"/>
                <a:cs typeface="Courier New"/>
              </a:rPr>
              <a:t>&lt;edge</a:t>
            </a:r>
            <a:r>
              <a:rPr sz="1800" b="1" spc="-4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id</a:t>
            </a:r>
            <a:r>
              <a:rPr sz="1800" b="1" spc="-4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3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"5"</a:t>
            </a:r>
            <a:r>
              <a:rPr sz="1800" b="1" spc="-40" dirty="0"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40FF"/>
                </a:solidFill>
                <a:latin typeface="Courier New"/>
                <a:cs typeface="Courier New"/>
              </a:rPr>
              <a:t>directed</a:t>
            </a:r>
            <a:r>
              <a:rPr sz="1800" b="1" spc="-40" dirty="0">
                <a:solidFill>
                  <a:srgbClr val="0040FF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40FF"/>
                </a:solidFill>
                <a:latin typeface="Courier New"/>
                <a:cs typeface="Courier New"/>
              </a:rPr>
              <a:t>=</a:t>
            </a:r>
            <a:r>
              <a:rPr sz="1800" b="1" spc="-35" dirty="0">
                <a:solidFill>
                  <a:srgbClr val="0040FF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0040FF"/>
                </a:solidFill>
                <a:latin typeface="Courier New"/>
                <a:cs typeface="Courier New"/>
              </a:rPr>
              <a:t>“true” </a:t>
            </a:r>
            <a:r>
              <a:rPr sz="1800" b="1" dirty="0">
                <a:latin typeface="Courier New"/>
                <a:cs typeface="Courier New"/>
              </a:rPr>
              <a:t>source</a:t>
            </a:r>
            <a:r>
              <a:rPr sz="1800" b="1" spc="-6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6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"Fitness"</a:t>
            </a:r>
            <a:r>
              <a:rPr sz="1800" b="1" spc="-5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target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ts val="2130"/>
              </a:lnSpc>
              <a:spcBef>
                <a:spcPts val="459"/>
              </a:spcBef>
            </a:pP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"Bricoymas"/&gt;</a:t>
            </a:r>
            <a:endParaRPr sz="1800">
              <a:latin typeface="Courier New"/>
              <a:cs typeface="Courier New"/>
            </a:endParaRPr>
          </a:p>
          <a:p>
            <a:pPr marL="298450" marR="444500" indent="-285750">
              <a:lnSpc>
                <a:spcPts val="3379"/>
              </a:lnSpc>
              <a:spcBef>
                <a:spcPts val="60"/>
              </a:spcBef>
              <a:buChar char="■"/>
              <a:tabLst>
                <a:tab pos="298450" algn="l"/>
              </a:tabLst>
            </a:pPr>
            <a:r>
              <a:rPr sz="2800" spc="-415" dirty="0">
                <a:latin typeface="Arial"/>
                <a:cs typeface="Arial"/>
              </a:rPr>
              <a:t>Es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110" dirty="0">
                <a:latin typeface="Arial"/>
                <a:cs typeface="Arial"/>
              </a:rPr>
              <a:t>posible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110" dirty="0">
                <a:latin typeface="Arial"/>
                <a:cs typeface="Arial"/>
              </a:rPr>
              <a:t>añadir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204" dirty="0">
                <a:latin typeface="Arial"/>
                <a:cs typeface="Arial"/>
              </a:rPr>
              <a:t>pesos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240" dirty="0">
                <a:latin typeface="Arial"/>
                <a:cs typeface="Arial"/>
              </a:rPr>
              <a:t>a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120" dirty="0">
                <a:latin typeface="Arial"/>
                <a:cs typeface="Arial"/>
              </a:rPr>
              <a:t>las </a:t>
            </a:r>
            <a:r>
              <a:rPr sz="2800" spc="-10" dirty="0">
                <a:latin typeface="Arial"/>
                <a:cs typeface="Arial"/>
              </a:rPr>
              <a:t>aristas</a:t>
            </a:r>
            <a:endParaRPr sz="2800">
              <a:latin typeface="Arial"/>
              <a:cs typeface="Arial"/>
            </a:endParaRPr>
          </a:p>
          <a:p>
            <a:pPr marL="298450" marR="5080" indent="-285750">
              <a:lnSpc>
                <a:spcPct val="102200"/>
              </a:lnSpc>
              <a:spcBef>
                <a:spcPts val="385"/>
              </a:spcBef>
              <a:buFont typeface="Arial"/>
              <a:buChar char="■"/>
              <a:tabLst>
                <a:tab pos="298450" algn="l"/>
              </a:tabLst>
            </a:pPr>
            <a:r>
              <a:rPr sz="1800" b="1" dirty="0">
                <a:latin typeface="Courier New"/>
                <a:cs typeface="Courier New"/>
              </a:rPr>
              <a:t>&lt;edge</a:t>
            </a:r>
            <a:r>
              <a:rPr sz="1800" b="1" spc="-6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id=”A-</a:t>
            </a:r>
            <a:r>
              <a:rPr sz="1800" b="1" dirty="0">
                <a:latin typeface="Courier New"/>
                <a:cs typeface="Courier New"/>
              </a:rPr>
              <a:t>6"</a:t>
            </a:r>
            <a:r>
              <a:rPr sz="1800" b="1" spc="-6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source=”La</a:t>
            </a:r>
            <a:r>
              <a:rPr sz="1800" b="1" spc="-5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Coruña" </a:t>
            </a:r>
            <a:r>
              <a:rPr sz="1800" b="1" dirty="0">
                <a:latin typeface="Courier New"/>
                <a:cs typeface="Courier New"/>
              </a:rPr>
              <a:t>target=”Madrid"&gt;</a:t>
            </a:r>
            <a:r>
              <a:rPr sz="1800" b="1" spc="-160" dirty="0"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0040FF"/>
                </a:solidFill>
                <a:latin typeface="Courier New"/>
                <a:cs typeface="Courier New"/>
              </a:rPr>
              <a:t>&lt;data&gt;600&lt;/data&gt;</a:t>
            </a:r>
            <a:endParaRPr sz="1800">
              <a:latin typeface="Courier New"/>
              <a:cs typeface="Courier New"/>
            </a:endParaRPr>
          </a:p>
          <a:p>
            <a:pPr marL="298450">
              <a:lnSpc>
                <a:spcPts val="2090"/>
              </a:lnSpc>
            </a:pPr>
            <a:r>
              <a:rPr sz="1800" b="1" spc="-10" dirty="0">
                <a:latin typeface="Courier New"/>
                <a:cs typeface="Courier New"/>
              </a:rPr>
              <a:t>&lt;/edge&gt;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GraphML: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491880" y="2859782"/>
            <a:ext cx="5652135" cy="2284095"/>
            <a:chOff x="3491880" y="2859782"/>
            <a:chExt cx="5652135" cy="2284095"/>
          </a:xfrm>
        </p:grpSpPr>
        <p:sp>
          <p:nvSpPr>
            <p:cNvPr id="4" name="object 4"/>
            <p:cNvSpPr/>
            <p:nvPr/>
          </p:nvSpPr>
          <p:spPr>
            <a:xfrm>
              <a:off x="8254885" y="3943583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91880" y="3837821"/>
              <a:ext cx="2431832" cy="120826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23713" y="2859782"/>
              <a:ext cx="2960400" cy="1152127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872992" y="1326387"/>
            <a:ext cx="196405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Visualización: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44302" y="192531"/>
            <a:ext cx="5131435" cy="247904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745"/>
              </a:spcBef>
              <a:buChar char="■"/>
              <a:tabLst>
                <a:tab pos="297815" algn="l"/>
              </a:tabLst>
            </a:pPr>
            <a:r>
              <a:rPr sz="2800" spc="-295" dirty="0">
                <a:latin typeface="Arial"/>
                <a:cs typeface="Arial"/>
              </a:rPr>
              <a:t>yEd</a:t>
            </a:r>
            <a:endParaRPr sz="2800">
              <a:latin typeface="Arial"/>
              <a:cs typeface="Arial"/>
            </a:endParaRPr>
          </a:p>
          <a:p>
            <a:pPr marL="298450" marR="5080" indent="-285750">
              <a:lnSpc>
                <a:spcPts val="3290"/>
              </a:lnSpc>
              <a:spcBef>
                <a:spcPts val="820"/>
              </a:spcBef>
              <a:buClr>
                <a:srgbClr val="000000"/>
              </a:buClr>
              <a:buChar char="■"/>
              <a:tabLst>
                <a:tab pos="298450" algn="l"/>
              </a:tabLst>
            </a:pPr>
            <a:r>
              <a:rPr sz="2800" u="heavy" spc="-6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https://</a:t>
            </a:r>
            <a:r>
              <a:rPr sz="2800" u="heavy" spc="-6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4"/>
              </a:rPr>
              <a:t>www.yworks.com/produc</a:t>
            </a:r>
            <a:r>
              <a:rPr sz="2800" spc="-6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80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ts/yed</a:t>
            </a:r>
            <a:endParaRPr sz="28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545"/>
              </a:spcBef>
              <a:buChar char="■"/>
              <a:tabLst>
                <a:tab pos="297815" algn="l"/>
              </a:tabLst>
            </a:pPr>
            <a:r>
              <a:rPr sz="2800" spc="-10" dirty="0">
                <a:latin typeface="Arial"/>
                <a:cs typeface="Arial"/>
              </a:rPr>
              <a:t>Gephi</a:t>
            </a:r>
            <a:endParaRPr sz="28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650"/>
              </a:spcBef>
              <a:buClr>
                <a:srgbClr val="000000"/>
              </a:buClr>
              <a:buChar char="■"/>
              <a:tabLst>
                <a:tab pos="297815" algn="l"/>
              </a:tabLst>
            </a:pPr>
            <a:r>
              <a:rPr sz="280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https://gephi.org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" y="0"/>
            <a:ext cx="5002530" cy="3938270"/>
          </a:xfrm>
          <a:custGeom>
            <a:avLst/>
            <a:gdLst/>
            <a:ahLst/>
            <a:cxnLst/>
            <a:rect l="l" t="t" r="r" b="b"/>
            <a:pathLst>
              <a:path w="5002530" h="3938270">
                <a:moveTo>
                  <a:pt x="0" y="1704928"/>
                </a:moveTo>
                <a:lnTo>
                  <a:pt x="0" y="3856309"/>
                </a:lnTo>
                <a:lnTo>
                  <a:pt x="579720" y="3937783"/>
                </a:lnTo>
                <a:lnTo>
                  <a:pt x="1255398" y="2957054"/>
                </a:lnTo>
                <a:lnTo>
                  <a:pt x="876220" y="1828073"/>
                </a:lnTo>
                <a:lnTo>
                  <a:pt x="0" y="1704928"/>
                </a:lnTo>
                <a:close/>
              </a:path>
              <a:path w="5002530" h="3938270">
                <a:moveTo>
                  <a:pt x="1716059" y="768286"/>
                </a:moveTo>
                <a:lnTo>
                  <a:pt x="1040381" y="1749016"/>
                </a:lnTo>
                <a:lnTo>
                  <a:pt x="1419558" y="2877996"/>
                </a:lnTo>
                <a:lnTo>
                  <a:pt x="2811966" y="3073687"/>
                </a:lnTo>
                <a:lnTo>
                  <a:pt x="3487644" y="2092957"/>
                </a:lnTo>
                <a:lnTo>
                  <a:pt x="3108467" y="963976"/>
                </a:lnTo>
                <a:lnTo>
                  <a:pt x="1716059" y="768286"/>
                </a:lnTo>
                <a:close/>
              </a:path>
              <a:path w="5002530" h="3938270">
                <a:moveTo>
                  <a:pt x="1331643" y="0"/>
                </a:moveTo>
                <a:lnTo>
                  <a:pt x="0" y="0"/>
                </a:lnTo>
                <a:lnTo>
                  <a:pt x="0" y="1510524"/>
                </a:lnTo>
                <a:lnTo>
                  <a:pt x="875213" y="1633527"/>
                </a:lnTo>
                <a:lnTo>
                  <a:pt x="1550890" y="652797"/>
                </a:lnTo>
                <a:lnTo>
                  <a:pt x="1331643" y="0"/>
                </a:lnTo>
                <a:close/>
              </a:path>
              <a:path w="5002530" h="3938270">
                <a:moveTo>
                  <a:pt x="3995936" y="267493"/>
                </a:moveTo>
                <a:lnTo>
                  <a:pt x="3948860" y="270028"/>
                </a:lnTo>
                <a:lnTo>
                  <a:pt x="3903251" y="277458"/>
                </a:lnTo>
                <a:lnTo>
                  <a:pt x="3859375" y="289519"/>
                </a:lnTo>
                <a:lnTo>
                  <a:pt x="3817494" y="305948"/>
                </a:lnTo>
                <a:lnTo>
                  <a:pt x="3777872" y="326480"/>
                </a:lnTo>
                <a:lnTo>
                  <a:pt x="3740773" y="350853"/>
                </a:lnTo>
                <a:lnTo>
                  <a:pt x="3706460" y="378803"/>
                </a:lnTo>
                <a:lnTo>
                  <a:pt x="3675197" y="410066"/>
                </a:lnTo>
                <a:lnTo>
                  <a:pt x="3647247" y="444379"/>
                </a:lnTo>
                <a:lnTo>
                  <a:pt x="3622874" y="481478"/>
                </a:lnTo>
                <a:lnTo>
                  <a:pt x="3602342" y="521100"/>
                </a:lnTo>
                <a:lnTo>
                  <a:pt x="3585913" y="562980"/>
                </a:lnTo>
                <a:lnTo>
                  <a:pt x="3573852" y="606856"/>
                </a:lnTo>
                <a:lnTo>
                  <a:pt x="3566423" y="652464"/>
                </a:lnTo>
                <a:lnTo>
                  <a:pt x="3563887" y="699541"/>
                </a:lnTo>
                <a:lnTo>
                  <a:pt x="3566423" y="746617"/>
                </a:lnTo>
                <a:lnTo>
                  <a:pt x="3573852" y="792225"/>
                </a:lnTo>
                <a:lnTo>
                  <a:pt x="3585913" y="836102"/>
                </a:lnTo>
                <a:lnTo>
                  <a:pt x="3602342" y="877982"/>
                </a:lnTo>
                <a:lnTo>
                  <a:pt x="3622874" y="917604"/>
                </a:lnTo>
                <a:lnTo>
                  <a:pt x="3647247" y="954703"/>
                </a:lnTo>
                <a:lnTo>
                  <a:pt x="3675197" y="989016"/>
                </a:lnTo>
                <a:lnTo>
                  <a:pt x="3706460" y="1020279"/>
                </a:lnTo>
                <a:lnTo>
                  <a:pt x="3740773" y="1048229"/>
                </a:lnTo>
                <a:lnTo>
                  <a:pt x="3777872" y="1072602"/>
                </a:lnTo>
                <a:lnTo>
                  <a:pt x="3817494" y="1093134"/>
                </a:lnTo>
                <a:lnTo>
                  <a:pt x="3859375" y="1109563"/>
                </a:lnTo>
                <a:lnTo>
                  <a:pt x="3903251" y="1121624"/>
                </a:lnTo>
                <a:lnTo>
                  <a:pt x="3948860" y="1129053"/>
                </a:lnTo>
                <a:lnTo>
                  <a:pt x="3995936" y="1131589"/>
                </a:lnTo>
                <a:lnTo>
                  <a:pt x="4043013" y="1129053"/>
                </a:lnTo>
                <a:lnTo>
                  <a:pt x="4088620" y="1121624"/>
                </a:lnTo>
                <a:lnTo>
                  <a:pt x="4132496" y="1109563"/>
                </a:lnTo>
                <a:lnTo>
                  <a:pt x="4174377" y="1093134"/>
                </a:lnTo>
                <a:lnTo>
                  <a:pt x="4213998" y="1072602"/>
                </a:lnTo>
                <a:lnTo>
                  <a:pt x="4251097" y="1048229"/>
                </a:lnTo>
                <a:lnTo>
                  <a:pt x="4285410" y="1020279"/>
                </a:lnTo>
                <a:lnTo>
                  <a:pt x="4316673" y="989016"/>
                </a:lnTo>
                <a:lnTo>
                  <a:pt x="4344623" y="954703"/>
                </a:lnTo>
                <a:lnTo>
                  <a:pt x="4368996" y="917604"/>
                </a:lnTo>
                <a:lnTo>
                  <a:pt x="4389528" y="877982"/>
                </a:lnTo>
                <a:lnTo>
                  <a:pt x="4405957" y="836102"/>
                </a:lnTo>
                <a:lnTo>
                  <a:pt x="4418018" y="792225"/>
                </a:lnTo>
                <a:lnTo>
                  <a:pt x="4425447" y="746617"/>
                </a:lnTo>
                <a:lnTo>
                  <a:pt x="4427983" y="699541"/>
                </a:lnTo>
                <a:lnTo>
                  <a:pt x="4425466" y="652797"/>
                </a:lnTo>
                <a:lnTo>
                  <a:pt x="4418018" y="606856"/>
                </a:lnTo>
                <a:lnTo>
                  <a:pt x="4405957" y="562980"/>
                </a:lnTo>
                <a:lnTo>
                  <a:pt x="4389529" y="521100"/>
                </a:lnTo>
                <a:lnTo>
                  <a:pt x="4368996" y="481478"/>
                </a:lnTo>
                <a:lnTo>
                  <a:pt x="4344624" y="444379"/>
                </a:lnTo>
                <a:lnTo>
                  <a:pt x="4316674" y="410066"/>
                </a:lnTo>
                <a:lnTo>
                  <a:pt x="4285411" y="378803"/>
                </a:lnTo>
                <a:lnTo>
                  <a:pt x="4251098" y="350853"/>
                </a:lnTo>
                <a:lnTo>
                  <a:pt x="4214000" y="326480"/>
                </a:lnTo>
                <a:lnTo>
                  <a:pt x="4174378" y="305948"/>
                </a:lnTo>
                <a:lnTo>
                  <a:pt x="4132498" y="289519"/>
                </a:lnTo>
                <a:lnTo>
                  <a:pt x="4088622" y="277458"/>
                </a:lnTo>
                <a:lnTo>
                  <a:pt x="4043014" y="270028"/>
                </a:lnTo>
                <a:lnTo>
                  <a:pt x="3995936" y="267493"/>
                </a:lnTo>
                <a:close/>
              </a:path>
              <a:path w="5002530" h="3938270">
                <a:moveTo>
                  <a:pt x="3641270" y="0"/>
                </a:moveTo>
                <a:lnTo>
                  <a:pt x="1520549" y="0"/>
                </a:lnTo>
                <a:lnTo>
                  <a:pt x="1715051" y="579121"/>
                </a:lnTo>
                <a:lnTo>
                  <a:pt x="3107460" y="774811"/>
                </a:lnTo>
                <a:lnTo>
                  <a:pt x="3641270" y="0"/>
                </a:lnTo>
                <a:close/>
              </a:path>
              <a:path w="5002530" h="3938270">
                <a:moveTo>
                  <a:pt x="5001954" y="0"/>
                </a:moveTo>
                <a:lnTo>
                  <a:pt x="4158813" y="0"/>
                </a:lnTo>
                <a:lnTo>
                  <a:pt x="4182288" y="75625"/>
                </a:lnTo>
                <a:lnTo>
                  <a:pt x="4202310" y="116723"/>
                </a:lnTo>
                <a:lnTo>
                  <a:pt x="4226411" y="155244"/>
                </a:lnTo>
                <a:lnTo>
                  <a:pt x="4254310" y="190908"/>
                </a:lnTo>
                <a:lnTo>
                  <a:pt x="4285724" y="223432"/>
                </a:lnTo>
                <a:lnTo>
                  <a:pt x="4320373" y="252534"/>
                </a:lnTo>
                <a:lnTo>
                  <a:pt x="4357973" y="277932"/>
                </a:lnTo>
                <a:lnTo>
                  <a:pt x="4398243" y="299345"/>
                </a:lnTo>
                <a:lnTo>
                  <a:pt x="4440901" y="316490"/>
                </a:lnTo>
                <a:lnTo>
                  <a:pt x="4485665" y="329086"/>
                </a:lnTo>
                <a:lnTo>
                  <a:pt x="4532253" y="336850"/>
                </a:lnTo>
                <a:lnTo>
                  <a:pt x="4580383" y="339501"/>
                </a:lnTo>
                <a:lnTo>
                  <a:pt x="4628513" y="336850"/>
                </a:lnTo>
                <a:lnTo>
                  <a:pt x="4675101" y="329086"/>
                </a:lnTo>
                <a:lnTo>
                  <a:pt x="4719866" y="316490"/>
                </a:lnTo>
                <a:lnTo>
                  <a:pt x="4762524" y="299345"/>
                </a:lnTo>
                <a:lnTo>
                  <a:pt x="4802794" y="277932"/>
                </a:lnTo>
                <a:lnTo>
                  <a:pt x="4840394" y="252534"/>
                </a:lnTo>
                <a:lnTo>
                  <a:pt x="4875043" y="223432"/>
                </a:lnTo>
                <a:lnTo>
                  <a:pt x="4906457" y="190908"/>
                </a:lnTo>
                <a:lnTo>
                  <a:pt x="4934356" y="155244"/>
                </a:lnTo>
                <a:lnTo>
                  <a:pt x="4958458" y="116723"/>
                </a:lnTo>
                <a:lnTo>
                  <a:pt x="4978479" y="75625"/>
                </a:lnTo>
                <a:lnTo>
                  <a:pt x="5001954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146683" y="3165348"/>
            <a:ext cx="2453005" cy="946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DEA4"/>
                </a:solidFill>
                <a:latin typeface="Arial"/>
                <a:cs typeface="Arial"/>
              </a:rPr>
              <a:t>Big</a:t>
            </a:r>
            <a:r>
              <a:rPr sz="2000" b="1" spc="-40" dirty="0">
                <a:solidFill>
                  <a:srgbClr val="00DEA4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DEA4"/>
                </a:solidFill>
                <a:latin typeface="Arial"/>
                <a:cs typeface="Arial"/>
              </a:rPr>
              <a:t>Data</a:t>
            </a:r>
            <a:r>
              <a:rPr sz="2000" b="1" spc="-105" dirty="0">
                <a:solidFill>
                  <a:srgbClr val="00DEA4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0DEA4"/>
                </a:solidFill>
                <a:latin typeface="Arial"/>
                <a:cs typeface="Arial"/>
              </a:rPr>
              <a:t>Aplicado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ts val="1760"/>
              </a:lnSpc>
              <a:spcBef>
                <a:spcPts val="1695"/>
              </a:spcBef>
            </a:pPr>
            <a:r>
              <a:rPr sz="1600" spc="-10" dirty="0">
                <a:latin typeface="Arial"/>
                <a:cs typeface="Arial"/>
              </a:rPr>
              <a:t>Julio</a:t>
            </a:r>
            <a:r>
              <a:rPr sz="1600" spc="-10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Alberto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López </a:t>
            </a:r>
            <a:r>
              <a:rPr sz="1600" spc="-20" dirty="0">
                <a:latin typeface="Arial"/>
                <a:cs typeface="Arial"/>
              </a:rPr>
              <a:t>Gómez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ts val="1400"/>
              </a:lnSpc>
            </a:pPr>
            <a:r>
              <a:rPr sz="1300" spc="-10" dirty="0">
                <a:solidFill>
                  <a:srgbClr val="404040"/>
                </a:solidFill>
                <a:latin typeface="Arial"/>
                <a:cs typeface="Arial"/>
                <a:hlinkClick r:id="rId2"/>
              </a:rPr>
              <a:t>JulioAlberto.Lopez@uclm.es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12700" marR="5080" algn="just">
              <a:lnSpc>
                <a:spcPct val="79300"/>
              </a:lnSpc>
              <a:spcBef>
                <a:spcPts val="1090"/>
              </a:spcBef>
            </a:pPr>
            <a:r>
              <a:rPr spc="-20" dirty="0"/>
              <a:t>Toma</a:t>
            </a:r>
            <a:r>
              <a:rPr spc="-114" dirty="0"/>
              <a:t> </a:t>
            </a:r>
            <a:r>
              <a:rPr dirty="0"/>
              <a:t>de</a:t>
            </a:r>
            <a:r>
              <a:rPr spc="-114" dirty="0"/>
              <a:t> </a:t>
            </a:r>
            <a:r>
              <a:rPr spc="-10" dirty="0"/>
              <a:t>decisiones: </a:t>
            </a:r>
            <a:r>
              <a:rPr dirty="0"/>
              <a:t>datos,</a:t>
            </a:r>
            <a:r>
              <a:rPr spc="-65" dirty="0"/>
              <a:t> </a:t>
            </a:r>
            <a:r>
              <a:rPr dirty="0"/>
              <a:t>información</a:t>
            </a:r>
            <a:r>
              <a:rPr spc="-65" dirty="0"/>
              <a:t> </a:t>
            </a:r>
            <a:r>
              <a:rPr spc="-50" dirty="0"/>
              <a:t>y </a:t>
            </a:r>
            <a:r>
              <a:rPr spc="-10" dirty="0"/>
              <a:t>conocimiento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6797040" y="3943584"/>
            <a:ext cx="2346960" cy="1200150"/>
            <a:chOff x="6797040" y="3943584"/>
            <a:chExt cx="2346960" cy="1200150"/>
          </a:xfrm>
        </p:grpSpPr>
        <p:sp>
          <p:nvSpPr>
            <p:cNvPr id="6" name="object 6"/>
            <p:cNvSpPr/>
            <p:nvPr/>
          </p:nvSpPr>
          <p:spPr>
            <a:xfrm>
              <a:off x="8254885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97040" y="4373880"/>
              <a:ext cx="1459992" cy="344423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46790" y="4373843"/>
            <a:ext cx="749345" cy="365309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4210564" y="4381676"/>
            <a:ext cx="653415" cy="325755"/>
            <a:chOff x="4210564" y="4381676"/>
            <a:chExt cx="653415" cy="325755"/>
          </a:xfrm>
        </p:grpSpPr>
        <p:sp>
          <p:nvSpPr>
            <p:cNvPr id="10" name="object 10"/>
            <p:cNvSpPr/>
            <p:nvPr/>
          </p:nvSpPr>
          <p:spPr>
            <a:xfrm>
              <a:off x="4372655" y="4519010"/>
              <a:ext cx="109220" cy="46990"/>
            </a:xfrm>
            <a:custGeom>
              <a:avLst/>
              <a:gdLst/>
              <a:ahLst/>
              <a:cxnLst/>
              <a:rect l="l" t="t" r="r" b="b"/>
              <a:pathLst>
                <a:path w="109220" h="46989">
                  <a:moveTo>
                    <a:pt x="109052" y="0"/>
                  </a:moveTo>
                  <a:lnTo>
                    <a:pt x="0" y="0"/>
                  </a:lnTo>
                  <a:lnTo>
                    <a:pt x="0" y="46456"/>
                  </a:lnTo>
                  <a:lnTo>
                    <a:pt x="109052" y="46456"/>
                  </a:lnTo>
                  <a:lnTo>
                    <a:pt x="109052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309590" y="4502793"/>
              <a:ext cx="76200" cy="76835"/>
            </a:xfrm>
            <a:custGeom>
              <a:avLst/>
              <a:gdLst/>
              <a:ahLst/>
              <a:cxnLst/>
              <a:rect l="l" t="t" r="r" b="b"/>
              <a:pathLst>
                <a:path w="76200" h="76835">
                  <a:moveTo>
                    <a:pt x="37682" y="0"/>
                  </a:moveTo>
                  <a:lnTo>
                    <a:pt x="2554" y="23467"/>
                  </a:lnTo>
                  <a:lnTo>
                    <a:pt x="0" y="38074"/>
                  </a:lnTo>
                  <a:lnTo>
                    <a:pt x="535" y="45564"/>
                  </a:lnTo>
                  <a:lnTo>
                    <a:pt x="30171" y="75625"/>
                  </a:lnTo>
                  <a:lnTo>
                    <a:pt x="37682" y="76227"/>
                  </a:lnTo>
                  <a:lnTo>
                    <a:pt x="53179" y="73081"/>
                  </a:lnTo>
                  <a:lnTo>
                    <a:pt x="65054" y="64856"/>
                  </a:lnTo>
                  <a:lnTo>
                    <a:pt x="72979" y="52778"/>
                  </a:lnTo>
                  <a:lnTo>
                    <a:pt x="75756" y="38074"/>
                  </a:lnTo>
                  <a:lnTo>
                    <a:pt x="72642" y="22651"/>
                  </a:lnTo>
                  <a:lnTo>
                    <a:pt x="64442" y="10758"/>
                  </a:lnTo>
                  <a:lnTo>
                    <a:pt x="52380" y="2808"/>
                  </a:lnTo>
                  <a:lnTo>
                    <a:pt x="37682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45192" y="4397737"/>
              <a:ext cx="236854" cy="46990"/>
            </a:xfrm>
            <a:custGeom>
              <a:avLst/>
              <a:gdLst/>
              <a:ahLst/>
              <a:cxnLst/>
              <a:rect l="l" t="t" r="r" b="b"/>
              <a:pathLst>
                <a:path w="236854" h="46989">
                  <a:moveTo>
                    <a:pt x="236515" y="0"/>
                  </a:moveTo>
                  <a:lnTo>
                    <a:pt x="0" y="0"/>
                  </a:lnTo>
                  <a:lnTo>
                    <a:pt x="0" y="46613"/>
                  </a:lnTo>
                  <a:lnTo>
                    <a:pt x="236515" y="46613"/>
                  </a:lnTo>
                  <a:lnTo>
                    <a:pt x="236515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210564" y="438167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7918" y="0"/>
                  </a:moveTo>
                  <a:lnTo>
                    <a:pt x="2654" y="23243"/>
                  </a:lnTo>
                  <a:lnTo>
                    <a:pt x="0" y="37917"/>
                  </a:lnTo>
                  <a:lnTo>
                    <a:pt x="588" y="45409"/>
                  </a:lnTo>
                  <a:lnTo>
                    <a:pt x="30407" y="75390"/>
                  </a:lnTo>
                  <a:lnTo>
                    <a:pt x="37918" y="75992"/>
                  </a:lnTo>
                  <a:lnTo>
                    <a:pt x="45429" y="75390"/>
                  </a:lnTo>
                  <a:lnTo>
                    <a:pt x="75380" y="45425"/>
                  </a:lnTo>
                  <a:lnTo>
                    <a:pt x="75992" y="37917"/>
                  </a:lnTo>
                  <a:lnTo>
                    <a:pt x="75382" y="30391"/>
                  </a:lnTo>
                  <a:lnTo>
                    <a:pt x="45408" y="551"/>
                  </a:lnTo>
                  <a:lnTo>
                    <a:pt x="37918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45192" y="4647022"/>
              <a:ext cx="236854" cy="46990"/>
            </a:xfrm>
            <a:custGeom>
              <a:avLst/>
              <a:gdLst/>
              <a:ahLst/>
              <a:cxnLst/>
              <a:rect l="l" t="t" r="r" b="b"/>
              <a:pathLst>
                <a:path w="236854" h="46989">
                  <a:moveTo>
                    <a:pt x="236515" y="0"/>
                  </a:moveTo>
                  <a:lnTo>
                    <a:pt x="0" y="0"/>
                  </a:lnTo>
                  <a:lnTo>
                    <a:pt x="0" y="46456"/>
                  </a:lnTo>
                  <a:lnTo>
                    <a:pt x="236515" y="46456"/>
                  </a:lnTo>
                  <a:lnTo>
                    <a:pt x="236515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10558" y="4390377"/>
              <a:ext cx="653415" cy="316865"/>
            </a:xfrm>
            <a:custGeom>
              <a:avLst/>
              <a:gdLst/>
              <a:ahLst/>
              <a:cxnLst/>
              <a:rect l="l" t="t" r="r" b="b"/>
              <a:pathLst>
                <a:path w="653414" h="316864">
                  <a:moveTo>
                    <a:pt x="75984" y="278549"/>
                  </a:moveTo>
                  <a:lnTo>
                    <a:pt x="52590" y="243141"/>
                  </a:lnTo>
                  <a:lnTo>
                    <a:pt x="37553" y="240423"/>
                  </a:lnTo>
                  <a:lnTo>
                    <a:pt x="22288" y="243624"/>
                  </a:lnTo>
                  <a:lnTo>
                    <a:pt x="10515" y="251853"/>
                  </a:lnTo>
                  <a:lnTo>
                    <a:pt x="2692" y="263880"/>
                  </a:lnTo>
                  <a:lnTo>
                    <a:pt x="0" y="278511"/>
                  </a:lnTo>
                  <a:lnTo>
                    <a:pt x="584" y="286016"/>
                  </a:lnTo>
                  <a:lnTo>
                    <a:pt x="30403" y="316064"/>
                  </a:lnTo>
                  <a:lnTo>
                    <a:pt x="37922" y="316661"/>
                  </a:lnTo>
                  <a:lnTo>
                    <a:pt x="45427" y="316064"/>
                  </a:lnTo>
                  <a:lnTo>
                    <a:pt x="75984" y="278549"/>
                  </a:lnTo>
                  <a:close/>
                </a:path>
                <a:path w="653414" h="316864">
                  <a:moveTo>
                    <a:pt x="653376" y="150495"/>
                  </a:moveTo>
                  <a:lnTo>
                    <a:pt x="566496" y="0"/>
                  </a:lnTo>
                  <a:lnTo>
                    <a:pt x="392734" y="0"/>
                  </a:lnTo>
                  <a:lnTo>
                    <a:pt x="305854" y="150495"/>
                  </a:lnTo>
                  <a:lnTo>
                    <a:pt x="392734" y="301066"/>
                  </a:lnTo>
                  <a:lnTo>
                    <a:pt x="566496" y="301066"/>
                  </a:lnTo>
                  <a:lnTo>
                    <a:pt x="653376" y="150495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123</TotalTime>
  <Words>3562</Words>
  <Application>Microsoft Macintosh PowerPoint</Application>
  <PresentationFormat>On-screen Show (16:9)</PresentationFormat>
  <Paragraphs>806</Paragraphs>
  <Slides>82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82</vt:i4>
      </vt:variant>
    </vt:vector>
  </HeadingPairs>
  <TitlesOfParts>
    <vt:vector size="88" baseType="lpstr">
      <vt:lpstr>Aptos</vt:lpstr>
      <vt:lpstr>Arial</vt:lpstr>
      <vt:lpstr>Arial Narrow</vt:lpstr>
      <vt:lpstr>Courier New</vt:lpstr>
      <vt:lpstr>Google Sans</vt:lpstr>
      <vt:lpstr>Office Theme</vt:lpstr>
      <vt:lpstr>PowerPoint Presentation</vt:lpstr>
      <vt:lpstr>Toma de decisiones El problema:</vt:lpstr>
      <vt:lpstr>Toma de decisiones El problema: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Toma de decisiones</vt:lpstr>
      <vt:lpstr>PowerPoint Presentation</vt:lpstr>
      <vt:lpstr>Toma de decisiones</vt:lpstr>
      <vt:lpstr>Datos vs Tecnología Los datos:</vt:lpstr>
      <vt:lpstr>Datos vs Tecnología</vt:lpstr>
      <vt:lpstr>Datos vs Tecnología</vt:lpstr>
      <vt:lpstr>PowerPoint Presentation</vt:lpstr>
      <vt:lpstr>PowerPoint Presentation</vt:lpstr>
      <vt:lpstr>Datos vs Tecnología Los datos:</vt:lpstr>
      <vt:lpstr>Datos vs Tecnología</vt:lpstr>
      <vt:lpstr>Datos vs Tecnología</vt:lpstr>
      <vt:lpstr>Datos vs Tecnología</vt:lpstr>
      <vt:lpstr>Datos vs Tecnología</vt:lpstr>
      <vt:lpstr>PowerPoint Presentation</vt:lpstr>
      <vt:lpstr>Soluciones Big Data Las tres Vs</vt:lpstr>
      <vt:lpstr>Soluciones Big Data ¿Cuántas Vs?</vt:lpstr>
      <vt:lpstr>Soluciones Big Data</vt:lpstr>
      <vt:lpstr>PowerPoint Presentation</vt:lpstr>
      <vt:lpstr>Soluciones Big Data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Almacenes de datos</vt:lpstr>
      <vt:lpstr>Transacciones cortas</vt:lpstr>
      <vt:lpstr>PowerPoint Presentation</vt:lpstr>
      <vt:lpstr>Análisis complejos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XML</vt:lpstr>
      <vt:lpstr>XML</vt:lpstr>
      <vt:lpstr>XML</vt:lpstr>
      <vt:lpstr>XML</vt:lpstr>
      <vt:lpstr>XML</vt:lpstr>
      <vt:lpstr>XML</vt:lpstr>
      <vt:lpstr>PowerPoint Presentation</vt:lpstr>
      <vt:lpstr>XML</vt:lpstr>
      <vt:lpstr>XML</vt:lpstr>
      <vt:lpstr>XML</vt:lpstr>
      <vt:lpstr>XML</vt:lpstr>
      <vt:lpstr>PowerPoint Presentation</vt:lpstr>
      <vt:lpstr>PowerPoint Presentation</vt:lpstr>
      <vt:lpstr>PowerPoint Presentation</vt:lpstr>
      <vt:lpstr>JSON</vt:lpstr>
      <vt:lpstr>JSON</vt:lpstr>
      <vt:lpstr>XML</vt:lpstr>
      <vt:lpstr>XML</vt:lpstr>
      <vt:lpstr>JSON</vt:lpstr>
      <vt:lpstr>JSON</vt:lpstr>
      <vt:lpstr>JSON</vt:lpstr>
      <vt:lpstr>JSON</vt:lpstr>
      <vt:lpstr>JSON</vt:lpstr>
      <vt:lpstr>PowerPoint Presentation</vt:lpstr>
      <vt:lpstr>Grafos</vt:lpstr>
      <vt:lpstr>PowerPoint Presentation</vt:lpstr>
      <vt:lpstr>GraphML</vt:lpstr>
      <vt:lpstr>GraphML:</vt:lpstr>
      <vt:lpstr>GraphML:</vt:lpstr>
      <vt:lpstr>GraphML:</vt:lpstr>
      <vt:lpstr>GraphML:</vt:lpstr>
      <vt:lpstr>GraphML:</vt:lpstr>
      <vt:lpstr>GraphML:</vt:lpstr>
      <vt:lpstr>GraphML:</vt:lpstr>
      <vt:lpstr>GraphML: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juan jose sanchez sanchez</cp:lastModifiedBy>
  <cp:revision>1</cp:revision>
  <dcterms:created xsi:type="dcterms:W3CDTF">2026-10-19T16:09:22Z</dcterms:created>
  <dcterms:modified xsi:type="dcterms:W3CDTF">2026-10-20T11:12:47Z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2021-09-20T00:00:00Z</vt:filetime>
  </property>
  <property fmtid="{D5CDD505-2E9C-101B-9397-08002B2CF9AE}" pid="3" name="LastSaved">
    <vt:filetime>2026-10-19T00:00:00Z</vt:filetime>
  </property>
  <property fmtid="{D5CDD505-2E9C-101B-9397-08002B2CF9AE}" pid="4" name="Producer">
    <vt:lpwstr>macOS Versión 11.4 (Compilación 20F71) Quartz PDFContext</vt:lpwstr>
  </property>
</Properties>
</file>